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10"/>
  </p:notesMasterIdLst>
  <p:handoutMasterIdLst>
    <p:handoutMasterId r:id="rId11"/>
  </p:handoutMasterIdLst>
  <p:sldIdLst>
    <p:sldId id="747" r:id="rId5"/>
    <p:sldId id="778" r:id="rId6"/>
    <p:sldId id="773" r:id="rId7"/>
    <p:sldId id="779" r:id="rId17"/>
    <p:sldId id="780" r:id="rId18"/>
    <p:sldId id="260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33A7141-2257-405D-AE98-A0AF81D980F4}">
          <p14:sldIdLst>
            <p14:sldId id="747"/>
            <p14:sldId id="778"/>
            <p14:sldId id="773"/>
            <p14:sldId id="774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pos="597" userDrawn="1">
          <p15:clr>
            <a:srgbClr val="A4A3A4"/>
          </p15:clr>
        </p15:guide>
        <p15:guide id="2" orient="horz" pos="232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4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AAAF"/>
    <a:srgbClr val="E6404A"/>
    <a:srgbClr val="FDF5F6"/>
    <a:srgbClr val="F2A9AF"/>
    <a:srgbClr val="F4A8AE"/>
    <a:srgbClr val="FFFFFF"/>
    <a:srgbClr val="F0F2F5"/>
    <a:srgbClr val="E3E6EA"/>
    <a:srgbClr val="F3F4F6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5F95B0-C697-42B6-A607-CAC17E2AF1C2}" v="7" dt="2026-06-23T14:45:41.681"/>
    <p1510:client id="{A5240753-603F-4EBC-A672-1C80063B1BD3}" v="665" dt="2026-06-23T06:57:47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>
        <p:guide pos="597"/>
        <p:guide orient="horz" pos="232"/>
        <p:guide orient="horz" pos="2160"/>
        <p:guide orient="horz" pos="4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6.xml"/><Relationship Id="rId18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1D22F8-09D7-4F28-A94F-09E10FB38141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236EE-0074-4CDB-8D8D-528E873BAF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53225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03091-ED32-4FCD-80E5-44FA4B59B1A2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909BA-59A5-46DD-938B-F57DDF61C8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1720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28588" y="1339850"/>
            <a:ext cx="6426200" cy="3616325"/>
          </a:xfrm>
        </p:spPr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46A3C6-5A25-4E8A-AE8E-FB93B36EB82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2607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61476-3B29-9FC1-05C1-103518A62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8467B1C-CB66-C036-94C2-1ECF67A1B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353DDCE-1DBB-E893-2111-F1F119B69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1,5,4,2,</a:t>
            </a:r>
            <a:br>
              <a:rPr lang="es-ES"/>
            </a:b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68BAF4-086B-B4BE-1F26-F1E6D2C8F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9909BA-59A5-46DD-938B-F57DDF61C801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156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Añadir otra </a:t>
            </a:r>
            <a:r>
              <a:rPr lang="es-ES" err="1"/>
              <a:t>slide</a:t>
            </a:r>
            <a:r>
              <a:rPr lang="es-ES"/>
              <a:t> igual  para CU2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909BA-59A5-46DD-938B-F57DDF61C801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76390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va de IN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rupo 1372"/>
          <p:cNvGrpSpPr/>
          <p:nvPr userDrawn="1"/>
        </p:nvGrpSpPr>
        <p:grpSpPr>
          <a:xfrm>
            <a:off x="1005421" y="0"/>
            <a:ext cx="4165800" cy="4189195"/>
            <a:chOff x="693738" y="-328613"/>
            <a:chExt cx="4837113" cy="4935539"/>
          </a:xfrm>
        </p:grpSpPr>
        <p:grpSp>
          <p:nvGrpSpPr>
            <p:cNvPr id="7" name="Group 205"/>
            <p:cNvGrpSpPr>
              <a:grpSpLocks/>
            </p:cNvGrpSpPr>
            <p:nvPr userDrawn="1"/>
          </p:nvGrpSpPr>
          <p:grpSpPr bwMode="auto">
            <a:xfrm>
              <a:off x="1204913" y="866775"/>
              <a:ext cx="3833813" cy="3740151"/>
              <a:chOff x="759" y="546"/>
              <a:chExt cx="2415" cy="2356"/>
            </a:xfrm>
          </p:grpSpPr>
          <p:sp>
            <p:nvSpPr>
              <p:cNvPr id="1173" name="Freeform 5"/>
              <p:cNvSpPr>
                <a:spLocks/>
              </p:cNvSpPr>
              <p:nvPr userDrawn="1"/>
            </p:nvSpPr>
            <p:spPr bwMode="auto">
              <a:xfrm>
                <a:off x="1160" y="1195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4" name="Freeform 6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5" name="Freeform 7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6" name="Freeform 8"/>
              <p:cNvSpPr>
                <a:spLocks/>
              </p:cNvSpPr>
              <p:nvPr userDrawn="1"/>
            </p:nvSpPr>
            <p:spPr bwMode="auto">
              <a:xfrm>
                <a:off x="1243" y="1551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7" name="Freeform 9"/>
              <p:cNvSpPr>
                <a:spLocks noEditPoints="1"/>
              </p:cNvSpPr>
              <p:nvPr userDrawn="1"/>
            </p:nvSpPr>
            <p:spPr bwMode="auto">
              <a:xfrm>
                <a:off x="1234" y="1619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8" name="Freeform 10"/>
              <p:cNvSpPr>
                <a:spLocks/>
              </p:cNvSpPr>
              <p:nvPr userDrawn="1"/>
            </p:nvSpPr>
            <p:spPr bwMode="auto">
              <a:xfrm>
                <a:off x="1243" y="1761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9" name="Freeform 11"/>
              <p:cNvSpPr>
                <a:spLocks noEditPoints="1"/>
              </p:cNvSpPr>
              <p:nvPr userDrawn="1"/>
            </p:nvSpPr>
            <p:spPr bwMode="auto">
              <a:xfrm>
                <a:off x="1234" y="1829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0" name="Freeform 12"/>
              <p:cNvSpPr>
                <a:spLocks/>
              </p:cNvSpPr>
              <p:nvPr userDrawn="1"/>
            </p:nvSpPr>
            <p:spPr bwMode="auto">
              <a:xfrm>
                <a:off x="1243" y="1901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1" name="Freeform 13"/>
              <p:cNvSpPr>
                <a:spLocks/>
              </p:cNvSpPr>
              <p:nvPr userDrawn="1"/>
            </p:nvSpPr>
            <p:spPr bwMode="auto">
              <a:xfrm>
                <a:off x="1243" y="1971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2" name="Freeform 14"/>
              <p:cNvSpPr>
                <a:spLocks noEditPoints="1"/>
              </p:cNvSpPr>
              <p:nvPr userDrawn="1"/>
            </p:nvSpPr>
            <p:spPr bwMode="auto">
              <a:xfrm>
                <a:off x="1234" y="204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3" name="Freeform 15"/>
              <p:cNvSpPr>
                <a:spLocks noEditPoints="1"/>
              </p:cNvSpPr>
              <p:nvPr userDrawn="1"/>
            </p:nvSpPr>
            <p:spPr bwMode="auto">
              <a:xfrm>
                <a:off x="1234" y="211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4" name="Freeform 16"/>
              <p:cNvSpPr>
                <a:spLocks/>
              </p:cNvSpPr>
              <p:nvPr userDrawn="1"/>
            </p:nvSpPr>
            <p:spPr bwMode="auto">
              <a:xfrm>
                <a:off x="1243" y="2182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5" name="Freeform 17"/>
              <p:cNvSpPr>
                <a:spLocks noEditPoints="1"/>
              </p:cNvSpPr>
              <p:nvPr userDrawn="1"/>
            </p:nvSpPr>
            <p:spPr bwMode="auto">
              <a:xfrm>
                <a:off x="1234" y="225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6" name="Freeform 18"/>
              <p:cNvSpPr>
                <a:spLocks/>
              </p:cNvSpPr>
              <p:nvPr userDrawn="1"/>
            </p:nvSpPr>
            <p:spPr bwMode="auto">
              <a:xfrm>
                <a:off x="1243" y="2322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7" name="Freeform 19"/>
              <p:cNvSpPr>
                <a:spLocks/>
              </p:cNvSpPr>
              <p:nvPr userDrawn="1"/>
            </p:nvSpPr>
            <p:spPr bwMode="auto">
              <a:xfrm>
                <a:off x="1243" y="2392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8" name="Freeform 20"/>
              <p:cNvSpPr>
                <a:spLocks noEditPoints="1"/>
              </p:cNvSpPr>
              <p:nvPr userDrawn="1"/>
            </p:nvSpPr>
            <p:spPr bwMode="auto">
              <a:xfrm>
                <a:off x="1234" y="2460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9" name="Freeform 21"/>
              <p:cNvSpPr>
                <a:spLocks/>
              </p:cNvSpPr>
              <p:nvPr userDrawn="1"/>
            </p:nvSpPr>
            <p:spPr bwMode="auto">
              <a:xfrm>
                <a:off x="1243" y="2532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0" name="Freeform 22"/>
              <p:cNvSpPr>
                <a:spLocks/>
              </p:cNvSpPr>
              <p:nvPr userDrawn="1"/>
            </p:nvSpPr>
            <p:spPr bwMode="auto">
              <a:xfrm>
                <a:off x="1243" y="2603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1" name="Freeform 23"/>
              <p:cNvSpPr>
                <a:spLocks noEditPoints="1"/>
              </p:cNvSpPr>
              <p:nvPr userDrawn="1"/>
            </p:nvSpPr>
            <p:spPr bwMode="auto">
              <a:xfrm>
                <a:off x="1234" y="2671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2" name="Freeform 24"/>
              <p:cNvSpPr>
                <a:spLocks noEditPoints="1"/>
              </p:cNvSpPr>
              <p:nvPr userDrawn="1"/>
            </p:nvSpPr>
            <p:spPr bwMode="auto">
              <a:xfrm>
                <a:off x="1234" y="2741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3" name="Freeform 25"/>
              <p:cNvSpPr>
                <a:spLocks noEditPoints="1"/>
              </p:cNvSpPr>
              <p:nvPr userDrawn="1"/>
            </p:nvSpPr>
            <p:spPr bwMode="auto">
              <a:xfrm>
                <a:off x="1234" y="2811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40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7"/>
                      <a:pt x="1" y="12"/>
                      <a:pt x="2" y="9"/>
                    </a:cubicBezTo>
                    <a:cubicBezTo>
                      <a:pt x="3" y="7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40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7"/>
                      <a:pt x="5" y="30"/>
                      <a:pt x="5" y="32"/>
                    </a:cubicBezTo>
                    <a:cubicBezTo>
                      <a:pt x="6" y="35"/>
                      <a:pt x="7" y="37"/>
                      <a:pt x="9" y="38"/>
                    </a:cubicBezTo>
                    <a:cubicBezTo>
                      <a:pt x="11" y="39"/>
                      <a:pt x="12" y="40"/>
                      <a:pt x="14" y="40"/>
                    </a:cubicBezTo>
                    <a:cubicBezTo>
                      <a:pt x="16" y="40"/>
                      <a:pt x="18" y="39"/>
                      <a:pt x="19" y="38"/>
                    </a:cubicBezTo>
                    <a:cubicBezTo>
                      <a:pt x="21" y="37"/>
                      <a:pt x="22" y="35"/>
                      <a:pt x="23" y="32"/>
                    </a:cubicBezTo>
                    <a:cubicBezTo>
                      <a:pt x="24" y="30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4" name="Freeform 26"/>
              <p:cNvSpPr>
                <a:spLocks/>
              </p:cNvSpPr>
              <p:nvPr userDrawn="1"/>
            </p:nvSpPr>
            <p:spPr bwMode="auto">
              <a:xfrm>
                <a:off x="1243" y="2882"/>
                <a:ext cx="12" cy="20"/>
              </a:xfrm>
              <a:custGeom>
                <a:avLst/>
                <a:gdLst>
                  <a:gd name="T0" fmla="*/ 7 w 12"/>
                  <a:gd name="T1" fmla="*/ 20 h 20"/>
                  <a:gd name="T2" fmla="*/ 12 w 12"/>
                  <a:gd name="T3" fmla="*/ 20 h 20"/>
                  <a:gd name="T4" fmla="*/ 12 w 12"/>
                  <a:gd name="T5" fmla="*/ 0 h 20"/>
                  <a:gd name="T6" fmla="*/ 2 w 12"/>
                  <a:gd name="T7" fmla="*/ 0 h 20"/>
                  <a:gd name="T8" fmla="*/ 0 w 12"/>
                  <a:gd name="T9" fmla="*/ 5 h 20"/>
                  <a:gd name="T10" fmla="*/ 7 w 12"/>
                  <a:gd name="T11" fmla="*/ 5 h 20"/>
                  <a:gd name="T12" fmla="*/ 7 w 1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0">
                    <a:moveTo>
                      <a:pt x="7" y="20"/>
                    </a:moveTo>
                    <a:lnTo>
                      <a:pt x="12" y="20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5"/>
                    </a:lnTo>
                    <a:lnTo>
                      <a:pt x="7" y="5"/>
                    </a:lnTo>
                    <a:lnTo>
                      <a:pt x="7" y="2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5" name="Freeform 27"/>
              <p:cNvSpPr>
                <a:spLocks noEditPoints="1"/>
              </p:cNvSpPr>
              <p:nvPr userDrawn="1"/>
            </p:nvSpPr>
            <p:spPr bwMode="auto">
              <a:xfrm>
                <a:off x="2990" y="2194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6" name="Freeform 28"/>
              <p:cNvSpPr>
                <a:spLocks noEditPoints="1"/>
              </p:cNvSpPr>
              <p:nvPr userDrawn="1"/>
            </p:nvSpPr>
            <p:spPr bwMode="auto">
              <a:xfrm>
                <a:off x="2990" y="226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7" name="Freeform 29"/>
              <p:cNvSpPr>
                <a:spLocks/>
              </p:cNvSpPr>
              <p:nvPr userDrawn="1"/>
            </p:nvSpPr>
            <p:spPr bwMode="auto">
              <a:xfrm>
                <a:off x="2999" y="2335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8" name="Freeform 30"/>
              <p:cNvSpPr>
                <a:spLocks noEditPoints="1"/>
              </p:cNvSpPr>
              <p:nvPr userDrawn="1"/>
            </p:nvSpPr>
            <p:spPr bwMode="auto">
              <a:xfrm>
                <a:off x="2990" y="240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9" name="Freeform 31"/>
              <p:cNvSpPr>
                <a:spLocks noEditPoints="1"/>
              </p:cNvSpPr>
              <p:nvPr userDrawn="1"/>
            </p:nvSpPr>
            <p:spPr bwMode="auto">
              <a:xfrm>
                <a:off x="2990" y="247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0" name="Freeform 32"/>
              <p:cNvSpPr>
                <a:spLocks/>
              </p:cNvSpPr>
              <p:nvPr userDrawn="1"/>
            </p:nvSpPr>
            <p:spPr bwMode="auto">
              <a:xfrm>
                <a:off x="2999" y="254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1" name="Freeform 33"/>
              <p:cNvSpPr>
                <a:spLocks/>
              </p:cNvSpPr>
              <p:nvPr userDrawn="1"/>
            </p:nvSpPr>
            <p:spPr bwMode="auto">
              <a:xfrm>
                <a:off x="2999" y="261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2" name="Freeform 34"/>
              <p:cNvSpPr>
                <a:spLocks noEditPoints="1"/>
              </p:cNvSpPr>
              <p:nvPr userDrawn="1"/>
            </p:nvSpPr>
            <p:spPr bwMode="auto">
              <a:xfrm>
                <a:off x="2990" y="268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3" name="Freeform 35"/>
              <p:cNvSpPr>
                <a:spLocks/>
              </p:cNvSpPr>
              <p:nvPr userDrawn="1"/>
            </p:nvSpPr>
            <p:spPr bwMode="auto">
              <a:xfrm>
                <a:off x="2999" y="275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4" name="Freeform 36"/>
              <p:cNvSpPr>
                <a:spLocks noEditPoints="1"/>
              </p:cNvSpPr>
              <p:nvPr userDrawn="1"/>
            </p:nvSpPr>
            <p:spPr bwMode="auto">
              <a:xfrm>
                <a:off x="2990" y="2826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5" name="Freeform 37"/>
              <p:cNvSpPr>
                <a:spLocks/>
              </p:cNvSpPr>
              <p:nvPr userDrawn="1"/>
            </p:nvSpPr>
            <p:spPr bwMode="auto">
              <a:xfrm>
                <a:off x="2995" y="2895"/>
                <a:ext cx="25" cy="7"/>
              </a:xfrm>
              <a:custGeom>
                <a:avLst/>
                <a:gdLst>
                  <a:gd name="T0" fmla="*/ 5 w 20"/>
                  <a:gd name="T1" fmla="*/ 6 h 6"/>
                  <a:gd name="T2" fmla="*/ 10 w 20"/>
                  <a:gd name="T3" fmla="*/ 4 h 6"/>
                  <a:gd name="T4" fmla="*/ 15 w 20"/>
                  <a:gd name="T5" fmla="*/ 6 h 6"/>
                  <a:gd name="T6" fmla="*/ 20 w 20"/>
                  <a:gd name="T7" fmla="*/ 6 h 6"/>
                  <a:gd name="T8" fmla="*/ 17 w 20"/>
                  <a:gd name="T9" fmla="*/ 3 h 6"/>
                  <a:gd name="T10" fmla="*/ 10 w 20"/>
                  <a:gd name="T11" fmla="*/ 0 h 6"/>
                  <a:gd name="T12" fmla="*/ 3 w 20"/>
                  <a:gd name="T13" fmla="*/ 3 h 6"/>
                  <a:gd name="T14" fmla="*/ 0 w 20"/>
                  <a:gd name="T15" fmla="*/ 6 h 6"/>
                  <a:gd name="T16" fmla="*/ 5 w 20"/>
                  <a:gd name="T1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" h="6">
                    <a:moveTo>
                      <a:pt x="5" y="6"/>
                    </a:moveTo>
                    <a:cubicBezTo>
                      <a:pt x="7" y="5"/>
                      <a:pt x="8" y="4"/>
                      <a:pt x="10" y="4"/>
                    </a:cubicBezTo>
                    <a:cubicBezTo>
                      <a:pt x="12" y="4"/>
                      <a:pt x="13" y="5"/>
                      <a:pt x="15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9" y="5"/>
                      <a:pt x="18" y="4"/>
                      <a:pt x="17" y="3"/>
                    </a:cubicBezTo>
                    <a:cubicBezTo>
                      <a:pt x="15" y="1"/>
                      <a:pt x="13" y="0"/>
                      <a:pt x="10" y="0"/>
                    </a:cubicBezTo>
                    <a:cubicBezTo>
                      <a:pt x="7" y="0"/>
                      <a:pt x="5" y="1"/>
                      <a:pt x="3" y="3"/>
                    </a:cubicBezTo>
                    <a:cubicBezTo>
                      <a:pt x="2" y="4"/>
                      <a:pt x="1" y="5"/>
                      <a:pt x="0" y="6"/>
                    </a:cubicBezTo>
                    <a:lnTo>
                      <a:pt x="5" y="6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6" name="Freeform 38"/>
              <p:cNvSpPr>
                <a:spLocks noEditPoints="1"/>
              </p:cNvSpPr>
              <p:nvPr userDrawn="1"/>
            </p:nvSpPr>
            <p:spPr bwMode="auto">
              <a:xfrm>
                <a:off x="1795" y="1933"/>
                <a:ext cx="30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3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3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3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2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3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3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3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6" y="30"/>
                      <a:pt x="7" y="32"/>
                      <a:pt x="8" y="33"/>
                    </a:cubicBezTo>
                    <a:cubicBezTo>
                      <a:pt x="10" y="34"/>
                      <a:pt x="11" y="34"/>
                      <a:pt x="13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9" y="32"/>
                      <a:pt x="20" y="30"/>
                      <a:pt x="20" y="28"/>
                    </a:cubicBezTo>
                    <a:cubicBezTo>
                      <a:pt x="21" y="26"/>
                      <a:pt x="22" y="22"/>
                      <a:pt x="22" y="19"/>
                    </a:cubicBezTo>
                    <a:cubicBezTo>
                      <a:pt x="22" y="15"/>
                      <a:pt x="21" y="12"/>
                      <a:pt x="20" y="10"/>
                    </a:cubicBezTo>
                    <a:cubicBezTo>
                      <a:pt x="20" y="8"/>
                      <a:pt x="19" y="6"/>
                      <a:pt x="17" y="5"/>
                    </a:cubicBezTo>
                    <a:cubicBezTo>
                      <a:pt x="16" y="4"/>
                      <a:pt x="14" y="3"/>
                      <a:pt x="13" y="3"/>
                    </a:cubicBezTo>
                    <a:cubicBezTo>
                      <a:pt x="11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7" name="Freeform 39"/>
              <p:cNvSpPr>
                <a:spLocks noEditPoints="1"/>
              </p:cNvSpPr>
              <p:nvPr userDrawn="1"/>
            </p:nvSpPr>
            <p:spPr bwMode="auto">
              <a:xfrm>
                <a:off x="1795" y="1995"/>
                <a:ext cx="30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3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3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3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2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3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3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6" y="30"/>
                      <a:pt x="7" y="32"/>
                      <a:pt x="8" y="33"/>
                    </a:cubicBezTo>
                    <a:cubicBezTo>
                      <a:pt x="10" y="34"/>
                      <a:pt x="11" y="34"/>
                      <a:pt x="13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9" y="32"/>
                      <a:pt x="20" y="30"/>
                      <a:pt x="20" y="28"/>
                    </a:cubicBezTo>
                    <a:cubicBezTo>
                      <a:pt x="21" y="26"/>
                      <a:pt x="22" y="22"/>
                      <a:pt x="22" y="19"/>
                    </a:cubicBezTo>
                    <a:cubicBezTo>
                      <a:pt x="22" y="15"/>
                      <a:pt x="21" y="12"/>
                      <a:pt x="20" y="10"/>
                    </a:cubicBezTo>
                    <a:cubicBezTo>
                      <a:pt x="20" y="8"/>
                      <a:pt x="19" y="6"/>
                      <a:pt x="17" y="5"/>
                    </a:cubicBezTo>
                    <a:cubicBezTo>
                      <a:pt x="16" y="4"/>
                      <a:pt x="14" y="3"/>
                      <a:pt x="13" y="3"/>
                    </a:cubicBezTo>
                    <a:cubicBezTo>
                      <a:pt x="11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8" name="Freeform 40"/>
              <p:cNvSpPr>
                <a:spLocks/>
              </p:cNvSpPr>
              <p:nvPr userDrawn="1"/>
            </p:nvSpPr>
            <p:spPr bwMode="auto">
              <a:xfrm>
                <a:off x="1802" y="2058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7 w 11"/>
                  <a:gd name="T7" fmla="*/ 45 h 45"/>
                  <a:gd name="T8" fmla="*/ 7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7" y="45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9" name="Freeform 41"/>
              <p:cNvSpPr>
                <a:spLocks/>
              </p:cNvSpPr>
              <p:nvPr userDrawn="1"/>
            </p:nvSpPr>
            <p:spPr bwMode="auto">
              <a:xfrm>
                <a:off x="1802" y="2120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7 w 11"/>
                  <a:gd name="T7" fmla="*/ 45 h 45"/>
                  <a:gd name="T8" fmla="*/ 7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7" y="45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0" name="Freeform 42"/>
              <p:cNvSpPr>
                <a:spLocks/>
              </p:cNvSpPr>
              <p:nvPr userDrawn="1"/>
            </p:nvSpPr>
            <p:spPr bwMode="auto">
              <a:xfrm>
                <a:off x="1802" y="2182"/>
                <a:ext cx="11" cy="44"/>
              </a:xfrm>
              <a:custGeom>
                <a:avLst/>
                <a:gdLst>
                  <a:gd name="T0" fmla="*/ 2 w 11"/>
                  <a:gd name="T1" fmla="*/ 0 h 44"/>
                  <a:gd name="T2" fmla="*/ 11 w 11"/>
                  <a:gd name="T3" fmla="*/ 0 h 44"/>
                  <a:gd name="T4" fmla="*/ 11 w 11"/>
                  <a:gd name="T5" fmla="*/ 44 h 44"/>
                  <a:gd name="T6" fmla="*/ 7 w 11"/>
                  <a:gd name="T7" fmla="*/ 44 h 44"/>
                  <a:gd name="T8" fmla="*/ 7 w 11"/>
                  <a:gd name="T9" fmla="*/ 4 h 44"/>
                  <a:gd name="T10" fmla="*/ 0 w 11"/>
                  <a:gd name="T11" fmla="*/ 4 h 44"/>
                  <a:gd name="T12" fmla="*/ 2 w 11"/>
                  <a:gd name="T13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4">
                    <a:moveTo>
                      <a:pt x="2" y="0"/>
                    </a:moveTo>
                    <a:lnTo>
                      <a:pt x="11" y="0"/>
                    </a:lnTo>
                    <a:lnTo>
                      <a:pt x="11" y="44"/>
                    </a:lnTo>
                    <a:lnTo>
                      <a:pt x="7" y="44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1" name="Freeform 43"/>
              <p:cNvSpPr>
                <a:spLocks noEditPoints="1"/>
              </p:cNvSpPr>
              <p:nvPr userDrawn="1"/>
            </p:nvSpPr>
            <p:spPr bwMode="auto">
              <a:xfrm>
                <a:off x="1795" y="2243"/>
                <a:ext cx="30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3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3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3 w 25"/>
                  <a:gd name="T33" fmla="*/ 35 h 38"/>
                  <a:gd name="T34" fmla="*/ 17 w 25"/>
                  <a:gd name="T35" fmla="*/ 33 h 38"/>
                  <a:gd name="T36" fmla="*/ 20 w 25"/>
                  <a:gd name="T37" fmla="*/ 28 h 38"/>
                  <a:gd name="T38" fmla="*/ 22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3 w 25"/>
                  <a:gd name="T45" fmla="*/ 4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1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4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3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5"/>
                      <a:pt x="3" y="33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6" y="30"/>
                      <a:pt x="7" y="32"/>
                      <a:pt x="8" y="33"/>
                    </a:cubicBezTo>
                    <a:cubicBezTo>
                      <a:pt x="10" y="34"/>
                      <a:pt x="11" y="35"/>
                      <a:pt x="13" y="35"/>
                    </a:cubicBezTo>
                    <a:cubicBezTo>
                      <a:pt x="14" y="35"/>
                      <a:pt x="16" y="34"/>
                      <a:pt x="17" y="33"/>
                    </a:cubicBezTo>
                    <a:cubicBezTo>
                      <a:pt x="19" y="32"/>
                      <a:pt x="20" y="30"/>
                      <a:pt x="20" y="28"/>
                    </a:cubicBezTo>
                    <a:cubicBezTo>
                      <a:pt x="21" y="26"/>
                      <a:pt x="22" y="23"/>
                      <a:pt x="22" y="19"/>
                    </a:cubicBezTo>
                    <a:cubicBezTo>
                      <a:pt x="22" y="15"/>
                      <a:pt x="21" y="12"/>
                      <a:pt x="20" y="10"/>
                    </a:cubicBezTo>
                    <a:cubicBezTo>
                      <a:pt x="20" y="8"/>
                      <a:pt x="19" y="6"/>
                      <a:pt x="17" y="5"/>
                    </a:cubicBezTo>
                    <a:cubicBezTo>
                      <a:pt x="16" y="4"/>
                      <a:pt x="14" y="4"/>
                      <a:pt x="13" y="4"/>
                    </a:cubicBezTo>
                    <a:cubicBezTo>
                      <a:pt x="11" y="4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2" name="Freeform 44"/>
              <p:cNvSpPr>
                <a:spLocks/>
              </p:cNvSpPr>
              <p:nvPr userDrawn="1"/>
            </p:nvSpPr>
            <p:spPr bwMode="auto">
              <a:xfrm>
                <a:off x="1802" y="2306"/>
                <a:ext cx="11" cy="44"/>
              </a:xfrm>
              <a:custGeom>
                <a:avLst/>
                <a:gdLst>
                  <a:gd name="T0" fmla="*/ 2 w 11"/>
                  <a:gd name="T1" fmla="*/ 0 h 44"/>
                  <a:gd name="T2" fmla="*/ 11 w 11"/>
                  <a:gd name="T3" fmla="*/ 0 h 44"/>
                  <a:gd name="T4" fmla="*/ 11 w 11"/>
                  <a:gd name="T5" fmla="*/ 44 h 44"/>
                  <a:gd name="T6" fmla="*/ 7 w 11"/>
                  <a:gd name="T7" fmla="*/ 44 h 44"/>
                  <a:gd name="T8" fmla="*/ 7 w 11"/>
                  <a:gd name="T9" fmla="*/ 5 h 44"/>
                  <a:gd name="T10" fmla="*/ 0 w 11"/>
                  <a:gd name="T11" fmla="*/ 5 h 44"/>
                  <a:gd name="T12" fmla="*/ 2 w 11"/>
                  <a:gd name="T13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4">
                    <a:moveTo>
                      <a:pt x="2" y="0"/>
                    </a:moveTo>
                    <a:lnTo>
                      <a:pt x="11" y="0"/>
                    </a:lnTo>
                    <a:lnTo>
                      <a:pt x="11" y="44"/>
                    </a:lnTo>
                    <a:lnTo>
                      <a:pt x="7" y="44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3" name="Freeform 45"/>
              <p:cNvSpPr>
                <a:spLocks/>
              </p:cNvSpPr>
              <p:nvPr userDrawn="1"/>
            </p:nvSpPr>
            <p:spPr bwMode="auto">
              <a:xfrm>
                <a:off x="1156" y="2132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6 w 11"/>
                  <a:gd name="T7" fmla="*/ 45 h 45"/>
                  <a:gd name="T8" fmla="*/ 6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6" y="45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4" name="Freeform 46"/>
              <p:cNvSpPr>
                <a:spLocks noEditPoints="1"/>
              </p:cNvSpPr>
              <p:nvPr userDrawn="1"/>
            </p:nvSpPr>
            <p:spPr bwMode="auto">
              <a:xfrm>
                <a:off x="1149" y="2193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29 h 38"/>
                  <a:gd name="T16" fmla="*/ 19 w 25"/>
                  <a:gd name="T17" fmla="*/ 35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9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0"/>
                      <a:pt x="10" y="0"/>
                      <a:pt x="12" y="0"/>
                    </a:cubicBezTo>
                    <a:cubicBezTo>
                      <a:pt x="15" y="0"/>
                      <a:pt x="17" y="0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29"/>
                    </a:cubicBezTo>
                    <a:cubicBezTo>
                      <a:pt x="22" y="32"/>
                      <a:pt x="21" y="34"/>
                      <a:pt x="19" y="35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3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5"/>
                      <a:pt x="21" y="22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7"/>
                      <a:pt x="5" y="9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5" name="Freeform 47"/>
              <p:cNvSpPr>
                <a:spLocks/>
              </p:cNvSpPr>
              <p:nvPr userDrawn="1"/>
            </p:nvSpPr>
            <p:spPr bwMode="auto">
              <a:xfrm>
                <a:off x="1156" y="2256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6 w 11"/>
                  <a:gd name="T7" fmla="*/ 45 h 45"/>
                  <a:gd name="T8" fmla="*/ 6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6" y="45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6" name="Freeform 48"/>
              <p:cNvSpPr>
                <a:spLocks noEditPoints="1"/>
              </p:cNvSpPr>
              <p:nvPr userDrawn="1"/>
            </p:nvSpPr>
            <p:spPr bwMode="auto">
              <a:xfrm>
                <a:off x="1149" y="2317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2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3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6"/>
                      <a:pt x="21" y="22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7" name="Freeform 49"/>
              <p:cNvSpPr>
                <a:spLocks noEditPoints="1"/>
              </p:cNvSpPr>
              <p:nvPr userDrawn="1"/>
            </p:nvSpPr>
            <p:spPr bwMode="auto">
              <a:xfrm>
                <a:off x="1149" y="2379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2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6"/>
                      <a:pt x="21" y="22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8" name="Freeform 50"/>
              <p:cNvSpPr>
                <a:spLocks noEditPoints="1"/>
              </p:cNvSpPr>
              <p:nvPr userDrawn="1"/>
            </p:nvSpPr>
            <p:spPr bwMode="auto">
              <a:xfrm>
                <a:off x="1149" y="2441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2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6"/>
                      <a:pt x="21" y="23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9" name="Freeform 51"/>
              <p:cNvSpPr>
                <a:spLocks noEditPoints="1"/>
              </p:cNvSpPr>
              <p:nvPr userDrawn="1"/>
            </p:nvSpPr>
            <p:spPr bwMode="auto">
              <a:xfrm>
                <a:off x="1066" y="1689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0" name="Freeform 52"/>
              <p:cNvSpPr>
                <a:spLocks/>
              </p:cNvSpPr>
              <p:nvPr userDrawn="1"/>
            </p:nvSpPr>
            <p:spPr bwMode="auto">
              <a:xfrm>
                <a:off x="1073" y="176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1" name="Freeform 53"/>
              <p:cNvSpPr>
                <a:spLocks noEditPoints="1"/>
              </p:cNvSpPr>
              <p:nvPr userDrawn="1"/>
            </p:nvSpPr>
            <p:spPr bwMode="auto">
              <a:xfrm>
                <a:off x="1066" y="1829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2" name="Freeform 54"/>
              <p:cNvSpPr>
                <a:spLocks noEditPoints="1"/>
              </p:cNvSpPr>
              <p:nvPr userDrawn="1"/>
            </p:nvSpPr>
            <p:spPr bwMode="auto">
              <a:xfrm>
                <a:off x="1066" y="1900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3" name="Freeform 55"/>
              <p:cNvSpPr>
                <a:spLocks/>
              </p:cNvSpPr>
              <p:nvPr userDrawn="1"/>
            </p:nvSpPr>
            <p:spPr bwMode="auto">
              <a:xfrm>
                <a:off x="1073" y="197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4" name="Freeform 56"/>
              <p:cNvSpPr>
                <a:spLocks noEditPoints="1"/>
              </p:cNvSpPr>
              <p:nvPr userDrawn="1"/>
            </p:nvSpPr>
            <p:spPr bwMode="auto">
              <a:xfrm>
                <a:off x="1066" y="2040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5" name="Freeform 57"/>
              <p:cNvSpPr>
                <a:spLocks noEditPoints="1"/>
              </p:cNvSpPr>
              <p:nvPr userDrawn="1"/>
            </p:nvSpPr>
            <p:spPr bwMode="auto">
              <a:xfrm>
                <a:off x="1066" y="2110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6" name="Freeform 58"/>
              <p:cNvSpPr>
                <a:spLocks/>
              </p:cNvSpPr>
              <p:nvPr userDrawn="1"/>
            </p:nvSpPr>
            <p:spPr bwMode="auto">
              <a:xfrm>
                <a:off x="1073" y="2182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7" name="Freeform 59"/>
              <p:cNvSpPr>
                <a:spLocks noEditPoints="1"/>
              </p:cNvSpPr>
              <p:nvPr userDrawn="1"/>
            </p:nvSpPr>
            <p:spPr bwMode="auto">
              <a:xfrm>
                <a:off x="1066" y="2250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8" name="Freeform 60"/>
              <p:cNvSpPr>
                <a:spLocks noEditPoints="1"/>
              </p:cNvSpPr>
              <p:nvPr userDrawn="1"/>
            </p:nvSpPr>
            <p:spPr bwMode="auto">
              <a:xfrm>
                <a:off x="1066" y="2320"/>
                <a:ext cx="34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9" name="Freeform 61"/>
              <p:cNvSpPr>
                <a:spLocks noEditPoints="1"/>
              </p:cNvSpPr>
              <p:nvPr userDrawn="1"/>
            </p:nvSpPr>
            <p:spPr bwMode="auto">
              <a:xfrm>
                <a:off x="1066" y="239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0" name="Freeform 62"/>
              <p:cNvSpPr>
                <a:spLocks/>
              </p:cNvSpPr>
              <p:nvPr userDrawn="1"/>
            </p:nvSpPr>
            <p:spPr bwMode="auto">
              <a:xfrm>
                <a:off x="1073" y="2462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1" name="Freeform 63"/>
              <p:cNvSpPr>
                <a:spLocks noEditPoints="1"/>
              </p:cNvSpPr>
              <p:nvPr userDrawn="1"/>
            </p:nvSpPr>
            <p:spPr bwMode="auto">
              <a:xfrm>
                <a:off x="1066" y="2531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2" name="Freeform 64"/>
              <p:cNvSpPr>
                <a:spLocks noEditPoints="1"/>
              </p:cNvSpPr>
              <p:nvPr userDrawn="1"/>
            </p:nvSpPr>
            <p:spPr bwMode="auto">
              <a:xfrm>
                <a:off x="1066" y="260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3" name="Freeform 65"/>
              <p:cNvSpPr>
                <a:spLocks/>
              </p:cNvSpPr>
              <p:nvPr userDrawn="1"/>
            </p:nvSpPr>
            <p:spPr bwMode="auto">
              <a:xfrm>
                <a:off x="1073" y="2672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4" name="Freeform 66"/>
              <p:cNvSpPr>
                <a:spLocks noEditPoints="1"/>
              </p:cNvSpPr>
              <p:nvPr userDrawn="1"/>
            </p:nvSpPr>
            <p:spPr bwMode="auto">
              <a:xfrm>
                <a:off x="1066" y="2741"/>
                <a:ext cx="34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5" name="Freeform 67"/>
              <p:cNvSpPr>
                <a:spLocks/>
              </p:cNvSpPr>
              <p:nvPr userDrawn="1"/>
            </p:nvSpPr>
            <p:spPr bwMode="auto">
              <a:xfrm>
                <a:off x="1073" y="2813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6" name="Freeform 68"/>
              <p:cNvSpPr>
                <a:spLocks/>
              </p:cNvSpPr>
              <p:nvPr userDrawn="1"/>
            </p:nvSpPr>
            <p:spPr bwMode="auto">
              <a:xfrm>
                <a:off x="1066" y="2881"/>
                <a:ext cx="34" cy="21"/>
              </a:xfrm>
              <a:custGeom>
                <a:avLst/>
                <a:gdLst>
                  <a:gd name="T0" fmla="*/ 4 w 28"/>
                  <a:gd name="T1" fmla="*/ 17 h 17"/>
                  <a:gd name="T2" fmla="*/ 5 w 28"/>
                  <a:gd name="T3" fmla="*/ 11 h 17"/>
                  <a:gd name="T4" fmla="*/ 9 w 28"/>
                  <a:gd name="T5" fmla="*/ 6 h 17"/>
                  <a:gd name="T6" fmla="*/ 14 w 28"/>
                  <a:gd name="T7" fmla="*/ 4 h 17"/>
                  <a:gd name="T8" fmla="*/ 19 w 28"/>
                  <a:gd name="T9" fmla="*/ 6 h 17"/>
                  <a:gd name="T10" fmla="*/ 23 w 28"/>
                  <a:gd name="T11" fmla="*/ 12 h 17"/>
                  <a:gd name="T12" fmla="*/ 24 w 28"/>
                  <a:gd name="T13" fmla="*/ 17 h 17"/>
                  <a:gd name="T14" fmla="*/ 28 w 28"/>
                  <a:gd name="T15" fmla="*/ 17 h 17"/>
                  <a:gd name="T16" fmla="*/ 26 w 28"/>
                  <a:gd name="T17" fmla="*/ 9 h 17"/>
                  <a:gd name="T18" fmla="*/ 21 w 28"/>
                  <a:gd name="T19" fmla="*/ 2 h 17"/>
                  <a:gd name="T20" fmla="*/ 14 w 28"/>
                  <a:gd name="T21" fmla="*/ 0 h 17"/>
                  <a:gd name="T22" fmla="*/ 7 w 28"/>
                  <a:gd name="T23" fmla="*/ 2 h 17"/>
                  <a:gd name="T24" fmla="*/ 2 w 28"/>
                  <a:gd name="T25" fmla="*/ 9 h 17"/>
                  <a:gd name="T26" fmla="*/ 0 w 28"/>
                  <a:gd name="T27" fmla="*/ 17 h 17"/>
                  <a:gd name="T28" fmla="*/ 4 w 28"/>
                  <a:gd name="T2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" h="17">
                    <a:moveTo>
                      <a:pt x="4" y="17"/>
                    </a:moveTo>
                    <a:cubicBezTo>
                      <a:pt x="4" y="15"/>
                      <a:pt x="5" y="13"/>
                      <a:pt x="5" y="11"/>
                    </a:cubicBezTo>
                    <a:cubicBezTo>
                      <a:pt x="6" y="9"/>
                      <a:pt x="7" y="7"/>
                      <a:pt x="9" y="6"/>
                    </a:cubicBezTo>
                    <a:cubicBezTo>
                      <a:pt x="11" y="5"/>
                      <a:pt x="12" y="4"/>
                      <a:pt x="14" y="4"/>
                    </a:cubicBezTo>
                    <a:cubicBezTo>
                      <a:pt x="16" y="4"/>
                      <a:pt x="17" y="5"/>
                      <a:pt x="19" y="6"/>
                    </a:cubicBezTo>
                    <a:cubicBezTo>
                      <a:pt x="21" y="7"/>
                      <a:pt x="22" y="9"/>
                      <a:pt x="23" y="12"/>
                    </a:cubicBezTo>
                    <a:cubicBezTo>
                      <a:pt x="23" y="13"/>
                      <a:pt x="24" y="15"/>
                      <a:pt x="24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14"/>
                      <a:pt x="27" y="11"/>
                      <a:pt x="26" y="9"/>
                    </a:cubicBezTo>
                    <a:cubicBezTo>
                      <a:pt x="25" y="6"/>
                      <a:pt x="23" y="4"/>
                      <a:pt x="21" y="2"/>
                    </a:cubicBezTo>
                    <a:cubicBezTo>
                      <a:pt x="19" y="1"/>
                      <a:pt x="17" y="0"/>
                      <a:pt x="14" y="0"/>
                    </a:cubicBezTo>
                    <a:cubicBezTo>
                      <a:pt x="11" y="0"/>
                      <a:pt x="9" y="1"/>
                      <a:pt x="7" y="2"/>
                    </a:cubicBezTo>
                    <a:cubicBezTo>
                      <a:pt x="5" y="4"/>
                      <a:pt x="3" y="6"/>
                      <a:pt x="2" y="9"/>
                    </a:cubicBezTo>
                    <a:cubicBezTo>
                      <a:pt x="1" y="11"/>
                      <a:pt x="1" y="14"/>
                      <a:pt x="0" y="17"/>
                    </a:cubicBezTo>
                    <a:lnTo>
                      <a:pt x="4" y="17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7" name="Freeform 69"/>
              <p:cNvSpPr>
                <a:spLocks/>
              </p:cNvSpPr>
              <p:nvPr userDrawn="1"/>
            </p:nvSpPr>
            <p:spPr bwMode="auto">
              <a:xfrm>
                <a:off x="2587" y="1525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8" name="Freeform 70"/>
              <p:cNvSpPr>
                <a:spLocks/>
              </p:cNvSpPr>
              <p:nvPr userDrawn="1"/>
            </p:nvSpPr>
            <p:spPr bwMode="auto">
              <a:xfrm>
                <a:off x="1317" y="1234"/>
                <a:ext cx="13" cy="49"/>
              </a:xfrm>
              <a:custGeom>
                <a:avLst/>
                <a:gdLst>
                  <a:gd name="T0" fmla="*/ 4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9 w 13"/>
                  <a:gd name="T7" fmla="*/ 49 h 49"/>
                  <a:gd name="T8" fmla="*/ 9 w 13"/>
                  <a:gd name="T9" fmla="*/ 5 h 49"/>
                  <a:gd name="T10" fmla="*/ 0 w 13"/>
                  <a:gd name="T11" fmla="*/ 5 h 49"/>
                  <a:gd name="T12" fmla="*/ 4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4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9" name="Freeform 71"/>
              <p:cNvSpPr>
                <a:spLocks/>
              </p:cNvSpPr>
              <p:nvPr userDrawn="1"/>
            </p:nvSpPr>
            <p:spPr bwMode="auto">
              <a:xfrm>
                <a:off x="2489" y="721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0" name="Freeform 72"/>
              <p:cNvSpPr>
                <a:spLocks noEditPoints="1"/>
              </p:cNvSpPr>
              <p:nvPr userDrawn="1"/>
            </p:nvSpPr>
            <p:spPr bwMode="auto">
              <a:xfrm>
                <a:off x="2579" y="1594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1" name="Freeform 73"/>
              <p:cNvSpPr>
                <a:spLocks/>
              </p:cNvSpPr>
              <p:nvPr userDrawn="1"/>
            </p:nvSpPr>
            <p:spPr bwMode="auto">
              <a:xfrm>
                <a:off x="2587" y="1666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2" name="Freeform 74"/>
              <p:cNvSpPr>
                <a:spLocks noEditPoints="1"/>
              </p:cNvSpPr>
              <p:nvPr userDrawn="1"/>
            </p:nvSpPr>
            <p:spPr bwMode="auto">
              <a:xfrm>
                <a:off x="2579" y="173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3" name="Freeform 75"/>
              <p:cNvSpPr>
                <a:spLocks noEditPoints="1"/>
              </p:cNvSpPr>
              <p:nvPr userDrawn="1"/>
            </p:nvSpPr>
            <p:spPr bwMode="auto">
              <a:xfrm>
                <a:off x="1868" y="2322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3 h 43"/>
                  <a:gd name="T10" fmla="*/ 26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1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4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4" name="Freeform 76"/>
              <p:cNvSpPr>
                <a:spLocks/>
              </p:cNvSpPr>
              <p:nvPr userDrawn="1"/>
            </p:nvSpPr>
            <p:spPr bwMode="auto">
              <a:xfrm>
                <a:off x="1875" y="2394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4 h 50"/>
                  <a:gd name="T10" fmla="*/ 0 w 12"/>
                  <a:gd name="T11" fmla="*/ 4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5" name="Freeform 77"/>
              <p:cNvSpPr>
                <a:spLocks noEditPoints="1"/>
              </p:cNvSpPr>
              <p:nvPr userDrawn="1"/>
            </p:nvSpPr>
            <p:spPr bwMode="auto">
              <a:xfrm>
                <a:off x="1868" y="2463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8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6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1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4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9 w 27"/>
                  <a:gd name="T35" fmla="*/ 37 h 42"/>
                  <a:gd name="T36" fmla="*/ 22 w 27"/>
                  <a:gd name="T37" fmla="*/ 31 h 42"/>
                  <a:gd name="T38" fmla="*/ 24 w 27"/>
                  <a:gd name="T39" fmla="*/ 21 h 42"/>
                  <a:gd name="T40" fmla="*/ 22 w 27"/>
                  <a:gd name="T41" fmla="*/ 11 h 42"/>
                  <a:gd name="T42" fmla="*/ 19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4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8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6" name="Freeform 78"/>
              <p:cNvSpPr>
                <a:spLocks noEditPoints="1"/>
              </p:cNvSpPr>
              <p:nvPr userDrawn="1"/>
            </p:nvSpPr>
            <p:spPr bwMode="auto">
              <a:xfrm>
                <a:off x="1868" y="2532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6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1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4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7" name="Freeform 79"/>
              <p:cNvSpPr>
                <a:spLocks/>
              </p:cNvSpPr>
              <p:nvPr userDrawn="1"/>
            </p:nvSpPr>
            <p:spPr bwMode="auto">
              <a:xfrm>
                <a:off x="1875" y="260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8" name="Freeform 80"/>
              <p:cNvSpPr>
                <a:spLocks noEditPoints="1"/>
              </p:cNvSpPr>
              <p:nvPr userDrawn="1"/>
            </p:nvSpPr>
            <p:spPr bwMode="auto">
              <a:xfrm>
                <a:off x="1868" y="2673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8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6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1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4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9 w 27"/>
                  <a:gd name="T35" fmla="*/ 37 h 42"/>
                  <a:gd name="T36" fmla="*/ 22 w 27"/>
                  <a:gd name="T37" fmla="*/ 31 h 42"/>
                  <a:gd name="T38" fmla="*/ 24 w 27"/>
                  <a:gd name="T39" fmla="*/ 21 h 42"/>
                  <a:gd name="T40" fmla="*/ 22 w 27"/>
                  <a:gd name="T41" fmla="*/ 11 h 42"/>
                  <a:gd name="T42" fmla="*/ 19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4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8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1"/>
                      <a:pt x="16" y="42"/>
                      <a:pt x="13" y="42"/>
                    </a:cubicBezTo>
                    <a:cubicBezTo>
                      <a:pt x="11" y="42"/>
                      <a:pt x="8" y="41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9" name="Freeform 81"/>
              <p:cNvSpPr>
                <a:spLocks/>
              </p:cNvSpPr>
              <p:nvPr userDrawn="1"/>
            </p:nvSpPr>
            <p:spPr bwMode="auto">
              <a:xfrm>
                <a:off x="1875" y="274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0" name="Freeform 82"/>
              <p:cNvSpPr>
                <a:spLocks/>
              </p:cNvSpPr>
              <p:nvPr userDrawn="1"/>
            </p:nvSpPr>
            <p:spPr bwMode="auto">
              <a:xfrm>
                <a:off x="1875" y="281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1" name="Freeform 83"/>
              <p:cNvSpPr>
                <a:spLocks/>
              </p:cNvSpPr>
              <p:nvPr userDrawn="1"/>
            </p:nvSpPr>
            <p:spPr bwMode="auto">
              <a:xfrm>
                <a:off x="1875" y="2884"/>
                <a:ext cx="12" cy="18"/>
              </a:xfrm>
              <a:custGeom>
                <a:avLst/>
                <a:gdLst>
                  <a:gd name="T0" fmla="*/ 7 w 12"/>
                  <a:gd name="T1" fmla="*/ 18 h 18"/>
                  <a:gd name="T2" fmla="*/ 12 w 12"/>
                  <a:gd name="T3" fmla="*/ 18 h 18"/>
                  <a:gd name="T4" fmla="*/ 12 w 12"/>
                  <a:gd name="T5" fmla="*/ 0 h 18"/>
                  <a:gd name="T6" fmla="*/ 2 w 12"/>
                  <a:gd name="T7" fmla="*/ 0 h 18"/>
                  <a:gd name="T8" fmla="*/ 0 w 12"/>
                  <a:gd name="T9" fmla="*/ 5 h 18"/>
                  <a:gd name="T10" fmla="*/ 7 w 12"/>
                  <a:gd name="T11" fmla="*/ 5 h 18"/>
                  <a:gd name="T12" fmla="*/ 7 w 12"/>
                  <a:gd name="T13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8">
                    <a:moveTo>
                      <a:pt x="7" y="18"/>
                    </a:moveTo>
                    <a:lnTo>
                      <a:pt x="12" y="18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5"/>
                    </a:lnTo>
                    <a:lnTo>
                      <a:pt x="7" y="5"/>
                    </a:lnTo>
                    <a:lnTo>
                      <a:pt x="7" y="18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2" name="Freeform 84"/>
              <p:cNvSpPr>
                <a:spLocks/>
              </p:cNvSpPr>
              <p:nvPr userDrawn="1"/>
            </p:nvSpPr>
            <p:spPr bwMode="auto">
              <a:xfrm>
                <a:off x="2587" y="2699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3" name="Freeform 85"/>
              <p:cNvSpPr>
                <a:spLocks/>
              </p:cNvSpPr>
              <p:nvPr userDrawn="1"/>
            </p:nvSpPr>
            <p:spPr bwMode="auto">
              <a:xfrm>
                <a:off x="2587" y="2770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4" name="Freeform 86"/>
              <p:cNvSpPr>
                <a:spLocks noEditPoints="1"/>
              </p:cNvSpPr>
              <p:nvPr userDrawn="1"/>
            </p:nvSpPr>
            <p:spPr bwMode="auto">
              <a:xfrm>
                <a:off x="2579" y="2838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5" name="Freeform 87"/>
              <p:cNvSpPr>
                <a:spLocks noEditPoints="1"/>
              </p:cNvSpPr>
              <p:nvPr userDrawn="1"/>
            </p:nvSpPr>
            <p:spPr bwMode="auto">
              <a:xfrm>
                <a:off x="2033" y="2148"/>
                <a:ext cx="29" cy="43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3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6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5 h 34"/>
                  <a:gd name="T44" fmla="*/ 11 w 23"/>
                  <a:gd name="T45" fmla="*/ 3 h 34"/>
                  <a:gd name="T46" fmla="*/ 7 w 23"/>
                  <a:gd name="T47" fmla="*/ 5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3"/>
                    </a:cubicBezTo>
                    <a:cubicBezTo>
                      <a:pt x="4" y="31"/>
                      <a:pt x="3" y="30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3"/>
                      <a:pt x="19" y="21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6"/>
                      <a:pt x="15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6" name="Freeform 88"/>
              <p:cNvSpPr>
                <a:spLocks/>
              </p:cNvSpPr>
              <p:nvPr userDrawn="1"/>
            </p:nvSpPr>
            <p:spPr bwMode="auto">
              <a:xfrm>
                <a:off x="2040" y="2205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5 h 41"/>
                  <a:gd name="T10" fmla="*/ 0 w 11"/>
                  <a:gd name="T11" fmla="*/ 5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7" name="Freeform 89"/>
              <p:cNvSpPr>
                <a:spLocks/>
              </p:cNvSpPr>
              <p:nvPr userDrawn="1"/>
            </p:nvSpPr>
            <p:spPr bwMode="auto">
              <a:xfrm>
                <a:off x="2040" y="2262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4 h 41"/>
                  <a:gd name="T10" fmla="*/ 0 w 11"/>
                  <a:gd name="T11" fmla="*/ 4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8" name="Freeform 90"/>
              <p:cNvSpPr>
                <a:spLocks/>
              </p:cNvSpPr>
              <p:nvPr userDrawn="1"/>
            </p:nvSpPr>
            <p:spPr bwMode="auto">
              <a:xfrm>
                <a:off x="2040" y="2318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5 h 41"/>
                  <a:gd name="T10" fmla="*/ 0 w 11"/>
                  <a:gd name="T11" fmla="*/ 5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9" name="Freeform 91"/>
              <p:cNvSpPr>
                <a:spLocks noEditPoints="1"/>
              </p:cNvSpPr>
              <p:nvPr userDrawn="1"/>
            </p:nvSpPr>
            <p:spPr bwMode="auto">
              <a:xfrm>
                <a:off x="2033" y="2374"/>
                <a:ext cx="29" cy="43"/>
              </a:xfrm>
              <a:custGeom>
                <a:avLst/>
                <a:gdLst>
                  <a:gd name="T0" fmla="*/ 0 w 23"/>
                  <a:gd name="T1" fmla="*/ 17 h 35"/>
                  <a:gd name="T2" fmla="*/ 2 w 23"/>
                  <a:gd name="T3" fmla="*/ 7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7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7 h 35"/>
                  <a:gd name="T24" fmla="*/ 0 w 23"/>
                  <a:gd name="T25" fmla="*/ 17 h 35"/>
                  <a:gd name="T26" fmla="*/ 3 w 23"/>
                  <a:gd name="T27" fmla="*/ 17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5 w 23"/>
                  <a:gd name="T35" fmla="*/ 30 h 35"/>
                  <a:gd name="T36" fmla="*/ 18 w 23"/>
                  <a:gd name="T37" fmla="*/ 26 h 35"/>
                  <a:gd name="T38" fmla="*/ 19 w 23"/>
                  <a:gd name="T39" fmla="*/ 17 h 35"/>
                  <a:gd name="T40" fmla="*/ 18 w 23"/>
                  <a:gd name="T41" fmla="*/ 9 h 35"/>
                  <a:gd name="T42" fmla="*/ 15 w 23"/>
                  <a:gd name="T43" fmla="*/ 5 h 35"/>
                  <a:gd name="T44" fmla="*/ 11 w 23"/>
                  <a:gd name="T45" fmla="*/ 3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8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30"/>
                      <a:pt x="19" y="31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7"/>
                    </a:cubicBezTo>
                    <a:cubicBezTo>
                      <a:pt x="1" y="25"/>
                      <a:pt x="0" y="22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19" y="21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6"/>
                      <a:pt x="15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0" name="Freeform 92"/>
              <p:cNvSpPr>
                <a:spLocks/>
              </p:cNvSpPr>
              <p:nvPr userDrawn="1"/>
            </p:nvSpPr>
            <p:spPr bwMode="auto">
              <a:xfrm>
                <a:off x="2040" y="2432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6 w 11"/>
                  <a:gd name="T7" fmla="*/ 40 h 40"/>
                  <a:gd name="T8" fmla="*/ 6 w 11"/>
                  <a:gd name="T9" fmla="*/ 4 h 40"/>
                  <a:gd name="T10" fmla="*/ 0 w 11"/>
                  <a:gd name="T11" fmla="*/ 4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6" y="40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1" name="Freeform 93"/>
              <p:cNvSpPr>
                <a:spLocks/>
              </p:cNvSpPr>
              <p:nvPr userDrawn="1"/>
            </p:nvSpPr>
            <p:spPr bwMode="auto">
              <a:xfrm>
                <a:off x="2040" y="2488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6 w 11"/>
                  <a:gd name="T7" fmla="*/ 40 h 40"/>
                  <a:gd name="T8" fmla="*/ 6 w 11"/>
                  <a:gd name="T9" fmla="*/ 3 h 40"/>
                  <a:gd name="T10" fmla="*/ 0 w 11"/>
                  <a:gd name="T11" fmla="*/ 3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6" y="40"/>
                    </a:lnTo>
                    <a:lnTo>
                      <a:pt x="6" y="3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2" name="Freeform 94"/>
              <p:cNvSpPr>
                <a:spLocks noEditPoints="1"/>
              </p:cNvSpPr>
              <p:nvPr userDrawn="1"/>
            </p:nvSpPr>
            <p:spPr bwMode="auto">
              <a:xfrm>
                <a:off x="2033" y="2543"/>
                <a:ext cx="29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2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5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5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4 h 34"/>
                  <a:gd name="T44" fmla="*/ 11 w 23"/>
                  <a:gd name="T45" fmla="*/ 3 h 34"/>
                  <a:gd name="T46" fmla="*/ 7 w 23"/>
                  <a:gd name="T47" fmla="*/ 4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9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0"/>
                      <a:pt x="9" y="0"/>
                      <a:pt x="11" y="0"/>
                    </a:cubicBezTo>
                    <a:cubicBezTo>
                      <a:pt x="13" y="0"/>
                      <a:pt x="15" y="0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4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2"/>
                    </a:cubicBezTo>
                    <a:cubicBezTo>
                      <a:pt x="4" y="31"/>
                      <a:pt x="3" y="29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5"/>
                    </a:cubicBezTo>
                    <a:cubicBezTo>
                      <a:pt x="5" y="27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7"/>
                      <a:pt x="18" y="25"/>
                    </a:cubicBezTo>
                    <a:cubicBezTo>
                      <a:pt x="19" y="23"/>
                      <a:pt x="19" y="20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5"/>
                      <a:pt x="15" y="4"/>
                    </a:cubicBezTo>
                    <a:cubicBezTo>
                      <a:pt x="14" y="3"/>
                      <a:pt x="13" y="3"/>
                      <a:pt x="11" y="3"/>
                    </a:cubicBezTo>
                    <a:cubicBezTo>
                      <a:pt x="10" y="3"/>
                      <a:pt x="8" y="3"/>
                      <a:pt x="7" y="4"/>
                    </a:cubicBezTo>
                    <a:cubicBezTo>
                      <a:pt x="6" y="5"/>
                      <a:pt x="5" y="7"/>
                      <a:pt x="4" y="9"/>
                    </a:cubicBezTo>
                    <a:cubicBezTo>
                      <a:pt x="4" y="11"/>
                      <a:pt x="3" y="13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3" name="Freeform 95"/>
              <p:cNvSpPr>
                <a:spLocks/>
              </p:cNvSpPr>
              <p:nvPr userDrawn="1"/>
            </p:nvSpPr>
            <p:spPr bwMode="auto">
              <a:xfrm>
                <a:off x="2040" y="2600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4 h 41"/>
                  <a:gd name="T10" fmla="*/ 0 w 11"/>
                  <a:gd name="T11" fmla="*/ 4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4" name="Freeform 96"/>
              <p:cNvSpPr>
                <a:spLocks noEditPoints="1"/>
              </p:cNvSpPr>
              <p:nvPr userDrawn="1"/>
            </p:nvSpPr>
            <p:spPr bwMode="auto">
              <a:xfrm>
                <a:off x="2033" y="2656"/>
                <a:ext cx="29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2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6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4 h 34"/>
                  <a:gd name="T44" fmla="*/ 11 w 23"/>
                  <a:gd name="T45" fmla="*/ 3 h 34"/>
                  <a:gd name="T46" fmla="*/ 7 w 23"/>
                  <a:gd name="T47" fmla="*/ 4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9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4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2"/>
                    </a:cubicBezTo>
                    <a:cubicBezTo>
                      <a:pt x="4" y="31"/>
                      <a:pt x="3" y="29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7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7"/>
                      <a:pt x="18" y="26"/>
                    </a:cubicBezTo>
                    <a:cubicBezTo>
                      <a:pt x="19" y="23"/>
                      <a:pt x="19" y="20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5"/>
                      <a:pt x="15" y="4"/>
                    </a:cubicBezTo>
                    <a:cubicBezTo>
                      <a:pt x="14" y="3"/>
                      <a:pt x="13" y="3"/>
                      <a:pt x="11" y="3"/>
                    </a:cubicBezTo>
                    <a:cubicBezTo>
                      <a:pt x="10" y="3"/>
                      <a:pt x="8" y="3"/>
                      <a:pt x="7" y="4"/>
                    </a:cubicBezTo>
                    <a:cubicBezTo>
                      <a:pt x="6" y="5"/>
                      <a:pt x="5" y="7"/>
                      <a:pt x="4" y="9"/>
                    </a:cubicBezTo>
                    <a:cubicBezTo>
                      <a:pt x="4" y="11"/>
                      <a:pt x="3" y="13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5" name="Freeform 97"/>
              <p:cNvSpPr>
                <a:spLocks noEditPoints="1"/>
              </p:cNvSpPr>
              <p:nvPr userDrawn="1"/>
            </p:nvSpPr>
            <p:spPr bwMode="auto">
              <a:xfrm>
                <a:off x="2033" y="2712"/>
                <a:ext cx="29" cy="43"/>
              </a:xfrm>
              <a:custGeom>
                <a:avLst/>
                <a:gdLst>
                  <a:gd name="T0" fmla="*/ 0 w 23"/>
                  <a:gd name="T1" fmla="*/ 18 h 35"/>
                  <a:gd name="T2" fmla="*/ 2 w 23"/>
                  <a:gd name="T3" fmla="*/ 8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8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8 h 35"/>
                  <a:gd name="T24" fmla="*/ 0 w 23"/>
                  <a:gd name="T25" fmla="*/ 18 h 35"/>
                  <a:gd name="T26" fmla="*/ 3 w 23"/>
                  <a:gd name="T27" fmla="*/ 18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5 w 23"/>
                  <a:gd name="T35" fmla="*/ 30 h 35"/>
                  <a:gd name="T36" fmla="*/ 18 w 23"/>
                  <a:gd name="T37" fmla="*/ 26 h 35"/>
                  <a:gd name="T38" fmla="*/ 19 w 23"/>
                  <a:gd name="T39" fmla="*/ 18 h 35"/>
                  <a:gd name="T40" fmla="*/ 18 w 23"/>
                  <a:gd name="T41" fmla="*/ 10 h 35"/>
                  <a:gd name="T42" fmla="*/ 15 w 23"/>
                  <a:gd name="T43" fmla="*/ 5 h 35"/>
                  <a:gd name="T44" fmla="*/ 11 w 23"/>
                  <a:gd name="T45" fmla="*/ 4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8"/>
                    </a:moveTo>
                    <a:cubicBezTo>
                      <a:pt x="0" y="13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4"/>
                      <a:pt x="20" y="5"/>
                      <a:pt x="21" y="8"/>
                    </a:cubicBezTo>
                    <a:cubicBezTo>
                      <a:pt x="22" y="10"/>
                      <a:pt x="23" y="14"/>
                      <a:pt x="23" y="18"/>
                    </a:cubicBezTo>
                    <a:cubicBezTo>
                      <a:pt x="23" y="22"/>
                      <a:pt x="22" y="25"/>
                      <a:pt x="21" y="27"/>
                    </a:cubicBezTo>
                    <a:cubicBezTo>
                      <a:pt x="20" y="30"/>
                      <a:pt x="19" y="32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8"/>
                    </a:cubicBezTo>
                    <a:cubicBezTo>
                      <a:pt x="1" y="25"/>
                      <a:pt x="0" y="22"/>
                      <a:pt x="0" y="18"/>
                    </a:cubicBezTo>
                    <a:close/>
                    <a:moveTo>
                      <a:pt x="3" y="18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19" y="21"/>
                      <a:pt x="19" y="18"/>
                    </a:cubicBezTo>
                    <a:cubicBezTo>
                      <a:pt x="19" y="14"/>
                      <a:pt x="19" y="12"/>
                      <a:pt x="18" y="10"/>
                    </a:cubicBezTo>
                    <a:cubicBezTo>
                      <a:pt x="18" y="8"/>
                      <a:pt x="17" y="6"/>
                      <a:pt x="15" y="5"/>
                    </a:cubicBezTo>
                    <a:cubicBezTo>
                      <a:pt x="14" y="4"/>
                      <a:pt x="13" y="4"/>
                      <a:pt x="11" y="4"/>
                    </a:cubicBezTo>
                    <a:cubicBezTo>
                      <a:pt x="10" y="4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8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6" name="Freeform 98"/>
              <p:cNvSpPr>
                <a:spLocks noEditPoints="1"/>
              </p:cNvSpPr>
              <p:nvPr userDrawn="1"/>
            </p:nvSpPr>
            <p:spPr bwMode="auto">
              <a:xfrm>
                <a:off x="2033" y="2769"/>
                <a:ext cx="29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3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6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5 h 34"/>
                  <a:gd name="T44" fmla="*/ 11 w 23"/>
                  <a:gd name="T45" fmla="*/ 3 h 34"/>
                  <a:gd name="T46" fmla="*/ 7 w 23"/>
                  <a:gd name="T47" fmla="*/ 5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3"/>
                    </a:cubicBezTo>
                    <a:cubicBezTo>
                      <a:pt x="4" y="31"/>
                      <a:pt x="3" y="30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3"/>
                      <a:pt x="19" y="21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6"/>
                      <a:pt x="15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7" name="Freeform 99"/>
              <p:cNvSpPr>
                <a:spLocks/>
              </p:cNvSpPr>
              <p:nvPr userDrawn="1"/>
            </p:nvSpPr>
            <p:spPr bwMode="auto">
              <a:xfrm>
                <a:off x="2040" y="2826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6 w 11"/>
                  <a:gd name="T7" fmla="*/ 40 h 40"/>
                  <a:gd name="T8" fmla="*/ 6 w 11"/>
                  <a:gd name="T9" fmla="*/ 4 h 40"/>
                  <a:gd name="T10" fmla="*/ 0 w 11"/>
                  <a:gd name="T11" fmla="*/ 4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6" y="40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8" name="Freeform 100"/>
              <p:cNvSpPr>
                <a:spLocks/>
              </p:cNvSpPr>
              <p:nvPr userDrawn="1"/>
            </p:nvSpPr>
            <p:spPr bwMode="auto">
              <a:xfrm>
                <a:off x="2040" y="2882"/>
                <a:ext cx="11" cy="20"/>
              </a:xfrm>
              <a:custGeom>
                <a:avLst/>
                <a:gdLst>
                  <a:gd name="T0" fmla="*/ 6 w 11"/>
                  <a:gd name="T1" fmla="*/ 20 h 20"/>
                  <a:gd name="T2" fmla="*/ 11 w 11"/>
                  <a:gd name="T3" fmla="*/ 20 h 20"/>
                  <a:gd name="T4" fmla="*/ 11 w 11"/>
                  <a:gd name="T5" fmla="*/ 0 h 20"/>
                  <a:gd name="T6" fmla="*/ 2 w 11"/>
                  <a:gd name="T7" fmla="*/ 0 h 20"/>
                  <a:gd name="T8" fmla="*/ 0 w 11"/>
                  <a:gd name="T9" fmla="*/ 4 h 20"/>
                  <a:gd name="T10" fmla="*/ 6 w 11"/>
                  <a:gd name="T11" fmla="*/ 4 h 20"/>
                  <a:gd name="T12" fmla="*/ 6 w 11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20">
                    <a:moveTo>
                      <a:pt x="6" y="20"/>
                    </a:moveTo>
                    <a:lnTo>
                      <a:pt x="11" y="20"/>
                    </a:lnTo>
                    <a:lnTo>
                      <a:pt x="11" y="0"/>
                    </a:lnTo>
                    <a:lnTo>
                      <a:pt x="2" y="0"/>
                    </a:lnTo>
                    <a:lnTo>
                      <a:pt x="0" y="4"/>
                    </a:lnTo>
                    <a:lnTo>
                      <a:pt x="6" y="4"/>
                    </a:lnTo>
                    <a:lnTo>
                      <a:pt x="6" y="2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9" name="Freeform 101"/>
              <p:cNvSpPr>
                <a:spLocks noEditPoints="1"/>
              </p:cNvSpPr>
              <p:nvPr userDrawn="1"/>
            </p:nvSpPr>
            <p:spPr bwMode="auto">
              <a:xfrm>
                <a:off x="2118" y="2431"/>
                <a:ext cx="28" cy="43"/>
              </a:xfrm>
              <a:custGeom>
                <a:avLst/>
                <a:gdLst>
                  <a:gd name="T0" fmla="*/ 0 w 23"/>
                  <a:gd name="T1" fmla="*/ 17 h 35"/>
                  <a:gd name="T2" fmla="*/ 2 w 23"/>
                  <a:gd name="T3" fmla="*/ 7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7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7 h 35"/>
                  <a:gd name="T24" fmla="*/ 0 w 23"/>
                  <a:gd name="T25" fmla="*/ 17 h 35"/>
                  <a:gd name="T26" fmla="*/ 3 w 23"/>
                  <a:gd name="T27" fmla="*/ 18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6 w 23"/>
                  <a:gd name="T35" fmla="*/ 30 h 35"/>
                  <a:gd name="T36" fmla="*/ 18 w 23"/>
                  <a:gd name="T37" fmla="*/ 26 h 35"/>
                  <a:gd name="T38" fmla="*/ 20 w 23"/>
                  <a:gd name="T39" fmla="*/ 18 h 35"/>
                  <a:gd name="T40" fmla="*/ 19 w 23"/>
                  <a:gd name="T41" fmla="*/ 9 h 35"/>
                  <a:gd name="T42" fmla="*/ 16 w 23"/>
                  <a:gd name="T43" fmla="*/ 5 h 35"/>
                  <a:gd name="T44" fmla="*/ 11 w 23"/>
                  <a:gd name="T45" fmla="*/ 3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8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2"/>
                      <a:pt x="22" y="25"/>
                      <a:pt x="21" y="27"/>
                    </a:cubicBezTo>
                    <a:cubicBezTo>
                      <a:pt x="20" y="30"/>
                      <a:pt x="19" y="32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7"/>
                    </a:cubicBezTo>
                    <a:cubicBezTo>
                      <a:pt x="1" y="25"/>
                      <a:pt x="0" y="22"/>
                      <a:pt x="0" y="17"/>
                    </a:cubicBezTo>
                    <a:close/>
                    <a:moveTo>
                      <a:pt x="3" y="18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6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20" y="21"/>
                      <a:pt x="20" y="18"/>
                    </a:cubicBezTo>
                    <a:cubicBezTo>
                      <a:pt x="20" y="14"/>
                      <a:pt x="19" y="12"/>
                      <a:pt x="19" y="9"/>
                    </a:cubicBezTo>
                    <a:cubicBezTo>
                      <a:pt x="18" y="7"/>
                      <a:pt x="17" y="6"/>
                      <a:pt x="16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9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8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0" name="Freeform 102"/>
              <p:cNvSpPr>
                <a:spLocks/>
              </p:cNvSpPr>
              <p:nvPr userDrawn="1"/>
            </p:nvSpPr>
            <p:spPr bwMode="auto">
              <a:xfrm>
                <a:off x="2124" y="2489"/>
                <a:ext cx="11" cy="39"/>
              </a:xfrm>
              <a:custGeom>
                <a:avLst/>
                <a:gdLst>
                  <a:gd name="T0" fmla="*/ 2 w 11"/>
                  <a:gd name="T1" fmla="*/ 0 h 39"/>
                  <a:gd name="T2" fmla="*/ 11 w 11"/>
                  <a:gd name="T3" fmla="*/ 0 h 39"/>
                  <a:gd name="T4" fmla="*/ 11 w 11"/>
                  <a:gd name="T5" fmla="*/ 39 h 39"/>
                  <a:gd name="T6" fmla="*/ 7 w 11"/>
                  <a:gd name="T7" fmla="*/ 39 h 39"/>
                  <a:gd name="T8" fmla="*/ 7 w 11"/>
                  <a:gd name="T9" fmla="*/ 4 h 39"/>
                  <a:gd name="T10" fmla="*/ 0 w 11"/>
                  <a:gd name="T11" fmla="*/ 4 h 39"/>
                  <a:gd name="T12" fmla="*/ 2 w 11"/>
                  <a:gd name="T1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39">
                    <a:moveTo>
                      <a:pt x="2" y="0"/>
                    </a:moveTo>
                    <a:lnTo>
                      <a:pt x="11" y="0"/>
                    </a:lnTo>
                    <a:lnTo>
                      <a:pt x="11" y="39"/>
                    </a:lnTo>
                    <a:lnTo>
                      <a:pt x="7" y="39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1" name="Freeform 103"/>
              <p:cNvSpPr>
                <a:spLocks/>
              </p:cNvSpPr>
              <p:nvPr userDrawn="1"/>
            </p:nvSpPr>
            <p:spPr bwMode="auto">
              <a:xfrm>
                <a:off x="2124" y="2545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7 w 11"/>
                  <a:gd name="T7" fmla="*/ 40 h 40"/>
                  <a:gd name="T8" fmla="*/ 7 w 11"/>
                  <a:gd name="T9" fmla="*/ 3 h 40"/>
                  <a:gd name="T10" fmla="*/ 0 w 11"/>
                  <a:gd name="T11" fmla="*/ 3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7" y="40"/>
                    </a:lnTo>
                    <a:lnTo>
                      <a:pt x="7" y="3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2" name="Freeform 104"/>
              <p:cNvSpPr>
                <a:spLocks/>
              </p:cNvSpPr>
              <p:nvPr userDrawn="1"/>
            </p:nvSpPr>
            <p:spPr bwMode="auto">
              <a:xfrm>
                <a:off x="2124" y="2601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7 w 11"/>
                  <a:gd name="T7" fmla="*/ 40 h 40"/>
                  <a:gd name="T8" fmla="*/ 7 w 11"/>
                  <a:gd name="T9" fmla="*/ 4 h 40"/>
                  <a:gd name="T10" fmla="*/ 0 w 11"/>
                  <a:gd name="T11" fmla="*/ 4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7" y="40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3" name="Freeform 105"/>
              <p:cNvSpPr>
                <a:spLocks noEditPoints="1"/>
              </p:cNvSpPr>
              <p:nvPr userDrawn="1"/>
            </p:nvSpPr>
            <p:spPr bwMode="auto">
              <a:xfrm>
                <a:off x="2118" y="2656"/>
                <a:ext cx="28" cy="43"/>
              </a:xfrm>
              <a:custGeom>
                <a:avLst/>
                <a:gdLst>
                  <a:gd name="T0" fmla="*/ 0 w 23"/>
                  <a:gd name="T1" fmla="*/ 18 h 35"/>
                  <a:gd name="T2" fmla="*/ 2 w 23"/>
                  <a:gd name="T3" fmla="*/ 8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8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8 h 35"/>
                  <a:gd name="T24" fmla="*/ 0 w 23"/>
                  <a:gd name="T25" fmla="*/ 18 h 35"/>
                  <a:gd name="T26" fmla="*/ 3 w 23"/>
                  <a:gd name="T27" fmla="*/ 18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6 w 23"/>
                  <a:gd name="T35" fmla="*/ 30 h 35"/>
                  <a:gd name="T36" fmla="*/ 18 w 23"/>
                  <a:gd name="T37" fmla="*/ 26 h 35"/>
                  <a:gd name="T38" fmla="*/ 20 w 23"/>
                  <a:gd name="T39" fmla="*/ 18 h 35"/>
                  <a:gd name="T40" fmla="*/ 19 w 23"/>
                  <a:gd name="T41" fmla="*/ 10 h 35"/>
                  <a:gd name="T42" fmla="*/ 16 w 23"/>
                  <a:gd name="T43" fmla="*/ 5 h 35"/>
                  <a:gd name="T44" fmla="*/ 11 w 23"/>
                  <a:gd name="T45" fmla="*/ 4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8"/>
                    </a:moveTo>
                    <a:cubicBezTo>
                      <a:pt x="0" y="13"/>
                      <a:pt x="1" y="10"/>
                      <a:pt x="2" y="8"/>
                    </a:cubicBezTo>
                    <a:cubicBezTo>
                      <a:pt x="3" y="5"/>
                      <a:pt x="4" y="4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4"/>
                      <a:pt x="20" y="5"/>
                      <a:pt x="21" y="8"/>
                    </a:cubicBezTo>
                    <a:cubicBezTo>
                      <a:pt x="22" y="10"/>
                      <a:pt x="23" y="14"/>
                      <a:pt x="23" y="18"/>
                    </a:cubicBezTo>
                    <a:cubicBezTo>
                      <a:pt x="23" y="22"/>
                      <a:pt x="22" y="25"/>
                      <a:pt x="21" y="27"/>
                    </a:cubicBezTo>
                    <a:cubicBezTo>
                      <a:pt x="20" y="30"/>
                      <a:pt x="19" y="32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8"/>
                    </a:cubicBezTo>
                    <a:cubicBezTo>
                      <a:pt x="1" y="25"/>
                      <a:pt x="0" y="22"/>
                      <a:pt x="0" y="18"/>
                    </a:cubicBezTo>
                    <a:close/>
                    <a:moveTo>
                      <a:pt x="3" y="18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6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20" y="21"/>
                      <a:pt x="20" y="18"/>
                    </a:cubicBezTo>
                    <a:cubicBezTo>
                      <a:pt x="20" y="14"/>
                      <a:pt x="19" y="12"/>
                      <a:pt x="19" y="10"/>
                    </a:cubicBezTo>
                    <a:cubicBezTo>
                      <a:pt x="18" y="8"/>
                      <a:pt x="17" y="6"/>
                      <a:pt x="16" y="5"/>
                    </a:cubicBezTo>
                    <a:cubicBezTo>
                      <a:pt x="14" y="4"/>
                      <a:pt x="13" y="4"/>
                      <a:pt x="11" y="4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8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4" name="Freeform 106"/>
              <p:cNvSpPr>
                <a:spLocks/>
              </p:cNvSpPr>
              <p:nvPr userDrawn="1"/>
            </p:nvSpPr>
            <p:spPr bwMode="auto">
              <a:xfrm>
                <a:off x="2124" y="2714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7 w 11"/>
                  <a:gd name="T7" fmla="*/ 41 h 41"/>
                  <a:gd name="T8" fmla="*/ 7 w 11"/>
                  <a:gd name="T9" fmla="*/ 4 h 41"/>
                  <a:gd name="T10" fmla="*/ 0 w 11"/>
                  <a:gd name="T11" fmla="*/ 4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7" y="41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5" name="Freeform 107"/>
              <p:cNvSpPr>
                <a:spLocks noEditPoints="1"/>
              </p:cNvSpPr>
              <p:nvPr userDrawn="1"/>
            </p:nvSpPr>
            <p:spPr bwMode="auto">
              <a:xfrm>
                <a:off x="2118" y="2770"/>
                <a:ext cx="28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1 h 34"/>
                  <a:gd name="T6" fmla="*/ 11 w 23"/>
                  <a:gd name="T7" fmla="*/ 0 h 34"/>
                  <a:gd name="T8" fmla="*/ 17 w 23"/>
                  <a:gd name="T9" fmla="*/ 1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2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5 h 34"/>
                  <a:gd name="T30" fmla="*/ 7 w 23"/>
                  <a:gd name="T31" fmla="*/ 29 h 34"/>
                  <a:gd name="T32" fmla="*/ 11 w 23"/>
                  <a:gd name="T33" fmla="*/ 31 h 34"/>
                  <a:gd name="T34" fmla="*/ 16 w 23"/>
                  <a:gd name="T35" fmla="*/ 30 h 34"/>
                  <a:gd name="T36" fmla="*/ 18 w 23"/>
                  <a:gd name="T37" fmla="*/ 25 h 34"/>
                  <a:gd name="T38" fmla="*/ 20 w 23"/>
                  <a:gd name="T39" fmla="*/ 17 h 34"/>
                  <a:gd name="T40" fmla="*/ 19 w 23"/>
                  <a:gd name="T41" fmla="*/ 9 h 34"/>
                  <a:gd name="T42" fmla="*/ 16 w 23"/>
                  <a:gd name="T43" fmla="*/ 4 h 34"/>
                  <a:gd name="T44" fmla="*/ 11 w 23"/>
                  <a:gd name="T45" fmla="*/ 3 h 34"/>
                  <a:gd name="T46" fmla="*/ 7 w 23"/>
                  <a:gd name="T47" fmla="*/ 4 h 34"/>
                  <a:gd name="T48" fmla="*/ 4 w 23"/>
                  <a:gd name="T49" fmla="*/ 8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2"/>
                      <a:pt x="1" y="9"/>
                      <a:pt x="2" y="7"/>
                    </a:cubicBezTo>
                    <a:cubicBezTo>
                      <a:pt x="3" y="4"/>
                      <a:pt x="4" y="3"/>
                      <a:pt x="6" y="1"/>
                    </a:cubicBezTo>
                    <a:cubicBezTo>
                      <a:pt x="7" y="0"/>
                      <a:pt x="9" y="0"/>
                      <a:pt x="11" y="0"/>
                    </a:cubicBezTo>
                    <a:cubicBezTo>
                      <a:pt x="13" y="0"/>
                      <a:pt x="15" y="0"/>
                      <a:pt x="17" y="1"/>
                    </a:cubicBezTo>
                    <a:cubicBezTo>
                      <a:pt x="19" y="3"/>
                      <a:pt x="20" y="4"/>
                      <a:pt x="21" y="7"/>
                    </a:cubicBezTo>
                    <a:cubicBezTo>
                      <a:pt x="22" y="9"/>
                      <a:pt x="23" y="13"/>
                      <a:pt x="23" y="17"/>
                    </a:cubicBezTo>
                    <a:cubicBezTo>
                      <a:pt x="23" y="21"/>
                      <a:pt x="22" y="24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3"/>
                      <a:pt x="13" y="34"/>
                      <a:pt x="11" y="34"/>
                    </a:cubicBezTo>
                    <a:cubicBezTo>
                      <a:pt x="9" y="34"/>
                      <a:pt x="7" y="33"/>
                      <a:pt x="6" y="32"/>
                    </a:cubicBezTo>
                    <a:cubicBezTo>
                      <a:pt x="4" y="31"/>
                      <a:pt x="3" y="29"/>
                      <a:pt x="2" y="27"/>
                    </a:cubicBezTo>
                    <a:cubicBezTo>
                      <a:pt x="1" y="24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0"/>
                      <a:pt x="4" y="23"/>
                      <a:pt x="4" y="25"/>
                    </a:cubicBezTo>
                    <a:cubicBezTo>
                      <a:pt x="5" y="27"/>
                      <a:pt x="6" y="29"/>
                      <a:pt x="7" y="29"/>
                    </a:cubicBezTo>
                    <a:cubicBezTo>
                      <a:pt x="9" y="30"/>
                      <a:pt x="10" y="31"/>
                      <a:pt x="11" y="31"/>
                    </a:cubicBezTo>
                    <a:cubicBezTo>
                      <a:pt x="13" y="31"/>
                      <a:pt x="14" y="30"/>
                      <a:pt x="16" y="30"/>
                    </a:cubicBezTo>
                    <a:cubicBezTo>
                      <a:pt x="17" y="29"/>
                      <a:pt x="18" y="27"/>
                      <a:pt x="18" y="25"/>
                    </a:cubicBezTo>
                    <a:cubicBezTo>
                      <a:pt x="19" y="23"/>
                      <a:pt x="20" y="20"/>
                      <a:pt x="20" y="17"/>
                    </a:cubicBezTo>
                    <a:cubicBezTo>
                      <a:pt x="20" y="14"/>
                      <a:pt x="19" y="11"/>
                      <a:pt x="19" y="9"/>
                    </a:cubicBezTo>
                    <a:cubicBezTo>
                      <a:pt x="18" y="7"/>
                      <a:pt x="17" y="5"/>
                      <a:pt x="16" y="4"/>
                    </a:cubicBezTo>
                    <a:cubicBezTo>
                      <a:pt x="14" y="3"/>
                      <a:pt x="13" y="3"/>
                      <a:pt x="11" y="3"/>
                    </a:cubicBezTo>
                    <a:cubicBezTo>
                      <a:pt x="10" y="3"/>
                      <a:pt x="9" y="3"/>
                      <a:pt x="7" y="4"/>
                    </a:cubicBezTo>
                    <a:cubicBezTo>
                      <a:pt x="6" y="5"/>
                      <a:pt x="5" y="7"/>
                      <a:pt x="4" y="8"/>
                    </a:cubicBezTo>
                    <a:cubicBezTo>
                      <a:pt x="4" y="10"/>
                      <a:pt x="3" y="13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6" name="Freeform 108"/>
              <p:cNvSpPr>
                <a:spLocks noEditPoints="1"/>
              </p:cNvSpPr>
              <p:nvPr userDrawn="1"/>
            </p:nvSpPr>
            <p:spPr bwMode="auto">
              <a:xfrm>
                <a:off x="2118" y="2826"/>
                <a:ext cx="28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3 h 34"/>
                  <a:gd name="T18" fmla="*/ 11 w 23"/>
                  <a:gd name="T19" fmla="*/ 34 h 34"/>
                  <a:gd name="T20" fmla="*/ 6 w 23"/>
                  <a:gd name="T21" fmla="*/ 33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2 h 34"/>
                  <a:gd name="T34" fmla="*/ 16 w 23"/>
                  <a:gd name="T35" fmla="*/ 30 h 34"/>
                  <a:gd name="T36" fmla="*/ 18 w 23"/>
                  <a:gd name="T37" fmla="*/ 26 h 34"/>
                  <a:gd name="T38" fmla="*/ 20 w 23"/>
                  <a:gd name="T39" fmla="*/ 17 h 34"/>
                  <a:gd name="T40" fmla="*/ 19 w 23"/>
                  <a:gd name="T41" fmla="*/ 9 h 34"/>
                  <a:gd name="T42" fmla="*/ 16 w 23"/>
                  <a:gd name="T43" fmla="*/ 5 h 34"/>
                  <a:gd name="T44" fmla="*/ 11 w 23"/>
                  <a:gd name="T45" fmla="*/ 3 h 34"/>
                  <a:gd name="T46" fmla="*/ 7 w 23"/>
                  <a:gd name="T47" fmla="*/ 5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30"/>
                      <a:pt x="19" y="31"/>
                      <a:pt x="17" y="33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3"/>
                    </a:cubicBezTo>
                    <a:cubicBezTo>
                      <a:pt x="4" y="31"/>
                      <a:pt x="3" y="30"/>
                      <a:pt x="2" y="27"/>
                    </a:cubicBezTo>
                    <a:cubicBezTo>
                      <a:pt x="1" y="25"/>
                      <a:pt x="0" y="22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6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3"/>
                      <a:pt x="20" y="21"/>
                      <a:pt x="20" y="17"/>
                    </a:cubicBezTo>
                    <a:cubicBezTo>
                      <a:pt x="20" y="14"/>
                      <a:pt x="19" y="11"/>
                      <a:pt x="19" y="9"/>
                    </a:cubicBezTo>
                    <a:cubicBezTo>
                      <a:pt x="18" y="7"/>
                      <a:pt x="17" y="6"/>
                      <a:pt x="16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9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7" name="Freeform 109"/>
              <p:cNvSpPr>
                <a:spLocks/>
              </p:cNvSpPr>
              <p:nvPr userDrawn="1"/>
            </p:nvSpPr>
            <p:spPr bwMode="auto">
              <a:xfrm>
                <a:off x="2124" y="2882"/>
                <a:ext cx="11" cy="20"/>
              </a:xfrm>
              <a:custGeom>
                <a:avLst/>
                <a:gdLst>
                  <a:gd name="T0" fmla="*/ 7 w 11"/>
                  <a:gd name="T1" fmla="*/ 20 h 20"/>
                  <a:gd name="T2" fmla="*/ 11 w 11"/>
                  <a:gd name="T3" fmla="*/ 20 h 20"/>
                  <a:gd name="T4" fmla="*/ 11 w 11"/>
                  <a:gd name="T5" fmla="*/ 0 h 20"/>
                  <a:gd name="T6" fmla="*/ 2 w 11"/>
                  <a:gd name="T7" fmla="*/ 0 h 20"/>
                  <a:gd name="T8" fmla="*/ 0 w 11"/>
                  <a:gd name="T9" fmla="*/ 5 h 20"/>
                  <a:gd name="T10" fmla="*/ 7 w 11"/>
                  <a:gd name="T11" fmla="*/ 5 h 20"/>
                  <a:gd name="T12" fmla="*/ 7 w 11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20">
                    <a:moveTo>
                      <a:pt x="7" y="20"/>
                    </a:moveTo>
                    <a:lnTo>
                      <a:pt x="11" y="20"/>
                    </a:lnTo>
                    <a:lnTo>
                      <a:pt x="11" y="0"/>
                    </a:lnTo>
                    <a:lnTo>
                      <a:pt x="2" y="0"/>
                    </a:lnTo>
                    <a:lnTo>
                      <a:pt x="0" y="5"/>
                    </a:lnTo>
                    <a:lnTo>
                      <a:pt x="7" y="5"/>
                    </a:lnTo>
                    <a:lnTo>
                      <a:pt x="7" y="2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8" name="Freeform 110"/>
              <p:cNvSpPr>
                <a:spLocks/>
              </p:cNvSpPr>
              <p:nvPr userDrawn="1"/>
            </p:nvSpPr>
            <p:spPr bwMode="auto">
              <a:xfrm>
                <a:off x="2200" y="1750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9" name="Freeform 111"/>
              <p:cNvSpPr>
                <a:spLocks/>
              </p:cNvSpPr>
              <p:nvPr userDrawn="1"/>
            </p:nvSpPr>
            <p:spPr bwMode="auto">
              <a:xfrm>
                <a:off x="2200" y="181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0" name="Freeform 112"/>
              <p:cNvSpPr>
                <a:spLocks noEditPoints="1"/>
              </p:cNvSpPr>
              <p:nvPr userDrawn="1"/>
            </p:nvSpPr>
            <p:spPr bwMode="auto">
              <a:xfrm>
                <a:off x="2192" y="1889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8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1" name="Freeform 113"/>
              <p:cNvSpPr>
                <a:spLocks noEditPoints="1"/>
              </p:cNvSpPr>
              <p:nvPr userDrawn="1"/>
            </p:nvSpPr>
            <p:spPr bwMode="auto">
              <a:xfrm>
                <a:off x="2192" y="1959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2" name="Freeform 114"/>
              <p:cNvSpPr>
                <a:spLocks noEditPoints="1"/>
              </p:cNvSpPr>
              <p:nvPr userDrawn="1"/>
            </p:nvSpPr>
            <p:spPr bwMode="auto">
              <a:xfrm>
                <a:off x="2192" y="2028"/>
                <a:ext cx="34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8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3" name="Freeform 115"/>
              <p:cNvSpPr>
                <a:spLocks/>
              </p:cNvSpPr>
              <p:nvPr userDrawn="1"/>
            </p:nvSpPr>
            <p:spPr bwMode="auto">
              <a:xfrm>
                <a:off x="2200" y="210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4" name="Freeform 116"/>
              <p:cNvSpPr>
                <a:spLocks noEditPoints="1"/>
              </p:cNvSpPr>
              <p:nvPr userDrawn="1"/>
            </p:nvSpPr>
            <p:spPr bwMode="auto">
              <a:xfrm>
                <a:off x="2495" y="2137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5" name="Freeform 117"/>
              <p:cNvSpPr>
                <a:spLocks/>
              </p:cNvSpPr>
              <p:nvPr userDrawn="1"/>
            </p:nvSpPr>
            <p:spPr bwMode="auto">
              <a:xfrm>
                <a:off x="2502" y="220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6" name="Freeform 118"/>
              <p:cNvSpPr>
                <a:spLocks noEditPoints="1"/>
              </p:cNvSpPr>
              <p:nvPr userDrawn="1"/>
            </p:nvSpPr>
            <p:spPr bwMode="auto">
              <a:xfrm>
                <a:off x="2495" y="227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3 w 28"/>
                  <a:gd name="T19" fmla="*/ 43 h 43"/>
                  <a:gd name="T20" fmla="*/ 6 w 28"/>
                  <a:gd name="T21" fmla="*/ 40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7" name="Freeform 119"/>
              <p:cNvSpPr>
                <a:spLocks noEditPoints="1"/>
              </p:cNvSpPr>
              <p:nvPr userDrawn="1"/>
            </p:nvSpPr>
            <p:spPr bwMode="auto">
              <a:xfrm>
                <a:off x="2495" y="2348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1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8" name="Freeform 120"/>
              <p:cNvSpPr>
                <a:spLocks noEditPoints="1"/>
              </p:cNvSpPr>
              <p:nvPr userDrawn="1"/>
            </p:nvSpPr>
            <p:spPr bwMode="auto">
              <a:xfrm>
                <a:off x="2495" y="2417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9" name="Freeform 121"/>
              <p:cNvSpPr>
                <a:spLocks/>
              </p:cNvSpPr>
              <p:nvPr userDrawn="1"/>
            </p:nvSpPr>
            <p:spPr bwMode="auto">
              <a:xfrm>
                <a:off x="2502" y="248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0" name="Freeform 122"/>
              <p:cNvSpPr>
                <a:spLocks/>
              </p:cNvSpPr>
              <p:nvPr userDrawn="1"/>
            </p:nvSpPr>
            <p:spPr bwMode="auto">
              <a:xfrm>
                <a:off x="2502" y="2559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1" name="Freeform 123"/>
              <p:cNvSpPr>
                <a:spLocks noEditPoints="1"/>
              </p:cNvSpPr>
              <p:nvPr userDrawn="1"/>
            </p:nvSpPr>
            <p:spPr bwMode="auto">
              <a:xfrm>
                <a:off x="2495" y="2627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2" name="Freeform 124"/>
              <p:cNvSpPr>
                <a:spLocks/>
              </p:cNvSpPr>
              <p:nvPr userDrawn="1"/>
            </p:nvSpPr>
            <p:spPr bwMode="auto">
              <a:xfrm>
                <a:off x="2502" y="269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3" name="Freeform 125"/>
              <p:cNvSpPr>
                <a:spLocks noEditPoints="1"/>
              </p:cNvSpPr>
              <p:nvPr userDrawn="1"/>
            </p:nvSpPr>
            <p:spPr bwMode="auto">
              <a:xfrm>
                <a:off x="2495" y="2769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8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1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8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1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4" name="Freeform 126"/>
              <p:cNvSpPr>
                <a:spLocks/>
              </p:cNvSpPr>
              <p:nvPr userDrawn="1"/>
            </p:nvSpPr>
            <p:spPr bwMode="auto">
              <a:xfrm>
                <a:off x="2502" y="283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5" name="Freeform 127"/>
              <p:cNvSpPr>
                <a:spLocks/>
              </p:cNvSpPr>
              <p:nvPr userDrawn="1"/>
            </p:nvSpPr>
            <p:spPr bwMode="auto">
              <a:xfrm>
                <a:off x="1962" y="1808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6" name="Freeform 128"/>
              <p:cNvSpPr>
                <a:spLocks noEditPoints="1"/>
              </p:cNvSpPr>
              <p:nvPr userDrawn="1"/>
            </p:nvSpPr>
            <p:spPr bwMode="auto">
              <a:xfrm>
                <a:off x="1954" y="187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7" name="Freeform 129"/>
              <p:cNvSpPr>
                <a:spLocks/>
              </p:cNvSpPr>
              <p:nvPr userDrawn="1"/>
            </p:nvSpPr>
            <p:spPr bwMode="auto">
              <a:xfrm>
                <a:off x="1962" y="194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8" name="Freeform 130"/>
              <p:cNvSpPr>
                <a:spLocks noEditPoints="1"/>
              </p:cNvSpPr>
              <p:nvPr userDrawn="1"/>
            </p:nvSpPr>
            <p:spPr bwMode="auto">
              <a:xfrm>
                <a:off x="1954" y="201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9" name="Freeform 131"/>
              <p:cNvSpPr>
                <a:spLocks noEditPoints="1"/>
              </p:cNvSpPr>
              <p:nvPr userDrawn="1"/>
            </p:nvSpPr>
            <p:spPr bwMode="auto">
              <a:xfrm>
                <a:off x="1954" y="2085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0" name="Freeform 132"/>
              <p:cNvSpPr>
                <a:spLocks/>
              </p:cNvSpPr>
              <p:nvPr userDrawn="1"/>
            </p:nvSpPr>
            <p:spPr bwMode="auto">
              <a:xfrm>
                <a:off x="1962" y="2157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1" name="Freeform 133"/>
              <p:cNvSpPr>
                <a:spLocks noEditPoints="1"/>
              </p:cNvSpPr>
              <p:nvPr userDrawn="1"/>
            </p:nvSpPr>
            <p:spPr bwMode="auto">
              <a:xfrm>
                <a:off x="1954" y="222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7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2" name="Freeform 134"/>
              <p:cNvSpPr>
                <a:spLocks noEditPoints="1"/>
              </p:cNvSpPr>
              <p:nvPr userDrawn="1"/>
            </p:nvSpPr>
            <p:spPr bwMode="auto">
              <a:xfrm>
                <a:off x="1954" y="229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3" name="Freeform 135"/>
              <p:cNvSpPr>
                <a:spLocks/>
              </p:cNvSpPr>
              <p:nvPr userDrawn="1"/>
            </p:nvSpPr>
            <p:spPr bwMode="auto">
              <a:xfrm>
                <a:off x="1962" y="2368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4 h 50"/>
                  <a:gd name="T10" fmla="*/ 0 w 13"/>
                  <a:gd name="T11" fmla="*/ 4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4" name="Freeform 136"/>
              <p:cNvSpPr>
                <a:spLocks noEditPoints="1"/>
              </p:cNvSpPr>
              <p:nvPr userDrawn="1"/>
            </p:nvSpPr>
            <p:spPr bwMode="auto">
              <a:xfrm>
                <a:off x="1954" y="2437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5" name="Freeform 137"/>
              <p:cNvSpPr>
                <a:spLocks noEditPoints="1"/>
              </p:cNvSpPr>
              <p:nvPr userDrawn="1"/>
            </p:nvSpPr>
            <p:spPr bwMode="auto">
              <a:xfrm>
                <a:off x="1954" y="250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6" name="Freeform 138"/>
              <p:cNvSpPr>
                <a:spLocks noEditPoints="1"/>
              </p:cNvSpPr>
              <p:nvPr userDrawn="1"/>
            </p:nvSpPr>
            <p:spPr bwMode="auto">
              <a:xfrm>
                <a:off x="1954" y="257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7" name="Freeform 139"/>
              <p:cNvSpPr>
                <a:spLocks/>
              </p:cNvSpPr>
              <p:nvPr userDrawn="1"/>
            </p:nvSpPr>
            <p:spPr bwMode="auto">
              <a:xfrm>
                <a:off x="1962" y="2649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4 h 49"/>
                  <a:gd name="T10" fmla="*/ 0 w 13"/>
                  <a:gd name="T11" fmla="*/ 4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8" name="Freeform 140"/>
              <p:cNvSpPr>
                <a:spLocks noEditPoints="1"/>
              </p:cNvSpPr>
              <p:nvPr userDrawn="1"/>
            </p:nvSpPr>
            <p:spPr bwMode="auto">
              <a:xfrm>
                <a:off x="1954" y="2717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9" name="Freeform 141"/>
              <p:cNvSpPr>
                <a:spLocks noEditPoints="1"/>
              </p:cNvSpPr>
              <p:nvPr userDrawn="1"/>
            </p:nvSpPr>
            <p:spPr bwMode="auto">
              <a:xfrm>
                <a:off x="1954" y="278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0" name="Freeform 142"/>
              <p:cNvSpPr>
                <a:spLocks/>
              </p:cNvSpPr>
              <p:nvPr userDrawn="1"/>
            </p:nvSpPr>
            <p:spPr bwMode="auto">
              <a:xfrm>
                <a:off x="1962" y="2859"/>
                <a:ext cx="13" cy="43"/>
              </a:xfrm>
              <a:custGeom>
                <a:avLst/>
                <a:gdLst>
                  <a:gd name="T0" fmla="*/ 8 w 13"/>
                  <a:gd name="T1" fmla="*/ 43 h 43"/>
                  <a:gd name="T2" fmla="*/ 13 w 13"/>
                  <a:gd name="T3" fmla="*/ 43 h 43"/>
                  <a:gd name="T4" fmla="*/ 13 w 13"/>
                  <a:gd name="T5" fmla="*/ 0 h 43"/>
                  <a:gd name="T6" fmla="*/ 3 w 13"/>
                  <a:gd name="T7" fmla="*/ 0 h 43"/>
                  <a:gd name="T8" fmla="*/ 0 w 13"/>
                  <a:gd name="T9" fmla="*/ 5 h 43"/>
                  <a:gd name="T10" fmla="*/ 8 w 13"/>
                  <a:gd name="T11" fmla="*/ 5 h 43"/>
                  <a:gd name="T12" fmla="*/ 8 w 13"/>
                  <a:gd name="T13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3">
                    <a:moveTo>
                      <a:pt x="8" y="43"/>
                    </a:moveTo>
                    <a:lnTo>
                      <a:pt x="13" y="43"/>
                    </a:lnTo>
                    <a:lnTo>
                      <a:pt x="13" y="0"/>
                    </a:lnTo>
                    <a:lnTo>
                      <a:pt x="3" y="0"/>
                    </a:lnTo>
                    <a:lnTo>
                      <a:pt x="0" y="5"/>
                    </a:lnTo>
                    <a:lnTo>
                      <a:pt x="8" y="5"/>
                    </a:lnTo>
                    <a:lnTo>
                      <a:pt x="8" y="43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1" name="Freeform 143"/>
              <p:cNvSpPr>
                <a:spLocks/>
              </p:cNvSpPr>
              <p:nvPr userDrawn="1"/>
            </p:nvSpPr>
            <p:spPr bwMode="auto">
              <a:xfrm>
                <a:off x="2090" y="1367"/>
                <a:ext cx="21" cy="78"/>
              </a:xfrm>
              <a:custGeom>
                <a:avLst/>
                <a:gdLst>
                  <a:gd name="T0" fmla="*/ 5 w 21"/>
                  <a:gd name="T1" fmla="*/ 0 h 78"/>
                  <a:gd name="T2" fmla="*/ 21 w 21"/>
                  <a:gd name="T3" fmla="*/ 0 h 78"/>
                  <a:gd name="T4" fmla="*/ 21 w 21"/>
                  <a:gd name="T5" fmla="*/ 78 h 78"/>
                  <a:gd name="T6" fmla="*/ 13 w 21"/>
                  <a:gd name="T7" fmla="*/ 78 h 78"/>
                  <a:gd name="T8" fmla="*/ 13 w 21"/>
                  <a:gd name="T9" fmla="*/ 8 h 78"/>
                  <a:gd name="T10" fmla="*/ 0 w 21"/>
                  <a:gd name="T11" fmla="*/ 8 h 78"/>
                  <a:gd name="T12" fmla="*/ 5 w 21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8">
                    <a:moveTo>
                      <a:pt x="5" y="0"/>
                    </a:moveTo>
                    <a:lnTo>
                      <a:pt x="21" y="0"/>
                    </a:lnTo>
                    <a:lnTo>
                      <a:pt x="21" y="78"/>
                    </a:lnTo>
                    <a:lnTo>
                      <a:pt x="13" y="78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2" name="Freeform 144"/>
              <p:cNvSpPr>
                <a:spLocks/>
              </p:cNvSpPr>
              <p:nvPr userDrawn="1"/>
            </p:nvSpPr>
            <p:spPr bwMode="auto">
              <a:xfrm>
                <a:off x="2090" y="1476"/>
                <a:ext cx="21" cy="80"/>
              </a:xfrm>
              <a:custGeom>
                <a:avLst/>
                <a:gdLst>
                  <a:gd name="T0" fmla="*/ 5 w 21"/>
                  <a:gd name="T1" fmla="*/ 0 h 80"/>
                  <a:gd name="T2" fmla="*/ 21 w 21"/>
                  <a:gd name="T3" fmla="*/ 0 h 80"/>
                  <a:gd name="T4" fmla="*/ 21 w 21"/>
                  <a:gd name="T5" fmla="*/ 80 h 80"/>
                  <a:gd name="T6" fmla="*/ 13 w 21"/>
                  <a:gd name="T7" fmla="*/ 80 h 80"/>
                  <a:gd name="T8" fmla="*/ 13 w 21"/>
                  <a:gd name="T9" fmla="*/ 8 h 80"/>
                  <a:gd name="T10" fmla="*/ 0 w 21"/>
                  <a:gd name="T11" fmla="*/ 8 h 80"/>
                  <a:gd name="T12" fmla="*/ 5 w 21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80">
                    <a:moveTo>
                      <a:pt x="5" y="0"/>
                    </a:moveTo>
                    <a:lnTo>
                      <a:pt x="21" y="0"/>
                    </a:lnTo>
                    <a:lnTo>
                      <a:pt x="21" y="80"/>
                    </a:lnTo>
                    <a:lnTo>
                      <a:pt x="13" y="80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3" name="Freeform 145"/>
              <p:cNvSpPr>
                <a:spLocks/>
              </p:cNvSpPr>
              <p:nvPr userDrawn="1"/>
            </p:nvSpPr>
            <p:spPr bwMode="auto">
              <a:xfrm>
                <a:off x="2736" y="689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3 w 20"/>
                  <a:gd name="T7" fmla="*/ 79 h 79"/>
                  <a:gd name="T8" fmla="*/ 13 w 20"/>
                  <a:gd name="T9" fmla="*/ 9 h 79"/>
                  <a:gd name="T10" fmla="*/ 0 w 20"/>
                  <a:gd name="T11" fmla="*/ 9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3" y="79"/>
                    </a:lnTo>
                    <a:lnTo>
                      <a:pt x="13" y="9"/>
                    </a:lnTo>
                    <a:lnTo>
                      <a:pt x="0" y="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4" name="Freeform 146"/>
              <p:cNvSpPr>
                <a:spLocks noEditPoints="1"/>
              </p:cNvSpPr>
              <p:nvPr userDrawn="1"/>
            </p:nvSpPr>
            <p:spPr bwMode="auto">
              <a:xfrm>
                <a:off x="2079" y="1584"/>
                <a:ext cx="53" cy="83"/>
              </a:xfrm>
              <a:custGeom>
                <a:avLst/>
                <a:gdLst>
                  <a:gd name="T0" fmla="*/ 0 w 43"/>
                  <a:gd name="T1" fmla="*/ 34 h 67"/>
                  <a:gd name="T2" fmla="*/ 2 w 43"/>
                  <a:gd name="T3" fmla="*/ 14 h 67"/>
                  <a:gd name="T4" fmla="*/ 10 w 43"/>
                  <a:gd name="T5" fmla="*/ 4 h 67"/>
                  <a:gd name="T6" fmla="*/ 21 w 43"/>
                  <a:gd name="T7" fmla="*/ 0 h 67"/>
                  <a:gd name="T8" fmla="*/ 32 w 43"/>
                  <a:gd name="T9" fmla="*/ 4 h 67"/>
                  <a:gd name="T10" fmla="*/ 40 w 43"/>
                  <a:gd name="T11" fmla="*/ 15 h 67"/>
                  <a:gd name="T12" fmla="*/ 43 w 43"/>
                  <a:gd name="T13" fmla="*/ 34 h 67"/>
                  <a:gd name="T14" fmla="*/ 40 w 43"/>
                  <a:gd name="T15" fmla="*/ 53 h 67"/>
                  <a:gd name="T16" fmla="*/ 32 w 43"/>
                  <a:gd name="T17" fmla="*/ 63 h 67"/>
                  <a:gd name="T18" fmla="*/ 21 w 43"/>
                  <a:gd name="T19" fmla="*/ 67 h 67"/>
                  <a:gd name="T20" fmla="*/ 10 w 43"/>
                  <a:gd name="T21" fmla="*/ 64 h 67"/>
                  <a:gd name="T22" fmla="*/ 2 w 43"/>
                  <a:gd name="T23" fmla="*/ 53 h 67"/>
                  <a:gd name="T24" fmla="*/ 0 w 43"/>
                  <a:gd name="T25" fmla="*/ 34 h 67"/>
                  <a:gd name="T26" fmla="*/ 6 w 43"/>
                  <a:gd name="T27" fmla="*/ 34 h 67"/>
                  <a:gd name="T28" fmla="*/ 7 w 43"/>
                  <a:gd name="T29" fmla="*/ 50 h 67"/>
                  <a:gd name="T30" fmla="*/ 13 w 43"/>
                  <a:gd name="T31" fmla="*/ 58 h 67"/>
                  <a:gd name="T32" fmla="*/ 21 w 43"/>
                  <a:gd name="T33" fmla="*/ 61 h 67"/>
                  <a:gd name="T34" fmla="*/ 29 w 43"/>
                  <a:gd name="T35" fmla="*/ 59 h 67"/>
                  <a:gd name="T36" fmla="*/ 35 w 43"/>
                  <a:gd name="T37" fmla="*/ 50 h 67"/>
                  <a:gd name="T38" fmla="*/ 37 w 43"/>
                  <a:gd name="T39" fmla="*/ 34 h 67"/>
                  <a:gd name="T40" fmla="*/ 35 w 43"/>
                  <a:gd name="T41" fmla="*/ 18 h 67"/>
                  <a:gd name="T42" fmla="*/ 29 w 43"/>
                  <a:gd name="T43" fmla="*/ 9 h 67"/>
                  <a:gd name="T44" fmla="*/ 21 w 43"/>
                  <a:gd name="T45" fmla="*/ 6 h 67"/>
                  <a:gd name="T46" fmla="*/ 13 w 43"/>
                  <a:gd name="T47" fmla="*/ 9 h 67"/>
                  <a:gd name="T48" fmla="*/ 7 w 43"/>
                  <a:gd name="T49" fmla="*/ 17 h 67"/>
                  <a:gd name="T50" fmla="*/ 6 w 43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4"/>
                    </a:moveTo>
                    <a:cubicBezTo>
                      <a:pt x="0" y="25"/>
                      <a:pt x="0" y="19"/>
                      <a:pt x="2" y="14"/>
                    </a:cubicBezTo>
                    <a:cubicBezTo>
                      <a:pt x="4" y="10"/>
                      <a:pt x="7" y="6"/>
                      <a:pt x="10" y="4"/>
                    </a:cubicBezTo>
                    <a:cubicBezTo>
                      <a:pt x="13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2" y="4"/>
                    </a:cubicBezTo>
                    <a:cubicBezTo>
                      <a:pt x="35" y="6"/>
                      <a:pt x="38" y="10"/>
                      <a:pt x="40" y="15"/>
                    </a:cubicBezTo>
                    <a:cubicBezTo>
                      <a:pt x="42" y="19"/>
                      <a:pt x="43" y="26"/>
                      <a:pt x="43" y="34"/>
                    </a:cubicBezTo>
                    <a:cubicBezTo>
                      <a:pt x="43" y="42"/>
                      <a:pt x="42" y="48"/>
                      <a:pt x="40" y="53"/>
                    </a:cubicBezTo>
                    <a:cubicBezTo>
                      <a:pt x="38" y="58"/>
                      <a:pt x="36" y="61"/>
                      <a:pt x="32" y="63"/>
                    </a:cubicBezTo>
                    <a:cubicBezTo>
                      <a:pt x="29" y="66"/>
                      <a:pt x="25" y="67"/>
                      <a:pt x="21" y="67"/>
                    </a:cubicBezTo>
                    <a:cubicBezTo>
                      <a:pt x="17" y="67"/>
                      <a:pt x="13" y="66"/>
                      <a:pt x="10" y="64"/>
                    </a:cubicBezTo>
                    <a:cubicBezTo>
                      <a:pt x="7" y="61"/>
                      <a:pt x="4" y="58"/>
                      <a:pt x="2" y="53"/>
                    </a:cubicBezTo>
                    <a:cubicBezTo>
                      <a:pt x="0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6" y="46"/>
                      <a:pt x="7" y="50"/>
                    </a:cubicBezTo>
                    <a:cubicBezTo>
                      <a:pt x="9" y="54"/>
                      <a:pt x="11" y="57"/>
                      <a:pt x="13" y="58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4" y="61"/>
                      <a:pt x="27" y="60"/>
                      <a:pt x="29" y="59"/>
                    </a:cubicBezTo>
                    <a:cubicBezTo>
                      <a:pt x="31" y="57"/>
                      <a:pt x="33" y="54"/>
                      <a:pt x="35" y="50"/>
                    </a:cubicBezTo>
                    <a:cubicBezTo>
                      <a:pt x="36" y="46"/>
                      <a:pt x="37" y="40"/>
                      <a:pt x="37" y="34"/>
                    </a:cubicBezTo>
                    <a:cubicBezTo>
                      <a:pt x="37" y="27"/>
                      <a:pt x="36" y="22"/>
                      <a:pt x="35" y="18"/>
                    </a:cubicBezTo>
                    <a:cubicBezTo>
                      <a:pt x="33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1" y="6"/>
                    </a:cubicBezTo>
                    <a:cubicBezTo>
                      <a:pt x="18" y="6"/>
                      <a:pt x="16" y="7"/>
                      <a:pt x="13" y="9"/>
                    </a:cubicBezTo>
                    <a:cubicBezTo>
                      <a:pt x="11" y="11"/>
                      <a:pt x="9" y="14"/>
                      <a:pt x="7" y="17"/>
                    </a:cubicBezTo>
                    <a:cubicBezTo>
                      <a:pt x="6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5" name="Freeform 147"/>
              <p:cNvSpPr>
                <a:spLocks noEditPoints="1"/>
              </p:cNvSpPr>
              <p:nvPr userDrawn="1"/>
            </p:nvSpPr>
            <p:spPr bwMode="auto">
              <a:xfrm>
                <a:off x="2551" y="546"/>
                <a:ext cx="53" cy="81"/>
              </a:xfrm>
              <a:custGeom>
                <a:avLst/>
                <a:gdLst>
                  <a:gd name="T0" fmla="*/ 0 w 43"/>
                  <a:gd name="T1" fmla="*/ 33 h 66"/>
                  <a:gd name="T2" fmla="*/ 2 w 43"/>
                  <a:gd name="T3" fmla="*/ 14 h 66"/>
                  <a:gd name="T4" fmla="*/ 10 w 43"/>
                  <a:gd name="T5" fmla="*/ 3 h 66"/>
                  <a:gd name="T6" fmla="*/ 21 w 43"/>
                  <a:gd name="T7" fmla="*/ 0 h 66"/>
                  <a:gd name="T8" fmla="*/ 32 w 43"/>
                  <a:gd name="T9" fmla="*/ 3 h 66"/>
                  <a:gd name="T10" fmla="*/ 40 w 43"/>
                  <a:gd name="T11" fmla="*/ 14 h 66"/>
                  <a:gd name="T12" fmla="*/ 43 w 43"/>
                  <a:gd name="T13" fmla="*/ 33 h 66"/>
                  <a:gd name="T14" fmla="*/ 40 w 43"/>
                  <a:gd name="T15" fmla="*/ 52 h 66"/>
                  <a:gd name="T16" fmla="*/ 32 w 43"/>
                  <a:gd name="T17" fmla="*/ 63 h 66"/>
                  <a:gd name="T18" fmla="*/ 21 w 43"/>
                  <a:gd name="T19" fmla="*/ 66 h 66"/>
                  <a:gd name="T20" fmla="*/ 10 w 43"/>
                  <a:gd name="T21" fmla="*/ 63 h 66"/>
                  <a:gd name="T22" fmla="*/ 2 w 43"/>
                  <a:gd name="T23" fmla="*/ 52 h 66"/>
                  <a:gd name="T24" fmla="*/ 0 w 43"/>
                  <a:gd name="T25" fmla="*/ 33 h 66"/>
                  <a:gd name="T26" fmla="*/ 6 w 43"/>
                  <a:gd name="T27" fmla="*/ 33 h 66"/>
                  <a:gd name="T28" fmla="*/ 8 w 43"/>
                  <a:gd name="T29" fmla="*/ 49 h 66"/>
                  <a:gd name="T30" fmla="*/ 13 w 43"/>
                  <a:gd name="T31" fmla="*/ 58 h 66"/>
                  <a:gd name="T32" fmla="*/ 21 w 43"/>
                  <a:gd name="T33" fmla="*/ 61 h 66"/>
                  <a:gd name="T34" fmla="*/ 29 w 43"/>
                  <a:gd name="T35" fmla="*/ 58 h 66"/>
                  <a:gd name="T36" fmla="*/ 35 w 43"/>
                  <a:gd name="T37" fmla="*/ 49 h 66"/>
                  <a:gd name="T38" fmla="*/ 37 w 43"/>
                  <a:gd name="T39" fmla="*/ 33 h 66"/>
                  <a:gd name="T40" fmla="*/ 35 w 43"/>
                  <a:gd name="T41" fmla="*/ 17 h 66"/>
                  <a:gd name="T42" fmla="*/ 29 w 43"/>
                  <a:gd name="T43" fmla="*/ 8 h 66"/>
                  <a:gd name="T44" fmla="*/ 21 w 43"/>
                  <a:gd name="T45" fmla="*/ 6 h 66"/>
                  <a:gd name="T46" fmla="*/ 13 w 43"/>
                  <a:gd name="T47" fmla="*/ 8 h 66"/>
                  <a:gd name="T48" fmla="*/ 8 w 43"/>
                  <a:gd name="T49" fmla="*/ 17 h 66"/>
                  <a:gd name="T50" fmla="*/ 6 w 43"/>
                  <a:gd name="T51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6">
                    <a:moveTo>
                      <a:pt x="0" y="33"/>
                    </a:moveTo>
                    <a:cubicBezTo>
                      <a:pt x="0" y="25"/>
                      <a:pt x="1" y="18"/>
                      <a:pt x="2" y="14"/>
                    </a:cubicBezTo>
                    <a:cubicBezTo>
                      <a:pt x="4" y="9"/>
                      <a:pt x="7" y="5"/>
                      <a:pt x="10" y="3"/>
                    </a:cubicBezTo>
                    <a:cubicBezTo>
                      <a:pt x="13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2" y="3"/>
                    </a:cubicBezTo>
                    <a:cubicBezTo>
                      <a:pt x="36" y="6"/>
                      <a:pt x="38" y="9"/>
                      <a:pt x="40" y="14"/>
                    </a:cubicBezTo>
                    <a:cubicBezTo>
                      <a:pt x="42" y="19"/>
                      <a:pt x="43" y="25"/>
                      <a:pt x="43" y="33"/>
                    </a:cubicBezTo>
                    <a:cubicBezTo>
                      <a:pt x="43" y="41"/>
                      <a:pt x="42" y="47"/>
                      <a:pt x="40" y="52"/>
                    </a:cubicBezTo>
                    <a:cubicBezTo>
                      <a:pt x="38" y="57"/>
                      <a:pt x="36" y="60"/>
                      <a:pt x="32" y="63"/>
                    </a:cubicBezTo>
                    <a:cubicBezTo>
                      <a:pt x="29" y="65"/>
                      <a:pt x="25" y="66"/>
                      <a:pt x="21" y="66"/>
                    </a:cubicBezTo>
                    <a:cubicBezTo>
                      <a:pt x="17" y="66"/>
                      <a:pt x="13" y="65"/>
                      <a:pt x="10" y="63"/>
                    </a:cubicBezTo>
                    <a:cubicBezTo>
                      <a:pt x="7" y="61"/>
                      <a:pt x="4" y="57"/>
                      <a:pt x="2" y="52"/>
                    </a:cubicBezTo>
                    <a:cubicBezTo>
                      <a:pt x="1" y="48"/>
                      <a:pt x="0" y="41"/>
                      <a:pt x="0" y="33"/>
                    </a:cubicBezTo>
                    <a:moveTo>
                      <a:pt x="6" y="33"/>
                    </a:moveTo>
                    <a:cubicBezTo>
                      <a:pt x="6" y="40"/>
                      <a:pt x="6" y="46"/>
                      <a:pt x="8" y="49"/>
                    </a:cubicBezTo>
                    <a:cubicBezTo>
                      <a:pt x="9" y="53"/>
                      <a:pt x="11" y="56"/>
                      <a:pt x="13" y="58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4" y="61"/>
                      <a:pt x="27" y="60"/>
                      <a:pt x="29" y="58"/>
                    </a:cubicBezTo>
                    <a:cubicBezTo>
                      <a:pt x="32" y="56"/>
                      <a:pt x="33" y="53"/>
                      <a:pt x="35" y="49"/>
                    </a:cubicBezTo>
                    <a:cubicBezTo>
                      <a:pt x="36" y="45"/>
                      <a:pt x="37" y="39"/>
                      <a:pt x="37" y="33"/>
                    </a:cubicBezTo>
                    <a:cubicBezTo>
                      <a:pt x="37" y="27"/>
                      <a:pt x="36" y="21"/>
                      <a:pt x="35" y="17"/>
                    </a:cubicBezTo>
                    <a:cubicBezTo>
                      <a:pt x="34" y="13"/>
                      <a:pt x="32" y="10"/>
                      <a:pt x="29" y="8"/>
                    </a:cubicBezTo>
                    <a:cubicBezTo>
                      <a:pt x="27" y="7"/>
                      <a:pt x="24" y="6"/>
                      <a:pt x="21" y="6"/>
                    </a:cubicBezTo>
                    <a:cubicBezTo>
                      <a:pt x="18" y="6"/>
                      <a:pt x="16" y="7"/>
                      <a:pt x="13" y="8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6" y="20"/>
                      <a:pt x="6" y="26"/>
                      <a:pt x="6" y="33"/>
                    </a:cubicBezTo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6" name="Freeform 148"/>
              <p:cNvSpPr>
                <a:spLocks noEditPoints="1"/>
              </p:cNvSpPr>
              <p:nvPr userDrawn="1"/>
            </p:nvSpPr>
            <p:spPr bwMode="auto">
              <a:xfrm>
                <a:off x="2079" y="1694"/>
                <a:ext cx="53" cy="83"/>
              </a:xfrm>
              <a:custGeom>
                <a:avLst/>
                <a:gdLst>
                  <a:gd name="T0" fmla="*/ 0 w 43"/>
                  <a:gd name="T1" fmla="*/ 33 h 67"/>
                  <a:gd name="T2" fmla="*/ 2 w 43"/>
                  <a:gd name="T3" fmla="*/ 14 h 67"/>
                  <a:gd name="T4" fmla="*/ 10 w 43"/>
                  <a:gd name="T5" fmla="*/ 3 h 67"/>
                  <a:gd name="T6" fmla="*/ 21 w 43"/>
                  <a:gd name="T7" fmla="*/ 0 h 67"/>
                  <a:gd name="T8" fmla="*/ 32 w 43"/>
                  <a:gd name="T9" fmla="*/ 3 h 67"/>
                  <a:gd name="T10" fmla="*/ 40 w 43"/>
                  <a:gd name="T11" fmla="*/ 14 h 67"/>
                  <a:gd name="T12" fmla="*/ 43 w 43"/>
                  <a:gd name="T13" fmla="*/ 33 h 67"/>
                  <a:gd name="T14" fmla="*/ 40 w 43"/>
                  <a:gd name="T15" fmla="*/ 52 h 67"/>
                  <a:gd name="T16" fmla="*/ 32 w 43"/>
                  <a:gd name="T17" fmla="*/ 63 h 67"/>
                  <a:gd name="T18" fmla="*/ 21 w 43"/>
                  <a:gd name="T19" fmla="*/ 67 h 67"/>
                  <a:gd name="T20" fmla="*/ 10 w 43"/>
                  <a:gd name="T21" fmla="*/ 63 h 67"/>
                  <a:gd name="T22" fmla="*/ 2 w 43"/>
                  <a:gd name="T23" fmla="*/ 53 h 67"/>
                  <a:gd name="T24" fmla="*/ 0 w 43"/>
                  <a:gd name="T25" fmla="*/ 33 h 67"/>
                  <a:gd name="T26" fmla="*/ 6 w 43"/>
                  <a:gd name="T27" fmla="*/ 33 h 67"/>
                  <a:gd name="T28" fmla="*/ 7 w 43"/>
                  <a:gd name="T29" fmla="*/ 50 h 67"/>
                  <a:gd name="T30" fmla="*/ 13 w 43"/>
                  <a:gd name="T31" fmla="*/ 58 h 67"/>
                  <a:gd name="T32" fmla="*/ 21 w 43"/>
                  <a:gd name="T33" fmla="*/ 61 h 67"/>
                  <a:gd name="T34" fmla="*/ 29 w 43"/>
                  <a:gd name="T35" fmla="*/ 58 h 67"/>
                  <a:gd name="T36" fmla="*/ 35 w 43"/>
                  <a:gd name="T37" fmla="*/ 50 h 67"/>
                  <a:gd name="T38" fmla="*/ 37 w 43"/>
                  <a:gd name="T39" fmla="*/ 33 h 67"/>
                  <a:gd name="T40" fmla="*/ 35 w 43"/>
                  <a:gd name="T41" fmla="*/ 18 h 67"/>
                  <a:gd name="T42" fmla="*/ 29 w 43"/>
                  <a:gd name="T43" fmla="*/ 9 h 67"/>
                  <a:gd name="T44" fmla="*/ 21 w 43"/>
                  <a:gd name="T45" fmla="*/ 6 h 67"/>
                  <a:gd name="T46" fmla="*/ 13 w 43"/>
                  <a:gd name="T47" fmla="*/ 9 h 67"/>
                  <a:gd name="T48" fmla="*/ 7 w 43"/>
                  <a:gd name="T49" fmla="*/ 17 h 67"/>
                  <a:gd name="T50" fmla="*/ 6 w 43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3"/>
                    </a:moveTo>
                    <a:cubicBezTo>
                      <a:pt x="0" y="25"/>
                      <a:pt x="0" y="18"/>
                      <a:pt x="2" y="14"/>
                    </a:cubicBezTo>
                    <a:cubicBezTo>
                      <a:pt x="4" y="9"/>
                      <a:pt x="7" y="6"/>
                      <a:pt x="10" y="3"/>
                    </a:cubicBezTo>
                    <a:cubicBezTo>
                      <a:pt x="13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2" y="3"/>
                    </a:cubicBezTo>
                    <a:cubicBezTo>
                      <a:pt x="35" y="6"/>
                      <a:pt x="38" y="9"/>
                      <a:pt x="40" y="14"/>
                    </a:cubicBezTo>
                    <a:cubicBezTo>
                      <a:pt x="42" y="19"/>
                      <a:pt x="43" y="25"/>
                      <a:pt x="43" y="33"/>
                    </a:cubicBezTo>
                    <a:cubicBezTo>
                      <a:pt x="43" y="41"/>
                      <a:pt x="42" y="48"/>
                      <a:pt x="40" y="52"/>
                    </a:cubicBezTo>
                    <a:cubicBezTo>
                      <a:pt x="38" y="57"/>
                      <a:pt x="36" y="61"/>
                      <a:pt x="32" y="63"/>
                    </a:cubicBezTo>
                    <a:cubicBezTo>
                      <a:pt x="29" y="66"/>
                      <a:pt x="25" y="67"/>
                      <a:pt x="21" y="67"/>
                    </a:cubicBezTo>
                    <a:cubicBezTo>
                      <a:pt x="17" y="67"/>
                      <a:pt x="13" y="66"/>
                      <a:pt x="10" y="63"/>
                    </a:cubicBezTo>
                    <a:cubicBezTo>
                      <a:pt x="7" y="61"/>
                      <a:pt x="4" y="57"/>
                      <a:pt x="2" y="53"/>
                    </a:cubicBezTo>
                    <a:cubicBezTo>
                      <a:pt x="0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6" y="46"/>
                      <a:pt x="7" y="50"/>
                    </a:cubicBezTo>
                    <a:cubicBezTo>
                      <a:pt x="9" y="53"/>
                      <a:pt x="11" y="56"/>
                      <a:pt x="13" y="58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4" y="61"/>
                      <a:pt x="27" y="60"/>
                      <a:pt x="29" y="58"/>
                    </a:cubicBezTo>
                    <a:cubicBezTo>
                      <a:pt x="31" y="56"/>
                      <a:pt x="33" y="54"/>
                      <a:pt x="35" y="50"/>
                    </a:cubicBezTo>
                    <a:cubicBezTo>
                      <a:pt x="36" y="45"/>
                      <a:pt x="37" y="40"/>
                      <a:pt x="37" y="33"/>
                    </a:cubicBezTo>
                    <a:cubicBezTo>
                      <a:pt x="37" y="27"/>
                      <a:pt x="36" y="22"/>
                      <a:pt x="35" y="18"/>
                    </a:cubicBezTo>
                    <a:cubicBezTo>
                      <a:pt x="33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1" y="6"/>
                    </a:cubicBezTo>
                    <a:cubicBezTo>
                      <a:pt x="18" y="6"/>
                      <a:pt x="16" y="7"/>
                      <a:pt x="13" y="9"/>
                    </a:cubicBezTo>
                    <a:cubicBezTo>
                      <a:pt x="11" y="11"/>
                      <a:pt x="9" y="13"/>
                      <a:pt x="7" y="17"/>
                    </a:cubicBezTo>
                    <a:cubicBezTo>
                      <a:pt x="6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7" name="Freeform 149"/>
              <p:cNvSpPr>
                <a:spLocks noEditPoints="1"/>
              </p:cNvSpPr>
              <p:nvPr userDrawn="1"/>
            </p:nvSpPr>
            <p:spPr bwMode="auto">
              <a:xfrm>
                <a:off x="3119" y="2035"/>
                <a:ext cx="53" cy="83"/>
              </a:xfrm>
              <a:custGeom>
                <a:avLst/>
                <a:gdLst>
                  <a:gd name="T0" fmla="*/ 0 w 43"/>
                  <a:gd name="T1" fmla="*/ 34 h 67"/>
                  <a:gd name="T2" fmla="*/ 3 w 43"/>
                  <a:gd name="T3" fmla="*/ 14 h 67"/>
                  <a:gd name="T4" fmla="*/ 10 w 43"/>
                  <a:gd name="T5" fmla="*/ 4 h 67"/>
                  <a:gd name="T6" fmla="*/ 21 w 43"/>
                  <a:gd name="T7" fmla="*/ 0 h 67"/>
                  <a:gd name="T8" fmla="*/ 33 w 43"/>
                  <a:gd name="T9" fmla="*/ 4 h 67"/>
                  <a:gd name="T10" fmla="*/ 40 w 43"/>
                  <a:gd name="T11" fmla="*/ 15 h 67"/>
                  <a:gd name="T12" fmla="*/ 43 w 43"/>
                  <a:gd name="T13" fmla="*/ 34 h 67"/>
                  <a:gd name="T14" fmla="*/ 40 w 43"/>
                  <a:gd name="T15" fmla="*/ 53 h 67"/>
                  <a:gd name="T16" fmla="*/ 33 w 43"/>
                  <a:gd name="T17" fmla="*/ 64 h 67"/>
                  <a:gd name="T18" fmla="*/ 21 w 43"/>
                  <a:gd name="T19" fmla="*/ 67 h 67"/>
                  <a:gd name="T20" fmla="*/ 10 w 43"/>
                  <a:gd name="T21" fmla="*/ 64 h 67"/>
                  <a:gd name="T22" fmla="*/ 3 w 43"/>
                  <a:gd name="T23" fmla="*/ 53 h 67"/>
                  <a:gd name="T24" fmla="*/ 0 w 43"/>
                  <a:gd name="T25" fmla="*/ 34 h 67"/>
                  <a:gd name="T26" fmla="*/ 6 w 43"/>
                  <a:gd name="T27" fmla="*/ 34 h 67"/>
                  <a:gd name="T28" fmla="*/ 8 w 43"/>
                  <a:gd name="T29" fmla="*/ 50 h 67"/>
                  <a:gd name="T30" fmla="*/ 14 w 43"/>
                  <a:gd name="T31" fmla="*/ 59 h 67"/>
                  <a:gd name="T32" fmla="*/ 22 w 43"/>
                  <a:gd name="T33" fmla="*/ 61 h 67"/>
                  <a:gd name="T34" fmla="*/ 29 w 43"/>
                  <a:gd name="T35" fmla="*/ 59 h 67"/>
                  <a:gd name="T36" fmla="*/ 35 w 43"/>
                  <a:gd name="T37" fmla="*/ 50 h 67"/>
                  <a:gd name="T38" fmla="*/ 37 w 43"/>
                  <a:gd name="T39" fmla="*/ 34 h 67"/>
                  <a:gd name="T40" fmla="*/ 35 w 43"/>
                  <a:gd name="T41" fmla="*/ 18 h 67"/>
                  <a:gd name="T42" fmla="*/ 29 w 43"/>
                  <a:gd name="T43" fmla="*/ 9 h 67"/>
                  <a:gd name="T44" fmla="*/ 22 w 43"/>
                  <a:gd name="T45" fmla="*/ 6 h 67"/>
                  <a:gd name="T46" fmla="*/ 14 w 43"/>
                  <a:gd name="T47" fmla="*/ 9 h 67"/>
                  <a:gd name="T48" fmla="*/ 8 w 43"/>
                  <a:gd name="T49" fmla="*/ 18 h 67"/>
                  <a:gd name="T50" fmla="*/ 6 w 43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4" y="10"/>
                      <a:pt x="7" y="6"/>
                      <a:pt x="10" y="4"/>
                    </a:cubicBezTo>
                    <a:cubicBezTo>
                      <a:pt x="14" y="2"/>
                      <a:pt x="17" y="0"/>
                      <a:pt x="21" y="0"/>
                    </a:cubicBezTo>
                    <a:cubicBezTo>
                      <a:pt x="25" y="0"/>
                      <a:pt x="29" y="2"/>
                      <a:pt x="33" y="4"/>
                    </a:cubicBezTo>
                    <a:cubicBezTo>
                      <a:pt x="36" y="6"/>
                      <a:pt x="39" y="10"/>
                      <a:pt x="40" y="15"/>
                    </a:cubicBezTo>
                    <a:cubicBezTo>
                      <a:pt x="42" y="19"/>
                      <a:pt x="43" y="26"/>
                      <a:pt x="43" y="34"/>
                    </a:cubicBezTo>
                    <a:cubicBezTo>
                      <a:pt x="43" y="42"/>
                      <a:pt x="42" y="48"/>
                      <a:pt x="40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29" y="66"/>
                      <a:pt x="25" y="67"/>
                      <a:pt x="21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4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4" y="61"/>
                      <a:pt x="27" y="61"/>
                      <a:pt x="29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7" y="40"/>
                      <a:pt x="37" y="34"/>
                    </a:cubicBezTo>
                    <a:cubicBezTo>
                      <a:pt x="37" y="27"/>
                      <a:pt x="37" y="22"/>
                      <a:pt x="35" y="18"/>
                    </a:cubicBezTo>
                    <a:cubicBezTo>
                      <a:pt x="34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8" name="Freeform 150"/>
              <p:cNvSpPr>
                <a:spLocks/>
              </p:cNvSpPr>
              <p:nvPr userDrawn="1"/>
            </p:nvSpPr>
            <p:spPr bwMode="auto">
              <a:xfrm>
                <a:off x="3131" y="2147"/>
                <a:ext cx="20" cy="78"/>
              </a:xfrm>
              <a:custGeom>
                <a:avLst/>
                <a:gdLst>
                  <a:gd name="T0" fmla="*/ 5 w 20"/>
                  <a:gd name="T1" fmla="*/ 0 h 78"/>
                  <a:gd name="T2" fmla="*/ 20 w 20"/>
                  <a:gd name="T3" fmla="*/ 0 h 78"/>
                  <a:gd name="T4" fmla="*/ 20 w 20"/>
                  <a:gd name="T5" fmla="*/ 78 h 78"/>
                  <a:gd name="T6" fmla="*/ 12 w 20"/>
                  <a:gd name="T7" fmla="*/ 78 h 78"/>
                  <a:gd name="T8" fmla="*/ 12 w 20"/>
                  <a:gd name="T9" fmla="*/ 8 h 78"/>
                  <a:gd name="T10" fmla="*/ 0 w 20"/>
                  <a:gd name="T11" fmla="*/ 8 h 78"/>
                  <a:gd name="T12" fmla="*/ 5 w 20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8">
                    <a:moveTo>
                      <a:pt x="5" y="0"/>
                    </a:moveTo>
                    <a:lnTo>
                      <a:pt x="20" y="0"/>
                    </a:lnTo>
                    <a:lnTo>
                      <a:pt x="20" y="78"/>
                    </a:lnTo>
                    <a:lnTo>
                      <a:pt x="12" y="78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9" name="Freeform 151"/>
              <p:cNvSpPr>
                <a:spLocks/>
              </p:cNvSpPr>
              <p:nvPr userDrawn="1"/>
            </p:nvSpPr>
            <p:spPr bwMode="auto">
              <a:xfrm>
                <a:off x="3131" y="2256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0" name="Freeform 152"/>
              <p:cNvSpPr>
                <a:spLocks/>
              </p:cNvSpPr>
              <p:nvPr userDrawn="1"/>
            </p:nvSpPr>
            <p:spPr bwMode="auto">
              <a:xfrm>
                <a:off x="3131" y="2366"/>
                <a:ext cx="20" cy="78"/>
              </a:xfrm>
              <a:custGeom>
                <a:avLst/>
                <a:gdLst>
                  <a:gd name="T0" fmla="*/ 5 w 20"/>
                  <a:gd name="T1" fmla="*/ 0 h 78"/>
                  <a:gd name="T2" fmla="*/ 20 w 20"/>
                  <a:gd name="T3" fmla="*/ 0 h 78"/>
                  <a:gd name="T4" fmla="*/ 20 w 20"/>
                  <a:gd name="T5" fmla="*/ 78 h 78"/>
                  <a:gd name="T6" fmla="*/ 12 w 20"/>
                  <a:gd name="T7" fmla="*/ 78 h 78"/>
                  <a:gd name="T8" fmla="*/ 12 w 20"/>
                  <a:gd name="T9" fmla="*/ 8 h 78"/>
                  <a:gd name="T10" fmla="*/ 0 w 20"/>
                  <a:gd name="T11" fmla="*/ 8 h 78"/>
                  <a:gd name="T12" fmla="*/ 5 w 20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8">
                    <a:moveTo>
                      <a:pt x="5" y="0"/>
                    </a:moveTo>
                    <a:lnTo>
                      <a:pt x="20" y="0"/>
                    </a:lnTo>
                    <a:lnTo>
                      <a:pt x="20" y="78"/>
                    </a:lnTo>
                    <a:lnTo>
                      <a:pt x="12" y="78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1" name="Freeform 153"/>
              <p:cNvSpPr>
                <a:spLocks noEditPoints="1"/>
              </p:cNvSpPr>
              <p:nvPr userDrawn="1"/>
            </p:nvSpPr>
            <p:spPr bwMode="auto">
              <a:xfrm>
                <a:off x="3119" y="2474"/>
                <a:ext cx="53" cy="83"/>
              </a:xfrm>
              <a:custGeom>
                <a:avLst/>
                <a:gdLst>
                  <a:gd name="T0" fmla="*/ 0 w 43"/>
                  <a:gd name="T1" fmla="*/ 33 h 67"/>
                  <a:gd name="T2" fmla="*/ 3 w 43"/>
                  <a:gd name="T3" fmla="*/ 14 h 67"/>
                  <a:gd name="T4" fmla="*/ 10 w 43"/>
                  <a:gd name="T5" fmla="*/ 3 h 67"/>
                  <a:gd name="T6" fmla="*/ 21 w 43"/>
                  <a:gd name="T7" fmla="*/ 0 h 67"/>
                  <a:gd name="T8" fmla="*/ 33 w 43"/>
                  <a:gd name="T9" fmla="*/ 3 h 67"/>
                  <a:gd name="T10" fmla="*/ 40 w 43"/>
                  <a:gd name="T11" fmla="*/ 14 h 67"/>
                  <a:gd name="T12" fmla="*/ 43 w 43"/>
                  <a:gd name="T13" fmla="*/ 33 h 67"/>
                  <a:gd name="T14" fmla="*/ 40 w 43"/>
                  <a:gd name="T15" fmla="*/ 52 h 67"/>
                  <a:gd name="T16" fmla="*/ 33 w 43"/>
                  <a:gd name="T17" fmla="*/ 63 h 67"/>
                  <a:gd name="T18" fmla="*/ 21 w 43"/>
                  <a:gd name="T19" fmla="*/ 67 h 67"/>
                  <a:gd name="T20" fmla="*/ 10 w 43"/>
                  <a:gd name="T21" fmla="*/ 63 h 67"/>
                  <a:gd name="T22" fmla="*/ 3 w 43"/>
                  <a:gd name="T23" fmla="*/ 53 h 67"/>
                  <a:gd name="T24" fmla="*/ 0 w 43"/>
                  <a:gd name="T25" fmla="*/ 33 h 67"/>
                  <a:gd name="T26" fmla="*/ 6 w 43"/>
                  <a:gd name="T27" fmla="*/ 33 h 67"/>
                  <a:gd name="T28" fmla="*/ 8 w 43"/>
                  <a:gd name="T29" fmla="*/ 50 h 67"/>
                  <a:gd name="T30" fmla="*/ 14 w 43"/>
                  <a:gd name="T31" fmla="*/ 58 h 67"/>
                  <a:gd name="T32" fmla="*/ 22 w 43"/>
                  <a:gd name="T33" fmla="*/ 61 h 67"/>
                  <a:gd name="T34" fmla="*/ 29 w 43"/>
                  <a:gd name="T35" fmla="*/ 58 h 67"/>
                  <a:gd name="T36" fmla="*/ 35 w 43"/>
                  <a:gd name="T37" fmla="*/ 50 h 67"/>
                  <a:gd name="T38" fmla="*/ 37 w 43"/>
                  <a:gd name="T39" fmla="*/ 33 h 67"/>
                  <a:gd name="T40" fmla="*/ 35 w 43"/>
                  <a:gd name="T41" fmla="*/ 18 h 67"/>
                  <a:gd name="T42" fmla="*/ 29 w 43"/>
                  <a:gd name="T43" fmla="*/ 9 h 67"/>
                  <a:gd name="T44" fmla="*/ 22 w 43"/>
                  <a:gd name="T45" fmla="*/ 6 h 67"/>
                  <a:gd name="T46" fmla="*/ 14 w 43"/>
                  <a:gd name="T47" fmla="*/ 9 h 67"/>
                  <a:gd name="T48" fmla="*/ 8 w 43"/>
                  <a:gd name="T49" fmla="*/ 17 h 67"/>
                  <a:gd name="T50" fmla="*/ 6 w 43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4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0" y="14"/>
                    </a:cubicBezTo>
                    <a:cubicBezTo>
                      <a:pt x="42" y="19"/>
                      <a:pt x="43" y="25"/>
                      <a:pt x="43" y="33"/>
                    </a:cubicBezTo>
                    <a:cubicBezTo>
                      <a:pt x="43" y="41"/>
                      <a:pt x="42" y="48"/>
                      <a:pt x="40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5"/>
                      <a:pt x="25" y="67"/>
                      <a:pt x="21" y="67"/>
                    </a:cubicBezTo>
                    <a:cubicBezTo>
                      <a:pt x="17" y="67"/>
                      <a:pt x="14" y="65"/>
                      <a:pt x="10" y="63"/>
                    </a:cubicBezTo>
                    <a:cubicBezTo>
                      <a:pt x="7" y="61"/>
                      <a:pt x="4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4" y="61"/>
                      <a:pt x="27" y="60"/>
                      <a:pt x="29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7" y="40"/>
                      <a:pt x="37" y="33"/>
                    </a:cubicBezTo>
                    <a:cubicBezTo>
                      <a:pt x="37" y="27"/>
                      <a:pt x="37" y="22"/>
                      <a:pt x="35" y="18"/>
                    </a:cubicBezTo>
                    <a:cubicBezTo>
                      <a:pt x="34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2" name="Freeform 154"/>
              <p:cNvSpPr>
                <a:spLocks noEditPoints="1"/>
              </p:cNvSpPr>
              <p:nvPr userDrawn="1"/>
            </p:nvSpPr>
            <p:spPr bwMode="auto">
              <a:xfrm>
                <a:off x="2858" y="1595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3" name="Freeform 155"/>
              <p:cNvSpPr>
                <a:spLocks noEditPoints="1"/>
              </p:cNvSpPr>
              <p:nvPr userDrawn="1"/>
            </p:nvSpPr>
            <p:spPr bwMode="auto">
              <a:xfrm>
                <a:off x="2858" y="1705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5"/>
                      <a:pt x="26" y="67"/>
                      <a:pt x="22" y="67"/>
                    </a:cubicBezTo>
                    <a:cubicBezTo>
                      <a:pt x="18" y="67"/>
                      <a:pt x="14" y="65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4" name="Freeform 156"/>
              <p:cNvSpPr>
                <a:spLocks/>
              </p:cNvSpPr>
              <p:nvPr userDrawn="1"/>
            </p:nvSpPr>
            <p:spPr bwMode="auto">
              <a:xfrm>
                <a:off x="2870" y="1817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5" name="Freeform 157"/>
              <p:cNvSpPr>
                <a:spLocks noEditPoints="1"/>
              </p:cNvSpPr>
              <p:nvPr userDrawn="1"/>
            </p:nvSpPr>
            <p:spPr bwMode="auto">
              <a:xfrm>
                <a:off x="2858" y="1924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6" name="Freeform 158"/>
              <p:cNvSpPr>
                <a:spLocks noEditPoints="1"/>
              </p:cNvSpPr>
              <p:nvPr userDrawn="1"/>
            </p:nvSpPr>
            <p:spPr bwMode="auto">
              <a:xfrm>
                <a:off x="2858" y="2035"/>
                <a:ext cx="54" cy="81"/>
              </a:xfrm>
              <a:custGeom>
                <a:avLst/>
                <a:gdLst>
                  <a:gd name="T0" fmla="*/ 0 w 44"/>
                  <a:gd name="T1" fmla="*/ 33 h 66"/>
                  <a:gd name="T2" fmla="*/ 3 w 44"/>
                  <a:gd name="T3" fmla="*/ 14 h 66"/>
                  <a:gd name="T4" fmla="*/ 11 w 44"/>
                  <a:gd name="T5" fmla="*/ 3 h 66"/>
                  <a:gd name="T6" fmla="*/ 22 w 44"/>
                  <a:gd name="T7" fmla="*/ 0 h 66"/>
                  <a:gd name="T8" fmla="*/ 33 w 44"/>
                  <a:gd name="T9" fmla="*/ 3 h 66"/>
                  <a:gd name="T10" fmla="*/ 41 w 44"/>
                  <a:gd name="T11" fmla="*/ 14 h 66"/>
                  <a:gd name="T12" fmla="*/ 44 w 44"/>
                  <a:gd name="T13" fmla="*/ 33 h 66"/>
                  <a:gd name="T14" fmla="*/ 41 w 44"/>
                  <a:gd name="T15" fmla="*/ 52 h 66"/>
                  <a:gd name="T16" fmla="*/ 33 w 44"/>
                  <a:gd name="T17" fmla="*/ 63 h 66"/>
                  <a:gd name="T18" fmla="*/ 22 w 44"/>
                  <a:gd name="T19" fmla="*/ 66 h 66"/>
                  <a:gd name="T20" fmla="*/ 11 w 44"/>
                  <a:gd name="T21" fmla="*/ 63 h 66"/>
                  <a:gd name="T22" fmla="*/ 3 w 44"/>
                  <a:gd name="T23" fmla="*/ 53 h 66"/>
                  <a:gd name="T24" fmla="*/ 0 w 44"/>
                  <a:gd name="T25" fmla="*/ 33 h 66"/>
                  <a:gd name="T26" fmla="*/ 6 w 44"/>
                  <a:gd name="T27" fmla="*/ 33 h 66"/>
                  <a:gd name="T28" fmla="*/ 8 w 44"/>
                  <a:gd name="T29" fmla="*/ 49 h 66"/>
                  <a:gd name="T30" fmla="*/ 14 w 44"/>
                  <a:gd name="T31" fmla="*/ 58 h 66"/>
                  <a:gd name="T32" fmla="*/ 22 w 44"/>
                  <a:gd name="T33" fmla="*/ 61 h 66"/>
                  <a:gd name="T34" fmla="*/ 30 w 44"/>
                  <a:gd name="T35" fmla="*/ 58 h 66"/>
                  <a:gd name="T36" fmla="*/ 35 w 44"/>
                  <a:gd name="T37" fmla="*/ 50 h 66"/>
                  <a:gd name="T38" fmla="*/ 38 w 44"/>
                  <a:gd name="T39" fmla="*/ 33 h 66"/>
                  <a:gd name="T40" fmla="*/ 36 w 44"/>
                  <a:gd name="T41" fmla="*/ 17 h 66"/>
                  <a:gd name="T42" fmla="*/ 30 w 44"/>
                  <a:gd name="T43" fmla="*/ 8 h 66"/>
                  <a:gd name="T44" fmla="*/ 22 w 44"/>
                  <a:gd name="T45" fmla="*/ 6 h 66"/>
                  <a:gd name="T46" fmla="*/ 14 w 44"/>
                  <a:gd name="T47" fmla="*/ 8 h 66"/>
                  <a:gd name="T48" fmla="*/ 8 w 44"/>
                  <a:gd name="T49" fmla="*/ 17 h 66"/>
                  <a:gd name="T50" fmla="*/ 6 w 44"/>
                  <a:gd name="T51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6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7"/>
                      <a:pt x="41" y="52"/>
                    </a:cubicBezTo>
                    <a:cubicBezTo>
                      <a:pt x="39" y="57"/>
                      <a:pt x="36" y="60"/>
                      <a:pt x="33" y="63"/>
                    </a:cubicBezTo>
                    <a:cubicBezTo>
                      <a:pt x="29" y="65"/>
                      <a:pt x="26" y="66"/>
                      <a:pt x="22" y="66"/>
                    </a:cubicBezTo>
                    <a:cubicBezTo>
                      <a:pt x="18" y="66"/>
                      <a:pt x="14" y="65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1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0"/>
                      <a:pt x="7" y="46"/>
                      <a:pt x="8" y="49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7"/>
                    </a:cubicBezTo>
                    <a:cubicBezTo>
                      <a:pt x="34" y="13"/>
                      <a:pt x="32" y="10"/>
                      <a:pt x="30" y="8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8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7" name="Freeform 159"/>
              <p:cNvSpPr>
                <a:spLocks/>
              </p:cNvSpPr>
              <p:nvPr userDrawn="1"/>
            </p:nvSpPr>
            <p:spPr bwMode="auto">
              <a:xfrm>
                <a:off x="2870" y="2146"/>
                <a:ext cx="20" cy="78"/>
              </a:xfrm>
              <a:custGeom>
                <a:avLst/>
                <a:gdLst>
                  <a:gd name="T0" fmla="*/ 5 w 20"/>
                  <a:gd name="T1" fmla="*/ 0 h 78"/>
                  <a:gd name="T2" fmla="*/ 20 w 20"/>
                  <a:gd name="T3" fmla="*/ 0 h 78"/>
                  <a:gd name="T4" fmla="*/ 20 w 20"/>
                  <a:gd name="T5" fmla="*/ 78 h 78"/>
                  <a:gd name="T6" fmla="*/ 12 w 20"/>
                  <a:gd name="T7" fmla="*/ 78 h 78"/>
                  <a:gd name="T8" fmla="*/ 12 w 20"/>
                  <a:gd name="T9" fmla="*/ 7 h 78"/>
                  <a:gd name="T10" fmla="*/ 0 w 20"/>
                  <a:gd name="T11" fmla="*/ 7 h 78"/>
                  <a:gd name="T12" fmla="*/ 5 w 20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8">
                    <a:moveTo>
                      <a:pt x="5" y="0"/>
                    </a:moveTo>
                    <a:lnTo>
                      <a:pt x="20" y="0"/>
                    </a:lnTo>
                    <a:lnTo>
                      <a:pt x="20" y="78"/>
                    </a:lnTo>
                    <a:lnTo>
                      <a:pt x="12" y="78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8" name="Freeform 160"/>
              <p:cNvSpPr>
                <a:spLocks noEditPoints="1"/>
              </p:cNvSpPr>
              <p:nvPr userDrawn="1"/>
            </p:nvSpPr>
            <p:spPr bwMode="auto">
              <a:xfrm>
                <a:off x="1781" y="1093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30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10" y="54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9" name="Freeform 161"/>
              <p:cNvSpPr>
                <a:spLocks/>
              </p:cNvSpPr>
              <p:nvPr userDrawn="1"/>
            </p:nvSpPr>
            <p:spPr bwMode="auto">
              <a:xfrm>
                <a:off x="1793" y="1204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3 w 20"/>
                  <a:gd name="T7" fmla="*/ 79 h 79"/>
                  <a:gd name="T8" fmla="*/ 13 w 20"/>
                  <a:gd name="T9" fmla="*/ 9 h 79"/>
                  <a:gd name="T10" fmla="*/ 0 w 20"/>
                  <a:gd name="T11" fmla="*/ 9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3" y="79"/>
                    </a:lnTo>
                    <a:lnTo>
                      <a:pt x="13" y="9"/>
                    </a:lnTo>
                    <a:lnTo>
                      <a:pt x="0" y="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0" name="Freeform 162"/>
              <p:cNvSpPr>
                <a:spLocks noEditPoints="1"/>
              </p:cNvSpPr>
              <p:nvPr userDrawn="1"/>
            </p:nvSpPr>
            <p:spPr bwMode="auto">
              <a:xfrm>
                <a:off x="1781" y="1312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5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8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2"/>
                      <a:pt x="18" y="0"/>
                      <a:pt x="22" y="0"/>
                    </a:cubicBezTo>
                    <a:cubicBezTo>
                      <a:pt x="26" y="0"/>
                      <a:pt x="30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10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1" name="Freeform 163"/>
              <p:cNvSpPr>
                <a:spLocks noEditPoints="1"/>
              </p:cNvSpPr>
              <p:nvPr userDrawn="1"/>
            </p:nvSpPr>
            <p:spPr bwMode="auto">
              <a:xfrm>
                <a:off x="868" y="1104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5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8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2"/>
                      <a:pt x="18" y="0"/>
                      <a:pt x="22" y="0"/>
                    </a:cubicBezTo>
                    <a:cubicBezTo>
                      <a:pt x="26" y="0"/>
                      <a:pt x="30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10" y="54"/>
                      <a:pt x="11" y="57"/>
                      <a:pt x="14" y="59"/>
                    </a:cubicBezTo>
                    <a:cubicBezTo>
                      <a:pt x="16" y="61"/>
                      <a:pt x="19" y="61"/>
                      <a:pt x="22" y="61"/>
                    </a:cubicBezTo>
                    <a:cubicBezTo>
                      <a:pt x="25" y="61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8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2" name="Freeform 164"/>
              <p:cNvSpPr>
                <a:spLocks noEditPoints="1"/>
              </p:cNvSpPr>
              <p:nvPr userDrawn="1"/>
            </p:nvSpPr>
            <p:spPr bwMode="auto">
              <a:xfrm>
                <a:off x="1781" y="1422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3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30" y="1"/>
                      <a:pt x="33" y="4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10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3" name="Freeform 165"/>
              <p:cNvSpPr>
                <a:spLocks noEditPoints="1"/>
              </p:cNvSpPr>
              <p:nvPr userDrawn="1"/>
            </p:nvSpPr>
            <p:spPr bwMode="auto">
              <a:xfrm>
                <a:off x="2768" y="775"/>
                <a:ext cx="55" cy="82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5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8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2"/>
                      <a:pt x="18" y="0"/>
                      <a:pt x="22" y="0"/>
                    </a:cubicBezTo>
                    <a:cubicBezTo>
                      <a:pt x="26" y="0"/>
                      <a:pt x="29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4" name="Freeform 166"/>
              <p:cNvSpPr>
                <a:spLocks/>
              </p:cNvSpPr>
              <p:nvPr userDrawn="1"/>
            </p:nvSpPr>
            <p:spPr bwMode="auto">
              <a:xfrm>
                <a:off x="1793" y="1533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3 w 20"/>
                  <a:gd name="T7" fmla="*/ 79 h 79"/>
                  <a:gd name="T8" fmla="*/ 13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5" name="Freeform 167"/>
              <p:cNvSpPr>
                <a:spLocks noEditPoints="1"/>
              </p:cNvSpPr>
              <p:nvPr userDrawn="1"/>
            </p:nvSpPr>
            <p:spPr bwMode="auto">
              <a:xfrm>
                <a:off x="2858" y="2254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5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6" name="Freeform 168"/>
              <p:cNvSpPr>
                <a:spLocks/>
              </p:cNvSpPr>
              <p:nvPr userDrawn="1"/>
            </p:nvSpPr>
            <p:spPr bwMode="auto">
              <a:xfrm>
                <a:off x="2870" y="2365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7" name="Freeform 169"/>
              <p:cNvSpPr>
                <a:spLocks noEditPoints="1"/>
              </p:cNvSpPr>
              <p:nvPr userDrawn="1"/>
            </p:nvSpPr>
            <p:spPr bwMode="auto">
              <a:xfrm>
                <a:off x="2858" y="2473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8" name="Freeform 170"/>
              <p:cNvSpPr>
                <a:spLocks noEditPoints="1"/>
              </p:cNvSpPr>
              <p:nvPr userDrawn="1"/>
            </p:nvSpPr>
            <p:spPr bwMode="auto">
              <a:xfrm>
                <a:off x="2858" y="2583"/>
                <a:ext cx="54" cy="82"/>
              </a:xfrm>
              <a:custGeom>
                <a:avLst/>
                <a:gdLst>
                  <a:gd name="T0" fmla="*/ 0 w 44"/>
                  <a:gd name="T1" fmla="*/ 33 h 66"/>
                  <a:gd name="T2" fmla="*/ 3 w 44"/>
                  <a:gd name="T3" fmla="*/ 14 h 66"/>
                  <a:gd name="T4" fmla="*/ 11 w 44"/>
                  <a:gd name="T5" fmla="*/ 3 h 66"/>
                  <a:gd name="T6" fmla="*/ 22 w 44"/>
                  <a:gd name="T7" fmla="*/ 0 h 66"/>
                  <a:gd name="T8" fmla="*/ 33 w 44"/>
                  <a:gd name="T9" fmla="*/ 3 h 66"/>
                  <a:gd name="T10" fmla="*/ 41 w 44"/>
                  <a:gd name="T11" fmla="*/ 14 h 66"/>
                  <a:gd name="T12" fmla="*/ 44 w 44"/>
                  <a:gd name="T13" fmla="*/ 33 h 66"/>
                  <a:gd name="T14" fmla="*/ 41 w 44"/>
                  <a:gd name="T15" fmla="*/ 52 h 66"/>
                  <a:gd name="T16" fmla="*/ 33 w 44"/>
                  <a:gd name="T17" fmla="*/ 63 h 66"/>
                  <a:gd name="T18" fmla="*/ 22 w 44"/>
                  <a:gd name="T19" fmla="*/ 66 h 66"/>
                  <a:gd name="T20" fmla="*/ 11 w 44"/>
                  <a:gd name="T21" fmla="*/ 63 h 66"/>
                  <a:gd name="T22" fmla="*/ 3 w 44"/>
                  <a:gd name="T23" fmla="*/ 53 h 66"/>
                  <a:gd name="T24" fmla="*/ 0 w 44"/>
                  <a:gd name="T25" fmla="*/ 33 h 66"/>
                  <a:gd name="T26" fmla="*/ 6 w 44"/>
                  <a:gd name="T27" fmla="*/ 33 h 66"/>
                  <a:gd name="T28" fmla="*/ 8 w 44"/>
                  <a:gd name="T29" fmla="*/ 50 h 66"/>
                  <a:gd name="T30" fmla="*/ 14 w 44"/>
                  <a:gd name="T31" fmla="*/ 58 h 66"/>
                  <a:gd name="T32" fmla="*/ 22 w 44"/>
                  <a:gd name="T33" fmla="*/ 61 h 66"/>
                  <a:gd name="T34" fmla="*/ 30 w 44"/>
                  <a:gd name="T35" fmla="*/ 58 h 66"/>
                  <a:gd name="T36" fmla="*/ 35 w 44"/>
                  <a:gd name="T37" fmla="*/ 50 h 66"/>
                  <a:gd name="T38" fmla="*/ 38 w 44"/>
                  <a:gd name="T39" fmla="*/ 33 h 66"/>
                  <a:gd name="T40" fmla="*/ 36 w 44"/>
                  <a:gd name="T41" fmla="*/ 17 h 66"/>
                  <a:gd name="T42" fmla="*/ 30 w 44"/>
                  <a:gd name="T43" fmla="*/ 9 h 66"/>
                  <a:gd name="T44" fmla="*/ 22 w 44"/>
                  <a:gd name="T45" fmla="*/ 6 h 66"/>
                  <a:gd name="T46" fmla="*/ 14 w 44"/>
                  <a:gd name="T47" fmla="*/ 9 h 66"/>
                  <a:gd name="T48" fmla="*/ 8 w 44"/>
                  <a:gd name="T49" fmla="*/ 17 h 66"/>
                  <a:gd name="T50" fmla="*/ 6 w 44"/>
                  <a:gd name="T51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6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7"/>
                      <a:pt x="41" y="52"/>
                    </a:cubicBezTo>
                    <a:cubicBezTo>
                      <a:pt x="39" y="57"/>
                      <a:pt x="36" y="60"/>
                      <a:pt x="33" y="63"/>
                    </a:cubicBezTo>
                    <a:cubicBezTo>
                      <a:pt x="29" y="65"/>
                      <a:pt x="26" y="66"/>
                      <a:pt x="22" y="66"/>
                    </a:cubicBezTo>
                    <a:cubicBezTo>
                      <a:pt x="18" y="66"/>
                      <a:pt x="14" y="65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1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0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7"/>
                    </a:cubicBezTo>
                    <a:cubicBezTo>
                      <a:pt x="34" y="13"/>
                      <a:pt x="32" y="10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9" name="Freeform 171"/>
              <p:cNvSpPr>
                <a:spLocks/>
              </p:cNvSpPr>
              <p:nvPr userDrawn="1"/>
            </p:nvSpPr>
            <p:spPr bwMode="auto">
              <a:xfrm>
                <a:off x="2870" y="2694"/>
                <a:ext cx="20" cy="80"/>
              </a:xfrm>
              <a:custGeom>
                <a:avLst/>
                <a:gdLst>
                  <a:gd name="T0" fmla="*/ 5 w 20"/>
                  <a:gd name="T1" fmla="*/ 0 h 80"/>
                  <a:gd name="T2" fmla="*/ 20 w 20"/>
                  <a:gd name="T3" fmla="*/ 0 h 80"/>
                  <a:gd name="T4" fmla="*/ 20 w 20"/>
                  <a:gd name="T5" fmla="*/ 80 h 80"/>
                  <a:gd name="T6" fmla="*/ 12 w 20"/>
                  <a:gd name="T7" fmla="*/ 80 h 80"/>
                  <a:gd name="T8" fmla="*/ 12 w 20"/>
                  <a:gd name="T9" fmla="*/ 8 h 80"/>
                  <a:gd name="T10" fmla="*/ 0 w 20"/>
                  <a:gd name="T11" fmla="*/ 8 h 80"/>
                  <a:gd name="T12" fmla="*/ 5 w 20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80">
                    <a:moveTo>
                      <a:pt x="5" y="0"/>
                    </a:moveTo>
                    <a:lnTo>
                      <a:pt x="20" y="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0" name="Freeform 172"/>
              <p:cNvSpPr>
                <a:spLocks/>
              </p:cNvSpPr>
              <p:nvPr userDrawn="1"/>
            </p:nvSpPr>
            <p:spPr bwMode="auto">
              <a:xfrm>
                <a:off x="2870" y="2803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9 h 79"/>
                  <a:gd name="T10" fmla="*/ 0 w 20"/>
                  <a:gd name="T11" fmla="*/ 9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9"/>
                    </a:lnTo>
                    <a:lnTo>
                      <a:pt x="0" y="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1" name="Freeform 173"/>
              <p:cNvSpPr>
                <a:spLocks/>
              </p:cNvSpPr>
              <p:nvPr userDrawn="1"/>
            </p:nvSpPr>
            <p:spPr bwMode="auto">
              <a:xfrm>
                <a:off x="3134" y="2599"/>
                <a:ext cx="19" cy="79"/>
              </a:xfrm>
              <a:custGeom>
                <a:avLst/>
                <a:gdLst>
                  <a:gd name="T0" fmla="*/ 3 w 19"/>
                  <a:gd name="T1" fmla="*/ 0 h 79"/>
                  <a:gd name="T2" fmla="*/ 19 w 19"/>
                  <a:gd name="T3" fmla="*/ 0 h 79"/>
                  <a:gd name="T4" fmla="*/ 19 w 19"/>
                  <a:gd name="T5" fmla="*/ 79 h 79"/>
                  <a:gd name="T6" fmla="*/ 12 w 19"/>
                  <a:gd name="T7" fmla="*/ 79 h 79"/>
                  <a:gd name="T8" fmla="*/ 12 w 19"/>
                  <a:gd name="T9" fmla="*/ 7 h 79"/>
                  <a:gd name="T10" fmla="*/ 0 w 19"/>
                  <a:gd name="T11" fmla="*/ 7 h 79"/>
                  <a:gd name="T12" fmla="*/ 3 w 19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79">
                    <a:moveTo>
                      <a:pt x="3" y="0"/>
                    </a:moveTo>
                    <a:lnTo>
                      <a:pt x="19" y="0"/>
                    </a:lnTo>
                    <a:lnTo>
                      <a:pt x="19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2" name="Freeform 174"/>
              <p:cNvSpPr>
                <a:spLocks/>
              </p:cNvSpPr>
              <p:nvPr userDrawn="1"/>
            </p:nvSpPr>
            <p:spPr bwMode="auto">
              <a:xfrm>
                <a:off x="3134" y="2709"/>
                <a:ext cx="19" cy="78"/>
              </a:xfrm>
              <a:custGeom>
                <a:avLst/>
                <a:gdLst>
                  <a:gd name="T0" fmla="*/ 3 w 19"/>
                  <a:gd name="T1" fmla="*/ 0 h 78"/>
                  <a:gd name="T2" fmla="*/ 19 w 19"/>
                  <a:gd name="T3" fmla="*/ 0 h 78"/>
                  <a:gd name="T4" fmla="*/ 19 w 19"/>
                  <a:gd name="T5" fmla="*/ 78 h 78"/>
                  <a:gd name="T6" fmla="*/ 12 w 19"/>
                  <a:gd name="T7" fmla="*/ 78 h 78"/>
                  <a:gd name="T8" fmla="*/ 12 w 19"/>
                  <a:gd name="T9" fmla="*/ 8 h 78"/>
                  <a:gd name="T10" fmla="*/ 0 w 19"/>
                  <a:gd name="T11" fmla="*/ 8 h 78"/>
                  <a:gd name="T12" fmla="*/ 3 w 19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78">
                    <a:moveTo>
                      <a:pt x="3" y="0"/>
                    </a:moveTo>
                    <a:lnTo>
                      <a:pt x="19" y="0"/>
                    </a:lnTo>
                    <a:lnTo>
                      <a:pt x="19" y="78"/>
                    </a:lnTo>
                    <a:lnTo>
                      <a:pt x="12" y="78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3" name="Freeform 175"/>
              <p:cNvSpPr>
                <a:spLocks noEditPoints="1"/>
              </p:cNvSpPr>
              <p:nvPr userDrawn="1"/>
            </p:nvSpPr>
            <p:spPr bwMode="auto">
              <a:xfrm>
                <a:off x="3121" y="2817"/>
                <a:ext cx="53" cy="80"/>
              </a:xfrm>
              <a:custGeom>
                <a:avLst/>
                <a:gdLst>
                  <a:gd name="T0" fmla="*/ 10 w 43"/>
                  <a:gd name="T1" fmla="*/ 63 h 65"/>
                  <a:gd name="T2" fmla="*/ 14 w 43"/>
                  <a:gd name="T3" fmla="*/ 65 h 65"/>
                  <a:gd name="T4" fmla="*/ 29 w 43"/>
                  <a:gd name="T5" fmla="*/ 65 h 65"/>
                  <a:gd name="T6" fmla="*/ 32 w 43"/>
                  <a:gd name="T7" fmla="*/ 63 h 65"/>
                  <a:gd name="T8" fmla="*/ 40 w 43"/>
                  <a:gd name="T9" fmla="*/ 52 h 65"/>
                  <a:gd name="T10" fmla="*/ 43 w 43"/>
                  <a:gd name="T11" fmla="*/ 33 h 65"/>
                  <a:gd name="T12" fmla="*/ 40 w 43"/>
                  <a:gd name="T13" fmla="*/ 14 h 65"/>
                  <a:gd name="T14" fmla="*/ 32 w 43"/>
                  <a:gd name="T15" fmla="*/ 3 h 65"/>
                  <a:gd name="T16" fmla="*/ 21 w 43"/>
                  <a:gd name="T17" fmla="*/ 0 h 65"/>
                  <a:gd name="T18" fmla="*/ 10 w 43"/>
                  <a:gd name="T19" fmla="*/ 3 h 65"/>
                  <a:gd name="T20" fmla="*/ 2 w 43"/>
                  <a:gd name="T21" fmla="*/ 14 h 65"/>
                  <a:gd name="T22" fmla="*/ 0 w 43"/>
                  <a:gd name="T23" fmla="*/ 33 h 65"/>
                  <a:gd name="T24" fmla="*/ 3 w 43"/>
                  <a:gd name="T25" fmla="*/ 53 h 65"/>
                  <a:gd name="T26" fmla="*/ 10 w 43"/>
                  <a:gd name="T27" fmla="*/ 63 h 65"/>
                  <a:gd name="T28" fmla="*/ 8 w 43"/>
                  <a:gd name="T29" fmla="*/ 17 h 65"/>
                  <a:gd name="T30" fmla="*/ 13 w 43"/>
                  <a:gd name="T31" fmla="*/ 9 h 65"/>
                  <a:gd name="T32" fmla="*/ 21 w 43"/>
                  <a:gd name="T33" fmla="*/ 6 h 65"/>
                  <a:gd name="T34" fmla="*/ 29 w 43"/>
                  <a:gd name="T35" fmla="*/ 9 h 65"/>
                  <a:gd name="T36" fmla="*/ 35 w 43"/>
                  <a:gd name="T37" fmla="*/ 18 h 65"/>
                  <a:gd name="T38" fmla="*/ 37 w 43"/>
                  <a:gd name="T39" fmla="*/ 33 h 65"/>
                  <a:gd name="T40" fmla="*/ 35 w 43"/>
                  <a:gd name="T41" fmla="*/ 50 h 65"/>
                  <a:gd name="T42" fmla="*/ 29 w 43"/>
                  <a:gd name="T43" fmla="*/ 58 h 65"/>
                  <a:gd name="T44" fmla="*/ 21 w 43"/>
                  <a:gd name="T45" fmla="*/ 61 h 65"/>
                  <a:gd name="T46" fmla="*/ 13 w 43"/>
                  <a:gd name="T47" fmla="*/ 58 h 65"/>
                  <a:gd name="T48" fmla="*/ 8 w 43"/>
                  <a:gd name="T49" fmla="*/ 50 h 65"/>
                  <a:gd name="T50" fmla="*/ 6 w 43"/>
                  <a:gd name="T51" fmla="*/ 33 h 65"/>
                  <a:gd name="T52" fmla="*/ 8 w 43"/>
                  <a:gd name="T53" fmla="*/ 17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3" h="65">
                    <a:moveTo>
                      <a:pt x="10" y="63"/>
                    </a:moveTo>
                    <a:cubicBezTo>
                      <a:pt x="11" y="64"/>
                      <a:pt x="12" y="64"/>
                      <a:pt x="14" y="65"/>
                    </a:cubicBezTo>
                    <a:cubicBezTo>
                      <a:pt x="29" y="65"/>
                      <a:pt x="29" y="65"/>
                      <a:pt x="29" y="65"/>
                    </a:cubicBezTo>
                    <a:cubicBezTo>
                      <a:pt x="30" y="64"/>
                      <a:pt x="31" y="64"/>
                      <a:pt x="32" y="63"/>
                    </a:cubicBezTo>
                    <a:cubicBezTo>
                      <a:pt x="36" y="61"/>
                      <a:pt x="38" y="57"/>
                      <a:pt x="40" y="52"/>
                    </a:cubicBezTo>
                    <a:cubicBezTo>
                      <a:pt x="42" y="48"/>
                      <a:pt x="43" y="41"/>
                      <a:pt x="43" y="33"/>
                    </a:cubicBezTo>
                    <a:cubicBezTo>
                      <a:pt x="43" y="25"/>
                      <a:pt x="42" y="19"/>
                      <a:pt x="40" y="14"/>
                    </a:cubicBezTo>
                    <a:cubicBezTo>
                      <a:pt x="38" y="9"/>
                      <a:pt x="36" y="6"/>
                      <a:pt x="32" y="3"/>
                    </a:cubicBezTo>
                    <a:cubicBezTo>
                      <a:pt x="29" y="1"/>
                      <a:pt x="25" y="0"/>
                      <a:pt x="21" y="0"/>
                    </a:cubicBezTo>
                    <a:cubicBezTo>
                      <a:pt x="17" y="0"/>
                      <a:pt x="13" y="1"/>
                      <a:pt x="10" y="3"/>
                    </a:cubicBezTo>
                    <a:cubicBezTo>
                      <a:pt x="7" y="6"/>
                      <a:pt x="4" y="9"/>
                      <a:pt x="2" y="14"/>
                    </a:cubicBezTo>
                    <a:cubicBezTo>
                      <a:pt x="1" y="18"/>
                      <a:pt x="0" y="25"/>
                      <a:pt x="0" y="33"/>
                    </a:cubicBezTo>
                    <a:cubicBezTo>
                      <a:pt x="0" y="42"/>
                      <a:pt x="1" y="48"/>
                      <a:pt x="3" y="53"/>
                    </a:cubicBezTo>
                    <a:cubicBezTo>
                      <a:pt x="4" y="57"/>
                      <a:pt x="7" y="61"/>
                      <a:pt x="10" y="63"/>
                    </a:cubicBezTo>
                    <a:close/>
                    <a:moveTo>
                      <a:pt x="8" y="17"/>
                    </a:moveTo>
                    <a:cubicBezTo>
                      <a:pt x="9" y="13"/>
                      <a:pt x="11" y="10"/>
                      <a:pt x="13" y="9"/>
                    </a:cubicBezTo>
                    <a:cubicBezTo>
                      <a:pt x="16" y="7"/>
                      <a:pt x="19" y="6"/>
                      <a:pt x="21" y="6"/>
                    </a:cubicBezTo>
                    <a:cubicBezTo>
                      <a:pt x="24" y="6"/>
                      <a:pt x="27" y="7"/>
                      <a:pt x="29" y="9"/>
                    </a:cubicBezTo>
                    <a:cubicBezTo>
                      <a:pt x="32" y="10"/>
                      <a:pt x="34" y="13"/>
                      <a:pt x="35" y="18"/>
                    </a:cubicBezTo>
                    <a:cubicBezTo>
                      <a:pt x="37" y="22"/>
                      <a:pt x="37" y="27"/>
                      <a:pt x="37" y="33"/>
                    </a:cubicBezTo>
                    <a:cubicBezTo>
                      <a:pt x="37" y="40"/>
                      <a:pt x="36" y="45"/>
                      <a:pt x="35" y="50"/>
                    </a:cubicBezTo>
                    <a:cubicBezTo>
                      <a:pt x="34" y="53"/>
                      <a:pt x="32" y="56"/>
                      <a:pt x="29" y="58"/>
                    </a:cubicBezTo>
                    <a:cubicBezTo>
                      <a:pt x="27" y="60"/>
                      <a:pt x="24" y="61"/>
                      <a:pt x="21" y="61"/>
                    </a:cubicBezTo>
                    <a:cubicBezTo>
                      <a:pt x="19" y="61"/>
                      <a:pt x="16" y="60"/>
                      <a:pt x="13" y="58"/>
                    </a:cubicBezTo>
                    <a:cubicBezTo>
                      <a:pt x="11" y="56"/>
                      <a:pt x="9" y="53"/>
                      <a:pt x="8" y="50"/>
                    </a:cubicBezTo>
                    <a:cubicBezTo>
                      <a:pt x="6" y="46"/>
                      <a:pt x="6" y="40"/>
                      <a:pt x="6" y="33"/>
                    </a:cubicBezTo>
                    <a:cubicBezTo>
                      <a:pt x="6" y="26"/>
                      <a:pt x="6" y="21"/>
                      <a:pt x="8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4" name="Freeform 176"/>
              <p:cNvSpPr>
                <a:spLocks/>
              </p:cNvSpPr>
              <p:nvPr userDrawn="1"/>
            </p:nvSpPr>
            <p:spPr bwMode="auto">
              <a:xfrm>
                <a:off x="954" y="1038"/>
                <a:ext cx="21" cy="79"/>
              </a:xfrm>
              <a:custGeom>
                <a:avLst/>
                <a:gdLst>
                  <a:gd name="T0" fmla="*/ 5 w 21"/>
                  <a:gd name="T1" fmla="*/ 0 h 79"/>
                  <a:gd name="T2" fmla="*/ 21 w 21"/>
                  <a:gd name="T3" fmla="*/ 0 h 79"/>
                  <a:gd name="T4" fmla="*/ 21 w 21"/>
                  <a:gd name="T5" fmla="*/ 79 h 79"/>
                  <a:gd name="T6" fmla="*/ 13 w 21"/>
                  <a:gd name="T7" fmla="*/ 79 h 79"/>
                  <a:gd name="T8" fmla="*/ 13 w 21"/>
                  <a:gd name="T9" fmla="*/ 8 h 79"/>
                  <a:gd name="T10" fmla="*/ 0 w 21"/>
                  <a:gd name="T11" fmla="*/ 8 h 79"/>
                  <a:gd name="T12" fmla="*/ 5 w 21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9">
                    <a:moveTo>
                      <a:pt x="5" y="0"/>
                    </a:moveTo>
                    <a:lnTo>
                      <a:pt x="21" y="0"/>
                    </a:lnTo>
                    <a:lnTo>
                      <a:pt x="21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5" name="Freeform 177"/>
              <p:cNvSpPr>
                <a:spLocks/>
              </p:cNvSpPr>
              <p:nvPr userDrawn="1"/>
            </p:nvSpPr>
            <p:spPr bwMode="auto">
              <a:xfrm>
                <a:off x="771" y="1484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6" name="Freeform 178"/>
              <p:cNvSpPr>
                <a:spLocks/>
              </p:cNvSpPr>
              <p:nvPr userDrawn="1"/>
            </p:nvSpPr>
            <p:spPr bwMode="auto">
              <a:xfrm>
                <a:off x="771" y="1594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7" name="Freeform 179"/>
              <p:cNvSpPr>
                <a:spLocks noEditPoints="1"/>
              </p:cNvSpPr>
              <p:nvPr userDrawn="1"/>
            </p:nvSpPr>
            <p:spPr bwMode="auto">
              <a:xfrm>
                <a:off x="759" y="1702"/>
                <a:ext cx="54" cy="84"/>
              </a:xfrm>
              <a:custGeom>
                <a:avLst/>
                <a:gdLst>
                  <a:gd name="T0" fmla="*/ 0 w 44"/>
                  <a:gd name="T1" fmla="*/ 34 h 68"/>
                  <a:gd name="T2" fmla="*/ 3 w 44"/>
                  <a:gd name="T3" fmla="*/ 14 h 68"/>
                  <a:gd name="T4" fmla="*/ 10 w 44"/>
                  <a:gd name="T5" fmla="*/ 4 h 68"/>
                  <a:gd name="T6" fmla="*/ 22 w 44"/>
                  <a:gd name="T7" fmla="*/ 0 h 68"/>
                  <a:gd name="T8" fmla="*/ 33 w 44"/>
                  <a:gd name="T9" fmla="*/ 4 h 68"/>
                  <a:gd name="T10" fmla="*/ 41 w 44"/>
                  <a:gd name="T11" fmla="*/ 15 h 68"/>
                  <a:gd name="T12" fmla="*/ 44 w 44"/>
                  <a:gd name="T13" fmla="*/ 34 h 68"/>
                  <a:gd name="T14" fmla="*/ 41 w 44"/>
                  <a:gd name="T15" fmla="*/ 53 h 68"/>
                  <a:gd name="T16" fmla="*/ 33 w 44"/>
                  <a:gd name="T17" fmla="*/ 64 h 68"/>
                  <a:gd name="T18" fmla="*/ 22 w 44"/>
                  <a:gd name="T19" fmla="*/ 68 h 68"/>
                  <a:gd name="T20" fmla="*/ 10 w 44"/>
                  <a:gd name="T21" fmla="*/ 64 h 68"/>
                  <a:gd name="T22" fmla="*/ 3 w 44"/>
                  <a:gd name="T23" fmla="*/ 54 h 68"/>
                  <a:gd name="T24" fmla="*/ 0 w 44"/>
                  <a:gd name="T25" fmla="*/ 34 h 68"/>
                  <a:gd name="T26" fmla="*/ 6 w 44"/>
                  <a:gd name="T27" fmla="*/ 34 h 68"/>
                  <a:gd name="T28" fmla="*/ 8 w 44"/>
                  <a:gd name="T29" fmla="*/ 50 h 68"/>
                  <a:gd name="T30" fmla="*/ 14 w 44"/>
                  <a:gd name="T31" fmla="*/ 59 h 68"/>
                  <a:gd name="T32" fmla="*/ 22 w 44"/>
                  <a:gd name="T33" fmla="*/ 62 h 68"/>
                  <a:gd name="T34" fmla="*/ 30 w 44"/>
                  <a:gd name="T35" fmla="*/ 59 h 68"/>
                  <a:gd name="T36" fmla="*/ 35 w 44"/>
                  <a:gd name="T37" fmla="*/ 51 h 68"/>
                  <a:gd name="T38" fmla="*/ 38 w 44"/>
                  <a:gd name="T39" fmla="*/ 34 h 68"/>
                  <a:gd name="T40" fmla="*/ 36 w 44"/>
                  <a:gd name="T41" fmla="*/ 18 h 68"/>
                  <a:gd name="T42" fmla="*/ 30 w 44"/>
                  <a:gd name="T43" fmla="*/ 9 h 68"/>
                  <a:gd name="T44" fmla="*/ 22 w 44"/>
                  <a:gd name="T45" fmla="*/ 6 h 68"/>
                  <a:gd name="T46" fmla="*/ 14 w 44"/>
                  <a:gd name="T47" fmla="*/ 9 h 68"/>
                  <a:gd name="T48" fmla="*/ 8 w 44"/>
                  <a:gd name="T49" fmla="*/ 18 h 68"/>
                  <a:gd name="T50" fmla="*/ 6 w 44"/>
                  <a:gd name="T51" fmla="*/ 3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8">
                    <a:moveTo>
                      <a:pt x="0" y="34"/>
                    </a:moveTo>
                    <a:cubicBezTo>
                      <a:pt x="0" y="26"/>
                      <a:pt x="1" y="19"/>
                      <a:pt x="3" y="14"/>
                    </a:cubicBezTo>
                    <a:cubicBezTo>
                      <a:pt x="5" y="10"/>
                      <a:pt x="7" y="6"/>
                      <a:pt x="10" y="4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2"/>
                      <a:pt x="33" y="64"/>
                    </a:cubicBezTo>
                    <a:cubicBezTo>
                      <a:pt x="29" y="66"/>
                      <a:pt x="26" y="68"/>
                      <a:pt x="22" y="68"/>
                    </a:cubicBezTo>
                    <a:cubicBezTo>
                      <a:pt x="17" y="68"/>
                      <a:pt x="14" y="66"/>
                      <a:pt x="10" y="64"/>
                    </a:cubicBezTo>
                    <a:cubicBezTo>
                      <a:pt x="7" y="62"/>
                      <a:pt x="5" y="58"/>
                      <a:pt x="3" y="54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1"/>
                      <a:pt x="19" y="62"/>
                      <a:pt x="22" y="62"/>
                    </a:cubicBezTo>
                    <a:cubicBezTo>
                      <a:pt x="25" y="62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1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8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8" name="Freeform 180"/>
              <p:cNvSpPr>
                <a:spLocks noEditPoints="1"/>
              </p:cNvSpPr>
              <p:nvPr userDrawn="1"/>
            </p:nvSpPr>
            <p:spPr bwMode="auto">
              <a:xfrm>
                <a:off x="759" y="1812"/>
                <a:ext cx="54" cy="84"/>
              </a:xfrm>
              <a:custGeom>
                <a:avLst/>
                <a:gdLst>
                  <a:gd name="T0" fmla="*/ 0 w 44"/>
                  <a:gd name="T1" fmla="*/ 34 h 68"/>
                  <a:gd name="T2" fmla="*/ 3 w 44"/>
                  <a:gd name="T3" fmla="*/ 15 h 68"/>
                  <a:gd name="T4" fmla="*/ 10 w 44"/>
                  <a:gd name="T5" fmla="*/ 4 h 68"/>
                  <a:gd name="T6" fmla="*/ 22 w 44"/>
                  <a:gd name="T7" fmla="*/ 0 h 68"/>
                  <a:gd name="T8" fmla="*/ 33 w 44"/>
                  <a:gd name="T9" fmla="*/ 4 h 68"/>
                  <a:gd name="T10" fmla="*/ 41 w 44"/>
                  <a:gd name="T11" fmla="*/ 15 h 68"/>
                  <a:gd name="T12" fmla="*/ 44 w 44"/>
                  <a:gd name="T13" fmla="*/ 34 h 68"/>
                  <a:gd name="T14" fmla="*/ 41 w 44"/>
                  <a:gd name="T15" fmla="*/ 53 h 68"/>
                  <a:gd name="T16" fmla="*/ 33 w 44"/>
                  <a:gd name="T17" fmla="*/ 64 h 68"/>
                  <a:gd name="T18" fmla="*/ 22 w 44"/>
                  <a:gd name="T19" fmla="*/ 68 h 68"/>
                  <a:gd name="T20" fmla="*/ 10 w 44"/>
                  <a:gd name="T21" fmla="*/ 64 h 68"/>
                  <a:gd name="T22" fmla="*/ 3 w 44"/>
                  <a:gd name="T23" fmla="*/ 54 h 68"/>
                  <a:gd name="T24" fmla="*/ 0 w 44"/>
                  <a:gd name="T25" fmla="*/ 34 h 68"/>
                  <a:gd name="T26" fmla="*/ 6 w 44"/>
                  <a:gd name="T27" fmla="*/ 34 h 68"/>
                  <a:gd name="T28" fmla="*/ 8 w 44"/>
                  <a:gd name="T29" fmla="*/ 51 h 68"/>
                  <a:gd name="T30" fmla="*/ 14 w 44"/>
                  <a:gd name="T31" fmla="*/ 59 h 68"/>
                  <a:gd name="T32" fmla="*/ 22 w 44"/>
                  <a:gd name="T33" fmla="*/ 62 h 68"/>
                  <a:gd name="T34" fmla="*/ 30 w 44"/>
                  <a:gd name="T35" fmla="*/ 59 h 68"/>
                  <a:gd name="T36" fmla="*/ 35 w 44"/>
                  <a:gd name="T37" fmla="*/ 51 h 68"/>
                  <a:gd name="T38" fmla="*/ 38 w 44"/>
                  <a:gd name="T39" fmla="*/ 34 h 68"/>
                  <a:gd name="T40" fmla="*/ 36 w 44"/>
                  <a:gd name="T41" fmla="*/ 18 h 68"/>
                  <a:gd name="T42" fmla="*/ 30 w 44"/>
                  <a:gd name="T43" fmla="*/ 9 h 68"/>
                  <a:gd name="T44" fmla="*/ 22 w 44"/>
                  <a:gd name="T45" fmla="*/ 7 h 68"/>
                  <a:gd name="T46" fmla="*/ 14 w 44"/>
                  <a:gd name="T47" fmla="*/ 9 h 68"/>
                  <a:gd name="T48" fmla="*/ 8 w 44"/>
                  <a:gd name="T49" fmla="*/ 18 h 68"/>
                  <a:gd name="T50" fmla="*/ 6 w 44"/>
                  <a:gd name="T51" fmla="*/ 3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8">
                    <a:moveTo>
                      <a:pt x="0" y="34"/>
                    </a:moveTo>
                    <a:cubicBezTo>
                      <a:pt x="0" y="26"/>
                      <a:pt x="1" y="19"/>
                      <a:pt x="3" y="15"/>
                    </a:cubicBezTo>
                    <a:cubicBezTo>
                      <a:pt x="5" y="10"/>
                      <a:pt x="7" y="6"/>
                      <a:pt x="10" y="4"/>
                    </a:cubicBezTo>
                    <a:cubicBezTo>
                      <a:pt x="14" y="2"/>
                      <a:pt x="17" y="0"/>
                      <a:pt x="22" y="0"/>
                    </a:cubicBezTo>
                    <a:cubicBezTo>
                      <a:pt x="26" y="0"/>
                      <a:pt x="29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20"/>
                      <a:pt x="44" y="26"/>
                      <a:pt x="44" y="34"/>
                    </a:cubicBezTo>
                    <a:cubicBezTo>
                      <a:pt x="44" y="42"/>
                      <a:pt x="43" y="49"/>
                      <a:pt x="41" y="53"/>
                    </a:cubicBezTo>
                    <a:cubicBezTo>
                      <a:pt x="39" y="58"/>
                      <a:pt x="36" y="62"/>
                      <a:pt x="33" y="64"/>
                    </a:cubicBezTo>
                    <a:cubicBezTo>
                      <a:pt x="29" y="67"/>
                      <a:pt x="26" y="68"/>
                      <a:pt x="22" y="68"/>
                    </a:cubicBezTo>
                    <a:cubicBezTo>
                      <a:pt x="17" y="68"/>
                      <a:pt x="14" y="67"/>
                      <a:pt x="10" y="64"/>
                    </a:cubicBezTo>
                    <a:cubicBezTo>
                      <a:pt x="7" y="62"/>
                      <a:pt x="5" y="58"/>
                      <a:pt x="3" y="54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1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1"/>
                      <a:pt x="19" y="62"/>
                      <a:pt x="22" y="62"/>
                    </a:cubicBezTo>
                    <a:cubicBezTo>
                      <a:pt x="25" y="62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1"/>
                    </a:cubicBezTo>
                    <a:cubicBezTo>
                      <a:pt x="37" y="46"/>
                      <a:pt x="38" y="41"/>
                      <a:pt x="38" y="34"/>
                    </a:cubicBezTo>
                    <a:cubicBezTo>
                      <a:pt x="38" y="28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7"/>
                      <a:pt x="22" y="7"/>
                    </a:cubicBezTo>
                    <a:cubicBezTo>
                      <a:pt x="19" y="7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9" name="Freeform 181"/>
              <p:cNvSpPr>
                <a:spLocks noEditPoints="1"/>
              </p:cNvSpPr>
              <p:nvPr userDrawn="1"/>
            </p:nvSpPr>
            <p:spPr bwMode="auto">
              <a:xfrm>
                <a:off x="759" y="1923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0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3"/>
                      <a:pt x="32" y="10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0" name="Freeform 182"/>
              <p:cNvSpPr>
                <a:spLocks/>
              </p:cNvSpPr>
              <p:nvPr userDrawn="1"/>
            </p:nvSpPr>
            <p:spPr bwMode="auto">
              <a:xfrm>
                <a:off x="771" y="2035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1" name="Freeform 183"/>
              <p:cNvSpPr>
                <a:spLocks noEditPoints="1"/>
              </p:cNvSpPr>
              <p:nvPr userDrawn="1"/>
            </p:nvSpPr>
            <p:spPr bwMode="auto">
              <a:xfrm>
                <a:off x="759" y="2143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0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2" name="Freeform 184"/>
              <p:cNvSpPr>
                <a:spLocks noEditPoints="1"/>
              </p:cNvSpPr>
              <p:nvPr userDrawn="1"/>
            </p:nvSpPr>
            <p:spPr bwMode="auto">
              <a:xfrm>
                <a:off x="759" y="2254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0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0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2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0" y="4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1"/>
                      <a:pt x="19" y="62"/>
                      <a:pt x="22" y="62"/>
                    </a:cubicBezTo>
                    <a:cubicBezTo>
                      <a:pt x="25" y="62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3" name="Freeform 185"/>
              <p:cNvSpPr>
                <a:spLocks/>
              </p:cNvSpPr>
              <p:nvPr userDrawn="1"/>
            </p:nvSpPr>
            <p:spPr bwMode="auto">
              <a:xfrm>
                <a:off x="771" y="2366"/>
                <a:ext cx="20" cy="80"/>
              </a:xfrm>
              <a:custGeom>
                <a:avLst/>
                <a:gdLst>
                  <a:gd name="T0" fmla="*/ 5 w 20"/>
                  <a:gd name="T1" fmla="*/ 0 h 80"/>
                  <a:gd name="T2" fmla="*/ 20 w 20"/>
                  <a:gd name="T3" fmla="*/ 0 h 80"/>
                  <a:gd name="T4" fmla="*/ 20 w 20"/>
                  <a:gd name="T5" fmla="*/ 80 h 80"/>
                  <a:gd name="T6" fmla="*/ 12 w 20"/>
                  <a:gd name="T7" fmla="*/ 80 h 80"/>
                  <a:gd name="T8" fmla="*/ 12 w 20"/>
                  <a:gd name="T9" fmla="*/ 8 h 80"/>
                  <a:gd name="T10" fmla="*/ 0 w 20"/>
                  <a:gd name="T11" fmla="*/ 8 h 80"/>
                  <a:gd name="T12" fmla="*/ 5 w 20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80">
                    <a:moveTo>
                      <a:pt x="5" y="0"/>
                    </a:moveTo>
                    <a:lnTo>
                      <a:pt x="20" y="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4" name="Freeform 186"/>
              <p:cNvSpPr>
                <a:spLocks/>
              </p:cNvSpPr>
              <p:nvPr userDrawn="1"/>
            </p:nvSpPr>
            <p:spPr bwMode="auto">
              <a:xfrm>
                <a:off x="771" y="2476"/>
                <a:ext cx="20" cy="80"/>
              </a:xfrm>
              <a:custGeom>
                <a:avLst/>
                <a:gdLst>
                  <a:gd name="T0" fmla="*/ 5 w 20"/>
                  <a:gd name="T1" fmla="*/ 0 h 80"/>
                  <a:gd name="T2" fmla="*/ 20 w 20"/>
                  <a:gd name="T3" fmla="*/ 0 h 80"/>
                  <a:gd name="T4" fmla="*/ 20 w 20"/>
                  <a:gd name="T5" fmla="*/ 80 h 80"/>
                  <a:gd name="T6" fmla="*/ 12 w 20"/>
                  <a:gd name="T7" fmla="*/ 80 h 80"/>
                  <a:gd name="T8" fmla="*/ 12 w 20"/>
                  <a:gd name="T9" fmla="*/ 8 h 80"/>
                  <a:gd name="T10" fmla="*/ 0 w 20"/>
                  <a:gd name="T11" fmla="*/ 8 h 80"/>
                  <a:gd name="T12" fmla="*/ 5 w 20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80">
                    <a:moveTo>
                      <a:pt x="5" y="0"/>
                    </a:moveTo>
                    <a:lnTo>
                      <a:pt x="20" y="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5" name="Freeform 187"/>
              <p:cNvSpPr>
                <a:spLocks noEditPoints="1"/>
              </p:cNvSpPr>
              <p:nvPr userDrawn="1"/>
            </p:nvSpPr>
            <p:spPr bwMode="auto">
              <a:xfrm>
                <a:off x="759" y="2585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0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7 h 67"/>
                  <a:gd name="T42" fmla="*/ 30 w 44"/>
                  <a:gd name="T43" fmla="*/ 8 h 67"/>
                  <a:gd name="T44" fmla="*/ 22 w 44"/>
                  <a:gd name="T45" fmla="*/ 6 h 67"/>
                  <a:gd name="T46" fmla="*/ 14 w 44"/>
                  <a:gd name="T47" fmla="*/ 8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5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7"/>
                    </a:cubicBezTo>
                    <a:cubicBezTo>
                      <a:pt x="34" y="13"/>
                      <a:pt x="32" y="10"/>
                      <a:pt x="30" y="8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8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6" name="Freeform 188"/>
              <p:cNvSpPr>
                <a:spLocks/>
              </p:cNvSpPr>
              <p:nvPr userDrawn="1"/>
            </p:nvSpPr>
            <p:spPr bwMode="auto">
              <a:xfrm>
                <a:off x="771" y="2697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7" name="Freeform 189"/>
              <p:cNvSpPr>
                <a:spLocks noEditPoints="1"/>
              </p:cNvSpPr>
              <p:nvPr userDrawn="1"/>
            </p:nvSpPr>
            <p:spPr bwMode="auto">
              <a:xfrm>
                <a:off x="759" y="2806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0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8" name="Freeform 190"/>
              <p:cNvSpPr>
                <a:spLocks/>
              </p:cNvSpPr>
              <p:nvPr userDrawn="1"/>
            </p:nvSpPr>
            <p:spPr bwMode="auto">
              <a:xfrm>
                <a:off x="3122" y="1626"/>
                <a:ext cx="21" cy="79"/>
              </a:xfrm>
              <a:custGeom>
                <a:avLst/>
                <a:gdLst>
                  <a:gd name="T0" fmla="*/ 5 w 21"/>
                  <a:gd name="T1" fmla="*/ 0 h 79"/>
                  <a:gd name="T2" fmla="*/ 21 w 21"/>
                  <a:gd name="T3" fmla="*/ 0 h 79"/>
                  <a:gd name="T4" fmla="*/ 21 w 21"/>
                  <a:gd name="T5" fmla="*/ 79 h 79"/>
                  <a:gd name="T6" fmla="*/ 13 w 21"/>
                  <a:gd name="T7" fmla="*/ 79 h 79"/>
                  <a:gd name="T8" fmla="*/ 13 w 21"/>
                  <a:gd name="T9" fmla="*/ 8 h 79"/>
                  <a:gd name="T10" fmla="*/ 0 w 21"/>
                  <a:gd name="T11" fmla="*/ 8 h 79"/>
                  <a:gd name="T12" fmla="*/ 5 w 21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9">
                    <a:moveTo>
                      <a:pt x="5" y="0"/>
                    </a:moveTo>
                    <a:lnTo>
                      <a:pt x="21" y="0"/>
                    </a:lnTo>
                    <a:lnTo>
                      <a:pt x="21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9" name="Freeform 191"/>
              <p:cNvSpPr>
                <a:spLocks/>
              </p:cNvSpPr>
              <p:nvPr userDrawn="1"/>
            </p:nvSpPr>
            <p:spPr bwMode="auto">
              <a:xfrm>
                <a:off x="3122" y="1736"/>
                <a:ext cx="21" cy="79"/>
              </a:xfrm>
              <a:custGeom>
                <a:avLst/>
                <a:gdLst>
                  <a:gd name="T0" fmla="*/ 5 w 21"/>
                  <a:gd name="T1" fmla="*/ 0 h 79"/>
                  <a:gd name="T2" fmla="*/ 21 w 21"/>
                  <a:gd name="T3" fmla="*/ 0 h 79"/>
                  <a:gd name="T4" fmla="*/ 21 w 21"/>
                  <a:gd name="T5" fmla="*/ 79 h 79"/>
                  <a:gd name="T6" fmla="*/ 13 w 21"/>
                  <a:gd name="T7" fmla="*/ 79 h 79"/>
                  <a:gd name="T8" fmla="*/ 13 w 21"/>
                  <a:gd name="T9" fmla="*/ 8 h 79"/>
                  <a:gd name="T10" fmla="*/ 0 w 21"/>
                  <a:gd name="T11" fmla="*/ 8 h 79"/>
                  <a:gd name="T12" fmla="*/ 5 w 21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9">
                    <a:moveTo>
                      <a:pt x="5" y="0"/>
                    </a:moveTo>
                    <a:lnTo>
                      <a:pt x="21" y="0"/>
                    </a:lnTo>
                    <a:lnTo>
                      <a:pt x="21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0" name="Freeform 192"/>
              <p:cNvSpPr>
                <a:spLocks/>
              </p:cNvSpPr>
              <p:nvPr userDrawn="1"/>
            </p:nvSpPr>
            <p:spPr bwMode="auto">
              <a:xfrm>
                <a:off x="2516" y="903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1" name="Freeform 193"/>
              <p:cNvSpPr>
                <a:spLocks noEditPoints="1"/>
              </p:cNvSpPr>
              <p:nvPr userDrawn="1"/>
            </p:nvSpPr>
            <p:spPr bwMode="auto">
              <a:xfrm>
                <a:off x="2760" y="1489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2" name="Freeform 194"/>
              <p:cNvSpPr>
                <a:spLocks noEditPoints="1"/>
              </p:cNvSpPr>
              <p:nvPr userDrawn="1"/>
            </p:nvSpPr>
            <p:spPr bwMode="auto">
              <a:xfrm>
                <a:off x="2760" y="1558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40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7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7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40"/>
                      <a:pt x="13" y="40"/>
                    </a:cubicBezTo>
                    <a:cubicBezTo>
                      <a:pt x="15" y="40"/>
                      <a:pt x="17" y="39"/>
                      <a:pt x="18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3" name="Freeform 195"/>
              <p:cNvSpPr>
                <a:spLocks/>
              </p:cNvSpPr>
              <p:nvPr userDrawn="1"/>
            </p:nvSpPr>
            <p:spPr bwMode="auto">
              <a:xfrm>
                <a:off x="2767" y="163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4" name="Freeform 196"/>
              <p:cNvSpPr>
                <a:spLocks/>
              </p:cNvSpPr>
              <p:nvPr userDrawn="1"/>
            </p:nvSpPr>
            <p:spPr bwMode="auto">
              <a:xfrm>
                <a:off x="2767" y="170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5" name="Freeform 197"/>
              <p:cNvSpPr>
                <a:spLocks/>
              </p:cNvSpPr>
              <p:nvPr userDrawn="1"/>
            </p:nvSpPr>
            <p:spPr bwMode="auto">
              <a:xfrm>
                <a:off x="2767" y="1770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6" name="Freeform 198"/>
              <p:cNvSpPr>
                <a:spLocks noEditPoints="1"/>
              </p:cNvSpPr>
              <p:nvPr userDrawn="1"/>
            </p:nvSpPr>
            <p:spPr bwMode="auto">
              <a:xfrm>
                <a:off x="2760" y="1839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7" name="Freeform 199"/>
              <p:cNvSpPr>
                <a:spLocks/>
              </p:cNvSpPr>
              <p:nvPr userDrawn="1"/>
            </p:nvSpPr>
            <p:spPr bwMode="auto">
              <a:xfrm>
                <a:off x="2767" y="1911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8" name="Freeform 200"/>
              <p:cNvSpPr>
                <a:spLocks/>
              </p:cNvSpPr>
              <p:nvPr userDrawn="1"/>
            </p:nvSpPr>
            <p:spPr bwMode="auto">
              <a:xfrm>
                <a:off x="2767" y="198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9" name="Freeform 201"/>
              <p:cNvSpPr>
                <a:spLocks noEditPoints="1"/>
              </p:cNvSpPr>
              <p:nvPr userDrawn="1"/>
            </p:nvSpPr>
            <p:spPr bwMode="auto">
              <a:xfrm>
                <a:off x="2760" y="2049"/>
                <a:ext cx="33" cy="54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70" name="Freeform 202"/>
              <p:cNvSpPr>
                <a:spLocks/>
              </p:cNvSpPr>
              <p:nvPr userDrawn="1"/>
            </p:nvSpPr>
            <p:spPr bwMode="auto">
              <a:xfrm>
                <a:off x="2767" y="2121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71" name="Freeform 203"/>
              <p:cNvSpPr>
                <a:spLocks noEditPoints="1"/>
              </p:cNvSpPr>
              <p:nvPr userDrawn="1"/>
            </p:nvSpPr>
            <p:spPr bwMode="auto">
              <a:xfrm>
                <a:off x="2760" y="2189"/>
                <a:ext cx="33" cy="54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39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72" name="Freeform 204"/>
              <p:cNvSpPr>
                <a:spLocks noEditPoints="1"/>
              </p:cNvSpPr>
              <p:nvPr userDrawn="1"/>
            </p:nvSpPr>
            <p:spPr bwMode="auto">
              <a:xfrm>
                <a:off x="2760" y="2260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9" name="Group 406"/>
            <p:cNvGrpSpPr>
              <a:grpSpLocks/>
            </p:cNvGrpSpPr>
            <p:nvPr userDrawn="1"/>
          </p:nvGrpSpPr>
          <p:grpSpPr bwMode="auto">
            <a:xfrm>
              <a:off x="1385888" y="442912"/>
              <a:ext cx="3627438" cy="4164013"/>
              <a:chOff x="873" y="279"/>
              <a:chExt cx="2285" cy="2623"/>
            </a:xfrm>
          </p:grpSpPr>
          <p:sp>
            <p:nvSpPr>
              <p:cNvPr id="973" name="Freeform 206"/>
              <p:cNvSpPr>
                <a:spLocks noEditPoints="1"/>
              </p:cNvSpPr>
              <p:nvPr userDrawn="1"/>
            </p:nvSpPr>
            <p:spPr bwMode="auto">
              <a:xfrm>
                <a:off x="2760" y="2330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4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2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4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4" name="Freeform 207"/>
              <p:cNvSpPr>
                <a:spLocks/>
              </p:cNvSpPr>
              <p:nvPr userDrawn="1"/>
            </p:nvSpPr>
            <p:spPr bwMode="auto">
              <a:xfrm>
                <a:off x="2767" y="2401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5" name="Freeform 208"/>
              <p:cNvSpPr>
                <a:spLocks/>
              </p:cNvSpPr>
              <p:nvPr userDrawn="1"/>
            </p:nvSpPr>
            <p:spPr bwMode="auto">
              <a:xfrm>
                <a:off x="2767" y="2472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4 h 50"/>
                  <a:gd name="T10" fmla="*/ 0 w 13"/>
                  <a:gd name="T11" fmla="*/ 4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6" name="Freeform 209"/>
              <p:cNvSpPr>
                <a:spLocks noEditPoints="1"/>
              </p:cNvSpPr>
              <p:nvPr userDrawn="1"/>
            </p:nvSpPr>
            <p:spPr bwMode="auto">
              <a:xfrm>
                <a:off x="2760" y="2541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2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4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6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7" name="Freeform 210"/>
              <p:cNvSpPr>
                <a:spLocks noEditPoints="1"/>
              </p:cNvSpPr>
              <p:nvPr userDrawn="1"/>
            </p:nvSpPr>
            <p:spPr bwMode="auto">
              <a:xfrm>
                <a:off x="2760" y="2610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39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8" name="Freeform 211"/>
              <p:cNvSpPr>
                <a:spLocks/>
              </p:cNvSpPr>
              <p:nvPr userDrawn="1"/>
            </p:nvSpPr>
            <p:spPr bwMode="auto">
              <a:xfrm>
                <a:off x="2767" y="268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9" name="Freeform 212"/>
              <p:cNvSpPr>
                <a:spLocks/>
              </p:cNvSpPr>
              <p:nvPr userDrawn="1"/>
            </p:nvSpPr>
            <p:spPr bwMode="auto">
              <a:xfrm>
                <a:off x="2767" y="2752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0" name="Freeform 213"/>
              <p:cNvSpPr>
                <a:spLocks/>
              </p:cNvSpPr>
              <p:nvPr userDrawn="1"/>
            </p:nvSpPr>
            <p:spPr bwMode="auto">
              <a:xfrm>
                <a:off x="2767" y="282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1" name="Freeform 214"/>
              <p:cNvSpPr>
                <a:spLocks/>
              </p:cNvSpPr>
              <p:nvPr userDrawn="1"/>
            </p:nvSpPr>
            <p:spPr bwMode="auto">
              <a:xfrm>
                <a:off x="2761" y="2891"/>
                <a:ext cx="30" cy="11"/>
              </a:xfrm>
              <a:custGeom>
                <a:avLst/>
                <a:gdLst>
                  <a:gd name="T0" fmla="*/ 5 w 24"/>
                  <a:gd name="T1" fmla="*/ 9 h 9"/>
                  <a:gd name="T2" fmla="*/ 7 w 24"/>
                  <a:gd name="T3" fmla="*/ 6 h 9"/>
                  <a:gd name="T4" fmla="*/ 12 w 24"/>
                  <a:gd name="T5" fmla="*/ 4 h 9"/>
                  <a:gd name="T6" fmla="*/ 17 w 24"/>
                  <a:gd name="T7" fmla="*/ 6 h 9"/>
                  <a:gd name="T8" fmla="*/ 20 w 24"/>
                  <a:gd name="T9" fmla="*/ 9 h 9"/>
                  <a:gd name="T10" fmla="*/ 24 w 24"/>
                  <a:gd name="T11" fmla="*/ 9 h 9"/>
                  <a:gd name="T12" fmla="*/ 19 w 24"/>
                  <a:gd name="T13" fmla="*/ 2 h 9"/>
                  <a:gd name="T14" fmla="*/ 12 w 24"/>
                  <a:gd name="T15" fmla="*/ 0 h 9"/>
                  <a:gd name="T16" fmla="*/ 5 w 24"/>
                  <a:gd name="T17" fmla="*/ 2 h 9"/>
                  <a:gd name="T18" fmla="*/ 0 w 24"/>
                  <a:gd name="T19" fmla="*/ 9 h 9"/>
                  <a:gd name="T20" fmla="*/ 0 w 24"/>
                  <a:gd name="T21" fmla="*/ 9 h 9"/>
                  <a:gd name="T22" fmla="*/ 5 w 24"/>
                  <a:gd name="T2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9">
                    <a:moveTo>
                      <a:pt x="5" y="9"/>
                    </a:moveTo>
                    <a:cubicBezTo>
                      <a:pt x="5" y="8"/>
                      <a:pt x="6" y="6"/>
                      <a:pt x="7" y="6"/>
                    </a:cubicBezTo>
                    <a:cubicBezTo>
                      <a:pt x="9" y="4"/>
                      <a:pt x="11" y="4"/>
                      <a:pt x="12" y="4"/>
                    </a:cubicBezTo>
                    <a:cubicBezTo>
                      <a:pt x="14" y="4"/>
                      <a:pt x="16" y="4"/>
                      <a:pt x="17" y="6"/>
                    </a:cubicBezTo>
                    <a:cubicBezTo>
                      <a:pt x="19" y="6"/>
                      <a:pt x="19" y="8"/>
                      <a:pt x="20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3" y="6"/>
                      <a:pt x="22" y="4"/>
                      <a:pt x="19" y="2"/>
                    </a:cubicBezTo>
                    <a:cubicBezTo>
                      <a:pt x="17" y="1"/>
                      <a:pt x="15" y="0"/>
                      <a:pt x="12" y="0"/>
                    </a:cubicBezTo>
                    <a:cubicBezTo>
                      <a:pt x="10" y="0"/>
                      <a:pt x="7" y="1"/>
                      <a:pt x="5" y="2"/>
                    </a:cubicBezTo>
                    <a:cubicBezTo>
                      <a:pt x="3" y="4"/>
                      <a:pt x="1" y="6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lnTo>
                      <a:pt x="5" y="9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2" name="Freeform 215"/>
              <p:cNvSpPr>
                <a:spLocks/>
              </p:cNvSpPr>
              <p:nvPr userDrawn="1"/>
            </p:nvSpPr>
            <p:spPr bwMode="auto">
              <a:xfrm>
                <a:off x="1634" y="182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3" name="Freeform 216"/>
              <p:cNvSpPr>
                <a:spLocks noEditPoints="1"/>
              </p:cNvSpPr>
              <p:nvPr userDrawn="1"/>
            </p:nvSpPr>
            <p:spPr bwMode="auto">
              <a:xfrm>
                <a:off x="1626" y="189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4" name="Freeform 217"/>
              <p:cNvSpPr>
                <a:spLocks noEditPoints="1"/>
              </p:cNvSpPr>
              <p:nvPr userDrawn="1"/>
            </p:nvSpPr>
            <p:spPr bwMode="auto">
              <a:xfrm>
                <a:off x="1626" y="1968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5" name="Freeform 218"/>
              <p:cNvSpPr>
                <a:spLocks/>
              </p:cNvSpPr>
              <p:nvPr userDrawn="1"/>
            </p:nvSpPr>
            <p:spPr bwMode="auto">
              <a:xfrm>
                <a:off x="1634" y="203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6" name="Freeform 219"/>
              <p:cNvSpPr>
                <a:spLocks/>
              </p:cNvSpPr>
              <p:nvPr userDrawn="1"/>
            </p:nvSpPr>
            <p:spPr bwMode="auto">
              <a:xfrm>
                <a:off x="2984" y="1106"/>
                <a:ext cx="13" cy="51"/>
              </a:xfrm>
              <a:custGeom>
                <a:avLst/>
                <a:gdLst>
                  <a:gd name="T0" fmla="*/ 4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4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4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7" name="Freeform 220"/>
              <p:cNvSpPr>
                <a:spLocks noEditPoints="1"/>
              </p:cNvSpPr>
              <p:nvPr userDrawn="1"/>
            </p:nvSpPr>
            <p:spPr bwMode="auto">
              <a:xfrm>
                <a:off x="2676" y="1486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2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1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8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5" y="8"/>
                      <a:pt x="5" y="11"/>
                    </a:cubicBezTo>
                    <a:cubicBezTo>
                      <a:pt x="4" y="13"/>
                      <a:pt x="3" y="16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8" name="Freeform 221"/>
              <p:cNvSpPr>
                <a:spLocks/>
              </p:cNvSpPr>
              <p:nvPr userDrawn="1"/>
            </p:nvSpPr>
            <p:spPr bwMode="auto">
              <a:xfrm>
                <a:off x="2683" y="1557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9" name="Freeform 222"/>
              <p:cNvSpPr>
                <a:spLocks noEditPoints="1"/>
              </p:cNvSpPr>
              <p:nvPr userDrawn="1"/>
            </p:nvSpPr>
            <p:spPr bwMode="auto">
              <a:xfrm>
                <a:off x="2676" y="1626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0" name="Freeform 223"/>
              <p:cNvSpPr>
                <a:spLocks/>
              </p:cNvSpPr>
              <p:nvPr userDrawn="1"/>
            </p:nvSpPr>
            <p:spPr bwMode="auto">
              <a:xfrm>
                <a:off x="2683" y="1698"/>
                <a:ext cx="12" cy="49"/>
              </a:xfrm>
              <a:custGeom>
                <a:avLst/>
                <a:gdLst>
                  <a:gd name="T0" fmla="*/ 3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8 w 12"/>
                  <a:gd name="T7" fmla="*/ 49 h 49"/>
                  <a:gd name="T8" fmla="*/ 8 w 12"/>
                  <a:gd name="T9" fmla="*/ 5 h 49"/>
                  <a:gd name="T10" fmla="*/ 0 w 12"/>
                  <a:gd name="T11" fmla="*/ 5 h 49"/>
                  <a:gd name="T12" fmla="*/ 3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3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1" name="Freeform 224"/>
              <p:cNvSpPr>
                <a:spLocks noEditPoints="1"/>
              </p:cNvSpPr>
              <p:nvPr userDrawn="1"/>
            </p:nvSpPr>
            <p:spPr bwMode="auto">
              <a:xfrm>
                <a:off x="2676" y="1766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2" name="Freeform 225"/>
              <p:cNvSpPr>
                <a:spLocks noEditPoints="1"/>
              </p:cNvSpPr>
              <p:nvPr userDrawn="1"/>
            </p:nvSpPr>
            <p:spPr bwMode="auto">
              <a:xfrm>
                <a:off x="2676" y="1837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3" name="Freeform 226"/>
              <p:cNvSpPr>
                <a:spLocks/>
              </p:cNvSpPr>
              <p:nvPr userDrawn="1"/>
            </p:nvSpPr>
            <p:spPr bwMode="auto">
              <a:xfrm>
                <a:off x="2683" y="1908"/>
                <a:ext cx="12" cy="50"/>
              </a:xfrm>
              <a:custGeom>
                <a:avLst/>
                <a:gdLst>
                  <a:gd name="T0" fmla="*/ 3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8 w 12"/>
                  <a:gd name="T7" fmla="*/ 50 h 50"/>
                  <a:gd name="T8" fmla="*/ 8 w 12"/>
                  <a:gd name="T9" fmla="*/ 5 h 50"/>
                  <a:gd name="T10" fmla="*/ 0 w 12"/>
                  <a:gd name="T11" fmla="*/ 5 h 50"/>
                  <a:gd name="T12" fmla="*/ 3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3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4" name="Freeform 227"/>
              <p:cNvSpPr>
                <a:spLocks noEditPoints="1"/>
              </p:cNvSpPr>
              <p:nvPr userDrawn="1"/>
            </p:nvSpPr>
            <p:spPr bwMode="auto">
              <a:xfrm>
                <a:off x="2676" y="1976"/>
                <a:ext cx="33" cy="54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5" name="Freeform 228"/>
              <p:cNvSpPr>
                <a:spLocks noEditPoints="1"/>
              </p:cNvSpPr>
              <p:nvPr userDrawn="1"/>
            </p:nvSpPr>
            <p:spPr bwMode="auto">
              <a:xfrm>
                <a:off x="2676" y="2047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6" name="Freeform 229"/>
              <p:cNvSpPr>
                <a:spLocks/>
              </p:cNvSpPr>
              <p:nvPr userDrawn="1"/>
            </p:nvSpPr>
            <p:spPr bwMode="auto">
              <a:xfrm>
                <a:off x="2683" y="2119"/>
                <a:ext cx="12" cy="49"/>
              </a:xfrm>
              <a:custGeom>
                <a:avLst/>
                <a:gdLst>
                  <a:gd name="T0" fmla="*/ 3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8 w 12"/>
                  <a:gd name="T7" fmla="*/ 49 h 49"/>
                  <a:gd name="T8" fmla="*/ 8 w 12"/>
                  <a:gd name="T9" fmla="*/ 5 h 49"/>
                  <a:gd name="T10" fmla="*/ 0 w 12"/>
                  <a:gd name="T11" fmla="*/ 5 h 49"/>
                  <a:gd name="T12" fmla="*/ 3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3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7" name="Freeform 230"/>
              <p:cNvSpPr>
                <a:spLocks noEditPoints="1"/>
              </p:cNvSpPr>
              <p:nvPr userDrawn="1"/>
            </p:nvSpPr>
            <p:spPr bwMode="auto">
              <a:xfrm>
                <a:off x="2676" y="2187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8" name="Freeform 231"/>
              <p:cNvSpPr>
                <a:spLocks noEditPoints="1"/>
              </p:cNvSpPr>
              <p:nvPr userDrawn="1"/>
            </p:nvSpPr>
            <p:spPr bwMode="auto">
              <a:xfrm>
                <a:off x="2676" y="2257"/>
                <a:ext cx="33" cy="54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9" name="Freeform 232"/>
              <p:cNvSpPr>
                <a:spLocks noEditPoints="1"/>
              </p:cNvSpPr>
              <p:nvPr userDrawn="1"/>
            </p:nvSpPr>
            <p:spPr bwMode="auto">
              <a:xfrm>
                <a:off x="2676" y="2327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40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7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7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7"/>
                      <a:pt x="4" y="30"/>
                      <a:pt x="5" y="32"/>
                    </a:cubicBezTo>
                    <a:cubicBezTo>
                      <a:pt x="5" y="35"/>
                      <a:pt x="7" y="37"/>
                      <a:pt x="8" y="38"/>
                    </a:cubicBezTo>
                    <a:cubicBezTo>
                      <a:pt x="10" y="39"/>
                      <a:pt x="12" y="40"/>
                      <a:pt x="13" y="40"/>
                    </a:cubicBezTo>
                    <a:cubicBezTo>
                      <a:pt x="15" y="40"/>
                      <a:pt x="17" y="39"/>
                      <a:pt x="18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30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0" name="Freeform 233"/>
              <p:cNvSpPr>
                <a:spLocks/>
              </p:cNvSpPr>
              <p:nvPr userDrawn="1"/>
            </p:nvSpPr>
            <p:spPr bwMode="auto">
              <a:xfrm>
                <a:off x="2683" y="2398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1" name="Freeform 234"/>
              <p:cNvSpPr>
                <a:spLocks noEditPoints="1"/>
              </p:cNvSpPr>
              <p:nvPr userDrawn="1"/>
            </p:nvSpPr>
            <p:spPr bwMode="auto">
              <a:xfrm>
                <a:off x="2676" y="2468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2" name="Freeform 235"/>
              <p:cNvSpPr>
                <a:spLocks noEditPoints="1"/>
              </p:cNvSpPr>
              <p:nvPr userDrawn="1"/>
            </p:nvSpPr>
            <p:spPr bwMode="auto">
              <a:xfrm>
                <a:off x="2676" y="2537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40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7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7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40"/>
                      <a:pt x="13" y="40"/>
                    </a:cubicBezTo>
                    <a:cubicBezTo>
                      <a:pt x="15" y="40"/>
                      <a:pt x="17" y="39"/>
                      <a:pt x="18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3" name="Freeform 236"/>
              <p:cNvSpPr>
                <a:spLocks/>
              </p:cNvSpPr>
              <p:nvPr userDrawn="1"/>
            </p:nvSpPr>
            <p:spPr bwMode="auto">
              <a:xfrm>
                <a:off x="2683" y="2609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4" name="Freeform 237"/>
              <p:cNvSpPr>
                <a:spLocks noEditPoints="1"/>
              </p:cNvSpPr>
              <p:nvPr userDrawn="1"/>
            </p:nvSpPr>
            <p:spPr bwMode="auto">
              <a:xfrm>
                <a:off x="2676" y="2678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5" name="Freeform 238"/>
              <p:cNvSpPr>
                <a:spLocks/>
              </p:cNvSpPr>
              <p:nvPr userDrawn="1"/>
            </p:nvSpPr>
            <p:spPr bwMode="auto">
              <a:xfrm>
                <a:off x="2683" y="2749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6" name="Freeform 239"/>
              <p:cNvSpPr>
                <a:spLocks noEditPoints="1"/>
              </p:cNvSpPr>
              <p:nvPr userDrawn="1"/>
            </p:nvSpPr>
            <p:spPr bwMode="auto">
              <a:xfrm>
                <a:off x="2676" y="2818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7" name="Freeform 240"/>
              <p:cNvSpPr>
                <a:spLocks/>
              </p:cNvSpPr>
              <p:nvPr userDrawn="1"/>
            </p:nvSpPr>
            <p:spPr bwMode="auto">
              <a:xfrm>
                <a:off x="2677" y="2889"/>
                <a:ext cx="31" cy="13"/>
              </a:xfrm>
              <a:custGeom>
                <a:avLst/>
                <a:gdLst>
                  <a:gd name="T0" fmla="*/ 4 w 25"/>
                  <a:gd name="T1" fmla="*/ 11 h 11"/>
                  <a:gd name="T2" fmla="*/ 4 w 25"/>
                  <a:gd name="T3" fmla="*/ 11 h 11"/>
                  <a:gd name="T4" fmla="*/ 7 w 25"/>
                  <a:gd name="T5" fmla="*/ 5 h 11"/>
                  <a:gd name="T6" fmla="*/ 12 w 25"/>
                  <a:gd name="T7" fmla="*/ 4 h 11"/>
                  <a:gd name="T8" fmla="*/ 17 w 25"/>
                  <a:gd name="T9" fmla="*/ 5 h 11"/>
                  <a:gd name="T10" fmla="*/ 21 w 25"/>
                  <a:gd name="T11" fmla="*/ 11 h 11"/>
                  <a:gd name="T12" fmla="*/ 25 w 25"/>
                  <a:gd name="T13" fmla="*/ 11 h 11"/>
                  <a:gd name="T14" fmla="*/ 24 w 25"/>
                  <a:gd name="T15" fmla="*/ 9 h 11"/>
                  <a:gd name="T16" fmla="*/ 19 w 25"/>
                  <a:gd name="T17" fmla="*/ 2 h 11"/>
                  <a:gd name="T18" fmla="*/ 12 w 25"/>
                  <a:gd name="T19" fmla="*/ 0 h 11"/>
                  <a:gd name="T20" fmla="*/ 5 w 25"/>
                  <a:gd name="T21" fmla="*/ 2 h 11"/>
                  <a:gd name="T22" fmla="*/ 0 w 25"/>
                  <a:gd name="T23" fmla="*/ 9 h 11"/>
                  <a:gd name="T24" fmla="*/ 0 w 25"/>
                  <a:gd name="T25" fmla="*/ 11 h 11"/>
                  <a:gd name="T26" fmla="*/ 4 w 25"/>
                  <a:gd name="T2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" h="11">
                    <a:moveTo>
                      <a:pt x="4" y="11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4" y="8"/>
                      <a:pt x="6" y="7"/>
                      <a:pt x="7" y="5"/>
                    </a:cubicBezTo>
                    <a:cubicBezTo>
                      <a:pt x="9" y="4"/>
                      <a:pt x="11" y="4"/>
                      <a:pt x="12" y="4"/>
                    </a:cubicBezTo>
                    <a:cubicBezTo>
                      <a:pt x="14" y="4"/>
                      <a:pt x="16" y="4"/>
                      <a:pt x="17" y="5"/>
                    </a:cubicBezTo>
                    <a:cubicBezTo>
                      <a:pt x="19" y="7"/>
                      <a:pt x="20" y="8"/>
                      <a:pt x="21" y="11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10"/>
                      <a:pt x="25" y="10"/>
                      <a:pt x="24" y="9"/>
                    </a:cubicBezTo>
                    <a:cubicBezTo>
                      <a:pt x="23" y="6"/>
                      <a:pt x="22" y="4"/>
                      <a:pt x="19" y="2"/>
                    </a:cubicBezTo>
                    <a:cubicBezTo>
                      <a:pt x="17" y="1"/>
                      <a:pt x="15" y="0"/>
                      <a:pt x="12" y="0"/>
                    </a:cubicBezTo>
                    <a:cubicBezTo>
                      <a:pt x="10" y="0"/>
                      <a:pt x="7" y="0"/>
                      <a:pt x="5" y="2"/>
                    </a:cubicBezTo>
                    <a:cubicBezTo>
                      <a:pt x="3" y="4"/>
                      <a:pt x="1" y="6"/>
                      <a:pt x="0" y="9"/>
                    </a:cubicBezTo>
                    <a:cubicBezTo>
                      <a:pt x="0" y="9"/>
                      <a:pt x="0" y="10"/>
                      <a:pt x="0" y="11"/>
                    </a:cubicBezTo>
                    <a:lnTo>
                      <a:pt x="4" y="11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8" name="Freeform 241"/>
              <p:cNvSpPr>
                <a:spLocks/>
              </p:cNvSpPr>
              <p:nvPr userDrawn="1"/>
            </p:nvSpPr>
            <p:spPr bwMode="auto">
              <a:xfrm>
                <a:off x="989" y="1551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9" name="Freeform 242"/>
              <p:cNvSpPr>
                <a:spLocks/>
              </p:cNvSpPr>
              <p:nvPr userDrawn="1"/>
            </p:nvSpPr>
            <p:spPr bwMode="auto">
              <a:xfrm>
                <a:off x="1370" y="737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0" name="Freeform 243"/>
              <p:cNvSpPr>
                <a:spLocks noEditPoints="1"/>
              </p:cNvSpPr>
              <p:nvPr userDrawn="1"/>
            </p:nvSpPr>
            <p:spPr bwMode="auto">
              <a:xfrm>
                <a:off x="982" y="1619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1" name="Freeform 244"/>
              <p:cNvSpPr>
                <a:spLocks noEditPoints="1"/>
              </p:cNvSpPr>
              <p:nvPr userDrawn="1"/>
            </p:nvSpPr>
            <p:spPr bwMode="auto">
              <a:xfrm>
                <a:off x="982" y="1689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2" name="Freeform 245"/>
              <p:cNvSpPr>
                <a:spLocks/>
              </p:cNvSpPr>
              <p:nvPr userDrawn="1"/>
            </p:nvSpPr>
            <p:spPr bwMode="auto">
              <a:xfrm>
                <a:off x="989" y="176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3" name="Freeform 246"/>
              <p:cNvSpPr>
                <a:spLocks noEditPoints="1"/>
              </p:cNvSpPr>
              <p:nvPr userDrawn="1"/>
            </p:nvSpPr>
            <p:spPr bwMode="auto">
              <a:xfrm>
                <a:off x="982" y="1829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4" name="Freeform 247"/>
              <p:cNvSpPr>
                <a:spLocks/>
              </p:cNvSpPr>
              <p:nvPr userDrawn="1"/>
            </p:nvSpPr>
            <p:spPr bwMode="auto">
              <a:xfrm>
                <a:off x="927" y="2238"/>
                <a:ext cx="12" cy="50"/>
              </a:xfrm>
              <a:custGeom>
                <a:avLst/>
                <a:gdLst>
                  <a:gd name="T0" fmla="*/ 3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3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3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5" name="Freeform 248"/>
              <p:cNvSpPr>
                <a:spLocks/>
              </p:cNvSpPr>
              <p:nvPr userDrawn="1"/>
            </p:nvSpPr>
            <p:spPr bwMode="auto">
              <a:xfrm>
                <a:off x="989" y="197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6" name="Freeform 249"/>
              <p:cNvSpPr>
                <a:spLocks/>
              </p:cNvSpPr>
              <p:nvPr userDrawn="1"/>
            </p:nvSpPr>
            <p:spPr bwMode="auto">
              <a:xfrm>
                <a:off x="989" y="2041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7" name="Freeform 250"/>
              <p:cNvSpPr>
                <a:spLocks noEditPoints="1"/>
              </p:cNvSpPr>
              <p:nvPr userDrawn="1"/>
            </p:nvSpPr>
            <p:spPr bwMode="auto">
              <a:xfrm>
                <a:off x="982" y="2110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8" name="Freeform 251"/>
              <p:cNvSpPr>
                <a:spLocks noEditPoints="1"/>
              </p:cNvSpPr>
              <p:nvPr userDrawn="1"/>
            </p:nvSpPr>
            <p:spPr bwMode="auto">
              <a:xfrm>
                <a:off x="982" y="218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0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9" name="Freeform 252"/>
              <p:cNvSpPr>
                <a:spLocks/>
              </p:cNvSpPr>
              <p:nvPr userDrawn="1"/>
            </p:nvSpPr>
            <p:spPr bwMode="auto">
              <a:xfrm>
                <a:off x="989" y="2251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0" name="Freeform 253"/>
              <p:cNvSpPr>
                <a:spLocks noEditPoints="1"/>
              </p:cNvSpPr>
              <p:nvPr userDrawn="1"/>
            </p:nvSpPr>
            <p:spPr bwMode="auto">
              <a:xfrm>
                <a:off x="982" y="2320"/>
                <a:ext cx="34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1" name="Freeform 254"/>
              <p:cNvSpPr>
                <a:spLocks/>
              </p:cNvSpPr>
              <p:nvPr userDrawn="1"/>
            </p:nvSpPr>
            <p:spPr bwMode="auto">
              <a:xfrm>
                <a:off x="989" y="2392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2" name="Freeform 255"/>
              <p:cNvSpPr>
                <a:spLocks noEditPoints="1"/>
              </p:cNvSpPr>
              <p:nvPr userDrawn="1"/>
            </p:nvSpPr>
            <p:spPr bwMode="auto">
              <a:xfrm>
                <a:off x="982" y="2460"/>
                <a:ext cx="34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3" name="Freeform 256"/>
              <p:cNvSpPr>
                <a:spLocks/>
              </p:cNvSpPr>
              <p:nvPr userDrawn="1"/>
            </p:nvSpPr>
            <p:spPr bwMode="auto">
              <a:xfrm>
                <a:off x="989" y="2532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4" name="Freeform 257"/>
              <p:cNvSpPr>
                <a:spLocks noEditPoints="1"/>
              </p:cNvSpPr>
              <p:nvPr userDrawn="1"/>
            </p:nvSpPr>
            <p:spPr bwMode="auto">
              <a:xfrm>
                <a:off x="982" y="260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0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5" name="Freeform 258"/>
              <p:cNvSpPr>
                <a:spLocks noEditPoints="1"/>
              </p:cNvSpPr>
              <p:nvPr userDrawn="1"/>
            </p:nvSpPr>
            <p:spPr bwMode="auto">
              <a:xfrm>
                <a:off x="982" y="2671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6" name="Freeform 259"/>
              <p:cNvSpPr>
                <a:spLocks/>
              </p:cNvSpPr>
              <p:nvPr userDrawn="1"/>
            </p:nvSpPr>
            <p:spPr bwMode="auto">
              <a:xfrm>
                <a:off x="989" y="2743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7" name="Freeform 260"/>
              <p:cNvSpPr>
                <a:spLocks noEditPoints="1"/>
              </p:cNvSpPr>
              <p:nvPr userDrawn="1"/>
            </p:nvSpPr>
            <p:spPr bwMode="auto">
              <a:xfrm>
                <a:off x="982" y="2811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40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7"/>
                      <a:pt x="1" y="12"/>
                      <a:pt x="2" y="9"/>
                    </a:cubicBezTo>
                    <a:cubicBezTo>
                      <a:pt x="3" y="7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40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7"/>
                      <a:pt x="4" y="30"/>
                      <a:pt x="5" y="32"/>
                    </a:cubicBezTo>
                    <a:cubicBezTo>
                      <a:pt x="6" y="35"/>
                      <a:pt x="7" y="37"/>
                      <a:pt x="9" y="38"/>
                    </a:cubicBezTo>
                    <a:cubicBezTo>
                      <a:pt x="11" y="39"/>
                      <a:pt x="12" y="40"/>
                      <a:pt x="14" y="40"/>
                    </a:cubicBezTo>
                    <a:cubicBezTo>
                      <a:pt x="16" y="40"/>
                      <a:pt x="17" y="39"/>
                      <a:pt x="19" y="38"/>
                    </a:cubicBezTo>
                    <a:cubicBezTo>
                      <a:pt x="21" y="37"/>
                      <a:pt x="22" y="35"/>
                      <a:pt x="23" y="32"/>
                    </a:cubicBezTo>
                    <a:cubicBezTo>
                      <a:pt x="24" y="30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8" name="Freeform 261"/>
              <p:cNvSpPr>
                <a:spLocks/>
              </p:cNvSpPr>
              <p:nvPr userDrawn="1"/>
            </p:nvSpPr>
            <p:spPr bwMode="auto">
              <a:xfrm>
                <a:off x="982" y="2881"/>
                <a:ext cx="34" cy="21"/>
              </a:xfrm>
              <a:custGeom>
                <a:avLst/>
                <a:gdLst>
                  <a:gd name="T0" fmla="*/ 4 w 28"/>
                  <a:gd name="T1" fmla="*/ 17 h 17"/>
                  <a:gd name="T2" fmla="*/ 5 w 28"/>
                  <a:gd name="T3" fmla="*/ 11 h 17"/>
                  <a:gd name="T4" fmla="*/ 9 w 28"/>
                  <a:gd name="T5" fmla="*/ 6 h 17"/>
                  <a:gd name="T6" fmla="*/ 14 w 28"/>
                  <a:gd name="T7" fmla="*/ 4 h 17"/>
                  <a:gd name="T8" fmla="*/ 19 w 28"/>
                  <a:gd name="T9" fmla="*/ 6 h 17"/>
                  <a:gd name="T10" fmla="*/ 23 w 28"/>
                  <a:gd name="T11" fmla="*/ 12 h 17"/>
                  <a:gd name="T12" fmla="*/ 24 w 28"/>
                  <a:gd name="T13" fmla="*/ 17 h 17"/>
                  <a:gd name="T14" fmla="*/ 28 w 28"/>
                  <a:gd name="T15" fmla="*/ 17 h 17"/>
                  <a:gd name="T16" fmla="*/ 26 w 28"/>
                  <a:gd name="T17" fmla="*/ 9 h 17"/>
                  <a:gd name="T18" fmla="*/ 21 w 28"/>
                  <a:gd name="T19" fmla="*/ 2 h 17"/>
                  <a:gd name="T20" fmla="*/ 14 w 28"/>
                  <a:gd name="T21" fmla="*/ 0 h 17"/>
                  <a:gd name="T22" fmla="*/ 7 w 28"/>
                  <a:gd name="T23" fmla="*/ 2 h 17"/>
                  <a:gd name="T24" fmla="*/ 2 w 28"/>
                  <a:gd name="T25" fmla="*/ 9 h 17"/>
                  <a:gd name="T26" fmla="*/ 0 w 28"/>
                  <a:gd name="T27" fmla="*/ 17 h 17"/>
                  <a:gd name="T28" fmla="*/ 4 w 28"/>
                  <a:gd name="T2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" h="17">
                    <a:moveTo>
                      <a:pt x="4" y="17"/>
                    </a:moveTo>
                    <a:cubicBezTo>
                      <a:pt x="4" y="15"/>
                      <a:pt x="5" y="13"/>
                      <a:pt x="5" y="11"/>
                    </a:cubicBezTo>
                    <a:cubicBezTo>
                      <a:pt x="6" y="9"/>
                      <a:pt x="7" y="7"/>
                      <a:pt x="9" y="6"/>
                    </a:cubicBezTo>
                    <a:cubicBezTo>
                      <a:pt x="10" y="5"/>
                      <a:pt x="12" y="4"/>
                      <a:pt x="14" y="4"/>
                    </a:cubicBezTo>
                    <a:cubicBezTo>
                      <a:pt x="16" y="4"/>
                      <a:pt x="17" y="5"/>
                      <a:pt x="19" y="6"/>
                    </a:cubicBezTo>
                    <a:cubicBezTo>
                      <a:pt x="21" y="7"/>
                      <a:pt x="22" y="9"/>
                      <a:pt x="23" y="12"/>
                    </a:cubicBezTo>
                    <a:cubicBezTo>
                      <a:pt x="23" y="13"/>
                      <a:pt x="24" y="15"/>
                      <a:pt x="24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4"/>
                      <a:pt x="27" y="11"/>
                      <a:pt x="26" y="9"/>
                    </a:cubicBezTo>
                    <a:cubicBezTo>
                      <a:pt x="25" y="6"/>
                      <a:pt x="23" y="4"/>
                      <a:pt x="21" y="2"/>
                    </a:cubicBezTo>
                    <a:cubicBezTo>
                      <a:pt x="19" y="1"/>
                      <a:pt x="17" y="0"/>
                      <a:pt x="14" y="0"/>
                    </a:cubicBezTo>
                    <a:cubicBezTo>
                      <a:pt x="11" y="0"/>
                      <a:pt x="9" y="1"/>
                      <a:pt x="7" y="2"/>
                    </a:cubicBezTo>
                    <a:cubicBezTo>
                      <a:pt x="5" y="4"/>
                      <a:pt x="3" y="6"/>
                      <a:pt x="2" y="9"/>
                    </a:cubicBezTo>
                    <a:cubicBezTo>
                      <a:pt x="1" y="11"/>
                      <a:pt x="1" y="14"/>
                      <a:pt x="0" y="17"/>
                    </a:cubicBezTo>
                    <a:lnTo>
                      <a:pt x="4" y="17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9" name="Freeform 262"/>
              <p:cNvSpPr>
                <a:spLocks noEditPoints="1"/>
              </p:cNvSpPr>
              <p:nvPr userDrawn="1"/>
            </p:nvSpPr>
            <p:spPr bwMode="auto">
              <a:xfrm>
                <a:off x="2299" y="1713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40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40"/>
                      <a:pt x="14" y="40"/>
                    </a:cubicBezTo>
                    <a:cubicBezTo>
                      <a:pt x="15" y="40"/>
                      <a:pt x="17" y="39"/>
                      <a:pt x="19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0" name="Freeform 263"/>
              <p:cNvSpPr>
                <a:spLocks noEditPoints="1"/>
              </p:cNvSpPr>
              <p:nvPr userDrawn="1"/>
            </p:nvSpPr>
            <p:spPr bwMode="auto">
              <a:xfrm>
                <a:off x="1574" y="646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4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3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1" name="Freeform 264"/>
              <p:cNvSpPr>
                <a:spLocks/>
              </p:cNvSpPr>
              <p:nvPr userDrawn="1"/>
            </p:nvSpPr>
            <p:spPr bwMode="auto">
              <a:xfrm>
                <a:off x="2307" y="1785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4 h 50"/>
                  <a:gd name="T10" fmla="*/ 0 w 12"/>
                  <a:gd name="T11" fmla="*/ 4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2" name="Freeform 265"/>
              <p:cNvSpPr>
                <a:spLocks noEditPoints="1"/>
              </p:cNvSpPr>
              <p:nvPr userDrawn="1"/>
            </p:nvSpPr>
            <p:spPr bwMode="auto">
              <a:xfrm>
                <a:off x="2299" y="1854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3" name="Freeform 266"/>
              <p:cNvSpPr>
                <a:spLocks/>
              </p:cNvSpPr>
              <p:nvPr userDrawn="1"/>
            </p:nvSpPr>
            <p:spPr bwMode="auto">
              <a:xfrm>
                <a:off x="2307" y="192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4" name="Freeform 267"/>
              <p:cNvSpPr>
                <a:spLocks noEditPoints="1"/>
              </p:cNvSpPr>
              <p:nvPr userDrawn="1"/>
            </p:nvSpPr>
            <p:spPr bwMode="auto">
              <a:xfrm>
                <a:off x="2299" y="1994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5" name="Freeform 268"/>
              <p:cNvSpPr>
                <a:spLocks noEditPoints="1"/>
              </p:cNvSpPr>
              <p:nvPr userDrawn="1"/>
            </p:nvSpPr>
            <p:spPr bwMode="auto">
              <a:xfrm>
                <a:off x="2299" y="2064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6" name="Freeform 269"/>
              <p:cNvSpPr>
                <a:spLocks noEditPoints="1"/>
              </p:cNvSpPr>
              <p:nvPr userDrawn="1"/>
            </p:nvSpPr>
            <p:spPr bwMode="auto">
              <a:xfrm>
                <a:off x="2299" y="241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7" name="Freeform 270"/>
              <p:cNvSpPr>
                <a:spLocks noEditPoints="1"/>
              </p:cNvSpPr>
              <p:nvPr userDrawn="1"/>
            </p:nvSpPr>
            <p:spPr bwMode="auto">
              <a:xfrm>
                <a:off x="2299" y="248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8" name="Freeform 271"/>
              <p:cNvSpPr>
                <a:spLocks noEditPoints="1"/>
              </p:cNvSpPr>
              <p:nvPr userDrawn="1"/>
            </p:nvSpPr>
            <p:spPr bwMode="auto">
              <a:xfrm>
                <a:off x="2299" y="2554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9" name="Freeform 272"/>
              <p:cNvSpPr>
                <a:spLocks/>
              </p:cNvSpPr>
              <p:nvPr userDrawn="1"/>
            </p:nvSpPr>
            <p:spPr bwMode="auto">
              <a:xfrm>
                <a:off x="2307" y="262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0" name="Freeform 273"/>
              <p:cNvSpPr>
                <a:spLocks noEditPoints="1"/>
              </p:cNvSpPr>
              <p:nvPr userDrawn="1"/>
            </p:nvSpPr>
            <p:spPr bwMode="auto">
              <a:xfrm>
                <a:off x="2299" y="269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1" name="Freeform 274"/>
              <p:cNvSpPr>
                <a:spLocks noEditPoints="1"/>
              </p:cNvSpPr>
              <p:nvPr userDrawn="1"/>
            </p:nvSpPr>
            <p:spPr bwMode="auto">
              <a:xfrm>
                <a:off x="2299" y="2765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2" name="Freeform 275"/>
              <p:cNvSpPr>
                <a:spLocks/>
              </p:cNvSpPr>
              <p:nvPr userDrawn="1"/>
            </p:nvSpPr>
            <p:spPr bwMode="auto">
              <a:xfrm>
                <a:off x="2307" y="2837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3" name="Freeform 276"/>
              <p:cNvSpPr>
                <a:spLocks noEditPoints="1"/>
              </p:cNvSpPr>
              <p:nvPr userDrawn="1"/>
            </p:nvSpPr>
            <p:spPr bwMode="auto">
              <a:xfrm>
                <a:off x="1960" y="989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4" name="Freeform 277"/>
              <p:cNvSpPr>
                <a:spLocks noEditPoints="1"/>
              </p:cNvSpPr>
              <p:nvPr userDrawn="1"/>
            </p:nvSpPr>
            <p:spPr bwMode="auto">
              <a:xfrm>
                <a:off x="1960" y="1058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5" name="Freeform 278"/>
              <p:cNvSpPr>
                <a:spLocks noEditPoints="1"/>
              </p:cNvSpPr>
              <p:nvPr userDrawn="1"/>
            </p:nvSpPr>
            <p:spPr bwMode="auto">
              <a:xfrm>
                <a:off x="1960" y="1129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6" name="Freeform 279"/>
              <p:cNvSpPr>
                <a:spLocks/>
              </p:cNvSpPr>
              <p:nvPr userDrawn="1"/>
            </p:nvSpPr>
            <p:spPr bwMode="auto">
              <a:xfrm>
                <a:off x="1969" y="1200"/>
                <a:ext cx="12" cy="50"/>
              </a:xfrm>
              <a:custGeom>
                <a:avLst/>
                <a:gdLst>
                  <a:gd name="T0" fmla="*/ 3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3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3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7" name="Freeform 280"/>
              <p:cNvSpPr>
                <a:spLocks/>
              </p:cNvSpPr>
              <p:nvPr userDrawn="1"/>
            </p:nvSpPr>
            <p:spPr bwMode="auto">
              <a:xfrm>
                <a:off x="2309" y="953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8" name="Freeform 281"/>
              <p:cNvSpPr>
                <a:spLocks/>
              </p:cNvSpPr>
              <p:nvPr userDrawn="1"/>
            </p:nvSpPr>
            <p:spPr bwMode="auto">
              <a:xfrm>
                <a:off x="1663" y="508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9" name="Freeform 282"/>
              <p:cNvSpPr>
                <a:spLocks noEditPoints="1"/>
              </p:cNvSpPr>
              <p:nvPr userDrawn="1"/>
            </p:nvSpPr>
            <p:spPr bwMode="auto">
              <a:xfrm>
                <a:off x="1960" y="1268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0" name="Freeform 283"/>
              <p:cNvSpPr>
                <a:spLocks noEditPoints="1"/>
              </p:cNvSpPr>
              <p:nvPr userDrawn="1"/>
            </p:nvSpPr>
            <p:spPr bwMode="auto">
              <a:xfrm>
                <a:off x="1960" y="1339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1" name="Freeform 284"/>
              <p:cNvSpPr>
                <a:spLocks noEditPoints="1"/>
              </p:cNvSpPr>
              <p:nvPr userDrawn="1"/>
            </p:nvSpPr>
            <p:spPr bwMode="auto">
              <a:xfrm>
                <a:off x="2452" y="792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5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5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2" name="Freeform 285"/>
              <p:cNvSpPr>
                <a:spLocks noEditPoints="1"/>
              </p:cNvSpPr>
              <p:nvPr userDrawn="1"/>
            </p:nvSpPr>
            <p:spPr bwMode="auto">
              <a:xfrm>
                <a:off x="1754" y="581"/>
                <a:ext cx="34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3" name="Freeform 286"/>
              <p:cNvSpPr>
                <a:spLocks/>
              </p:cNvSpPr>
              <p:nvPr userDrawn="1"/>
            </p:nvSpPr>
            <p:spPr bwMode="auto">
              <a:xfrm>
                <a:off x="1969" y="1411"/>
                <a:ext cx="12" cy="49"/>
              </a:xfrm>
              <a:custGeom>
                <a:avLst/>
                <a:gdLst>
                  <a:gd name="T0" fmla="*/ 3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3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3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4" name="Freeform 287"/>
              <p:cNvSpPr>
                <a:spLocks noEditPoints="1"/>
              </p:cNvSpPr>
              <p:nvPr userDrawn="1"/>
            </p:nvSpPr>
            <p:spPr bwMode="auto">
              <a:xfrm>
                <a:off x="1641" y="2605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7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5" name="Freeform 288"/>
              <p:cNvSpPr>
                <a:spLocks/>
              </p:cNvSpPr>
              <p:nvPr userDrawn="1"/>
            </p:nvSpPr>
            <p:spPr bwMode="auto">
              <a:xfrm>
                <a:off x="1650" y="2677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6" name="Freeform 289"/>
              <p:cNvSpPr>
                <a:spLocks noEditPoints="1"/>
              </p:cNvSpPr>
              <p:nvPr userDrawn="1"/>
            </p:nvSpPr>
            <p:spPr bwMode="auto">
              <a:xfrm>
                <a:off x="1641" y="274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7" name="Freeform 290"/>
              <p:cNvSpPr>
                <a:spLocks noEditPoints="1"/>
              </p:cNvSpPr>
              <p:nvPr userDrawn="1"/>
            </p:nvSpPr>
            <p:spPr bwMode="auto">
              <a:xfrm>
                <a:off x="1641" y="281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8" name="Freeform 291"/>
              <p:cNvSpPr>
                <a:spLocks noEditPoints="1"/>
              </p:cNvSpPr>
              <p:nvPr userDrawn="1"/>
            </p:nvSpPr>
            <p:spPr bwMode="auto">
              <a:xfrm>
                <a:off x="2189" y="2270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9" name="Freeform 292"/>
              <p:cNvSpPr>
                <a:spLocks/>
              </p:cNvSpPr>
              <p:nvPr userDrawn="1"/>
            </p:nvSpPr>
            <p:spPr bwMode="auto">
              <a:xfrm>
                <a:off x="2197" y="234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0" name="Freeform 293"/>
              <p:cNvSpPr>
                <a:spLocks noEditPoints="1"/>
              </p:cNvSpPr>
              <p:nvPr userDrawn="1"/>
            </p:nvSpPr>
            <p:spPr bwMode="auto">
              <a:xfrm>
                <a:off x="2189" y="241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1" name="Freeform 294"/>
              <p:cNvSpPr>
                <a:spLocks/>
              </p:cNvSpPr>
              <p:nvPr userDrawn="1"/>
            </p:nvSpPr>
            <p:spPr bwMode="auto">
              <a:xfrm>
                <a:off x="2197" y="2174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2" name="Freeform 295"/>
              <p:cNvSpPr>
                <a:spLocks noEditPoints="1"/>
              </p:cNvSpPr>
              <p:nvPr userDrawn="1"/>
            </p:nvSpPr>
            <p:spPr bwMode="auto">
              <a:xfrm>
                <a:off x="1369" y="159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3" name="Freeform 296"/>
              <p:cNvSpPr>
                <a:spLocks/>
              </p:cNvSpPr>
              <p:nvPr userDrawn="1"/>
            </p:nvSpPr>
            <p:spPr bwMode="auto">
              <a:xfrm>
                <a:off x="1376" y="1666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4" name="Freeform 297"/>
              <p:cNvSpPr>
                <a:spLocks noEditPoints="1"/>
              </p:cNvSpPr>
              <p:nvPr userDrawn="1"/>
            </p:nvSpPr>
            <p:spPr bwMode="auto">
              <a:xfrm>
                <a:off x="1369" y="173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5" name="Freeform 298"/>
              <p:cNvSpPr>
                <a:spLocks/>
              </p:cNvSpPr>
              <p:nvPr userDrawn="1"/>
            </p:nvSpPr>
            <p:spPr bwMode="auto">
              <a:xfrm>
                <a:off x="1376" y="1806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6" name="Freeform 299"/>
              <p:cNvSpPr>
                <a:spLocks noEditPoints="1"/>
              </p:cNvSpPr>
              <p:nvPr userDrawn="1"/>
            </p:nvSpPr>
            <p:spPr bwMode="auto">
              <a:xfrm>
                <a:off x="1626" y="1682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7" name="Freeform 300"/>
              <p:cNvSpPr>
                <a:spLocks noEditPoints="1"/>
              </p:cNvSpPr>
              <p:nvPr userDrawn="1"/>
            </p:nvSpPr>
            <p:spPr bwMode="auto">
              <a:xfrm>
                <a:off x="1626" y="1752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8" name="Freeform 301"/>
              <p:cNvSpPr>
                <a:spLocks noEditPoints="1"/>
              </p:cNvSpPr>
              <p:nvPr userDrawn="1"/>
            </p:nvSpPr>
            <p:spPr bwMode="auto">
              <a:xfrm>
                <a:off x="1639" y="2313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9" name="Freeform 302"/>
              <p:cNvSpPr>
                <a:spLocks/>
              </p:cNvSpPr>
              <p:nvPr userDrawn="1"/>
            </p:nvSpPr>
            <p:spPr bwMode="auto">
              <a:xfrm>
                <a:off x="1646" y="2385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0" name="Freeform 303"/>
              <p:cNvSpPr>
                <a:spLocks noEditPoints="1"/>
              </p:cNvSpPr>
              <p:nvPr userDrawn="1"/>
            </p:nvSpPr>
            <p:spPr bwMode="auto">
              <a:xfrm>
                <a:off x="1639" y="2453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1" name="Freeform 304"/>
              <p:cNvSpPr>
                <a:spLocks/>
              </p:cNvSpPr>
              <p:nvPr userDrawn="1"/>
            </p:nvSpPr>
            <p:spPr bwMode="auto">
              <a:xfrm>
                <a:off x="1646" y="2525"/>
                <a:ext cx="14" cy="48"/>
              </a:xfrm>
              <a:custGeom>
                <a:avLst/>
                <a:gdLst>
                  <a:gd name="T0" fmla="*/ 9 w 14"/>
                  <a:gd name="T1" fmla="*/ 48 h 48"/>
                  <a:gd name="T2" fmla="*/ 14 w 14"/>
                  <a:gd name="T3" fmla="*/ 48 h 48"/>
                  <a:gd name="T4" fmla="*/ 14 w 14"/>
                  <a:gd name="T5" fmla="*/ 0 h 48"/>
                  <a:gd name="T6" fmla="*/ 4 w 14"/>
                  <a:gd name="T7" fmla="*/ 0 h 48"/>
                  <a:gd name="T8" fmla="*/ 0 w 14"/>
                  <a:gd name="T9" fmla="*/ 5 h 48"/>
                  <a:gd name="T10" fmla="*/ 9 w 14"/>
                  <a:gd name="T11" fmla="*/ 5 h 48"/>
                  <a:gd name="T12" fmla="*/ 9 w 14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8">
                    <a:moveTo>
                      <a:pt x="9" y="48"/>
                    </a:moveTo>
                    <a:lnTo>
                      <a:pt x="14" y="48"/>
                    </a:lnTo>
                    <a:lnTo>
                      <a:pt x="14" y="0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9" y="5"/>
                    </a:lnTo>
                    <a:lnTo>
                      <a:pt x="9" y="48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2" name="Freeform 305"/>
              <p:cNvSpPr>
                <a:spLocks/>
              </p:cNvSpPr>
              <p:nvPr userDrawn="1"/>
            </p:nvSpPr>
            <p:spPr bwMode="auto">
              <a:xfrm>
                <a:off x="881" y="2224"/>
                <a:ext cx="14" cy="53"/>
              </a:xfrm>
              <a:custGeom>
                <a:avLst/>
                <a:gdLst>
                  <a:gd name="T0" fmla="*/ 3 w 14"/>
                  <a:gd name="T1" fmla="*/ 0 h 53"/>
                  <a:gd name="T2" fmla="*/ 14 w 14"/>
                  <a:gd name="T3" fmla="*/ 0 h 53"/>
                  <a:gd name="T4" fmla="*/ 14 w 14"/>
                  <a:gd name="T5" fmla="*/ 53 h 53"/>
                  <a:gd name="T6" fmla="*/ 9 w 14"/>
                  <a:gd name="T7" fmla="*/ 53 h 53"/>
                  <a:gd name="T8" fmla="*/ 9 w 14"/>
                  <a:gd name="T9" fmla="*/ 6 h 53"/>
                  <a:gd name="T10" fmla="*/ 0 w 14"/>
                  <a:gd name="T11" fmla="*/ 6 h 53"/>
                  <a:gd name="T12" fmla="*/ 3 w 14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3">
                    <a:moveTo>
                      <a:pt x="3" y="0"/>
                    </a:moveTo>
                    <a:lnTo>
                      <a:pt x="14" y="0"/>
                    </a:lnTo>
                    <a:lnTo>
                      <a:pt x="14" y="53"/>
                    </a:lnTo>
                    <a:lnTo>
                      <a:pt x="9" y="53"/>
                    </a:lnTo>
                    <a:lnTo>
                      <a:pt x="9" y="6"/>
                    </a:lnTo>
                    <a:lnTo>
                      <a:pt x="0" y="6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3" name="Freeform 306"/>
              <p:cNvSpPr>
                <a:spLocks noEditPoints="1"/>
              </p:cNvSpPr>
              <p:nvPr userDrawn="1"/>
            </p:nvSpPr>
            <p:spPr bwMode="auto">
              <a:xfrm>
                <a:off x="873" y="2297"/>
                <a:ext cx="35" cy="56"/>
              </a:xfrm>
              <a:custGeom>
                <a:avLst/>
                <a:gdLst>
                  <a:gd name="T0" fmla="*/ 0 w 29"/>
                  <a:gd name="T1" fmla="*/ 22 h 45"/>
                  <a:gd name="T2" fmla="*/ 2 w 29"/>
                  <a:gd name="T3" fmla="*/ 9 h 45"/>
                  <a:gd name="T4" fmla="*/ 7 w 29"/>
                  <a:gd name="T5" fmla="*/ 2 h 45"/>
                  <a:gd name="T6" fmla="*/ 15 w 29"/>
                  <a:gd name="T7" fmla="*/ 0 h 45"/>
                  <a:gd name="T8" fmla="*/ 22 w 29"/>
                  <a:gd name="T9" fmla="*/ 2 h 45"/>
                  <a:gd name="T10" fmla="*/ 28 w 29"/>
                  <a:gd name="T11" fmla="*/ 9 h 45"/>
                  <a:gd name="T12" fmla="*/ 29 w 29"/>
                  <a:gd name="T13" fmla="*/ 22 h 45"/>
                  <a:gd name="T14" fmla="*/ 28 w 29"/>
                  <a:gd name="T15" fmla="*/ 35 h 45"/>
                  <a:gd name="T16" fmla="*/ 22 w 29"/>
                  <a:gd name="T17" fmla="*/ 42 h 45"/>
                  <a:gd name="T18" fmla="*/ 15 w 29"/>
                  <a:gd name="T19" fmla="*/ 45 h 45"/>
                  <a:gd name="T20" fmla="*/ 7 w 29"/>
                  <a:gd name="T21" fmla="*/ 42 h 45"/>
                  <a:gd name="T22" fmla="*/ 2 w 29"/>
                  <a:gd name="T23" fmla="*/ 35 h 45"/>
                  <a:gd name="T24" fmla="*/ 0 w 29"/>
                  <a:gd name="T25" fmla="*/ 22 h 45"/>
                  <a:gd name="T26" fmla="*/ 4 w 29"/>
                  <a:gd name="T27" fmla="*/ 22 h 45"/>
                  <a:gd name="T28" fmla="*/ 6 w 29"/>
                  <a:gd name="T29" fmla="*/ 33 h 45"/>
                  <a:gd name="T30" fmla="*/ 9 w 29"/>
                  <a:gd name="T31" fmla="*/ 39 h 45"/>
                  <a:gd name="T32" fmla="*/ 15 w 29"/>
                  <a:gd name="T33" fmla="*/ 41 h 45"/>
                  <a:gd name="T34" fmla="*/ 20 w 29"/>
                  <a:gd name="T35" fmla="*/ 39 h 45"/>
                  <a:gd name="T36" fmla="*/ 24 w 29"/>
                  <a:gd name="T37" fmla="*/ 33 h 45"/>
                  <a:gd name="T38" fmla="*/ 25 w 29"/>
                  <a:gd name="T39" fmla="*/ 22 h 45"/>
                  <a:gd name="T40" fmla="*/ 24 w 29"/>
                  <a:gd name="T41" fmla="*/ 12 h 45"/>
                  <a:gd name="T42" fmla="*/ 20 w 29"/>
                  <a:gd name="T43" fmla="*/ 6 h 45"/>
                  <a:gd name="T44" fmla="*/ 15 w 29"/>
                  <a:gd name="T45" fmla="*/ 4 h 45"/>
                  <a:gd name="T46" fmla="*/ 9 w 29"/>
                  <a:gd name="T47" fmla="*/ 6 h 45"/>
                  <a:gd name="T48" fmla="*/ 6 w 29"/>
                  <a:gd name="T49" fmla="*/ 11 h 45"/>
                  <a:gd name="T50" fmla="*/ 4 w 29"/>
                  <a:gd name="T51" fmla="*/ 2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9" h="45">
                    <a:moveTo>
                      <a:pt x="0" y="22"/>
                    </a:moveTo>
                    <a:cubicBezTo>
                      <a:pt x="0" y="17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2" y="0"/>
                      <a:pt x="15" y="0"/>
                    </a:cubicBezTo>
                    <a:cubicBezTo>
                      <a:pt x="17" y="0"/>
                      <a:pt x="20" y="1"/>
                      <a:pt x="22" y="2"/>
                    </a:cubicBezTo>
                    <a:cubicBezTo>
                      <a:pt x="24" y="4"/>
                      <a:pt x="26" y="6"/>
                      <a:pt x="28" y="9"/>
                    </a:cubicBezTo>
                    <a:cubicBezTo>
                      <a:pt x="29" y="13"/>
                      <a:pt x="29" y="17"/>
                      <a:pt x="29" y="22"/>
                    </a:cubicBezTo>
                    <a:cubicBezTo>
                      <a:pt x="29" y="28"/>
                      <a:pt x="29" y="32"/>
                      <a:pt x="28" y="35"/>
                    </a:cubicBezTo>
                    <a:cubicBezTo>
                      <a:pt x="26" y="38"/>
                      <a:pt x="24" y="41"/>
                      <a:pt x="22" y="42"/>
                    </a:cubicBezTo>
                    <a:cubicBezTo>
                      <a:pt x="20" y="44"/>
                      <a:pt x="17" y="45"/>
                      <a:pt x="15" y="45"/>
                    </a:cubicBezTo>
                    <a:cubicBezTo>
                      <a:pt x="12" y="45"/>
                      <a:pt x="10" y="44"/>
                      <a:pt x="7" y="42"/>
                    </a:cubicBezTo>
                    <a:cubicBezTo>
                      <a:pt x="5" y="41"/>
                      <a:pt x="3" y="38"/>
                      <a:pt x="2" y="35"/>
                    </a:cubicBezTo>
                    <a:cubicBezTo>
                      <a:pt x="1" y="32"/>
                      <a:pt x="0" y="28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7"/>
                      <a:pt x="5" y="31"/>
                      <a:pt x="6" y="33"/>
                    </a:cubicBezTo>
                    <a:cubicBezTo>
                      <a:pt x="7" y="36"/>
                      <a:pt x="8" y="38"/>
                      <a:pt x="9" y="39"/>
                    </a:cubicBezTo>
                    <a:cubicBezTo>
                      <a:pt x="11" y="40"/>
                      <a:pt x="13" y="41"/>
                      <a:pt x="15" y="41"/>
                    </a:cubicBezTo>
                    <a:cubicBezTo>
                      <a:pt x="17" y="41"/>
                      <a:pt x="18" y="40"/>
                      <a:pt x="20" y="39"/>
                    </a:cubicBezTo>
                    <a:cubicBezTo>
                      <a:pt x="22" y="38"/>
                      <a:pt x="23" y="36"/>
                      <a:pt x="24" y="33"/>
                    </a:cubicBezTo>
                    <a:cubicBezTo>
                      <a:pt x="25" y="30"/>
                      <a:pt x="25" y="27"/>
                      <a:pt x="25" y="22"/>
                    </a:cubicBezTo>
                    <a:cubicBezTo>
                      <a:pt x="25" y="18"/>
                      <a:pt x="25" y="14"/>
                      <a:pt x="24" y="12"/>
                    </a:cubicBezTo>
                    <a:cubicBezTo>
                      <a:pt x="23" y="9"/>
                      <a:pt x="22" y="7"/>
                      <a:pt x="20" y="6"/>
                    </a:cubicBezTo>
                    <a:cubicBezTo>
                      <a:pt x="18" y="4"/>
                      <a:pt x="17" y="4"/>
                      <a:pt x="15" y="4"/>
                    </a:cubicBezTo>
                    <a:cubicBezTo>
                      <a:pt x="13" y="4"/>
                      <a:pt x="11" y="4"/>
                      <a:pt x="9" y="6"/>
                    </a:cubicBezTo>
                    <a:cubicBezTo>
                      <a:pt x="8" y="7"/>
                      <a:pt x="7" y="9"/>
                      <a:pt x="6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4" name="Freeform 307"/>
              <p:cNvSpPr>
                <a:spLocks noEditPoints="1"/>
              </p:cNvSpPr>
              <p:nvPr userDrawn="1"/>
            </p:nvSpPr>
            <p:spPr bwMode="auto">
              <a:xfrm>
                <a:off x="873" y="2370"/>
                <a:ext cx="35" cy="56"/>
              </a:xfrm>
              <a:custGeom>
                <a:avLst/>
                <a:gdLst>
                  <a:gd name="T0" fmla="*/ 0 w 29"/>
                  <a:gd name="T1" fmla="*/ 23 h 45"/>
                  <a:gd name="T2" fmla="*/ 2 w 29"/>
                  <a:gd name="T3" fmla="*/ 10 h 45"/>
                  <a:gd name="T4" fmla="*/ 7 w 29"/>
                  <a:gd name="T5" fmla="*/ 3 h 45"/>
                  <a:gd name="T6" fmla="*/ 15 w 29"/>
                  <a:gd name="T7" fmla="*/ 0 h 45"/>
                  <a:gd name="T8" fmla="*/ 22 w 29"/>
                  <a:gd name="T9" fmla="*/ 3 h 45"/>
                  <a:gd name="T10" fmla="*/ 28 w 29"/>
                  <a:gd name="T11" fmla="*/ 10 h 45"/>
                  <a:gd name="T12" fmla="*/ 29 w 29"/>
                  <a:gd name="T13" fmla="*/ 23 h 45"/>
                  <a:gd name="T14" fmla="*/ 28 w 29"/>
                  <a:gd name="T15" fmla="*/ 35 h 45"/>
                  <a:gd name="T16" fmla="*/ 22 w 29"/>
                  <a:gd name="T17" fmla="*/ 43 h 45"/>
                  <a:gd name="T18" fmla="*/ 15 w 29"/>
                  <a:gd name="T19" fmla="*/ 45 h 45"/>
                  <a:gd name="T20" fmla="*/ 7 w 29"/>
                  <a:gd name="T21" fmla="*/ 43 h 45"/>
                  <a:gd name="T22" fmla="*/ 2 w 29"/>
                  <a:gd name="T23" fmla="*/ 36 h 45"/>
                  <a:gd name="T24" fmla="*/ 0 w 29"/>
                  <a:gd name="T25" fmla="*/ 23 h 45"/>
                  <a:gd name="T26" fmla="*/ 4 w 29"/>
                  <a:gd name="T27" fmla="*/ 23 h 45"/>
                  <a:gd name="T28" fmla="*/ 6 w 29"/>
                  <a:gd name="T29" fmla="*/ 34 h 45"/>
                  <a:gd name="T30" fmla="*/ 9 w 29"/>
                  <a:gd name="T31" fmla="*/ 39 h 45"/>
                  <a:gd name="T32" fmla="*/ 15 w 29"/>
                  <a:gd name="T33" fmla="*/ 41 h 45"/>
                  <a:gd name="T34" fmla="*/ 20 w 29"/>
                  <a:gd name="T35" fmla="*/ 39 h 45"/>
                  <a:gd name="T36" fmla="*/ 24 w 29"/>
                  <a:gd name="T37" fmla="*/ 34 h 45"/>
                  <a:gd name="T38" fmla="*/ 25 w 29"/>
                  <a:gd name="T39" fmla="*/ 23 h 45"/>
                  <a:gd name="T40" fmla="*/ 24 w 29"/>
                  <a:gd name="T41" fmla="*/ 12 h 45"/>
                  <a:gd name="T42" fmla="*/ 20 w 29"/>
                  <a:gd name="T43" fmla="*/ 6 h 45"/>
                  <a:gd name="T44" fmla="*/ 15 w 29"/>
                  <a:gd name="T45" fmla="*/ 4 h 45"/>
                  <a:gd name="T46" fmla="*/ 9 w 29"/>
                  <a:gd name="T47" fmla="*/ 6 h 45"/>
                  <a:gd name="T48" fmla="*/ 6 w 29"/>
                  <a:gd name="T49" fmla="*/ 12 h 45"/>
                  <a:gd name="T50" fmla="*/ 4 w 29"/>
                  <a:gd name="T51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9" h="45">
                    <a:moveTo>
                      <a:pt x="0" y="23"/>
                    </a:moveTo>
                    <a:cubicBezTo>
                      <a:pt x="0" y="17"/>
                      <a:pt x="1" y="13"/>
                      <a:pt x="2" y="10"/>
                    </a:cubicBezTo>
                    <a:cubicBezTo>
                      <a:pt x="3" y="7"/>
                      <a:pt x="5" y="4"/>
                      <a:pt x="7" y="3"/>
                    </a:cubicBezTo>
                    <a:cubicBezTo>
                      <a:pt x="9" y="1"/>
                      <a:pt x="12" y="0"/>
                      <a:pt x="15" y="0"/>
                    </a:cubicBezTo>
                    <a:cubicBezTo>
                      <a:pt x="17" y="0"/>
                      <a:pt x="20" y="1"/>
                      <a:pt x="22" y="3"/>
                    </a:cubicBezTo>
                    <a:cubicBezTo>
                      <a:pt x="24" y="4"/>
                      <a:pt x="26" y="7"/>
                      <a:pt x="28" y="10"/>
                    </a:cubicBezTo>
                    <a:cubicBezTo>
                      <a:pt x="29" y="13"/>
                      <a:pt x="29" y="17"/>
                      <a:pt x="29" y="23"/>
                    </a:cubicBezTo>
                    <a:cubicBezTo>
                      <a:pt x="29" y="28"/>
                      <a:pt x="29" y="32"/>
                      <a:pt x="28" y="35"/>
                    </a:cubicBezTo>
                    <a:cubicBezTo>
                      <a:pt x="26" y="39"/>
                      <a:pt x="24" y="41"/>
                      <a:pt x="22" y="43"/>
                    </a:cubicBezTo>
                    <a:cubicBezTo>
                      <a:pt x="20" y="44"/>
                      <a:pt x="17" y="45"/>
                      <a:pt x="15" y="45"/>
                    </a:cubicBezTo>
                    <a:cubicBezTo>
                      <a:pt x="12" y="45"/>
                      <a:pt x="10" y="44"/>
                      <a:pt x="7" y="43"/>
                    </a:cubicBezTo>
                    <a:cubicBezTo>
                      <a:pt x="5" y="41"/>
                      <a:pt x="3" y="39"/>
                      <a:pt x="2" y="36"/>
                    </a:cubicBezTo>
                    <a:cubicBezTo>
                      <a:pt x="1" y="33"/>
                      <a:pt x="0" y="28"/>
                      <a:pt x="0" y="23"/>
                    </a:cubicBezTo>
                    <a:close/>
                    <a:moveTo>
                      <a:pt x="4" y="23"/>
                    </a:moveTo>
                    <a:cubicBezTo>
                      <a:pt x="4" y="28"/>
                      <a:pt x="5" y="31"/>
                      <a:pt x="6" y="34"/>
                    </a:cubicBezTo>
                    <a:cubicBezTo>
                      <a:pt x="7" y="36"/>
                      <a:pt x="8" y="38"/>
                      <a:pt x="9" y="39"/>
                    </a:cubicBezTo>
                    <a:cubicBezTo>
                      <a:pt x="11" y="41"/>
                      <a:pt x="13" y="41"/>
                      <a:pt x="15" y="41"/>
                    </a:cubicBezTo>
                    <a:cubicBezTo>
                      <a:pt x="17" y="41"/>
                      <a:pt x="18" y="41"/>
                      <a:pt x="20" y="39"/>
                    </a:cubicBezTo>
                    <a:cubicBezTo>
                      <a:pt x="22" y="38"/>
                      <a:pt x="23" y="36"/>
                      <a:pt x="24" y="34"/>
                    </a:cubicBezTo>
                    <a:cubicBezTo>
                      <a:pt x="25" y="31"/>
                      <a:pt x="25" y="27"/>
                      <a:pt x="25" y="23"/>
                    </a:cubicBezTo>
                    <a:cubicBezTo>
                      <a:pt x="25" y="18"/>
                      <a:pt x="25" y="15"/>
                      <a:pt x="24" y="12"/>
                    </a:cubicBezTo>
                    <a:cubicBezTo>
                      <a:pt x="23" y="9"/>
                      <a:pt x="22" y="7"/>
                      <a:pt x="20" y="6"/>
                    </a:cubicBezTo>
                    <a:cubicBezTo>
                      <a:pt x="18" y="5"/>
                      <a:pt x="17" y="4"/>
                      <a:pt x="15" y="4"/>
                    </a:cubicBezTo>
                    <a:cubicBezTo>
                      <a:pt x="13" y="4"/>
                      <a:pt x="11" y="5"/>
                      <a:pt x="9" y="6"/>
                    </a:cubicBezTo>
                    <a:cubicBezTo>
                      <a:pt x="8" y="7"/>
                      <a:pt x="7" y="9"/>
                      <a:pt x="6" y="12"/>
                    </a:cubicBezTo>
                    <a:cubicBezTo>
                      <a:pt x="5" y="14"/>
                      <a:pt x="4" y="18"/>
                      <a:pt x="4" y="2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5" name="Freeform 308"/>
              <p:cNvSpPr>
                <a:spLocks/>
              </p:cNvSpPr>
              <p:nvPr userDrawn="1"/>
            </p:nvSpPr>
            <p:spPr bwMode="auto">
              <a:xfrm>
                <a:off x="881" y="2446"/>
                <a:ext cx="14" cy="51"/>
              </a:xfrm>
              <a:custGeom>
                <a:avLst/>
                <a:gdLst>
                  <a:gd name="T0" fmla="*/ 3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4 h 51"/>
                  <a:gd name="T10" fmla="*/ 0 w 14"/>
                  <a:gd name="T11" fmla="*/ 4 h 51"/>
                  <a:gd name="T12" fmla="*/ 3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3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6" name="Freeform 309"/>
              <p:cNvSpPr>
                <a:spLocks/>
              </p:cNvSpPr>
              <p:nvPr userDrawn="1"/>
            </p:nvSpPr>
            <p:spPr bwMode="auto">
              <a:xfrm>
                <a:off x="2379" y="1496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7" name="Freeform 310"/>
              <p:cNvSpPr>
                <a:spLocks/>
              </p:cNvSpPr>
              <p:nvPr userDrawn="1"/>
            </p:nvSpPr>
            <p:spPr bwMode="auto">
              <a:xfrm>
                <a:off x="2272" y="625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8" name="Freeform 311"/>
              <p:cNvSpPr>
                <a:spLocks noEditPoints="1"/>
              </p:cNvSpPr>
              <p:nvPr userDrawn="1"/>
            </p:nvSpPr>
            <p:spPr bwMode="auto">
              <a:xfrm>
                <a:off x="2371" y="156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9" name="Freeform 312"/>
              <p:cNvSpPr>
                <a:spLocks noEditPoints="1"/>
              </p:cNvSpPr>
              <p:nvPr userDrawn="1"/>
            </p:nvSpPr>
            <p:spPr bwMode="auto">
              <a:xfrm>
                <a:off x="2371" y="163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0" name="Freeform 313"/>
              <p:cNvSpPr>
                <a:spLocks noEditPoints="1"/>
              </p:cNvSpPr>
              <p:nvPr userDrawn="1"/>
            </p:nvSpPr>
            <p:spPr bwMode="auto">
              <a:xfrm>
                <a:off x="2538" y="1244"/>
                <a:ext cx="34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5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5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2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1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8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5" y="8"/>
                      <a:pt x="5" y="11"/>
                    </a:cubicBezTo>
                    <a:cubicBezTo>
                      <a:pt x="4" y="13"/>
                      <a:pt x="3" y="16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1" name="Freeform 314"/>
              <p:cNvSpPr>
                <a:spLocks/>
              </p:cNvSpPr>
              <p:nvPr userDrawn="1"/>
            </p:nvSpPr>
            <p:spPr bwMode="auto">
              <a:xfrm>
                <a:off x="2379" y="1707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2" name="Freeform 315"/>
              <p:cNvSpPr>
                <a:spLocks/>
              </p:cNvSpPr>
              <p:nvPr userDrawn="1"/>
            </p:nvSpPr>
            <p:spPr bwMode="auto">
              <a:xfrm>
                <a:off x="2379" y="1776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3" name="Freeform 316"/>
              <p:cNvSpPr>
                <a:spLocks noEditPoints="1"/>
              </p:cNvSpPr>
              <p:nvPr userDrawn="1"/>
            </p:nvSpPr>
            <p:spPr bwMode="auto">
              <a:xfrm>
                <a:off x="1793" y="2562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6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6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2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2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6" y="31"/>
                    </a:cubicBezTo>
                    <a:cubicBezTo>
                      <a:pt x="6" y="34"/>
                      <a:pt x="8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8" y="6"/>
                      <a:pt x="6" y="8"/>
                      <a:pt x="6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4" name="Freeform 317"/>
              <p:cNvSpPr>
                <a:spLocks noEditPoints="1"/>
              </p:cNvSpPr>
              <p:nvPr userDrawn="1"/>
            </p:nvSpPr>
            <p:spPr bwMode="auto">
              <a:xfrm>
                <a:off x="1793" y="2631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6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6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2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2"/>
                    </a:cubicBezTo>
                    <a:cubicBezTo>
                      <a:pt x="28" y="27"/>
                      <a:pt x="28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2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6" y="32"/>
                    </a:cubicBezTo>
                    <a:cubicBezTo>
                      <a:pt x="6" y="34"/>
                      <a:pt x="8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8" y="7"/>
                      <a:pt x="6" y="9"/>
                      <a:pt x="6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5" name="Freeform 318"/>
              <p:cNvSpPr>
                <a:spLocks/>
              </p:cNvSpPr>
              <p:nvPr userDrawn="1"/>
            </p:nvSpPr>
            <p:spPr bwMode="auto">
              <a:xfrm>
                <a:off x="1802" y="2703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6" name="Freeform 319"/>
              <p:cNvSpPr>
                <a:spLocks/>
              </p:cNvSpPr>
              <p:nvPr userDrawn="1"/>
            </p:nvSpPr>
            <p:spPr bwMode="auto">
              <a:xfrm>
                <a:off x="1802" y="2774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4 h 49"/>
                  <a:gd name="T10" fmla="*/ 0 w 12"/>
                  <a:gd name="T11" fmla="*/ 4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7" name="Freeform 320"/>
              <p:cNvSpPr>
                <a:spLocks/>
              </p:cNvSpPr>
              <p:nvPr userDrawn="1"/>
            </p:nvSpPr>
            <p:spPr bwMode="auto">
              <a:xfrm>
                <a:off x="1802" y="2843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8" name="Freeform 321"/>
              <p:cNvSpPr>
                <a:spLocks noEditPoints="1"/>
              </p:cNvSpPr>
              <p:nvPr userDrawn="1"/>
            </p:nvSpPr>
            <p:spPr bwMode="auto">
              <a:xfrm>
                <a:off x="2371" y="183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9" name="Freeform 322"/>
              <p:cNvSpPr>
                <a:spLocks/>
              </p:cNvSpPr>
              <p:nvPr userDrawn="1"/>
            </p:nvSpPr>
            <p:spPr bwMode="auto">
              <a:xfrm>
                <a:off x="2379" y="1906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0" name="Freeform 323"/>
              <p:cNvSpPr>
                <a:spLocks/>
              </p:cNvSpPr>
              <p:nvPr userDrawn="1"/>
            </p:nvSpPr>
            <p:spPr bwMode="auto">
              <a:xfrm>
                <a:off x="2379" y="1975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1" name="Freeform 324"/>
              <p:cNvSpPr>
                <a:spLocks noEditPoints="1"/>
              </p:cNvSpPr>
              <p:nvPr userDrawn="1"/>
            </p:nvSpPr>
            <p:spPr bwMode="auto">
              <a:xfrm>
                <a:off x="2371" y="2044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2" name="Freeform 325"/>
              <p:cNvSpPr>
                <a:spLocks/>
              </p:cNvSpPr>
              <p:nvPr userDrawn="1"/>
            </p:nvSpPr>
            <p:spPr bwMode="auto">
              <a:xfrm>
                <a:off x="2379" y="2116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3" name="Freeform 326"/>
              <p:cNvSpPr>
                <a:spLocks noEditPoints="1"/>
              </p:cNvSpPr>
              <p:nvPr userDrawn="1"/>
            </p:nvSpPr>
            <p:spPr bwMode="auto">
              <a:xfrm>
                <a:off x="2371" y="2184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4" name="Freeform 327"/>
              <p:cNvSpPr>
                <a:spLocks noEditPoints="1"/>
              </p:cNvSpPr>
              <p:nvPr userDrawn="1"/>
            </p:nvSpPr>
            <p:spPr bwMode="auto">
              <a:xfrm>
                <a:off x="2371" y="225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5" name="Freeform 328"/>
              <p:cNvSpPr>
                <a:spLocks noEditPoints="1"/>
              </p:cNvSpPr>
              <p:nvPr userDrawn="1"/>
            </p:nvSpPr>
            <p:spPr bwMode="auto">
              <a:xfrm>
                <a:off x="2371" y="232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6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6" name="Freeform 329"/>
              <p:cNvSpPr>
                <a:spLocks/>
              </p:cNvSpPr>
              <p:nvPr userDrawn="1"/>
            </p:nvSpPr>
            <p:spPr bwMode="auto">
              <a:xfrm>
                <a:off x="2379" y="2396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7" name="Freeform 330"/>
              <p:cNvSpPr>
                <a:spLocks/>
              </p:cNvSpPr>
              <p:nvPr userDrawn="1"/>
            </p:nvSpPr>
            <p:spPr bwMode="auto">
              <a:xfrm>
                <a:off x="2379" y="2467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8" name="Freeform 331"/>
              <p:cNvSpPr>
                <a:spLocks noEditPoints="1"/>
              </p:cNvSpPr>
              <p:nvPr userDrawn="1"/>
            </p:nvSpPr>
            <p:spPr bwMode="auto">
              <a:xfrm>
                <a:off x="2371" y="253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6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4" y="39"/>
                      <a:pt x="3" y="36"/>
                      <a:pt x="2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8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9" name="Freeform 332"/>
              <p:cNvSpPr>
                <a:spLocks noEditPoints="1"/>
              </p:cNvSpPr>
              <p:nvPr userDrawn="1"/>
            </p:nvSpPr>
            <p:spPr bwMode="auto">
              <a:xfrm>
                <a:off x="2371" y="2605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0" name="Freeform 333"/>
              <p:cNvSpPr>
                <a:spLocks/>
              </p:cNvSpPr>
              <p:nvPr userDrawn="1"/>
            </p:nvSpPr>
            <p:spPr bwMode="auto">
              <a:xfrm>
                <a:off x="2379" y="2677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1" name="Freeform 334"/>
              <p:cNvSpPr>
                <a:spLocks/>
              </p:cNvSpPr>
              <p:nvPr userDrawn="1"/>
            </p:nvSpPr>
            <p:spPr bwMode="auto">
              <a:xfrm>
                <a:off x="2379" y="2748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4 h 49"/>
                  <a:gd name="T10" fmla="*/ 0 w 13"/>
                  <a:gd name="T11" fmla="*/ 4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2" name="Freeform 335"/>
              <p:cNvSpPr>
                <a:spLocks/>
              </p:cNvSpPr>
              <p:nvPr userDrawn="1"/>
            </p:nvSpPr>
            <p:spPr bwMode="auto">
              <a:xfrm>
                <a:off x="2379" y="2817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3" name="Freeform 336"/>
              <p:cNvSpPr>
                <a:spLocks/>
              </p:cNvSpPr>
              <p:nvPr userDrawn="1"/>
            </p:nvSpPr>
            <p:spPr bwMode="auto">
              <a:xfrm>
                <a:off x="2372" y="2886"/>
                <a:ext cx="33" cy="16"/>
              </a:xfrm>
              <a:custGeom>
                <a:avLst/>
                <a:gdLst>
                  <a:gd name="T0" fmla="*/ 3 w 26"/>
                  <a:gd name="T1" fmla="*/ 13 h 13"/>
                  <a:gd name="T2" fmla="*/ 4 w 26"/>
                  <a:gd name="T3" fmla="*/ 11 h 13"/>
                  <a:gd name="T4" fmla="*/ 8 w 26"/>
                  <a:gd name="T5" fmla="*/ 6 h 13"/>
                  <a:gd name="T6" fmla="*/ 13 w 26"/>
                  <a:gd name="T7" fmla="*/ 4 h 13"/>
                  <a:gd name="T8" fmla="*/ 18 w 26"/>
                  <a:gd name="T9" fmla="*/ 6 h 13"/>
                  <a:gd name="T10" fmla="*/ 21 w 26"/>
                  <a:gd name="T11" fmla="*/ 11 h 13"/>
                  <a:gd name="T12" fmla="*/ 22 w 26"/>
                  <a:gd name="T13" fmla="*/ 13 h 13"/>
                  <a:gd name="T14" fmla="*/ 26 w 26"/>
                  <a:gd name="T15" fmla="*/ 13 h 13"/>
                  <a:gd name="T16" fmla="*/ 25 w 26"/>
                  <a:gd name="T17" fmla="*/ 9 h 13"/>
                  <a:gd name="T18" fmla="*/ 20 w 26"/>
                  <a:gd name="T19" fmla="*/ 2 h 13"/>
                  <a:gd name="T20" fmla="*/ 13 w 26"/>
                  <a:gd name="T21" fmla="*/ 0 h 13"/>
                  <a:gd name="T22" fmla="*/ 5 w 26"/>
                  <a:gd name="T23" fmla="*/ 2 h 13"/>
                  <a:gd name="T24" fmla="*/ 1 w 26"/>
                  <a:gd name="T25" fmla="*/ 9 h 13"/>
                  <a:gd name="T26" fmla="*/ 0 w 26"/>
                  <a:gd name="T27" fmla="*/ 13 h 13"/>
                  <a:gd name="T28" fmla="*/ 3 w 26"/>
                  <a:gd name="T2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" h="13">
                    <a:moveTo>
                      <a:pt x="3" y="13"/>
                    </a:moveTo>
                    <a:cubicBezTo>
                      <a:pt x="4" y="12"/>
                      <a:pt x="4" y="12"/>
                      <a:pt x="4" y="11"/>
                    </a:cubicBezTo>
                    <a:cubicBezTo>
                      <a:pt x="5" y="9"/>
                      <a:pt x="6" y="7"/>
                      <a:pt x="8" y="6"/>
                    </a:cubicBezTo>
                    <a:cubicBezTo>
                      <a:pt x="9" y="4"/>
                      <a:pt x="11" y="4"/>
                      <a:pt x="13" y="4"/>
                    </a:cubicBezTo>
                    <a:cubicBezTo>
                      <a:pt x="14" y="4"/>
                      <a:pt x="16" y="4"/>
                      <a:pt x="18" y="6"/>
                    </a:cubicBezTo>
                    <a:cubicBezTo>
                      <a:pt x="19" y="7"/>
                      <a:pt x="21" y="9"/>
                      <a:pt x="21" y="11"/>
                    </a:cubicBezTo>
                    <a:cubicBezTo>
                      <a:pt x="22" y="12"/>
                      <a:pt x="22" y="12"/>
                      <a:pt x="22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2"/>
                      <a:pt x="25" y="10"/>
                      <a:pt x="25" y="9"/>
                    </a:cubicBezTo>
                    <a:cubicBezTo>
                      <a:pt x="24" y="6"/>
                      <a:pt x="22" y="4"/>
                      <a:pt x="20" y="2"/>
                    </a:cubicBezTo>
                    <a:cubicBezTo>
                      <a:pt x="18" y="1"/>
                      <a:pt x="15" y="0"/>
                      <a:pt x="13" y="0"/>
                    </a:cubicBezTo>
                    <a:cubicBezTo>
                      <a:pt x="10" y="0"/>
                      <a:pt x="8" y="1"/>
                      <a:pt x="5" y="2"/>
                    </a:cubicBezTo>
                    <a:cubicBezTo>
                      <a:pt x="3" y="4"/>
                      <a:pt x="2" y="6"/>
                      <a:pt x="1" y="9"/>
                    </a:cubicBezTo>
                    <a:cubicBezTo>
                      <a:pt x="0" y="10"/>
                      <a:pt x="0" y="11"/>
                      <a:pt x="0" y="13"/>
                    </a:cubicBezTo>
                    <a:lnTo>
                      <a:pt x="3" y="13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4" name="Freeform 337"/>
              <p:cNvSpPr>
                <a:spLocks noEditPoints="1"/>
              </p:cNvSpPr>
              <p:nvPr userDrawn="1"/>
            </p:nvSpPr>
            <p:spPr bwMode="auto">
              <a:xfrm>
                <a:off x="2075" y="1067"/>
                <a:ext cx="51" cy="76"/>
              </a:xfrm>
              <a:custGeom>
                <a:avLst/>
                <a:gdLst>
                  <a:gd name="T0" fmla="*/ 0 w 41"/>
                  <a:gd name="T1" fmla="*/ 31 h 62"/>
                  <a:gd name="T2" fmla="*/ 3 w 41"/>
                  <a:gd name="T3" fmla="*/ 13 h 62"/>
                  <a:gd name="T4" fmla="*/ 10 w 41"/>
                  <a:gd name="T5" fmla="*/ 3 h 62"/>
                  <a:gd name="T6" fmla="*/ 20 w 41"/>
                  <a:gd name="T7" fmla="*/ 0 h 62"/>
                  <a:gd name="T8" fmla="*/ 31 w 41"/>
                  <a:gd name="T9" fmla="*/ 3 h 62"/>
                  <a:gd name="T10" fmla="*/ 38 w 41"/>
                  <a:gd name="T11" fmla="*/ 13 h 62"/>
                  <a:gd name="T12" fmla="*/ 41 w 41"/>
                  <a:gd name="T13" fmla="*/ 31 h 62"/>
                  <a:gd name="T14" fmla="*/ 38 w 41"/>
                  <a:gd name="T15" fmla="*/ 49 h 62"/>
                  <a:gd name="T16" fmla="*/ 31 w 41"/>
                  <a:gd name="T17" fmla="*/ 59 h 62"/>
                  <a:gd name="T18" fmla="*/ 20 w 41"/>
                  <a:gd name="T19" fmla="*/ 62 h 62"/>
                  <a:gd name="T20" fmla="*/ 10 w 41"/>
                  <a:gd name="T21" fmla="*/ 59 h 62"/>
                  <a:gd name="T22" fmla="*/ 3 w 41"/>
                  <a:gd name="T23" fmla="*/ 49 h 62"/>
                  <a:gd name="T24" fmla="*/ 0 w 41"/>
                  <a:gd name="T25" fmla="*/ 31 h 62"/>
                  <a:gd name="T26" fmla="*/ 6 w 41"/>
                  <a:gd name="T27" fmla="*/ 31 h 62"/>
                  <a:gd name="T28" fmla="*/ 8 w 41"/>
                  <a:gd name="T29" fmla="*/ 46 h 62"/>
                  <a:gd name="T30" fmla="*/ 13 w 41"/>
                  <a:gd name="T31" fmla="*/ 54 h 62"/>
                  <a:gd name="T32" fmla="*/ 20 w 41"/>
                  <a:gd name="T33" fmla="*/ 57 h 62"/>
                  <a:gd name="T34" fmla="*/ 28 w 41"/>
                  <a:gd name="T35" fmla="*/ 54 h 62"/>
                  <a:gd name="T36" fmla="*/ 33 w 41"/>
                  <a:gd name="T37" fmla="*/ 46 h 62"/>
                  <a:gd name="T38" fmla="*/ 35 w 41"/>
                  <a:gd name="T39" fmla="*/ 31 h 62"/>
                  <a:gd name="T40" fmla="*/ 33 w 41"/>
                  <a:gd name="T41" fmla="*/ 16 h 62"/>
                  <a:gd name="T42" fmla="*/ 28 w 41"/>
                  <a:gd name="T43" fmla="*/ 8 h 62"/>
                  <a:gd name="T44" fmla="*/ 20 w 41"/>
                  <a:gd name="T45" fmla="*/ 6 h 62"/>
                  <a:gd name="T46" fmla="*/ 13 w 41"/>
                  <a:gd name="T47" fmla="*/ 8 h 62"/>
                  <a:gd name="T48" fmla="*/ 8 w 41"/>
                  <a:gd name="T49" fmla="*/ 16 h 62"/>
                  <a:gd name="T50" fmla="*/ 6 w 41"/>
                  <a:gd name="T51" fmla="*/ 3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1" h="62">
                    <a:moveTo>
                      <a:pt x="0" y="31"/>
                    </a:moveTo>
                    <a:cubicBezTo>
                      <a:pt x="0" y="23"/>
                      <a:pt x="1" y="17"/>
                      <a:pt x="3" y="13"/>
                    </a:cubicBezTo>
                    <a:cubicBezTo>
                      <a:pt x="4" y="9"/>
                      <a:pt x="7" y="5"/>
                      <a:pt x="10" y="3"/>
                    </a:cubicBezTo>
                    <a:cubicBezTo>
                      <a:pt x="13" y="1"/>
                      <a:pt x="16" y="0"/>
                      <a:pt x="20" y="0"/>
                    </a:cubicBezTo>
                    <a:cubicBezTo>
                      <a:pt x="24" y="0"/>
                      <a:pt x="27" y="1"/>
                      <a:pt x="31" y="3"/>
                    </a:cubicBezTo>
                    <a:cubicBezTo>
                      <a:pt x="34" y="5"/>
                      <a:pt x="36" y="9"/>
                      <a:pt x="38" y="13"/>
                    </a:cubicBezTo>
                    <a:cubicBezTo>
                      <a:pt x="40" y="18"/>
                      <a:pt x="41" y="24"/>
                      <a:pt x="41" y="31"/>
                    </a:cubicBezTo>
                    <a:cubicBezTo>
                      <a:pt x="41" y="38"/>
                      <a:pt x="40" y="44"/>
                      <a:pt x="38" y="49"/>
                    </a:cubicBezTo>
                    <a:cubicBezTo>
                      <a:pt x="36" y="53"/>
                      <a:pt x="34" y="56"/>
                      <a:pt x="31" y="59"/>
                    </a:cubicBezTo>
                    <a:cubicBezTo>
                      <a:pt x="27" y="61"/>
                      <a:pt x="24" y="62"/>
                      <a:pt x="20" y="62"/>
                    </a:cubicBezTo>
                    <a:cubicBezTo>
                      <a:pt x="16" y="62"/>
                      <a:pt x="13" y="61"/>
                      <a:pt x="10" y="59"/>
                    </a:cubicBezTo>
                    <a:cubicBezTo>
                      <a:pt x="7" y="57"/>
                      <a:pt x="5" y="53"/>
                      <a:pt x="3" y="49"/>
                    </a:cubicBezTo>
                    <a:cubicBezTo>
                      <a:pt x="1" y="45"/>
                      <a:pt x="0" y="39"/>
                      <a:pt x="0" y="31"/>
                    </a:cubicBezTo>
                    <a:close/>
                    <a:moveTo>
                      <a:pt x="6" y="31"/>
                    </a:moveTo>
                    <a:cubicBezTo>
                      <a:pt x="6" y="38"/>
                      <a:pt x="6" y="43"/>
                      <a:pt x="8" y="46"/>
                    </a:cubicBezTo>
                    <a:cubicBezTo>
                      <a:pt x="9" y="50"/>
                      <a:pt x="11" y="52"/>
                      <a:pt x="13" y="54"/>
                    </a:cubicBezTo>
                    <a:cubicBezTo>
                      <a:pt x="15" y="56"/>
                      <a:pt x="18" y="57"/>
                      <a:pt x="20" y="57"/>
                    </a:cubicBezTo>
                    <a:cubicBezTo>
                      <a:pt x="23" y="57"/>
                      <a:pt x="25" y="56"/>
                      <a:pt x="28" y="54"/>
                    </a:cubicBezTo>
                    <a:cubicBezTo>
                      <a:pt x="30" y="52"/>
                      <a:pt x="32" y="50"/>
                      <a:pt x="33" y="46"/>
                    </a:cubicBezTo>
                    <a:cubicBezTo>
                      <a:pt x="34" y="42"/>
                      <a:pt x="35" y="37"/>
                      <a:pt x="35" y="31"/>
                    </a:cubicBezTo>
                    <a:cubicBezTo>
                      <a:pt x="35" y="25"/>
                      <a:pt x="34" y="20"/>
                      <a:pt x="33" y="16"/>
                    </a:cubicBezTo>
                    <a:cubicBezTo>
                      <a:pt x="32" y="13"/>
                      <a:pt x="30" y="10"/>
                      <a:pt x="28" y="8"/>
                    </a:cubicBezTo>
                    <a:cubicBezTo>
                      <a:pt x="25" y="6"/>
                      <a:pt x="23" y="6"/>
                      <a:pt x="20" y="6"/>
                    </a:cubicBezTo>
                    <a:cubicBezTo>
                      <a:pt x="18" y="6"/>
                      <a:pt x="15" y="6"/>
                      <a:pt x="13" y="8"/>
                    </a:cubicBezTo>
                    <a:cubicBezTo>
                      <a:pt x="11" y="10"/>
                      <a:pt x="9" y="12"/>
                      <a:pt x="8" y="16"/>
                    </a:cubicBezTo>
                    <a:cubicBezTo>
                      <a:pt x="6" y="19"/>
                      <a:pt x="6" y="24"/>
                      <a:pt x="6" y="3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5" name="Freeform 338"/>
              <p:cNvSpPr>
                <a:spLocks noEditPoints="1"/>
              </p:cNvSpPr>
              <p:nvPr userDrawn="1"/>
            </p:nvSpPr>
            <p:spPr bwMode="auto">
              <a:xfrm>
                <a:off x="2075" y="1168"/>
                <a:ext cx="51" cy="78"/>
              </a:xfrm>
              <a:custGeom>
                <a:avLst/>
                <a:gdLst>
                  <a:gd name="T0" fmla="*/ 0 w 41"/>
                  <a:gd name="T1" fmla="*/ 31 h 63"/>
                  <a:gd name="T2" fmla="*/ 3 w 41"/>
                  <a:gd name="T3" fmla="*/ 13 h 63"/>
                  <a:gd name="T4" fmla="*/ 10 w 41"/>
                  <a:gd name="T5" fmla="*/ 4 h 63"/>
                  <a:gd name="T6" fmla="*/ 20 w 41"/>
                  <a:gd name="T7" fmla="*/ 0 h 63"/>
                  <a:gd name="T8" fmla="*/ 31 w 41"/>
                  <a:gd name="T9" fmla="*/ 4 h 63"/>
                  <a:gd name="T10" fmla="*/ 38 w 41"/>
                  <a:gd name="T11" fmla="*/ 14 h 63"/>
                  <a:gd name="T12" fmla="*/ 41 w 41"/>
                  <a:gd name="T13" fmla="*/ 31 h 63"/>
                  <a:gd name="T14" fmla="*/ 38 w 41"/>
                  <a:gd name="T15" fmla="*/ 49 h 63"/>
                  <a:gd name="T16" fmla="*/ 31 w 41"/>
                  <a:gd name="T17" fmla="*/ 59 h 63"/>
                  <a:gd name="T18" fmla="*/ 20 w 41"/>
                  <a:gd name="T19" fmla="*/ 63 h 63"/>
                  <a:gd name="T20" fmla="*/ 10 w 41"/>
                  <a:gd name="T21" fmla="*/ 59 h 63"/>
                  <a:gd name="T22" fmla="*/ 3 w 41"/>
                  <a:gd name="T23" fmla="*/ 50 h 63"/>
                  <a:gd name="T24" fmla="*/ 0 w 41"/>
                  <a:gd name="T25" fmla="*/ 31 h 63"/>
                  <a:gd name="T26" fmla="*/ 6 w 41"/>
                  <a:gd name="T27" fmla="*/ 32 h 63"/>
                  <a:gd name="T28" fmla="*/ 8 w 41"/>
                  <a:gd name="T29" fmla="*/ 47 h 63"/>
                  <a:gd name="T30" fmla="*/ 13 w 41"/>
                  <a:gd name="T31" fmla="*/ 55 h 63"/>
                  <a:gd name="T32" fmla="*/ 20 w 41"/>
                  <a:gd name="T33" fmla="*/ 57 h 63"/>
                  <a:gd name="T34" fmla="*/ 28 w 41"/>
                  <a:gd name="T35" fmla="*/ 55 h 63"/>
                  <a:gd name="T36" fmla="*/ 33 w 41"/>
                  <a:gd name="T37" fmla="*/ 47 h 63"/>
                  <a:gd name="T38" fmla="*/ 35 w 41"/>
                  <a:gd name="T39" fmla="*/ 32 h 63"/>
                  <a:gd name="T40" fmla="*/ 33 w 41"/>
                  <a:gd name="T41" fmla="*/ 17 h 63"/>
                  <a:gd name="T42" fmla="*/ 28 w 41"/>
                  <a:gd name="T43" fmla="*/ 9 h 63"/>
                  <a:gd name="T44" fmla="*/ 20 w 41"/>
                  <a:gd name="T45" fmla="*/ 6 h 63"/>
                  <a:gd name="T46" fmla="*/ 13 w 41"/>
                  <a:gd name="T47" fmla="*/ 9 h 63"/>
                  <a:gd name="T48" fmla="*/ 8 w 41"/>
                  <a:gd name="T49" fmla="*/ 16 h 63"/>
                  <a:gd name="T50" fmla="*/ 6 w 41"/>
                  <a:gd name="T51" fmla="*/ 3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1" h="63">
                    <a:moveTo>
                      <a:pt x="0" y="31"/>
                    </a:moveTo>
                    <a:cubicBezTo>
                      <a:pt x="0" y="24"/>
                      <a:pt x="1" y="18"/>
                      <a:pt x="3" y="13"/>
                    </a:cubicBezTo>
                    <a:cubicBezTo>
                      <a:pt x="4" y="9"/>
                      <a:pt x="7" y="6"/>
                      <a:pt x="10" y="4"/>
                    </a:cubicBezTo>
                    <a:cubicBezTo>
                      <a:pt x="13" y="1"/>
                      <a:pt x="16" y="0"/>
                      <a:pt x="20" y="0"/>
                    </a:cubicBezTo>
                    <a:cubicBezTo>
                      <a:pt x="24" y="0"/>
                      <a:pt x="27" y="1"/>
                      <a:pt x="31" y="4"/>
                    </a:cubicBezTo>
                    <a:cubicBezTo>
                      <a:pt x="34" y="6"/>
                      <a:pt x="36" y="9"/>
                      <a:pt x="38" y="14"/>
                    </a:cubicBezTo>
                    <a:cubicBezTo>
                      <a:pt x="40" y="18"/>
                      <a:pt x="41" y="24"/>
                      <a:pt x="41" y="31"/>
                    </a:cubicBezTo>
                    <a:cubicBezTo>
                      <a:pt x="41" y="39"/>
                      <a:pt x="40" y="45"/>
                      <a:pt x="38" y="49"/>
                    </a:cubicBezTo>
                    <a:cubicBezTo>
                      <a:pt x="36" y="54"/>
                      <a:pt x="34" y="57"/>
                      <a:pt x="31" y="59"/>
                    </a:cubicBezTo>
                    <a:cubicBezTo>
                      <a:pt x="27" y="61"/>
                      <a:pt x="24" y="63"/>
                      <a:pt x="20" y="63"/>
                    </a:cubicBezTo>
                    <a:cubicBezTo>
                      <a:pt x="16" y="63"/>
                      <a:pt x="13" y="61"/>
                      <a:pt x="10" y="59"/>
                    </a:cubicBezTo>
                    <a:cubicBezTo>
                      <a:pt x="7" y="57"/>
                      <a:pt x="5" y="54"/>
                      <a:pt x="3" y="50"/>
                    </a:cubicBezTo>
                    <a:cubicBezTo>
                      <a:pt x="1" y="45"/>
                      <a:pt x="0" y="39"/>
                      <a:pt x="0" y="31"/>
                    </a:cubicBezTo>
                    <a:close/>
                    <a:moveTo>
                      <a:pt x="6" y="32"/>
                    </a:moveTo>
                    <a:cubicBezTo>
                      <a:pt x="6" y="38"/>
                      <a:pt x="6" y="43"/>
                      <a:pt x="8" y="47"/>
                    </a:cubicBezTo>
                    <a:cubicBezTo>
                      <a:pt x="9" y="50"/>
                      <a:pt x="11" y="53"/>
                      <a:pt x="13" y="55"/>
                    </a:cubicBezTo>
                    <a:cubicBezTo>
                      <a:pt x="15" y="56"/>
                      <a:pt x="18" y="57"/>
                      <a:pt x="20" y="57"/>
                    </a:cubicBezTo>
                    <a:cubicBezTo>
                      <a:pt x="23" y="57"/>
                      <a:pt x="25" y="56"/>
                      <a:pt x="28" y="55"/>
                    </a:cubicBezTo>
                    <a:cubicBezTo>
                      <a:pt x="30" y="53"/>
                      <a:pt x="32" y="50"/>
                      <a:pt x="33" y="47"/>
                    </a:cubicBezTo>
                    <a:cubicBezTo>
                      <a:pt x="34" y="43"/>
                      <a:pt x="35" y="37"/>
                      <a:pt x="35" y="32"/>
                    </a:cubicBezTo>
                    <a:cubicBezTo>
                      <a:pt x="35" y="26"/>
                      <a:pt x="34" y="21"/>
                      <a:pt x="33" y="17"/>
                    </a:cubicBezTo>
                    <a:cubicBezTo>
                      <a:pt x="32" y="13"/>
                      <a:pt x="30" y="10"/>
                      <a:pt x="28" y="9"/>
                    </a:cubicBezTo>
                    <a:cubicBezTo>
                      <a:pt x="25" y="7"/>
                      <a:pt x="23" y="6"/>
                      <a:pt x="20" y="6"/>
                    </a:cubicBezTo>
                    <a:cubicBezTo>
                      <a:pt x="18" y="6"/>
                      <a:pt x="15" y="7"/>
                      <a:pt x="13" y="9"/>
                    </a:cubicBezTo>
                    <a:cubicBezTo>
                      <a:pt x="11" y="10"/>
                      <a:pt x="9" y="13"/>
                      <a:pt x="8" y="16"/>
                    </a:cubicBezTo>
                    <a:cubicBezTo>
                      <a:pt x="6" y="20"/>
                      <a:pt x="6" y="25"/>
                      <a:pt x="6" y="3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6" name="Freeform 339"/>
              <p:cNvSpPr>
                <a:spLocks/>
              </p:cNvSpPr>
              <p:nvPr userDrawn="1"/>
            </p:nvSpPr>
            <p:spPr bwMode="auto">
              <a:xfrm>
                <a:off x="2087" y="1272"/>
                <a:ext cx="19" cy="73"/>
              </a:xfrm>
              <a:custGeom>
                <a:avLst/>
                <a:gdLst>
                  <a:gd name="T0" fmla="*/ 5 w 19"/>
                  <a:gd name="T1" fmla="*/ 0 h 73"/>
                  <a:gd name="T2" fmla="*/ 19 w 19"/>
                  <a:gd name="T3" fmla="*/ 0 h 73"/>
                  <a:gd name="T4" fmla="*/ 19 w 19"/>
                  <a:gd name="T5" fmla="*/ 73 h 73"/>
                  <a:gd name="T6" fmla="*/ 12 w 19"/>
                  <a:gd name="T7" fmla="*/ 73 h 73"/>
                  <a:gd name="T8" fmla="*/ 12 w 19"/>
                  <a:gd name="T9" fmla="*/ 8 h 73"/>
                  <a:gd name="T10" fmla="*/ 0 w 19"/>
                  <a:gd name="T11" fmla="*/ 8 h 73"/>
                  <a:gd name="T12" fmla="*/ 5 w 19"/>
                  <a:gd name="T13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73">
                    <a:moveTo>
                      <a:pt x="5" y="0"/>
                    </a:moveTo>
                    <a:lnTo>
                      <a:pt x="19" y="0"/>
                    </a:lnTo>
                    <a:lnTo>
                      <a:pt x="19" y="73"/>
                    </a:lnTo>
                    <a:lnTo>
                      <a:pt x="12" y="73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7" name="Freeform 340"/>
              <p:cNvSpPr>
                <a:spLocks noEditPoints="1"/>
              </p:cNvSpPr>
              <p:nvPr userDrawn="1"/>
            </p:nvSpPr>
            <p:spPr bwMode="auto">
              <a:xfrm>
                <a:off x="1495" y="1829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8" name="Freeform 341"/>
              <p:cNvSpPr>
                <a:spLocks noEditPoints="1"/>
              </p:cNvSpPr>
              <p:nvPr userDrawn="1"/>
            </p:nvSpPr>
            <p:spPr bwMode="auto">
              <a:xfrm>
                <a:off x="1495" y="190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9" name="Freeform 342"/>
              <p:cNvSpPr>
                <a:spLocks/>
              </p:cNvSpPr>
              <p:nvPr userDrawn="1"/>
            </p:nvSpPr>
            <p:spPr bwMode="auto">
              <a:xfrm>
                <a:off x="1504" y="1971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0" name="Freeform 343"/>
              <p:cNvSpPr>
                <a:spLocks noEditPoints="1"/>
              </p:cNvSpPr>
              <p:nvPr userDrawn="1"/>
            </p:nvSpPr>
            <p:spPr bwMode="auto">
              <a:xfrm>
                <a:off x="1495" y="204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1" name="Freeform 344"/>
              <p:cNvSpPr>
                <a:spLocks noEditPoints="1"/>
              </p:cNvSpPr>
              <p:nvPr userDrawn="1"/>
            </p:nvSpPr>
            <p:spPr bwMode="auto">
              <a:xfrm>
                <a:off x="1495" y="211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2" name="Freeform 345"/>
              <p:cNvSpPr>
                <a:spLocks/>
              </p:cNvSpPr>
              <p:nvPr userDrawn="1"/>
            </p:nvSpPr>
            <p:spPr bwMode="auto">
              <a:xfrm>
                <a:off x="1504" y="2182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3" name="Freeform 346"/>
              <p:cNvSpPr>
                <a:spLocks noEditPoints="1"/>
              </p:cNvSpPr>
              <p:nvPr userDrawn="1"/>
            </p:nvSpPr>
            <p:spPr bwMode="auto">
              <a:xfrm>
                <a:off x="1495" y="225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4" name="Freeform 347"/>
              <p:cNvSpPr>
                <a:spLocks noEditPoints="1"/>
              </p:cNvSpPr>
              <p:nvPr userDrawn="1"/>
            </p:nvSpPr>
            <p:spPr bwMode="auto">
              <a:xfrm>
                <a:off x="1495" y="2320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5" name="Freeform 348"/>
              <p:cNvSpPr>
                <a:spLocks noEditPoints="1"/>
              </p:cNvSpPr>
              <p:nvPr userDrawn="1"/>
            </p:nvSpPr>
            <p:spPr bwMode="auto">
              <a:xfrm>
                <a:off x="1495" y="239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6" name="Freeform 349"/>
              <p:cNvSpPr>
                <a:spLocks/>
              </p:cNvSpPr>
              <p:nvPr userDrawn="1"/>
            </p:nvSpPr>
            <p:spPr bwMode="auto">
              <a:xfrm>
                <a:off x="1504" y="2462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7" name="Freeform 350"/>
              <p:cNvSpPr>
                <a:spLocks noEditPoints="1"/>
              </p:cNvSpPr>
              <p:nvPr userDrawn="1"/>
            </p:nvSpPr>
            <p:spPr bwMode="auto">
              <a:xfrm>
                <a:off x="1495" y="2531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8" name="Freeform 351"/>
              <p:cNvSpPr>
                <a:spLocks noEditPoints="1"/>
              </p:cNvSpPr>
              <p:nvPr userDrawn="1"/>
            </p:nvSpPr>
            <p:spPr bwMode="auto">
              <a:xfrm>
                <a:off x="1495" y="260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9" name="Freeform 352"/>
              <p:cNvSpPr>
                <a:spLocks/>
              </p:cNvSpPr>
              <p:nvPr userDrawn="1"/>
            </p:nvSpPr>
            <p:spPr bwMode="auto">
              <a:xfrm>
                <a:off x="1504" y="2672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0" name="Freeform 353"/>
              <p:cNvSpPr>
                <a:spLocks noEditPoints="1"/>
              </p:cNvSpPr>
              <p:nvPr userDrawn="1"/>
            </p:nvSpPr>
            <p:spPr bwMode="auto">
              <a:xfrm>
                <a:off x="1495" y="2741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1" name="Freeform 354"/>
              <p:cNvSpPr>
                <a:spLocks/>
              </p:cNvSpPr>
              <p:nvPr userDrawn="1"/>
            </p:nvSpPr>
            <p:spPr bwMode="auto">
              <a:xfrm>
                <a:off x="1504" y="2813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2" name="Freeform 355"/>
              <p:cNvSpPr>
                <a:spLocks/>
              </p:cNvSpPr>
              <p:nvPr userDrawn="1"/>
            </p:nvSpPr>
            <p:spPr bwMode="auto">
              <a:xfrm>
                <a:off x="1496" y="2886"/>
                <a:ext cx="32" cy="16"/>
              </a:xfrm>
              <a:custGeom>
                <a:avLst/>
                <a:gdLst>
                  <a:gd name="T0" fmla="*/ 4 w 26"/>
                  <a:gd name="T1" fmla="*/ 13 h 13"/>
                  <a:gd name="T2" fmla="*/ 4 w 26"/>
                  <a:gd name="T3" fmla="*/ 11 h 13"/>
                  <a:gd name="T4" fmla="*/ 8 w 26"/>
                  <a:gd name="T5" fmla="*/ 6 h 13"/>
                  <a:gd name="T6" fmla="*/ 13 w 26"/>
                  <a:gd name="T7" fmla="*/ 4 h 13"/>
                  <a:gd name="T8" fmla="*/ 18 w 26"/>
                  <a:gd name="T9" fmla="*/ 6 h 13"/>
                  <a:gd name="T10" fmla="*/ 22 w 26"/>
                  <a:gd name="T11" fmla="*/ 12 h 13"/>
                  <a:gd name="T12" fmla="*/ 22 w 26"/>
                  <a:gd name="T13" fmla="*/ 13 h 13"/>
                  <a:gd name="T14" fmla="*/ 26 w 26"/>
                  <a:gd name="T15" fmla="*/ 13 h 13"/>
                  <a:gd name="T16" fmla="*/ 25 w 26"/>
                  <a:gd name="T17" fmla="*/ 10 h 13"/>
                  <a:gd name="T18" fmla="*/ 20 w 26"/>
                  <a:gd name="T19" fmla="*/ 3 h 13"/>
                  <a:gd name="T20" fmla="*/ 13 w 26"/>
                  <a:gd name="T21" fmla="*/ 0 h 13"/>
                  <a:gd name="T22" fmla="*/ 6 w 26"/>
                  <a:gd name="T23" fmla="*/ 3 h 13"/>
                  <a:gd name="T24" fmla="*/ 1 w 26"/>
                  <a:gd name="T25" fmla="*/ 9 h 13"/>
                  <a:gd name="T26" fmla="*/ 0 w 26"/>
                  <a:gd name="T27" fmla="*/ 13 h 13"/>
                  <a:gd name="T28" fmla="*/ 4 w 26"/>
                  <a:gd name="T2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" h="13">
                    <a:moveTo>
                      <a:pt x="4" y="13"/>
                    </a:moveTo>
                    <a:cubicBezTo>
                      <a:pt x="4" y="12"/>
                      <a:pt x="4" y="12"/>
                      <a:pt x="4" y="11"/>
                    </a:cubicBezTo>
                    <a:cubicBezTo>
                      <a:pt x="5" y="9"/>
                      <a:pt x="6" y="7"/>
                      <a:pt x="8" y="6"/>
                    </a:cubicBezTo>
                    <a:cubicBezTo>
                      <a:pt x="10" y="5"/>
                      <a:pt x="11" y="4"/>
                      <a:pt x="13" y="4"/>
                    </a:cubicBezTo>
                    <a:cubicBezTo>
                      <a:pt x="15" y="4"/>
                      <a:pt x="17" y="5"/>
                      <a:pt x="18" y="6"/>
                    </a:cubicBezTo>
                    <a:cubicBezTo>
                      <a:pt x="20" y="7"/>
                      <a:pt x="21" y="9"/>
                      <a:pt x="22" y="12"/>
                    </a:cubicBezTo>
                    <a:cubicBezTo>
                      <a:pt x="22" y="12"/>
                      <a:pt x="22" y="13"/>
                      <a:pt x="22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2"/>
                      <a:pt x="26" y="11"/>
                      <a:pt x="25" y="10"/>
                    </a:cubicBezTo>
                    <a:cubicBezTo>
                      <a:pt x="24" y="6"/>
                      <a:pt x="22" y="4"/>
                      <a:pt x="20" y="3"/>
                    </a:cubicBezTo>
                    <a:cubicBezTo>
                      <a:pt x="18" y="1"/>
                      <a:pt x="16" y="0"/>
                      <a:pt x="13" y="0"/>
                    </a:cubicBezTo>
                    <a:cubicBezTo>
                      <a:pt x="10" y="0"/>
                      <a:pt x="8" y="1"/>
                      <a:pt x="6" y="3"/>
                    </a:cubicBezTo>
                    <a:cubicBezTo>
                      <a:pt x="4" y="4"/>
                      <a:pt x="2" y="6"/>
                      <a:pt x="1" y="9"/>
                    </a:cubicBezTo>
                    <a:cubicBezTo>
                      <a:pt x="1" y="10"/>
                      <a:pt x="0" y="12"/>
                      <a:pt x="0" y="13"/>
                    </a:cubicBezTo>
                    <a:lnTo>
                      <a:pt x="4" y="13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3" name="Freeform 356"/>
              <p:cNvSpPr>
                <a:spLocks noEditPoints="1"/>
              </p:cNvSpPr>
              <p:nvPr userDrawn="1"/>
            </p:nvSpPr>
            <p:spPr bwMode="auto">
              <a:xfrm>
                <a:off x="1192" y="1272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2 h 43"/>
                  <a:gd name="T14" fmla="*/ 25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5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4" name="Freeform 357"/>
              <p:cNvSpPr>
                <a:spLocks noEditPoints="1"/>
              </p:cNvSpPr>
              <p:nvPr userDrawn="1"/>
            </p:nvSpPr>
            <p:spPr bwMode="auto">
              <a:xfrm>
                <a:off x="1365" y="203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0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5" name="Freeform 358"/>
              <p:cNvSpPr>
                <a:spLocks/>
              </p:cNvSpPr>
              <p:nvPr userDrawn="1"/>
            </p:nvSpPr>
            <p:spPr bwMode="auto">
              <a:xfrm>
                <a:off x="1373" y="2101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6" name="Freeform 359"/>
              <p:cNvSpPr>
                <a:spLocks noEditPoints="1"/>
              </p:cNvSpPr>
              <p:nvPr userDrawn="1"/>
            </p:nvSpPr>
            <p:spPr bwMode="auto">
              <a:xfrm>
                <a:off x="1365" y="2171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7" name="Freeform 360"/>
              <p:cNvSpPr>
                <a:spLocks noEditPoints="1"/>
              </p:cNvSpPr>
              <p:nvPr userDrawn="1"/>
            </p:nvSpPr>
            <p:spPr bwMode="auto">
              <a:xfrm>
                <a:off x="1365" y="224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0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8" name="Freeform 361"/>
              <p:cNvSpPr>
                <a:spLocks/>
              </p:cNvSpPr>
              <p:nvPr userDrawn="1"/>
            </p:nvSpPr>
            <p:spPr bwMode="auto">
              <a:xfrm>
                <a:off x="1373" y="231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9" name="Freeform 362"/>
              <p:cNvSpPr>
                <a:spLocks noEditPoints="1"/>
              </p:cNvSpPr>
              <p:nvPr userDrawn="1"/>
            </p:nvSpPr>
            <p:spPr bwMode="auto">
              <a:xfrm>
                <a:off x="1365" y="2381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0" name="Freeform 363"/>
              <p:cNvSpPr>
                <a:spLocks/>
              </p:cNvSpPr>
              <p:nvPr userDrawn="1"/>
            </p:nvSpPr>
            <p:spPr bwMode="auto">
              <a:xfrm>
                <a:off x="1373" y="2453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1" name="Freeform 364"/>
              <p:cNvSpPr>
                <a:spLocks/>
              </p:cNvSpPr>
              <p:nvPr userDrawn="1"/>
            </p:nvSpPr>
            <p:spPr bwMode="auto">
              <a:xfrm>
                <a:off x="1373" y="252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2" name="Freeform 365"/>
              <p:cNvSpPr>
                <a:spLocks/>
              </p:cNvSpPr>
              <p:nvPr userDrawn="1"/>
            </p:nvSpPr>
            <p:spPr bwMode="auto">
              <a:xfrm>
                <a:off x="1373" y="2593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3" name="Freeform 366"/>
              <p:cNvSpPr>
                <a:spLocks noEditPoints="1"/>
              </p:cNvSpPr>
              <p:nvPr userDrawn="1"/>
            </p:nvSpPr>
            <p:spPr bwMode="auto">
              <a:xfrm>
                <a:off x="1365" y="2662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0" y="7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4" name="Freeform 367"/>
              <p:cNvSpPr>
                <a:spLocks noEditPoints="1"/>
              </p:cNvSpPr>
              <p:nvPr userDrawn="1"/>
            </p:nvSpPr>
            <p:spPr bwMode="auto">
              <a:xfrm>
                <a:off x="1365" y="2731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0" y="36"/>
                      <a:pt x="22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5" name="Freeform 368"/>
              <p:cNvSpPr>
                <a:spLocks/>
              </p:cNvSpPr>
              <p:nvPr userDrawn="1"/>
            </p:nvSpPr>
            <p:spPr bwMode="auto">
              <a:xfrm>
                <a:off x="1373" y="2803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6" name="Freeform 369"/>
              <p:cNvSpPr>
                <a:spLocks noEditPoints="1"/>
              </p:cNvSpPr>
              <p:nvPr userDrawn="1"/>
            </p:nvSpPr>
            <p:spPr bwMode="auto">
              <a:xfrm>
                <a:off x="1874" y="1336"/>
                <a:ext cx="33" cy="54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1 w 27"/>
                  <a:gd name="T9" fmla="*/ 2 h 43"/>
                  <a:gd name="T10" fmla="*/ 26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1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4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7" name="Freeform 370"/>
              <p:cNvSpPr>
                <a:spLocks noEditPoints="1"/>
              </p:cNvSpPr>
              <p:nvPr userDrawn="1"/>
            </p:nvSpPr>
            <p:spPr bwMode="auto">
              <a:xfrm>
                <a:off x="1874" y="1407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1 w 27"/>
                  <a:gd name="T9" fmla="*/ 2 h 42"/>
                  <a:gd name="T10" fmla="*/ 26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1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4 h 42"/>
                  <a:gd name="T24" fmla="*/ 0 w 27"/>
                  <a:gd name="T25" fmla="*/ 21 h 42"/>
                  <a:gd name="T26" fmla="*/ 4 w 27"/>
                  <a:gd name="T27" fmla="*/ 21 h 42"/>
                  <a:gd name="T28" fmla="*/ 5 w 27"/>
                  <a:gd name="T29" fmla="*/ 32 h 42"/>
                  <a:gd name="T30" fmla="*/ 8 w 27"/>
                  <a:gd name="T31" fmla="*/ 37 h 42"/>
                  <a:gd name="T32" fmla="*/ 13 w 27"/>
                  <a:gd name="T33" fmla="*/ 39 h 42"/>
                  <a:gd name="T34" fmla="*/ 19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9 w 27"/>
                  <a:gd name="T43" fmla="*/ 5 h 42"/>
                  <a:gd name="T44" fmla="*/ 13 w 27"/>
                  <a:gd name="T45" fmla="*/ 4 h 42"/>
                  <a:gd name="T46" fmla="*/ 8 w 27"/>
                  <a:gd name="T47" fmla="*/ 5 h 42"/>
                  <a:gd name="T48" fmla="*/ 5 w 27"/>
                  <a:gd name="T49" fmla="*/ 11 h 42"/>
                  <a:gd name="T50" fmla="*/ 4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9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8" name="Freeform 371"/>
              <p:cNvSpPr>
                <a:spLocks/>
              </p:cNvSpPr>
              <p:nvPr userDrawn="1"/>
            </p:nvSpPr>
            <p:spPr bwMode="auto">
              <a:xfrm>
                <a:off x="1881" y="1478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9" name="Freeform 372"/>
              <p:cNvSpPr>
                <a:spLocks/>
              </p:cNvSpPr>
              <p:nvPr userDrawn="1"/>
            </p:nvSpPr>
            <p:spPr bwMode="auto">
              <a:xfrm>
                <a:off x="2462" y="120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0" name="Freeform 373"/>
              <p:cNvSpPr>
                <a:spLocks noEditPoints="1"/>
              </p:cNvSpPr>
              <p:nvPr userDrawn="1"/>
            </p:nvSpPr>
            <p:spPr bwMode="auto">
              <a:xfrm>
                <a:off x="1874" y="1547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1 w 27"/>
                  <a:gd name="T9" fmla="*/ 2 h 43"/>
                  <a:gd name="T10" fmla="*/ 26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1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4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1" name="Freeform 374"/>
              <p:cNvSpPr>
                <a:spLocks/>
              </p:cNvSpPr>
              <p:nvPr userDrawn="1"/>
            </p:nvSpPr>
            <p:spPr bwMode="auto">
              <a:xfrm>
                <a:off x="1881" y="1619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2" name="Freeform 375"/>
              <p:cNvSpPr>
                <a:spLocks/>
              </p:cNvSpPr>
              <p:nvPr userDrawn="1"/>
            </p:nvSpPr>
            <p:spPr bwMode="auto">
              <a:xfrm>
                <a:off x="1881" y="1688"/>
                <a:ext cx="13" cy="50"/>
              </a:xfrm>
              <a:custGeom>
                <a:avLst/>
                <a:gdLst>
                  <a:gd name="T0" fmla="*/ 8 w 13"/>
                  <a:gd name="T1" fmla="*/ 50 h 50"/>
                  <a:gd name="T2" fmla="*/ 13 w 13"/>
                  <a:gd name="T3" fmla="*/ 50 h 50"/>
                  <a:gd name="T4" fmla="*/ 13 w 13"/>
                  <a:gd name="T5" fmla="*/ 0 h 50"/>
                  <a:gd name="T6" fmla="*/ 3 w 13"/>
                  <a:gd name="T7" fmla="*/ 0 h 50"/>
                  <a:gd name="T8" fmla="*/ 0 w 13"/>
                  <a:gd name="T9" fmla="*/ 5 h 50"/>
                  <a:gd name="T10" fmla="*/ 8 w 13"/>
                  <a:gd name="T11" fmla="*/ 5 h 50"/>
                  <a:gd name="T12" fmla="*/ 8 w 13"/>
                  <a:gd name="T13" fmla="*/ 5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8" y="50"/>
                    </a:moveTo>
                    <a:lnTo>
                      <a:pt x="13" y="50"/>
                    </a:lnTo>
                    <a:lnTo>
                      <a:pt x="13" y="0"/>
                    </a:lnTo>
                    <a:lnTo>
                      <a:pt x="3" y="0"/>
                    </a:lnTo>
                    <a:lnTo>
                      <a:pt x="0" y="5"/>
                    </a:lnTo>
                    <a:lnTo>
                      <a:pt x="8" y="5"/>
                    </a:lnTo>
                    <a:lnTo>
                      <a:pt x="8" y="5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3" name="Freeform 376"/>
              <p:cNvSpPr>
                <a:spLocks noEditPoints="1"/>
              </p:cNvSpPr>
              <p:nvPr userDrawn="1"/>
            </p:nvSpPr>
            <p:spPr bwMode="auto">
              <a:xfrm>
                <a:off x="2890" y="784"/>
                <a:ext cx="37" cy="148"/>
              </a:xfrm>
              <a:custGeom>
                <a:avLst/>
                <a:gdLst>
                  <a:gd name="T0" fmla="*/ 15 w 30"/>
                  <a:gd name="T1" fmla="*/ 22 h 119"/>
                  <a:gd name="T2" fmla="*/ 0 w 30"/>
                  <a:gd name="T3" fmla="*/ 44 h 119"/>
                  <a:gd name="T4" fmla="*/ 5 w 30"/>
                  <a:gd name="T5" fmla="*/ 119 h 119"/>
                  <a:gd name="T6" fmla="*/ 20 w 30"/>
                  <a:gd name="T7" fmla="*/ 50 h 119"/>
                  <a:gd name="T8" fmla="*/ 15 w 30"/>
                  <a:gd name="T9" fmla="*/ 22 h 119"/>
                  <a:gd name="T10" fmla="*/ 30 w 30"/>
                  <a:gd name="T11" fmla="*/ 0 h 119"/>
                  <a:gd name="T12" fmla="*/ 30 w 30"/>
                  <a:gd name="T13" fmla="*/ 0 h 119"/>
                  <a:gd name="T14" fmla="*/ 25 w 30"/>
                  <a:gd name="T15" fmla="*/ 8 h 119"/>
                  <a:gd name="T16" fmla="*/ 23 w 30"/>
                  <a:gd name="T17" fmla="*/ 34 h 119"/>
                  <a:gd name="T18" fmla="*/ 30 w 30"/>
                  <a:gd name="T19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119">
                    <a:moveTo>
                      <a:pt x="15" y="22"/>
                    </a:moveTo>
                    <a:cubicBezTo>
                      <a:pt x="10" y="29"/>
                      <a:pt x="5" y="36"/>
                      <a:pt x="0" y="44"/>
                    </a:cubicBezTo>
                    <a:cubicBezTo>
                      <a:pt x="5" y="119"/>
                      <a:pt x="5" y="119"/>
                      <a:pt x="5" y="119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15" y="22"/>
                      <a:pt x="15" y="22"/>
                      <a:pt x="15" y="22"/>
                    </a:cubicBezTo>
                    <a:moveTo>
                      <a:pt x="30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3"/>
                      <a:pt x="27" y="5"/>
                      <a:pt x="25" y="8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30" y="0"/>
                      <a:pt x="30" y="0"/>
                      <a:pt x="3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4" name="Freeform 377"/>
              <p:cNvSpPr>
                <a:spLocks noEditPoints="1"/>
              </p:cNvSpPr>
              <p:nvPr userDrawn="1"/>
            </p:nvSpPr>
            <p:spPr bwMode="auto">
              <a:xfrm>
                <a:off x="2915" y="593"/>
                <a:ext cx="12" cy="191"/>
              </a:xfrm>
              <a:custGeom>
                <a:avLst/>
                <a:gdLst>
                  <a:gd name="T0" fmla="*/ 9 w 12"/>
                  <a:gd name="T1" fmla="*/ 152 h 191"/>
                  <a:gd name="T2" fmla="*/ 7 w 12"/>
                  <a:gd name="T3" fmla="*/ 182 h 191"/>
                  <a:gd name="T4" fmla="*/ 12 w 12"/>
                  <a:gd name="T5" fmla="*/ 191 h 191"/>
                  <a:gd name="T6" fmla="*/ 12 w 12"/>
                  <a:gd name="T7" fmla="*/ 191 h 191"/>
                  <a:gd name="T8" fmla="*/ 9 w 12"/>
                  <a:gd name="T9" fmla="*/ 152 h 191"/>
                  <a:gd name="T10" fmla="*/ 0 w 12"/>
                  <a:gd name="T11" fmla="*/ 0 h 191"/>
                  <a:gd name="T12" fmla="*/ 0 w 12"/>
                  <a:gd name="T13" fmla="*/ 1 h 191"/>
                  <a:gd name="T14" fmla="*/ 0 w 12"/>
                  <a:gd name="T15" fmla="*/ 3 h 191"/>
                  <a:gd name="T16" fmla="*/ 0 w 12"/>
                  <a:gd name="T17" fmla="*/ 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91">
                    <a:moveTo>
                      <a:pt x="9" y="152"/>
                    </a:moveTo>
                    <a:lnTo>
                      <a:pt x="7" y="18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9" y="152"/>
                    </a:lnTo>
                    <a:close/>
                    <a:moveTo>
                      <a:pt x="0" y="0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5" name="Freeform 378"/>
              <p:cNvSpPr>
                <a:spLocks noEditPoints="1"/>
              </p:cNvSpPr>
              <p:nvPr userDrawn="1"/>
            </p:nvSpPr>
            <p:spPr bwMode="auto">
              <a:xfrm>
                <a:off x="2915" y="593"/>
                <a:ext cx="12" cy="191"/>
              </a:xfrm>
              <a:custGeom>
                <a:avLst/>
                <a:gdLst>
                  <a:gd name="T0" fmla="*/ 9 w 12"/>
                  <a:gd name="T1" fmla="*/ 152 h 191"/>
                  <a:gd name="T2" fmla="*/ 7 w 12"/>
                  <a:gd name="T3" fmla="*/ 182 h 191"/>
                  <a:gd name="T4" fmla="*/ 12 w 12"/>
                  <a:gd name="T5" fmla="*/ 191 h 191"/>
                  <a:gd name="T6" fmla="*/ 12 w 12"/>
                  <a:gd name="T7" fmla="*/ 191 h 191"/>
                  <a:gd name="T8" fmla="*/ 9 w 12"/>
                  <a:gd name="T9" fmla="*/ 152 h 191"/>
                  <a:gd name="T10" fmla="*/ 0 w 12"/>
                  <a:gd name="T11" fmla="*/ 0 h 191"/>
                  <a:gd name="T12" fmla="*/ 0 w 12"/>
                  <a:gd name="T13" fmla="*/ 1 h 191"/>
                  <a:gd name="T14" fmla="*/ 0 w 12"/>
                  <a:gd name="T15" fmla="*/ 3 h 191"/>
                  <a:gd name="T16" fmla="*/ 0 w 12"/>
                  <a:gd name="T17" fmla="*/ 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91">
                    <a:moveTo>
                      <a:pt x="9" y="152"/>
                    </a:moveTo>
                    <a:lnTo>
                      <a:pt x="7" y="18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9" y="152"/>
                    </a:lnTo>
                    <a:moveTo>
                      <a:pt x="0" y="0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6" name="Freeform 379"/>
              <p:cNvSpPr>
                <a:spLocks noEditPoints="1"/>
              </p:cNvSpPr>
              <p:nvPr userDrawn="1"/>
            </p:nvSpPr>
            <p:spPr bwMode="auto">
              <a:xfrm>
                <a:off x="2885" y="555"/>
                <a:ext cx="43" cy="134"/>
              </a:xfrm>
              <a:custGeom>
                <a:avLst/>
                <a:gdLst>
                  <a:gd name="T0" fmla="*/ 30 w 43"/>
                  <a:gd name="T1" fmla="*/ 41 h 134"/>
                  <a:gd name="T2" fmla="*/ 36 w 43"/>
                  <a:gd name="T3" fmla="*/ 128 h 134"/>
                  <a:gd name="T4" fmla="*/ 43 w 43"/>
                  <a:gd name="T5" fmla="*/ 134 h 134"/>
                  <a:gd name="T6" fmla="*/ 30 w 43"/>
                  <a:gd name="T7" fmla="*/ 41 h 134"/>
                  <a:gd name="T8" fmla="*/ 23 w 43"/>
                  <a:gd name="T9" fmla="*/ 0 h 134"/>
                  <a:gd name="T10" fmla="*/ 0 w 43"/>
                  <a:gd name="T11" fmla="*/ 101 h 134"/>
                  <a:gd name="T12" fmla="*/ 22 w 43"/>
                  <a:gd name="T13" fmla="*/ 118 h 134"/>
                  <a:gd name="T14" fmla="*/ 30 w 43"/>
                  <a:gd name="T15" fmla="*/ 39 h 134"/>
                  <a:gd name="T16" fmla="*/ 23 w 43"/>
                  <a:gd name="T17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34">
                    <a:moveTo>
                      <a:pt x="30" y="41"/>
                    </a:moveTo>
                    <a:lnTo>
                      <a:pt x="36" y="128"/>
                    </a:lnTo>
                    <a:lnTo>
                      <a:pt x="43" y="134"/>
                    </a:lnTo>
                    <a:lnTo>
                      <a:pt x="30" y="41"/>
                    </a:lnTo>
                    <a:close/>
                    <a:moveTo>
                      <a:pt x="23" y="0"/>
                    </a:moveTo>
                    <a:lnTo>
                      <a:pt x="0" y="101"/>
                    </a:lnTo>
                    <a:lnTo>
                      <a:pt x="22" y="118"/>
                    </a:lnTo>
                    <a:lnTo>
                      <a:pt x="30" y="39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7" name="Freeform 380"/>
              <p:cNvSpPr>
                <a:spLocks noEditPoints="1"/>
              </p:cNvSpPr>
              <p:nvPr userDrawn="1"/>
            </p:nvSpPr>
            <p:spPr bwMode="auto">
              <a:xfrm>
                <a:off x="2885" y="555"/>
                <a:ext cx="43" cy="134"/>
              </a:xfrm>
              <a:custGeom>
                <a:avLst/>
                <a:gdLst>
                  <a:gd name="T0" fmla="*/ 30 w 43"/>
                  <a:gd name="T1" fmla="*/ 41 h 134"/>
                  <a:gd name="T2" fmla="*/ 36 w 43"/>
                  <a:gd name="T3" fmla="*/ 128 h 134"/>
                  <a:gd name="T4" fmla="*/ 43 w 43"/>
                  <a:gd name="T5" fmla="*/ 134 h 134"/>
                  <a:gd name="T6" fmla="*/ 30 w 43"/>
                  <a:gd name="T7" fmla="*/ 41 h 134"/>
                  <a:gd name="T8" fmla="*/ 23 w 43"/>
                  <a:gd name="T9" fmla="*/ 0 h 134"/>
                  <a:gd name="T10" fmla="*/ 0 w 43"/>
                  <a:gd name="T11" fmla="*/ 101 h 134"/>
                  <a:gd name="T12" fmla="*/ 22 w 43"/>
                  <a:gd name="T13" fmla="*/ 118 h 134"/>
                  <a:gd name="T14" fmla="*/ 30 w 43"/>
                  <a:gd name="T15" fmla="*/ 39 h 134"/>
                  <a:gd name="T16" fmla="*/ 23 w 43"/>
                  <a:gd name="T17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34">
                    <a:moveTo>
                      <a:pt x="30" y="41"/>
                    </a:moveTo>
                    <a:lnTo>
                      <a:pt x="36" y="128"/>
                    </a:lnTo>
                    <a:lnTo>
                      <a:pt x="43" y="134"/>
                    </a:lnTo>
                    <a:lnTo>
                      <a:pt x="30" y="41"/>
                    </a:lnTo>
                    <a:moveTo>
                      <a:pt x="23" y="0"/>
                    </a:moveTo>
                    <a:lnTo>
                      <a:pt x="0" y="101"/>
                    </a:lnTo>
                    <a:lnTo>
                      <a:pt x="22" y="118"/>
                    </a:lnTo>
                    <a:lnTo>
                      <a:pt x="30" y="39"/>
                    </a:lnTo>
                    <a:lnTo>
                      <a:pt x="2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8" name="Freeform 381"/>
              <p:cNvSpPr>
                <a:spLocks/>
              </p:cNvSpPr>
              <p:nvPr userDrawn="1"/>
            </p:nvSpPr>
            <p:spPr bwMode="auto">
              <a:xfrm>
                <a:off x="2907" y="594"/>
                <a:ext cx="14" cy="89"/>
              </a:xfrm>
              <a:custGeom>
                <a:avLst/>
                <a:gdLst>
                  <a:gd name="T0" fmla="*/ 8 w 14"/>
                  <a:gd name="T1" fmla="*/ 0 h 89"/>
                  <a:gd name="T2" fmla="*/ 0 w 14"/>
                  <a:gd name="T3" fmla="*/ 79 h 89"/>
                  <a:gd name="T4" fmla="*/ 14 w 14"/>
                  <a:gd name="T5" fmla="*/ 89 h 89"/>
                  <a:gd name="T6" fmla="*/ 8 w 14"/>
                  <a:gd name="T7" fmla="*/ 2 h 89"/>
                  <a:gd name="T8" fmla="*/ 8 w 14"/>
                  <a:gd name="T9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9">
                    <a:moveTo>
                      <a:pt x="8" y="0"/>
                    </a:moveTo>
                    <a:lnTo>
                      <a:pt x="0" y="79"/>
                    </a:lnTo>
                    <a:lnTo>
                      <a:pt x="14" y="89"/>
                    </a:lnTo>
                    <a:lnTo>
                      <a:pt x="8" y="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9" name="Freeform 382"/>
              <p:cNvSpPr>
                <a:spLocks/>
              </p:cNvSpPr>
              <p:nvPr userDrawn="1"/>
            </p:nvSpPr>
            <p:spPr bwMode="auto">
              <a:xfrm>
                <a:off x="2907" y="594"/>
                <a:ext cx="14" cy="89"/>
              </a:xfrm>
              <a:custGeom>
                <a:avLst/>
                <a:gdLst>
                  <a:gd name="T0" fmla="*/ 8 w 14"/>
                  <a:gd name="T1" fmla="*/ 0 h 89"/>
                  <a:gd name="T2" fmla="*/ 0 w 14"/>
                  <a:gd name="T3" fmla="*/ 79 h 89"/>
                  <a:gd name="T4" fmla="*/ 14 w 14"/>
                  <a:gd name="T5" fmla="*/ 89 h 89"/>
                  <a:gd name="T6" fmla="*/ 8 w 14"/>
                  <a:gd name="T7" fmla="*/ 2 h 89"/>
                  <a:gd name="T8" fmla="*/ 8 w 14"/>
                  <a:gd name="T9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9">
                    <a:moveTo>
                      <a:pt x="8" y="0"/>
                    </a:moveTo>
                    <a:lnTo>
                      <a:pt x="0" y="79"/>
                    </a:lnTo>
                    <a:lnTo>
                      <a:pt x="14" y="89"/>
                    </a:lnTo>
                    <a:lnTo>
                      <a:pt x="8" y="2"/>
                    </a:lnTo>
                    <a:lnTo>
                      <a:pt x="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0" name="Freeform 383"/>
              <p:cNvSpPr>
                <a:spLocks noEditPoints="1"/>
              </p:cNvSpPr>
              <p:nvPr userDrawn="1"/>
            </p:nvSpPr>
            <p:spPr bwMode="auto">
              <a:xfrm>
                <a:off x="2885" y="656"/>
                <a:ext cx="43" cy="203"/>
              </a:xfrm>
              <a:custGeom>
                <a:avLst/>
                <a:gdLst>
                  <a:gd name="T0" fmla="*/ 27 w 35"/>
                  <a:gd name="T1" fmla="*/ 138 h 164"/>
                  <a:gd name="T2" fmla="*/ 24 w 35"/>
                  <a:gd name="T3" fmla="*/ 154 h 164"/>
                  <a:gd name="T4" fmla="*/ 25 w 35"/>
                  <a:gd name="T5" fmla="*/ 164 h 164"/>
                  <a:gd name="T6" fmla="*/ 27 w 35"/>
                  <a:gd name="T7" fmla="*/ 138 h 164"/>
                  <a:gd name="T8" fmla="*/ 29 w 35"/>
                  <a:gd name="T9" fmla="*/ 22 h 164"/>
                  <a:gd name="T10" fmla="*/ 32 w 35"/>
                  <a:gd name="T11" fmla="*/ 72 h 164"/>
                  <a:gd name="T12" fmla="*/ 35 w 35"/>
                  <a:gd name="T13" fmla="*/ 27 h 164"/>
                  <a:gd name="T14" fmla="*/ 29 w 35"/>
                  <a:gd name="T15" fmla="*/ 22 h 164"/>
                  <a:gd name="T16" fmla="*/ 0 w 35"/>
                  <a:gd name="T17" fmla="*/ 0 h 164"/>
                  <a:gd name="T18" fmla="*/ 17 w 35"/>
                  <a:gd name="T19" fmla="*/ 112 h 164"/>
                  <a:gd name="T20" fmla="*/ 30 w 35"/>
                  <a:gd name="T21" fmla="*/ 106 h 164"/>
                  <a:gd name="T22" fmla="*/ 30 w 35"/>
                  <a:gd name="T23" fmla="*/ 96 h 164"/>
                  <a:gd name="T24" fmla="*/ 14 w 35"/>
                  <a:gd name="T25" fmla="*/ 63 h 164"/>
                  <a:gd name="T26" fmla="*/ 18 w 35"/>
                  <a:gd name="T27" fmla="*/ 14 h 164"/>
                  <a:gd name="T28" fmla="*/ 0 w 35"/>
                  <a:gd name="T29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164">
                    <a:moveTo>
                      <a:pt x="27" y="138"/>
                    </a:moveTo>
                    <a:cubicBezTo>
                      <a:pt x="24" y="154"/>
                      <a:pt x="24" y="154"/>
                      <a:pt x="24" y="154"/>
                    </a:cubicBezTo>
                    <a:cubicBezTo>
                      <a:pt x="25" y="164"/>
                      <a:pt x="25" y="164"/>
                      <a:pt x="25" y="164"/>
                    </a:cubicBezTo>
                    <a:cubicBezTo>
                      <a:pt x="27" y="138"/>
                      <a:pt x="27" y="138"/>
                      <a:pt x="27" y="138"/>
                    </a:cubicBezTo>
                    <a:moveTo>
                      <a:pt x="29" y="22"/>
                    </a:moveTo>
                    <a:cubicBezTo>
                      <a:pt x="32" y="72"/>
                      <a:pt x="32" y="72"/>
                      <a:pt x="32" y="72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29" y="22"/>
                      <a:pt x="29" y="22"/>
                      <a:pt x="29" y="22"/>
                    </a:cubicBezTo>
                    <a:moveTo>
                      <a:pt x="0" y="0"/>
                    </a:moveTo>
                    <a:cubicBezTo>
                      <a:pt x="17" y="112"/>
                      <a:pt x="17" y="112"/>
                      <a:pt x="17" y="112"/>
                    </a:cubicBezTo>
                    <a:cubicBezTo>
                      <a:pt x="21" y="110"/>
                      <a:pt x="25" y="108"/>
                      <a:pt x="30" y="106"/>
                    </a:cubicBezTo>
                    <a:cubicBezTo>
                      <a:pt x="30" y="96"/>
                      <a:pt x="30" y="96"/>
                      <a:pt x="30" y="96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1" name="Freeform 384"/>
              <p:cNvSpPr>
                <a:spLocks/>
              </p:cNvSpPr>
              <p:nvPr userDrawn="1"/>
            </p:nvSpPr>
            <p:spPr bwMode="auto">
              <a:xfrm>
                <a:off x="2908" y="794"/>
                <a:ext cx="13" cy="52"/>
              </a:xfrm>
              <a:custGeom>
                <a:avLst/>
                <a:gdLst>
                  <a:gd name="T0" fmla="*/ 10 w 10"/>
                  <a:gd name="T1" fmla="*/ 0 h 42"/>
                  <a:gd name="T2" fmla="*/ 0 w 10"/>
                  <a:gd name="T3" fmla="*/ 14 h 42"/>
                  <a:gd name="T4" fmla="*/ 5 w 10"/>
                  <a:gd name="T5" fmla="*/ 42 h 42"/>
                  <a:gd name="T6" fmla="*/ 8 w 10"/>
                  <a:gd name="T7" fmla="*/ 26 h 42"/>
                  <a:gd name="T8" fmla="*/ 10 w 10"/>
                  <a:gd name="T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42">
                    <a:moveTo>
                      <a:pt x="10" y="0"/>
                    </a:moveTo>
                    <a:cubicBezTo>
                      <a:pt x="7" y="4"/>
                      <a:pt x="4" y="9"/>
                      <a:pt x="0" y="14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2" name="Freeform 385"/>
              <p:cNvSpPr>
                <a:spLocks/>
              </p:cNvSpPr>
              <p:nvPr userDrawn="1"/>
            </p:nvSpPr>
            <p:spPr bwMode="auto">
              <a:xfrm>
                <a:off x="2902" y="673"/>
                <a:ext cx="22" cy="102"/>
              </a:xfrm>
              <a:custGeom>
                <a:avLst/>
                <a:gdLst>
                  <a:gd name="T0" fmla="*/ 5 w 22"/>
                  <a:gd name="T1" fmla="*/ 0 h 102"/>
                  <a:gd name="T2" fmla="*/ 0 w 22"/>
                  <a:gd name="T3" fmla="*/ 61 h 102"/>
                  <a:gd name="T4" fmla="*/ 20 w 22"/>
                  <a:gd name="T5" fmla="*/ 102 h 102"/>
                  <a:gd name="T6" fmla="*/ 22 w 22"/>
                  <a:gd name="T7" fmla="*/ 72 h 102"/>
                  <a:gd name="T8" fmla="*/ 19 w 22"/>
                  <a:gd name="T9" fmla="*/ 10 h 102"/>
                  <a:gd name="T10" fmla="*/ 5 w 22"/>
                  <a:gd name="T11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02">
                    <a:moveTo>
                      <a:pt x="5" y="0"/>
                    </a:moveTo>
                    <a:lnTo>
                      <a:pt x="0" y="61"/>
                    </a:lnTo>
                    <a:lnTo>
                      <a:pt x="20" y="102"/>
                    </a:lnTo>
                    <a:lnTo>
                      <a:pt x="22" y="72"/>
                    </a:lnTo>
                    <a:lnTo>
                      <a:pt x="19" y="1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3" name="Freeform 386"/>
              <p:cNvSpPr>
                <a:spLocks/>
              </p:cNvSpPr>
              <p:nvPr userDrawn="1"/>
            </p:nvSpPr>
            <p:spPr bwMode="auto">
              <a:xfrm>
                <a:off x="2902" y="673"/>
                <a:ext cx="22" cy="102"/>
              </a:xfrm>
              <a:custGeom>
                <a:avLst/>
                <a:gdLst>
                  <a:gd name="T0" fmla="*/ 5 w 22"/>
                  <a:gd name="T1" fmla="*/ 0 h 102"/>
                  <a:gd name="T2" fmla="*/ 0 w 22"/>
                  <a:gd name="T3" fmla="*/ 61 h 102"/>
                  <a:gd name="T4" fmla="*/ 20 w 22"/>
                  <a:gd name="T5" fmla="*/ 102 h 102"/>
                  <a:gd name="T6" fmla="*/ 22 w 22"/>
                  <a:gd name="T7" fmla="*/ 72 h 102"/>
                  <a:gd name="T8" fmla="*/ 19 w 22"/>
                  <a:gd name="T9" fmla="*/ 10 h 102"/>
                  <a:gd name="T10" fmla="*/ 5 w 22"/>
                  <a:gd name="T11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02">
                    <a:moveTo>
                      <a:pt x="5" y="0"/>
                    </a:moveTo>
                    <a:lnTo>
                      <a:pt x="0" y="61"/>
                    </a:lnTo>
                    <a:lnTo>
                      <a:pt x="20" y="102"/>
                    </a:lnTo>
                    <a:lnTo>
                      <a:pt x="22" y="72"/>
                    </a:lnTo>
                    <a:lnTo>
                      <a:pt x="19" y="10"/>
                    </a:lnTo>
                    <a:lnTo>
                      <a:pt x="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4" name="Freeform 387"/>
              <p:cNvSpPr>
                <a:spLocks/>
              </p:cNvSpPr>
              <p:nvPr userDrawn="1"/>
            </p:nvSpPr>
            <p:spPr bwMode="auto">
              <a:xfrm>
                <a:off x="2859" y="451"/>
                <a:ext cx="49" cy="104"/>
              </a:xfrm>
              <a:custGeom>
                <a:avLst/>
                <a:gdLst>
                  <a:gd name="T0" fmla="*/ 0 w 49"/>
                  <a:gd name="T1" fmla="*/ 0 h 104"/>
                  <a:gd name="T2" fmla="*/ 0 w 49"/>
                  <a:gd name="T3" fmla="*/ 77 h 104"/>
                  <a:gd name="T4" fmla="*/ 49 w 49"/>
                  <a:gd name="T5" fmla="*/ 104 h 104"/>
                  <a:gd name="T6" fmla="*/ 0 w 49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4">
                    <a:moveTo>
                      <a:pt x="0" y="0"/>
                    </a:moveTo>
                    <a:lnTo>
                      <a:pt x="0" y="77"/>
                    </a:lnTo>
                    <a:lnTo>
                      <a:pt x="49" y="1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5" name="Freeform 388"/>
              <p:cNvSpPr>
                <a:spLocks/>
              </p:cNvSpPr>
              <p:nvPr userDrawn="1"/>
            </p:nvSpPr>
            <p:spPr bwMode="auto">
              <a:xfrm>
                <a:off x="2859" y="451"/>
                <a:ext cx="49" cy="104"/>
              </a:xfrm>
              <a:custGeom>
                <a:avLst/>
                <a:gdLst>
                  <a:gd name="T0" fmla="*/ 0 w 49"/>
                  <a:gd name="T1" fmla="*/ 0 h 104"/>
                  <a:gd name="T2" fmla="*/ 0 w 49"/>
                  <a:gd name="T3" fmla="*/ 77 h 104"/>
                  <a:gd name="T4" fmla="*/ 49 w 49"/>
                  <a:gd name="T5" fmla="*/ 104 h 104"/>
                  <a:gd name="T6" fmla="*/ 0 w 49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4">
                    <a:moveTo>
                      <a:pt x="0" y="0"/>
                    </a:moveTo>
                    <a:lnTo>
                      <a:pt x="0" y="77"/>
                    </a:lnTo>
                    <a:lnTo>
                      <a:pt x="49" y="10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6" name="Freeform 389"/>
              <p:cNvSpPr>
                <a:spLocks/>
              </p:cNvSpPr>
              <p:nvPr userDrawn="1"/>
            </p:nvSpPr>
            <p:spPr bwMode="auto">
              <a:xfrm>
                <a:off x="3072" y="383"/>
                <a:ext cx="49" cy="106"/>
              </a:xfrm>
              <a:custGeom>
                <a:avLst/>
                <a:gdLst>
                  <a:gd name="T0" fmla="*/ 0 w 49"/>
                  <a:gd name="T1" fmla="*/ 0 h 106"/>
                  <a:gd name="T2" fmla="*/ 0 w 49"/>
                  <a:gd name="T3" fmla="*/ 77 h 106"/>
                  <a:gd name="T4" fmla="*/ 49 w 49"/>
                  <a:gd name="T5" fmla="*/ 106 h 106"/>
                  <a:gd name="T6" fmla="*/ 0 w 49"/>
                  <a:gd name="T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6">
                    <a:moveTo>
                      <a:pt x="0" y="0"/>
                    </a:moveTo>
                    <a:lnTo>
                      <a:pt x="0" y="77"/>
                    </a:lnTo>
                    <a:lnTo>
                      <a:pt x="49" y="1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7" name="Freeform 390"/>
              <p:cNvSpPr>
                <a:spLocks/>
              </p:cNvSpPr>
              <p:nvPr userDrawn="1"/>
            </p:nvSpPr>
            <p:spPr bwMode="auto">
              <a:xfrm>
                <a:off x="3072" y="383"/>
                <a:ext cx="49" cy="106"/>
              </a:xfrm>
              <a:custGeom>
                <a:avLst/>
                <a:gdLst>
                  <a:gd name="T0" fmla="*/ 0 w 49"/>
                  <a:gd name="T1" fmla="*/ 0 h 106"/>
                  <a:gd name="T2" fmla="*/ 0 w 49"/>
                  <a:gd name="T3" fmla="*/ 77 h 106"/>
                  <a:gd name="T4" fmla="*/ 49 w 49"/>
                  <a:gd name="T5" fmla="*/ 106 h 106"/>
                  <a:gd name="T6" fmla="*/ 0 w 49"/>
                  <a:gd name="T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6">
                    <a:moveTo>
                      <a:pt x="0" y="0"/>
                    </a:moveTo>
                    <a:lnTo>
                      <a:pt x="0" y="77"/>
                    </a:lnTo>
                    <a:lnTo>
                      <a:pt x="49" y="10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8" name="Freeform 391"/>
              <p:cNvSpPr>
                <a:spLocks/>
              </p:cNvSpPr>
              <p:nvPr userDrawn="1"/>
            </p:nvSpPr>
            <p:spPr bwMode="auto">
              <a:xfrm>
                <a:off x="2759" y="375"/>
                <a:ext cx="50" cy="86"/>
              </a:xfrm>
              <a:custGeom>
                <a:avLst/>
                <a:gdLst>
                  <a:gd name="T0" fmla="*/ 0 w 50"/>
                  <a:gd name="T1" fmla="*/ 0 h 86"/>
                  <a:gd name="T2" fmla="*/ 0 w 50"/>
                  <a:gd name="T3" fmla="*/ 58 h 86"/>
                  <a:gd name="T4" fmla="*/ 50 w 50"/>
                  <a:gd name="T5" fmla="*/ 86 h 86"/>
                  <a:gd name="T6" fmla="*/ 11 w 50"/>
                  <a:gd name="T7" fmla="*/ 5 h 86"/>
                  <a:gd name="T8" fmla="*/ 0 w 50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6">
                    <a:moveTo>
                      <a:pt x="0" y="0"/>
                    </a:moveTo>
                    <a:lnTo>
                      <a:pt x="0" y="58"/>
                    </a:lnTo>
                    <a:lnTo>
                      <a:pt x="50" y="86"/>
                    </a:lnTo>
                    <a:lnTo>
                      <a:pt x="11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9" name="Freeform 392"/>
              <p:cNvSpPr>
                <a:spLocks/>
              </p:cNvSpPr>
              <p:nvPr userDrawn="1"/>
            </p:nvSpPr>
            <p:spPr bwMode="auto">
              <a:xfrm>
                <a:off x="2759" y="375"/>
                <a:ext cx="50" cy="86"/>
              </a:xfrm>
              <a:custGeom>
                <a:avLst/>
                <a:gdLst>
                  <a:gd name="T0" fmla="*/ 0 w 50"/>
                  <a:gd name="T1" fmla="*/ 0 h 86"/>
                  <a:gd name="T2" fmla="*/ 0 w 50"/>
                  <a:gd name="T3" fmla="*/ 58 h 86"/>
                  <a:gd name="T4" fmla="*/ 50 w 50"/>
                  <a:gd name="T5" fmla="*/ 86 h 86"/>
                  <a:gd name="T6" fmla="*/ 11 w 50"/>
                  <a:gd name="T7" fmla="*/ 5 h 86"/>
                  <a:gd name="T8" fmla="*/ 0 w 50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6">
                    <a:moveTo>
                      <a:pt x="0" y="0"/>
                    </a:moveTo>
                    <a:lnTo>
                      <a:pt x="0" y="58"/>
                    </a:lnTo>
                    <a:lnTo>
                      <a:pt x="50" y="86"/>
                    </a:lnTo>
                    <a:lnTo>
                      <a:pt x="11" y="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0" name="Freeform 393"/>
              <p:cNvSpPr>
                <a:spLocks noEditPoints="1"/>
              </p:cNvSpPr>
              <p:nvPr userDrawn="1"/>
            </p:nvSpPr>
            <p:spPr bwMode="auto">
              <a:xfrm>
                <a:off x="2785" y="356"/>
                <a:ext cx="74" cy="124"/>
              </a:xfrm>
              <a:custGeom>
                <a:avLst/>
                <a:gdLst>
                  <a:gd name="T0" fmla="*/ 14 w 74"/>
                  <a:gd name="T1" fmla="*/ 36 h 124"/>
                  <a:gd name="T2" fmla="*/ 53 w 74"/>
                  <a:gd name="T3" fmla="*/ 124 h 124"/>
                  <a:gd name="T4" fmla="*/ 74 w 74"/>
                  <a:gd name="T5" fmla="*/ 95 h 124"/>
                  <a:gd name="T6" fmla="*/ 33 w 74"/>
                  <a:gd name="T7" fmla="*/ 43 h 124"/>
                  <a:gd name="T8" fmla="*/ 14 w 74"/>
                  <a:gd name="T9" fmla="*/ 36 h 124"/>
                  <a:gd name="T10" fmla="*/ 0 w 74"/>
                  <a:gd name="T11" fmla="*/ 0 h 124"/>
                  <a:gd name="T12" fmla="*/ 3 w 74"/>
                  <a:gd name="T13" fmla="*/ 11 h 124"/>
                  <a:gd name="T14" fmla="*/ 19 w 74"/>
                  <a:gd name="T15" fmla="*/ 26 h 124"/>
                  <a:gd name="T16" fmla="*/ 0 w 74"/>
                  <a:gd name="T17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" h="124">
                    <a:moveTo>
                      <a:pt x="14" y="36"/>
                    </a:moveTo>
                    <a:lnTo>
                      <a:pt x="53" y="124"/>
                    </a:lnTo>
                    <a:lnTo>
                      <a:pt x="74" y="95"/>
                    </a:lnTo>
                    <a:lnTo>
                      <a:pt x="33" y="43"/>
                    </a:lnTo>
                    <a:lnTo>
                      <a:pt x="14" y="36"/>
                    </a:lnTo>
                    <a:close/>
                    <a:moveTo>
                      <a:pt x="0" y="0"/>
                    </a:moveTo>
                    <a:lnTo>
                      <a:pt x="3" y="11"/>
                    </a:lnTo>
                    <a:lnTo>
                      <a:pt x="19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1" name="Freeform 394"/>
              <p:cNvSpPr>
                <a:spLocks noEditPoints="1"/>
              </p:cNvSpPr>
              <p:nvPr userDrawn="1"/>
            </p:nvSpPr>
            <p:spPr bwMode="auto">
              <a:xfrm>
                <a:off x="2785" y="356"/>
                <a:ext cx="74" cy="124"/>
              </a:xfrm>
              <a:custGeom>
                <a:avLst/>
                <a:gdLst>
                  <a:gd name="T0" fmla="*/ 14 w 74"/>
                  <a:gd name="T1" fmla="*/ 36 h 124"/>
                  <a:gd name="T2" fmla="*/ 53 w 74"/>
                  <a:gd name="T3" fmla="*/ 124 h 124"/>
                  <a:gd name="T4" fmla="*/ 74 w 74"/>
                  <a:gd name="T5" fmla="*/ 95 h 124"/>
                  <a:gd name="T6" fmla="*/ 33 w 74"/>
                  <a:gd name="T7" fmla="*/ 43 h 124"/>
                  <a:gd name="T8" fmla="*/ 14 w 74"/>
                  <a:gd name="T9" fmla="*/ 36 h 124"/>
                  <a:gd name="T10" fmla="*/ 0 w 74"/>
                  <a:gd name="T11" fmla="*/ 0 h 124"/>
                  <a:gd name="T12" fmla="*/ 3 w 74"/>
                  <a:gd name="T13" fmla="*/ 11 h 124"/>
                  <a:gd name="T14" fmla="*/ 19 w 74"/>
                  <a:gd name="T15" fmla="*/ 26 h 124"/>
                  <a:gd name="T16" fmla="*/ 0 w 74"/>
                  <a:gd name="T17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" h="124">
                    <a:moveTo>
                      <a:pt x="14" y="36"/>
                    </a:moveTo>
                    <a:lnTo>
                      <a:pt x="53" y="124"/>
                    </a:lnTo>
                    <a:lnTo>
                      <a:pt x="74" y="95"/>
                    </a:lnTo>
                    <a:lnTo>
                      <a:pt x="33" y="43"/>
                    </a:lnTo>
                    <a:lnTo>
                      <a:pt x="14" y="36"/>
                    </a:lnTo>
                    <a:moveTo>
                      <a:pt x="0" y="0"/>
                    </a:moveTo>
                    <a:lnTo>
                      <a:pt x="3" y="11"/>
                    </a:lnTo>
                    <a:lnTo>
                      <a:pt x="19" y="2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2" name="Freeform 395"/>
              <p:cNvSpPr>
                <a:spLocks noEditPoints="1"/>
              </p:cNvSpPr>
              <p:nvPr userDrawn="1"/>
            </p:nvSpPr>
            <p:spPr bwMode="auto">
              <a:xfrm>
                <a:off x="2668" y="279"/>
                <a:ext cx="117" cy="77"/>
              </a:xfrm>
              <a:custGeom>
                <a:avLst/>
                <a:gdLst>
                  <a:gd name="T0" fmla="*/ 93 w 117"/>
                  <a:gd name="T1" fmla="*/ 62 h 77"/>
                  <a:gd name="T2" fmla="*/ 108 w 117"/>
                  <a:gd name="T3" fmla="*/ 77 h 77"/>
                  <a:gd name="T4" fmla="*/ 117 w 117"/>
                  <a:gd name="T5" fmla="*/ 77 h 77"/>
                  <a:gd name="T6" fmla="*/ 93 w 117"/>
                  <a:gd name="T7" fmla="*/ 62 h 77"/>
                  <a:gd name="T8" fmla="*/ 0 w 117"/>
                  <a:gd name="T9" fmla="*/ 0 h 77"/>
                  <a:gd name="T10" fmla="*/ 37 w 117"/>
                  <a:gd name="T11" fmla="*/ 70 h 77"/>
                  <a:gd name="T12" fmla="*/ 68 w 117"/>
                  <a:gd name="T13" fmla="*/ 73 h 77"/>
                  <a:gd name="T14" fmla="*/ 68 w 117"/>
                  <a:gd name="T15" fmla="*/ 46 h 77"/>
                  <a:gd name="T16" fmla="*/ 0 w 117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7" h="77">
                    <a:moveTo>
                      <a:pt x="93" y="62"/>
                    </a:moveTo>
                    <a:lnTo>
                      <a:pt x="108" y="77"/>
                    </a:lnTo>
                    <a:lnTo>
                      <a:pt x="117" y="77"/>
                    </a:lnTo>
                    <a:lnTo>
                      <a:pt x="93" y="62"/>
                    </a:lnTo>
                    <a:close/>
                    <a:moveTo>
                      <a:pt x="0" y="0"/>
                    </a:moveTo>
                    <a:lnTo>
                      <a:pt x="37" y="70"/>
                    </a:lnTo>
                    <a:lnTo>
                      <a:pt x="68" y="73"/>
                    </a:lnTo>
                    <a:lnTo>
                      <a:pt x="68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3" name="Freeform 396"/>
              <p:cNvSpPr>
                <a:spLocks noEditPoints="1"/>
              </p:cNvSpPr>
              <p:nvPr userDrawn="1"/>
            </p:nvSpPr>
            <p:spPr bwMode="auto">
              <a:xfrm>
                <a:off x="2668" y="279"/>
                <a:ext cx="117" cy="77"/>
              </a:xfrm>
              <a:custGeom>
                <a:avLst/>
                <a:gdLst>
                  <a:gd name="T0" fmla="*/ 93 w 117"/>
                  <a:gd name="T1" fmla="*/ 62 h 77"/>
                  <a:gd name="T2" fmla="*/ 108 w 117"/>
                  <a:gd name="T3" fmla="*/ 77 h 77"/>
                  <a:gd name="T4" fmla="*/ 117 w 117"/>
                  <a:gd name="T5" fmla="*/ 77 h 77"/>
                  <a:gd name="T6" fmla="*/ 93 w 117"/>
                  <a:gd name="T7" fmla="*/ 62 h 77"/>
                  <a:gd name="T8" fmla="*/ 0 w 117"/>
                  <a:gd name="T9" fmla="*/ 0 h 77"/>
                  <a:gd name="T10" fmla="*/ 37 w 117"/>
                  <a:gd name="T11" fmla="*/ 70 h 77"/>
                  <a:gd name="T12" fmla="*/ 68 w 117"/>
                  <a:gd name="T13" fmla="*/ 73 h 77"/>
                  <a:gd name="T14" fmla="*/ 68 w 117"/>
                  <a:gd name="T15" fmla="*/ 46 h 77"/>
                  <a:gd name="T16" fmla="*/ 0 w 117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7" h="77">
                    <a:moveTo>
                      <a:pt x="93" y="62"/>
                    </a:moveTo>
                    <a:lnTo>
                      <a:pt x="108" y="77"/>
                    </a:lnTo>
                    <a:lnTo>
                      <a:pt x="117" y="77"/>
                    </a:lnTo>
                    <a:lnTo>
                      <a:pt x="93" y="62"/>
                    </a:lnTo>
                    <a:moveTo>
                      <a:pt x="0" y="0"/>
                    </a:moveTo>
                    <a:lnTo>
                      <a:pt x="37" y="70"/>
                    </a:lnTo>
                    <a:lnTo>
                      <a:pt x="68" y="73"/>
                    </a:lnTo>
                    <a:lnTo>
                      <a:pt x="68" y="4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4" name="Freeform 397"/>
              <p:cNvSpPr>
                <a:spLocks/>
              </p:cNvSpPr>
              <p:nvPr userDrawn="1"/>
            </p:nvSpPr>
            <p:spPr bwMode="auto">
              <a:xfrm>
                <a:off x="2896" y="918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4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4"/>
                    </a:lnTo>
                    <a:lnTo>
                      <a:pt x="47" y="40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5" name="Freeform 398"/>
              <p:cNvSpPr>
                <a:spLocks/>
              </p:cNvSpPr>
              <p:nvPr userDrawn="1"/>
            </p:nvSpPr>
            <p:spPr bwMode="auto">
              <a:xfrm>
                <a:off x="2896" y="918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4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4"/>
                    </a:lnTo>
                    <a:lnTo>
                      <a:pt x="47" y="40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6" name="Freeform 399"/>
              <p:cNvSpPr>
                <a:spLocks/>
              </p:cNvSpPr>
              <p:nvPr userDrawn="1"/>
            </p:nvSpPr>
            <p:spPr bwMode="auto">
              <a:xfrm>
                <a:off x="2660" y="725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2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2"/>
                    </a:lnTo>
                    <a:lnTo>
                      <a:pt x="47" y="40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7" name="Freeform 400"/>
              <p:cNvSpPr>
                <a:spLocks/>
              </p:cNvSpPr>
              <p:nvPr userDrawn="1"/>
            </p:nvSpPr>
            <p:spPr bwMode="auto">
              <a:xfrm>
                <a:off x="2660" y="725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2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2"/>
                    </a:lnTo>
                    <a:lnTo>
                      <a:pt x="47" y="40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8" name="Freeform 401"/>
              <p:cNvSpPr>
                <a:spLocks/>
              </p:cNvSpPr>
              <p:nvPr userDrawn="1"/>
            </p:nvSpPr>
            <p:spPr bwMode="auto">
              <a:xfrm>
                <a:off x="921" y="1197"/>
                <a:ext cx="73" cy="39"/>
              </a:xfrm>
              <a:custGeom>
                <a:avLst/>
                <a:gdLst>
                  <a:gd name="T0" fmla="*/ 73 w 73"/>
                  <a:gd name="T1" fmla="*/ 0 h 39"/>
                  <a:gd name="T2" fmla="*/ 0 w 73"/>
                  <a:gd name="T3" fmla="*/ 13 h 39"/>
                  <a:gd name="T4" fmla="*/ 47 w 73"/>
                  <a:gd name="T5" fmla="*/ 39 h 39"/>
                  <a:gd name="T6" fmla="*/ 73 w 73"/>
                  <a:gd name="T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39">
                    <a:moveTo>
                      <a:pt x="73" y="0"/>
                    </a:moveTo>
                    <a:lnTo>
                      <a:pt x="0" y="13"/>
                    </a:lnTo>
                    <a:lnTo>
                      <a:pt x="47" y="39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9" name="Freeform 402"/>
              <p:cNvSpPr>
                <a:spLocks/>
              </p:cNvSpPr>
              <p:nvPr userDrawn="1"/>
            </p:nvSpPr>
            <p:spPr bwMode="auto">
              <a:xfrm>
                <a:off x="921" y="1197"/>
                <a:ext cx="73" cy="39"/>
              </a:xfrm>
              <a:custGeom>
                <a:avLst/>
                <a:gdLst>
                  <a:gd name="T0" fmla="*/ 73 w 73"/>
                  <a:gd name="T1" fmla="*/ 0 h 39"/>
                  <a:gd name="T2" fmla="*/ 0 w 73"/>
                  <a:gd name="T3" fmla="*/ 13 h 39"/>
                  <a:gd name="T4" fmla="*/ 47 w 73"/>
                  <a:gd name="T5" fmla="*/ 39 h 39"/>
                  <a:gd name="T6" fmla="*/ 73 w 73"/>
                  <a:gd name="T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39">
                    <a:moveTo>
                      <a:pt x="73" y="0"/>
                    </a:moveTo>
                    <a:lnTo>
                      <a:pt x="0" y="13"/>
                    </a:lnTo>
                    <a:lnTo>
                      <a:pt x="47" y="39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0" name="Freeform 403"/>
              <p:cNvSpPr>
                <a:spLocks/>
              </p:cNvSpPr>
              <p:nvPr userDrawn="1"/>
            </p:nvSpPr>
            <p:spPr bwMode="auto">
              <a:xfrm>
                <a:off x="2969" y="918"/>
                <a:ext cx="101" cy="27"/>
              </a:xfrm>
              <a:custGeom>
                <a:avLst/>
                <a:gdLst>
                  <a:gd name="T0" fmla="*/ 0 w 101"/>
                  <a:gd name="T1" fmla="*/ 0 h 27"/>
                  <a:gd name="T2" fmla="*/ 51 w 101"/>
                  <a:gd name="T3" fmla="*/ 27 h 27"/>
                  <a:gd name="T4" fmla="*/ 101 w 101"/>
                  <a:gd name="T5" fmla="*/ 14 h 27"/>
                  <a:gd name="T6" fmla="*/ 0 w 10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1" h="27">
                    <a:moveTo>
                      <a:pt x="0" y="0"/>
                    </a:moveTo>
                    <a:lnTo>
                      <a:pt x="51" y="27"/>
                    </a:lnTo>
                    <a:lnTo>
                      <a:pt x="101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1" name="Freeform 404"/>
              <p:cNvSpPr>
                <a:spLocks/>
              </p:cNvSpPr>
              <p:nvPr userDrawn="1"/>
            </p:nvSpPr>
            <p:spPr bwMode="auto">
              <a:xfrm>
                <a:off x="2969" y="918"/>
                <a:ext cx="101" cy="27"/>
              </a:xfrm>
              <a:custGeom>
                <a:avLst/>
                <a:gdLst>
                  <a:gd name="T0" fmla="*/ 0 w 101"/>
                  <a:gd name="T1" fmla="*/ 0 h 27"/>
                  <a:gd name="T2" fmla="*/ 51 w 101"/>
                  <a:gd name="T3" fmla="*/ 27 h 27"/>
                  <a:gd name="T4" fmla="*/ 101 w 101"/>
                  <a:gd name="T5" fmla="*/ 14 h 27"/>
                  <a:gd name="T6" fmla="*/ 0 w 10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1" h="27">
                    <a:moveTo>
                      <a:pt x="0" y="0"/>
                    </a:moveTo>
                    <a:lnTo>
                      <a:pt x="51" y="27"/>
                    </a:lnTo>
                    <a:lnTo>
                      <a:pt x="101" y="1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2" name="Freeform 405"/>
              <p:cNvSpPr>
                <a:spLocks noEditPoints="1"/>
              </p:cNvSpPr>
              <p:nvPr userDrawn="1"/>
            </p:nvSpPr>
            <p:spPr bwMode="auto">
              <a:xfrm>
                <a:off x="3020" y="932"/>
                <a:ext cx="138" cy="46"/>
              </a:xfrm>
              <a:custGeom>
                <a:avLst/>
                <a:gdLst>
                  <a:gd name="T0" fmla="*/ 106 w 138"/>
                  <a:gd name="T1" fmla="*/ 28 h 46"/>
                  <a:gd name="T2" fmla="*/ 123 w 138"/>
                  <a:gd name="T3" fmla="*/ 42 h 46"/>
                  <a:gd name="T4" fmla="*/ 138 w 138"/>
                  <a:gd name="T5" fmla="*/ 46 h 46"/>
                  <a:gd name="T6" fmla="*/ 106 w 138"/>
                  <a:gd name="T7" fmla="*/ 28 h 46"/>
                  <a:gd name="T8" fmla="*/ 50 w 138"/>
                  <a:gd name="T9" fmla="*/ 0 h 46"/>
                  <a:gd name="T10" fmla="*/ 50 w 138"/>
                  <a:gd name="T11" fmla="*/ 0 h 46"/>
                  <a:gd name="T12" fmla="*/ 0 w 138"/>
                  <a:gd name="T13" fmla="*/ 13 h 46"/>
                  <a:gd name="T14" fmla="*/ 68 w 138"/>
                  <a:gd name="T15" fmla="*/ 28 h 46"/>
                  <a:gd name="T16" fmla="*/ 81 w 138"/>
                  <a:gd name="T17" fmla="*/ 16 h 46"/>
                  <a:gd name="T18" fmla="*/ 50 w 138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8" h="46">
                    <a:moveTo>
                      <a:pt x="106" y="28"/>
                    </a:moveTo>
                    <a:lnTo>
                      <a:pt x="123" y="42"/>
                    </a:lnTo>
                    <a:lnTo>
                      <a:pt x="138" y="46"/>
                    </a:lnTo>
                    <a:lnTo>
                      <a:pt x="106" y="28"/>
                    </a:lnTo>
                    <a:close/>
                    <a:moveTo>
                      <a:pt x="50" y="0"/>
                    </a:moveTo>
                    <a:lnTo>
                      <a:pt x="50" y="0"/>
                    </a:lnTo>
                    <a:lnTo>
                      <a:pt x="0" y="13"/>
                    </a:lnTo>
                    <a:lnTo>
                      <a:pt x="68" y="28"/>
                    </a:lnTo>
                    <a:lnTo>
                      <a:pt x="81" y="16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0" name="Group 607"/>
            <p:cNvGrpSpPr>
              <a:grpSpLocks/>
            </p:cNvGrpSpPr>
            <p:nvPr userDrawn="1"/>
          </p:nvGrpSpPr>
          <p:grpSpPr bwMode="auto">
            <a:xfrm>
              <a:off x="2070101" y="-11113"/>
              <a:ext cx="3352800" cy="2368550"/>
              <a:chOff x="1304" y="-7"/>
              <a:chExt cx="2112" cy="1492"/>
            </a:xfrm>
          </p:grpSpPr>
          <p:sp>
            <p:nvSpPr>
              <p:cNvPr id="773" name="Freeform 407"/>
              <p:cNvSpPr>
                <a:spLocks noEditPoints="1"/>
              </p:cNvSpPr>
              <p:nvPr userDrawn="1"/>
            </p:nvSpPr>
            <p:spPr bwMode="auto">
              <a:xfrm>
                <a:off x="3020" y="932"/>
                <a:ext cx="138" cy="46"/>
              </a:xfrm>
              <a:custGeom>
                <a:avLst/>
                <a:gdLst>
                  <a:gd name="T0" fmla="*/ 106 w 138"/>
                  <a:gd name="T1" fmla="*/ 28 h 46"/>
                  <a:gd name="T2" fmla="*/ 123 w 138"/>
                  <a:gd name="T3" fmla="*/ 42 h 46"/>
                  <a:gd name="T4" fmla="*/ 138 w 138"/>
                  <a:gd name="T5" fmla="*/ 46 h 46"/>
                  <a:gd name="T6" fmla="*/ 106 w 138"/>
                  <a:gd name="T7" fmla="*/ 28 h 46"/>
                  <a:gd name="T8" fmla="*/ 50 w 138"/>
                  <a:gd name="T9" fmla="*/ 0 h 46"/>
                  <a:gd name="T10" fmla="*/ 50 w 138"/>
                  <a:gd name="T11" fmla="*/ 0 h 46"/>
                  <a:gd name="T12" fmla="*/ 0 w 138"/>
                  <a:gd name="T13" fmla="*/ 13 h 46"/>
                  <a:gd name="T14" fmla="*/ 68 w 138"/>
                  <a:gd name="T15" fmla="*/ 28 h 46"/>
                  <a:gd name="T16" fmla="*/ 81 w 138"/>
                  <a:gd name="T17" fmla="*/ 16 h 46"/>
                  <a:gd name="T18" fmla="*/ 50 w 138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8" h="46">
                    <a:moveTo>
                      <a:pt x="106" y="28"/>
                    </a:moveTo>
                    <a:lnTo>
                      <a:pt x="123" y="42"/>
                    </a:lnTo>
                    <a:lnTo>
                      <a:pt x="138" y="46"/>
                    </a:lnTo>
                    <a:lnTo>
                      <a:pt x="106" y="28"/>
                    </a:lnTo>
                    <a:moveTo>
                      <a:pt x="50" y="0"/>
                    </a:moveTo>
                    <a:lnTo>
                      <a:pt x="50" y="0"/>
                    </a:lnTo>
                    <a:lnTo>
                      <a:pt x="0" y="13"/>
                    </a:lnTo>
                    <a:lnTo>
                      <a:pt x="68" y="28"/>
                    </a:lnTo>
                    <a:lnTo>
                      <a:pt x="81" y="16"/>
                    </a:lnTo>
                    <a:lnTo>
                      <a:pt x="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4" name="Freeform 408"/>
              <p:cNvSpPr>
                <a:spLocks noEditPoints="1"/>
              </p:cNvSpPr>
              <p:nvPr userDrawn="1"/>
            </p:nvSpPr>
            <p:spPr bwMode="auto">
              <a:xfrm>
                <a:off x="3158" y="978"/>
                <a:ext cx="63" cy="68"/>
              </a:xfrm>
              <a:custGeom>
                <a:avLst/>
                <a:gdLst>
                  <a:gd name="T0" fmla="*/ 0 w 51"/>
                  <a:gd name="T1" fmla="*/ 19 h 55"/>
                  <a:gd name="T2" fmla="*/ 0 w 51"/>
                  <a:gd name="T3" fmla="*/ 32 h 55"/>
                  <a:gd name="T4" fmla="*/ 0 w 51"/>
                  <a:gd name="T5" fmla="*/ 32 h 55"/>
                  <a:gd name="T6" fmla="*/ 51 w 51"/>
                  <a:gd name="T7" fmla="*/ 55 h 55"/>
                  <a:gd name="T8" fmla="*/ 24 w 51"/>
                  <a:gd name="T9" fmla="*/ 26 h 55"/>
                  <a:gd name="T10" fmla="*/ 0 w 51"/>
                  <a:gd name="T11" fmla="*/ 19 h 55"/>
                  <a:gd name="T12" fmla="*/ 0 w 51"/>
                  <a:gd name="T13" fmla="*/ 0 h 55"/>
                  <a:gd name="T14" fmla="*/ 0 w 51"/>
                  <a:gd name="T15" fmla="*/ 5 h 55"/>
                  <a:gd name="T16" fmla="*/ 17 w 51"/>
                  <a:gd name="T17" fmla="*/ 18 h 55"/>
                  <a:gd name="T18" fmla="*/ 0 w 51"/>
                  <a:gd name="T1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55">
                    <a:moveTo>
                      <a:pt x="0" y="19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51" y="55"/>
                      <a:pt x="51" y="55"/>
                      <a:pt x="51" y="55"/>
                    </a:cubicBezTo>
                    <a:cubicBezTo>
                      <a:pt x="49" y="53"/>
                      <a:pt x="37" y="39"/>
                      <a:pt x="24" y="26"/>
                    </a:cubicBezTo>
                    <a:cubicBezTo>
                      <a:pt x="0" y="19"/>
                      <a:pt x="0" y="19"/>
                      <a:pt x="0" y="19"/>
                    </a:cubicBezTo>
                    <a:moveTo>
                      <a:pt x="0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8" y="8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5" name="Freeform 409"/>
              <p:cNvSpPr>
                <a:spLocks noEditPoints="1"/>
              </p:cNvSpPr>
              <p:nvPr userDrawn="1"/>
            </p:nvSpPr>
            <p:spPr bwMode="auto">
              <a:xfrm>
                <a:off x="3070" y="945"/>
                <a:ext cx="56" cy="39"/>
              </a:xfrm>
              <a:custGeom>
                <a:avLst/>
                <a:gdLst>
                  <a:gd name="T0" fmla="*/ 4 w 56"/>
                  <a:gd name="T1" fmla="*/ 29 h 39"/>
                  <a:gd name="T2" fmla="*/ 0 w 56"/>
                  <a:gd name="T3" fmla="*/ 33 h 39"/>
                  <a:gd name="T4" fmla="*/ 25 w 56"/>
                  <a:gd name="T5" fmla="*/ 39 h 39"/>
                  <a:gd name="T6" fmla="*/ 4 w 56"/>
                  <a:gd name="T7" fmla="*/ 29 h 39"/>
                  <a:gd name="T8" fmla="*/ 34 w 56"/>
                  <a:gd name="T9" fmla="*/ 0 h 39"/>
                  <a:gd name="T10" fmla="*/ 31 w 56"/>
                  <a:gd name="T11" fmla="*/ 3 h 39"/>
                  <a:gd name="T12" fmla="*/ 56 w 56"/>
                  <a:gd name="T13" fmla="*/ 15 h 39"/>
                  <a:gd name="T14" fmla="*/ 34 w 56"/>
                  <a:gd name="T15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39">
                    <a:moveTo>
                      <a:pt x="4" y="29"/>
                    </a:moveTo>
                    <a:lnTo>
                      <a:pt x="0" y="33"/>
                    </a:lnTo>
                    <a:lnTo>
                      <a:pt x="25" y="39"/>
                    </a:lnTo>
                    <a:lnTo>
                      <a:pt x="4" y="29"/>
                    </a:lnTo>
                    <a:close/>
                    <a:moveTo>
                      <a:pt x="34" y="0"/>
                    </a:moveTo>
                    <a:lnTo>
                      <a:pt x="31" y="3"/>
                    </a:lnTo>
                    <a:lnTo>
                      <a:pt x="56" y="1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6" name="Freeform 410"/>
              <p:cNvSpPr>
                <a:spLocks noEditPoints="1"/>
              </p:cNvSpPr>
              <p:nvPr userDrawn="1"/>
            </p:nvSpPr>
            <p:spPr bwMode="auto">
              <a:xfrm>
                <a:off x="3070" y="945"/>
                <a:ext cx="56" cy="39"/>
              </a:xfrm>
              <a:custGeom>
                <a:avLst/>
                <a:gdLst>
                  <a:gd name="T0" fmla="*/ 4 w 56"/>
                  <a:gd name="T1" fmla="*/ 29 h 39"/>
                  <a:gd name="T2" fmla="*/ 0 w 56"/>
                  <a:gd name="T3" fmla="*/ 33 h 39"/>
                  <a:gd name="T4" fmla="*/ 25 w 56"/>
                  <a:gd name="T5" fmla="*/ 39 h 39"/>
                  <a:gd name="T6" fmla="*/ 4 w 56"/>
                  <a:gd name="T7" fmla="*/ 29 h 39"/>
                  <a:gd name="T8" fmla="*/ 34 w 56"/>
                  <a:gd name="T9" fmla="*/ 0 h 39"/>
                  <a:gd name="T10" fmla="*/ 31 w 56"/>
                  <a:gd name="T11" fmla="*/ 3 h 39"/>
                  <a:gd name="T12" fmla="*/ 56 w 56"/>
                  <a:gd name="T13" fmla="*/ 15 h 39"/>
                  <a:gd name="T14" fmla="*/ 34 w 56"/>
                  <a:gd name="T15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39">
                    <a:moveTo>
                      <a:pt x="4" y="29"/>
                    </a:moveTo>
                    <a:lnTo>
                      <a:pt x="0" y="33"/>
                    </a:lnTo>
                    <a:lnTo>
                      <a:pt x="25" y="39"/>
                    </a:lnTo>
                    <a:lnTo>
                      <a:pt x="4" y="29"/>
                    </a:lnTo>
                    <a:moveTo>
                      <a:pt x="34" y="0"/>
                    </a:moveTo>
                    <a:lnTo>
                      <a:pt x="31" y="3"/>
                    </a:lnTo>
                    <a:lnTo>
                      <a:pt x="56" y="15"/>
                    </a:lnTo>
                    <a:lnTo>
                      <a:pt x="3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7" name="Freeform 411"/>
              <p:cNvSpPr>
                <a:spLocks/>
              </p:cNvSpPr>
              <p:nvPr userDrawn="1"/>
            </p:nvSpPr>
            <p:spPr bwMode="auto">
              <a:xfrm>
                <a:off x="3088" y="948"/>
                <a:ext cx="55" cy="26"/>
              </a:xfrm>
              <a:custGeom>
                <a:avLst/>
                <a:gdLst>
                  <a:gd name="T0" fmla="*/ 13 w 55"/>
                  <a:gd name="T1" fmla="*/ 0 h 26"/>
                  <a:gd name="T2" fmla="*/ 0 w 55"/>
                  <a:gd name="T3" fmla="*/ 12 h 26"/>
                  <a:gd name="T4" fmla="*/ 55 w 55"/>
                  <a:gd name="T5" fmla="*/ 26 h 26"/>
                  <a:gd name="T6" fmla="*/ 38 w 55"/>
                  <a:gd name="T7" fmla="*/ 12 h 26"/>
                  <a:gd name="T8" fmla="*/ 13 w 55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6">
                    <a:moveTo>
                      <a:pt x="13" y="0"/>
                    </a:moveTo>
                    <a:lnTo>
                      <a:pt x="0" y="12"/>
                    </a:lnTo>
                    <a:lnTo>
                      <a:pt x="55" y="26"/>
                    </a:lnTo>
                    <a:lnTo>
                      <a:pt x="38" y="12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8" name="Freeform 412"/>
              <p:cNvSpPr>
                <a:spLocks/>
              </p:cNvSpPr>
              <p:nvPr userDrawn="1"/>
            </p:nvSpPr>
            <p:spPr bwMode="auto">
              <a:xfrm>
                <a:off x="3088" y="948"/>
                <a:ext cx="55" cy="26"/>
              </a:xfrm>
              <a:custGeom>
                <a:avLst/>
                <a:gdLst>
                  <a:gd name="T0" fmla="*/ 13 w 55"/>
                  <a:gd name="T1" fmla="*/ 0 h 26"/>
                  <a:gd name="T2" fmla="*/ 0 w 55"/>
                  <a:gd name="T3" fmla="*/ 12 h 26"/>
                  <a:gd name="T4" fmla="*/ 55 w 55"/>
                  <a:gd name="T5" fmla="*/ 26 h 26"/>
                  <a:gd name="T6" fmla="*/ 38 w 55"/>
                  <a:gd name="T7" fmla="*/ 12 h 26"/>
                  <a:gd name="T8" fmla="*/ 13 w 55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6">
                    <a:moveTo>
                      <a:pt x="13" y="0"/>
                    </a:moveTo>
                    <a:lnTo>
                      <a:pt x="0" y="12"/>
                    </a:lnTo>
                    <a:lnTo>
                      <a:pt x="55" y="26"/>
                    </a:lnTo>
                    <a:lnTo>
                      <a:pt x="38" y="12"/>
                    </a:lnTo>
                    <a:lnTo>
                      <a:pt x="1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9" name="Freeform 413"/>
              <p:cNvSpPr>
                <a:spLocks/>
              </p:cNvSpPr>
              <p:nvPr userDrawn="1"/>
            </p:nvSpPr>
            <p:spPr bwMode="auto">
              <a:xfrm>
                <a:off x="3179" y="1000"/>
                <a:ext cx="15" cy="11"/>
              </a:xfrm>
              <a:custGeom>
                <a:avLst/>
                <a:gdLst>
                  <a:gd name="T0" fmla="*/ 0 w 12"/>
                  <a:gd name="T1" fmla="*/ 0 h 9"/>
                  <a:gd name="T2" fmla="*/ 7 w 12"/>
                  <a:gd name="T3" fmla="*/ 8 h 9"/>
                  <a:gd name="T4" fmla="*/ 12 w 12"/>
                  <a:gd name="T5" fmla="*/ 9 h 9"/>
                  <a:gd name="T6" fmla="*/ 0 w 12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9">
                    <a:moveTo>
                      <a:pt x="0" y="0"/>
                    </a:moveTo>
                    <a:cubicBezTo>
                      <a:pt x="3" y="3"/>
                      <a:pt x="5" y="5"/>
                      <a:pt x="7" y="8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0" name="Freeform 414"/>
              <p:cNvSpPr>
                <a:spLocks/>
              </p:cNvSpPr>
              <p:nvPr userDrawn="1"/>
            </p:nvSpPr>
            <p:spPr bwMode="auto">
              <a:xfrm>
                <a:off x="3158" y="984"/>
                <a:ext cx="30" cy="26"/>
              </a:xfrm>
              <a:custGeom>
                <a:avLst/>
                <a:gdLst>
                  <a:gd name="T0" fmla="*/ 0 w 24"/>
                  <a:gd name="T1" fmla="*/ 0 h 21"/>
                  <a:gd name="T2" fmla="*/ 0 w 24"/>
                  <a:gd name="T3" fmla="*/ 14 h 21"/>
                  <a:gd name="T4" fmla="*/ 24 w 24"/>
                  <a:gd name="T5" fmla="*/ 21 h 21"/>
                  <a:gd name="T6" fmla="*/ 17 w 24"/>
                  <a:gd name="T7" fmla="*/ 13 h 21"/>
                  <a:gd name="T8" fmla="*/ 0 w 24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1">
                    <a:moveTo>
                      <a:pt x="0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2" y="18"/>
                      <a:pt x="20" y="16"/>
                      <a:pt x="17" y="1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1" name="Freeform 415"/>
              <p:cNvSpPr>
                <a:spLocks/>
              </p:cNvSpPr>
              <p:nvPr userDrawn="1"/>
            </p:nvSpPr>
            <p:spPr bwMode="auto">
              <a:xfrm>
                <a:off x="2589" y="253"/>
                <a:ext cx="79" cy="26"/>
              </a:xfrm>
              <a:custGeom>
                <a:avLst/>
                <a:gdLst>
                  <a:gd name="T0" fmla="*/ 0 w 64"/>
                  <a:gd name="T1" fmla="*/ 0 h 21"/>
                  <a:gd name="T2" fmla="*/ 5 w 64"/>
                  <a:gd name="T3" fmla="*/ 21 h 21"/>
                  <a:gd name="T4" fmla="*/ 64 w 64"/>
                  <a:gd name="T5" fmla="*/ 21 h 21"/>
                  <a:gd name="T6" fmla="*/ 0 w 64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" h="21">
                    <a:moveTo>
                      <a:pt x="0" y="0"/>
                    </a:moveTo>
                    <a:cubicBezTo>
                      <a:pt x="1" y="7"/>
                      <a:pt x="3" y="14"/>
                      <a:pt x="5" y="21"/>
                    </a:cubicBezTo>
                    <a:cubicBezTo>
                      <a:pt x="64" y="21"/>
                      <a:pt x="64" y="21"/>
                      <a:pt x="64" y="2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2" name="Freeform 416"/>
              <p:cNvSpPr>
                <a:spLocks noEditPoints="1"/>
              </p:cNvSpPr>
              <p:nvPr userDrawn="1"/>
            </p:nvSpPr>
            <p:spPr bwMode="auto">
              <a:xfrm>
                <a:off x="2736" y="318"/>
                <a:ext cx="89" cy="85"/>
              </a:xfrm>
              <a:custGeom>
                <a:avLst/>
                <a:gdLst>
                  <a:gd name="T0" fmla="*/ 68 w 89"/>
                  <a:gd name="T1" fmla="*/ 64 h 85"/>
                  <a:gd name="T2" fmla="*/ 82 w 89"/>
                  <a:gd name="T3" fmla="*/ 81 h 85"/>
                  <a:gd name="T4" fmla="*/ 89 w 89"/>
                  <a:gd name="T5" fmla="*/ 85 h 85"/>
                  <a:gd name="T6" fmla="*/ 68 w 89"/>
                  <a:gd name="T7" fmla="*/ 64 h 85"/>
                  <a:gd name="T8" fmla="*/ 0 w 89"/>
                  <a:gd name="T9" fmla="*/ 34 h 85"/>
                  <a:gd name="T10" fmla="*/ 0 w 89"/>
                  <a:gd name="T11" fmla="*/ 48 h 85"/>
                  <a:gd name="T12" fmla="*/ 23 w 89"/>
                  <a:gd name="T13" fmla="*/ 57 h 85"/>
                  <a:gd name="T14" fmla="*/ 23 w 89"/>
                  <a:gd name="T15" fmla="*/ 38 h 85"/>
                  <a:gd name="T16" fmla="*/ 34 w 89"/>
                  <a:gd name="T17" fmla="*/ 62 h 85"/>
                  <a:gd name="T18" fmla="*/ 63 w 89"/>
                  <a:gd name="T19" fmla="*/ 74 h 85"/>
                  <a:gd name="T20" fmla="*/ 52 w 89"/>
                  <a:gd name="T21" fmla="*/ 49 h 85"/>
                  <a:gd name="T22" fmla="*/ 40 w 89"/>
                  <a:gd name="T23" fmla="*/ 38 h 85"/>
                  <a:gd name="T24" fmla="*/ 0 w 89"/>
                  <a:gd name="T25" fmla="*/ 34 h 85"/>
                  <a:gd name="T26" fmla="*/ 0 w 89"/>
                  <a:gd name="T27" fmla="*/ 0 h 85"/>
                  <a:gd name="T28" fmla="*/ 0 w 89"/>
                  <a:gd name="T29" fmla="*/ 7 h 85"/>
                  <a:gd name="T30" fmla="*/ 25 w 89"/>
                  <a:gd name="T31" fmla="*/ 23 h 85"/>
                  <a:gd name="T32" fmla="*/ 0 w 89"/>
                  <a:gd name="T3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9" h="85">
                    <a:moveTo>
                      <a:pt x="68" y="64"/>
                    </a:moveTo>
                    <a:lnTo>
                      <a:pt x="82" y="81"/>
                    </a:lnTo>
                    <a:lnTo>
                      <a:pt x="89" y="85"/>
                    </a:lnTo>
                    <a:lnTo>
                      <a:pt x="68" y="64"/>
                    </a:lnTo>
                    <a:close/>
                    <a:moveTo>
                      <a:pt x="0" y="34"/>
                    </a:moveTo>
                    <a:lnTo>
                      <a:pt x="0" y="48"/>
                    </a:lnTo>
                    <a:lnTo>
                      <a:pt x="23" y="57"/>
                    </a:lnTo>
                    <a:lnTo>
                      <a:pt x="23" y="38"/>
                    </a:lnTo>
                    <a:lnTo>
                      <a:pt x="34" y="62"/>
                    </a:lnTo>
                    <a:lnTo>
                      <a:pt x="63" y="74"/>
                    </a:lnTo>
                    <a:lnTo>
                      <a:pt x="52" y="49"/>
                    </a:lnTo>
                    <a:lnTo>
                      <a:pt x="40" y="38"/>
                    </a:lnTo>
                    <a:lnTo>
                      <a:pt x="0" y="34"/>
                    </a:lnTo>
                    <a:close/>
                    <a:moveTo>
                      <a:pt x="0" y="0"/>
                    </a:moveTo>
                    <a:lnTo>
                      <a:pt x="0" y="7"/>
                    </a:lnTo>
                    <a:lnTo>
                      <a:pt x="25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3" name="Freeform 417"/>
              <p:cNvSpPr>
                <a:spLocks noEditPoints="1"/>
              </p:cNvSpPr>
              <p:nvPr userDrawn="1"/>
            </p:nvSpPr>
            <p:spPr bwMode="auto">
              <a:xfrm>
                <a:off x="2736" y="318"/>
                <a:ext cx="89" cy="85"/>
              </a:xfrm>
              <a:custGeom>
                <a:avLst/>
                <a:gdLst>
                  <a:gd name="T0" fmla="*/ 68 w 89"/>
                  <a:gd name="T1" fmla="*/ 64 h 85"/>
                  <a:gd name="T2" fmla="*/ 82 w 89"/>
                  <a:gd name="T3" fmla="*/ 81 h 85"/>
                  <a:gd name="T4" fmla="*/ 89 w 89"/>
                  <a:gd name="T5" fmla="*/ 85 h 85"/>
                  <a:gd name="T6" fmla="*/ 68 w 89"/>
                  <a:gd name="T7" fmla="*/ 64 h 85"/>
                  <a:gd name="T8" fmla="*/ 0 w 89"/>
                  <a:gd name="T9" fmla="*/ 34 h 85"/>
                  <a:gd name="T10" fmla="*/ 0 w 89"/>
                  <a:gd name="T11" fmla="*/ 48 h 85"/>
                  <a:gd name="T12" fmla="*/ 23 w 89"/>
                  <a:gd name="T13" fmla="*/ 57 h 85"/>
                  <a:gd name="T14" fmla="*/ 23 w 89"/>
                  <a:gd name="T15" fmla="*/ 38 h 85"/>
                  <a:gd name="T16" fmla="*/ 34 w 89"/>
                  <a:gd name="T17" fmla="*/ 62 h 85"/>
                  <a:gd name="T18" fmla="*/ 63 w 89"/>
                  <a:gd name="T19" fmla="*/ 74 h 85"/>
                  <a:gd name="T20" fmla="*/ 52 w 89"/>
                  <a:gd name="T21" fmla="*/ 49 h 85"/>
                  <a:gd name="T22" fmla="*/ 40 w 89"/>
                  <a:gd name="T23" fmla="*/ 38 h 85"/>
                  <a:gd name="T24" fmla="*/ 0 w 89"/>
                  <a:gd name="T25" fmla="*/ 34 h 85"/>
                  <a:gd name="T26" fmla="*/ 0 w 89"/>
                  <a:gd name="T27" fmla="*/ 0 h 85"/>
                  <a:gd name="T28" fmla="*/ 0 w 89"/>
                  <a:gd name="T29" fmla="*/ 7 h 85"/>
                  <a:gd name="T30" fmla="*/ 25 w 89"/>
                  <a:gd name="T31" fmla="*/ 23 h 85"/>
                  <a:gd name="T32" fmla="*/ 0 w 89"/>
                  <a:gd name="T3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9" h="85">
                    <a:moveTo>
                      <a:pt x="68" y="64"/>
                    </a:moveTo>
                    <a:lnTo>
                      <a:pt x="82" y="81"/>
                    </a:lnTo>
                    <a:lnTo>
                      <a:pt x="89" y="85"/>
                    </a:lnTo>
                    <a:lnTo>
                      <a:pt x="68" y="64"/>
                    </a:lnTo>
                    <a:moveTo>
                      <a:pt x="0" y="34"/>
                    </a:moveTo>
                    <a:lnTo>
                      <a:pt x="0" y="48"/>
                    </a:lnTo>
                    <a:lnTo>
                      <a:pt x="23" y="57"/>
                    </a:lnTo>
                    <a:lnTo>
                      <a:pt x="23" y="38"/>
                    </a:lnTo>
                    <a:lnTo>
                      <a:pt x="34" y="62"/>
                    </a:lnTo>
                    <a:lnTo>
                      <a:pt x="63" y="74"/>
                    </a:lnTo>
                    <a:lnTo>
                      <a:pt x="52" y="49"/>
                    </a:lnTo>
                    <a:lnTo>
                      <a:pt x="40" y="38"/>
                    </a:lnTo>
                    <a:lnTo>
                      <a:pt x="0" y="34"/>
                    </a:lnTo>
                    <a:moveTo>
                      <a:pt x="0" y="0"/>
                    </a:moveTo>
                    <a:lnTo>
                      <a:pt x="0" y="7"/>
                    </a:lnTo>
                    <a:lnTo>
                      <a:pt x="25" y="2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4" name="Freeform 418"/>
              <p:cNvSpPr>
                <a:spLocks/>
              </p:cNvSpPr>
              <p:nvPr userDrawn="1"/>
            </p:nvSpPr>
            <p:spPr bwMode="auto">
              <a:xfrm>
                <a:off x="2759" y="356"/>
                <a:ext cx="11" cy="24"/>
              </a:xfrm>
              <a:custGeom>
                <a:avLst/>
                <a:gdLst>
                  <a:gd name="T0" fmla="*/ 0 w 11"/>
                  <a:gd name="T1" fmla="*/ 0 h 24"/>
                  <a:gd name="T2" fmla="*/ 0 w 11"/>
                  <a:gd name="T3" fmla="*/ 19 h 24"/>
                  <a:gd name="T4" fmla="*/ 11 w 11"/>
                  <a:gd name="T5" fmla="*/ 24 h 24"/>
                  <a:gd name="T6" fmla="*/ 0 w 11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24">
                    <a:moveTo>
                      <a:pt x="0" y="0"/>
                    </a:moveTo>
                    <a:lnTo>
                      <a:pt x="0" y="19"/>
                    </a:lnTo>
                    <a:lnTo>
                      <a:pt x="11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5" name="Freeform 419"/>
              <p:cNvSpPr>
                <a:spLocks/>
              </p:cNvSpPr>
              <p:nvPr userDrawn="1"/>
            </p:nvSpPr>
            <p:spPr bwMode="auto">
              <a:xfrm>
                <a:off x="2759" y="356"/>
                <a:ext cx="11" cy="24"/>
              </a:xfrm>
              <a:custGeom>
                <a:avLst/>
                <a:gdLst>
                  <a:gd name="T0" fmla="*/ 0 w 11"/>
                  <a:gd name="T1" fmla="*/ 0 h 24"/>
                  <a:gd name="T2" fmla="*/ 0 w 11"/>
                  <a:gd name="T3" fmla="*/ 19 h 24"/>
                  <a:gd name="T4" fmla="*/ 11 w 11"/>
                  <a:gd name="T5" fmla="*/ 24 h 24"/>
                  <a:gd name="T6" fmla="*/ 0 w 11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24">
                    <a:moveTo>
                      <a:pt x="0" y="0"/>
                    </a:moveTo>
                    <a:lnTo>
                      <a:pt x="0" y="19"/>
                    </a:lnTo>
                    <a:lnTo>
                      <a:pt x="11" y="2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6" name="Freeform 420"/>
              <p:cNvSpPr>
                <a:spLocks/>
              </p:cNvSpPr>
              <p:nvPr userDrawn="1"/>
            </p:nvSpPr>
            <p:spPr bwMode="auto">
              <a:xfrm>
                <a:off x="2788" y="36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11 w 30"/>
                  <a:gd name="T3" fmla="*/ 25 h 32"/>
                  <a:gd name="T4" fmla="*/ 30 w 30"/>
                  <a:gd name="T5" fmla="*/ 32 h 32"/>
                  <a:gd name="T6" fmla="*/ 16 w 30"/>
                  <a:gd name="T7" fmla="*/ 15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11" y="25"/>
                    </a:lnTo>
                    <a:lnTo>
                      <a:pt x="30" y="32"/>
                    </a:lnTo>
                    <a:lnTo>
                      <a:pt x="16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7" name="Freeform 421"/>
              <p:cNvSpPr>
                <a:spLocks/>
              </p:cNvSpPr>
              <p:nvPr userDrawn="1"/>
            </p:nvSpPr>
            <p:spPr bwMode="auto">
              <a:xfrm>
                <a:off x="2788" y="36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11 w 30"/>
                  <a:gd name="T3" fmla="*/ 25 h 32"/>
                  <a:gd name="T4" fmla="*/ 30 w 30"/>
                  <a:gd name="T5" fmla="*/ 32 h 32"/>
                  <a:gd name="T6" fmla="*/ 16 w 30"/>
                  <a:gd name="T7" fmla="*/ 15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11" y="25"/>
                    </a:lnTo>
                    <a:lnTo>
                      <a:pt x="30" y="32"/>
                    </a:lnTo>
                    <a:lnTo>
                      <a:pt x="16" y="1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8" name="Freeform 422"/>
              <p:cNvSpPr>
                <a:spLocks/>
              </p:cNvSpPr>
              <p:nvPr userDrawn="1"/>
            </p:nvSpPr>
            <p:spPr bwMode="auto">
              <a:xfrm>
                <a:off x="2736" y="325"/>
                <a:ext cx="40" cy="31"/>
              </a:xfrm>
              <a:custGeom>
                <a:avLst/>
                <a:gdLst>
                  <a:gd name="T0" fmla="*/ 0 w 40"/>
                  <a:gd name="T1" fmla="*/ 0 h 31"/>
                  <a:gd name="T2" fmla="*/ 0 w 40"/>
                  <a:gd name="T3" fmla="*/ 27 h 31"/>
                  <a:gd name="T4" fmla="*/ 40 w 40"/>
                  <a:gd name="T5" fmla="*/ 31 h 31"/>
                  <a:gd name="T6" fmla="*/ 25 w 40"/>
                  <a:gd name="T7" fmla="*/ 16 h 31"/>
                  <a:gd name="T8" fmla="*/ 0 w 40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31">
                    <a:moveTo>
                      <a:pt x="0" y="0"/>
                    </a:moveTo>
                    <a:lnTo>
                      <a:pt x="0" y="27"/>
                    </a:lnTo>
                    <a:lnTo>
                      <a:pt x="40" y="31"/>
                    </a:lnTo>
                    <a:lnTo>
                      <a:pt x="25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9" name="Freeform 423"/>
              <p:cNvSpPr>
                <a:spLocks/>
              </p:cNvSpPr>
              <p:nvPr userDrawn="1"/>
            </p:nvSpPr>
            <p:spPr bwMode="auto">
              <a:xfrm>
                <a:off x="2736" y="325"/>
                <a:ext cx="40" cy="31"/>
              </a:xfrm>
              <a:custGeom>
                <a:avLst/>
                <a:gdLst>
                  <a:gd name="T0" fmla="*/ 0 w 40"/>
                  <a:gd name="T1" fmla="*/ 0 h 31"/>
                  <a:gd name="T2" fmla="*/ 0 w 40"/>
                  <a:gd name="T3" fmla="*/ 27 h 31"/>
                  <a:gd name="T4" fmla="*/ 40 w 40"/>
                  <a:gd name="T5" fmla="*/ 31 h 31"/>
                  <a:gd name="T6" fmla="*/ 25 w 40"/>
                  <a:gd name="T7" fmla="*/ 16 h 31"/>
                  <a:gd name="T8" fmla="*/ 0 w 40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31">
                    <a:moveTo>
                      <a:pt x="0" y="0"/>
                    </a:moveTo>
                    <a:lnTo>
                      <a:pt x="0" y="27"/>
                    </a:lnTo>
                    <a:lnTo>
                      <a:pt x="40" y="31"/>
                    </a:lnTo>
                    <a:lnTo>
                      <a:pt x="25" y="1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0" name="Freeform 424"/>
              <p:cNvSpPr>
                <a:spLocks/>
              </p:cNvSpPr>
              <p:nvPr userDrawn="1"/>
            </p:nvSpPr>
            <p:spPr bwMode="auto">
              <a:xfrm>
                <a:off x="2491" y="240"/>
                <a:ext cx="120" cy="107"/>
              </a:xfrm>
              <a:custGeom>
                <a:avLst/>
                <a:gdLst>
                  <a:gd name="T0" fmla="*/ 0 w 97"/>
                  <a:gd name="T1" fmla="*/ 0 h 87"/>
                  <a:gd name="T2" fmla="*/ 49 w 97"/>
                  <a:gd name="T3" fmla="*/ 32 h 87"/>
                  <a:gd name="T4" fmla="*/ 45 w 97"/>
                  <a:gd name="T5" fmla="*/ 40 h 87"/>
                  <a:gd name="T6" fmla="*/ 97 w 97"/>
                  <a:gd name="T7" fmla="*/ 87 h 87"/>
                  <a:gd name="T8" fmla="*/ 84 w 97"/>
                  <a:gd name="T9" fmla="*/ 32 h 87"/>
                  <a:gd name="T10" fmla="*/ 49 w 97"/>
                  <a:gd name="T11" fmla="*/ 32 h 87"/>
                  <a:gd name="T12" fmla="*/ 79 w 97"/>
                  <a:gd name="T13" fmla="*/ 11 h 87"/>
                  <a:gd name="T14" fmla="*/ 79 w 97"/>
                  <a:gd name="T15" fmla="*/ 11 h 87"/>
                  <a:gd name="T16" fmla="*/ 0 w 97"/>
                  <a:gd name="T17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7" h="87">
                    <a:moveTo>
                      <a:pt x="0" y="0"/>
                    </a:moveTo>
                    <a:cubicBezTo>
                      <a:pt x="49" y="32"/>
                      <a:pt x="49" y="32"/>
                      <a:pt x="49" y="32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62" y="55"/>
                      <a:pt x="79" y="71"/>
                      <a:pt x="97" y="87"/>
                    </a:cubicBezTo>
                    <a:cubicBezTo>
                      <a:pt x="92" y="69"/>
                      <a:pt x="88" y="51"/>
                      <a:pt x="84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1" name="Freeform 425"/>
              <p:cNvSpPr>
                <a:spLocks/>
              </p:cNvSpPr>
              <p:nvPr userDrawn="1"/>
            </p:nvSpPr>
            <p:spPr bwMode="auto">
              <a:xfrm>
                <a:off x="2552" y="253"/>
                <a:ext cx="43" cy="26"/>
              </a:xfrm>
              <a:custGeom>
                <a:avLst/>
                <a:gdLst>
                  <a:gd name="T0" fmla="*/ 30 w 35"/>
                  <a:gd name="T1" fmla="*/ 0 h 21"/>
                  <a:gd name="T2" fmla="*/ 0 w 35"/>
                  <a:gd name="T3" fmla="*/ 21 h 21"/>
                  <a:gd name="T4" fmla="*/ 35 w 35"/>
                  <a:gd name="T5" fmla="*/ 21 h 21"/>
                  <a:gd name="T6" fmla="*/ 30 w 35"/>
                  <a:gd name="T7" fmla="*/ 0 h 21"/>
                  <a:gd name="T8" fmla="*/ 30 w 35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1">
                    <a:moveTo>
                      <a:pt x="30" y="0"/>
                    </a:moveTo>
                    <a:cubicBezTo>
                      <a:pt x="0" y="21"/>
                      <a:pt x="0" y="21"/>
                      <a:pt x="0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3" y="14"/>
                      <a:pt x="31" y="7"/>
                      <a:pt x="30" y="0"/>
                    </a:cubicBezTo>
                    <a:cubicBezTo>
                      <a:pt x="30" y="0"/>
                      <a:pt x="30" y="0"/>
                      <a:pt x="3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2" name="Freeform 426"/>
              <p:cNvSpPr>
                <a:spLocks/>
              </p:cNvSpPr>
              <p:nvPr userDrawn="1"/>
            </p:nvSpPr>
            <p:spPr bwMode="auto">
              <a:xfrm>
                <a:off x="2553" y="-7"/>
                <a:ext cx="119" cy="108"/>
              </a:xfrm>
              <a:custGeom>
                <a:avLst/>
                <a:gdLst>
                  <a:gd name="T0" fmla="*/ 0 w 96"/>
                  <a:gd name="T1" fmla="*/ 0 h 87"/>
                  <a:gd name="T2" fmla="*/ 96 w 96"/>
                  <a:gd name="T3" fmla="*/ 87 h 87"/>
                  <a:gd name="T4" fmla="*/ 78 w 96"/>
                  <a:gd name="T5" fmla="*/ 11 h 87"/>
                  <a:gd name="T6" fmla="*/ 0 w 96"/>
                  <a:gd name="T7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87">
                    <a:moveTo>
                      <a:pt x="0" y="0"/>
                    </a:moveTo>
                    <a:cubicBezTo>
                      <a:pt x="32" y="29"/>
                      <a:pt x="64" y="58"/>
                      <a:pt x="96" y="87"/>
                    </a:cubicBezTo>
                    <a:cubicBezTo>
                      <a:pt x="90" y="61"/>
                      <a:pt x="84" y="36"/>
                      <a:pt x="78" y="1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3" name="Freeform 427"/>
              <p:cNvSpPr>
                <a:spLocks noEditPoints="1"/>
              </p:cNvSpPr>
              <p:nvPr userDrawn="1"/>
            </p:nvSpPr>
            <p:spPr bwMode="auto">
              <a:xfrm>
                <a:off x="2372" y="240"/>
                <a:ext cx="121" cy="63"/>
              </a:xfrm>
              <a:custGeom>
                <a:avLst/>
                <a:gdLst>
                  <a:gd name="T0" fmla="*/ 96 w 97"/>
                  <a:gd name="T1" fmla="*/ 0 h 51"/>
                  <a:gd name="T2" fmla="*/ 0 w 97"/>
                  <a:gd name="T3" fmla="*/ 5 h 51"/>
                  <a:gd name="T4" fmla="*/ 28 w 97"/>
                  <a:gd name="T5" fmla="*/ 19 h 51"/>
                  <a:gd name="T6" fmla="*/ 96 w 97"/>
                  <a:gd name="T7" fmla="*/ 0 h 51"/>
                  <a:gd name="T8" fmla="*/ 96 w 97"/>
                  <a:gd name="T9" fmla="*/ 0 h 51"/>
                  <a:gd name="T10" fmla="*/ 96 w 97"/>
                  <a:gd name="T11" fmla="*/ 0 h 51"/>
                  <a:gd name="T12" fmla="*/ 54 w 97"/>
                  <a:gd name="T13" fmla="*/ 31 h 51"/>
                  <a:gd name="T14" fmla="*/ 97 w 97"/>
                  <a:gd name="T15" fmla="*/ 51 h 51"/>
                  <a:gd name="T16" fmla="*/ 96 w 97"/>
                  <a:gd name="T17" fmla="*/ 0 h 51"/>
                  <a:gd name="T18" fmla="*/ 96 w 97"/>
                  <a:gd name="T19" fmla="*/ 0 h 51"/>
                  <a:gd name="T20" fmla="*/ 96 w 97"/>
                  <a:gd name="T21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7" h="51">
                    <a:moveTo>
                      <a:pt x="96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9" y="10"/>
                      <a:pt x="19" y="14"/>
                      <a:pt x="28" y="19"/>
                    </a:cubicBezTo>
                    <a:cubicBezTo>
                      <a:pt x="96" y="0"/>
                      <a:pt x="96" y="0"/>
                      <a:pt x="96" y="0"/>
                    </a:cubicBezTo>
                    <a:moveTo>
                      <a:pt x="96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82" y="10"/>
                      <a:pt x="68" y="20"/>
                      <a:pt x="54" y="31"/>
                    </a:cubicBezTo>
                    <a:cubicBezTo>
                      <a:pt x="68" y="38"/>
                      <a:pt x="82" y="45"/>
                      <a:pt x="97" y="51"/>
                    </a:cubicBezTo>
                    <a:cubicBezTo>
                      <a:pt x="97" y="34"/>
                      <a:pt x="96" y="17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4" name="Freeform 428"/>
              <p:cNvSpPr>
                <a:spLocks/>
              </p:cNvSpPr>
              <p:nvPr userDrawn="1"/>
            </p:nvSpPr>
            <p:spPr bwMode="auto">
              <a:xfrm>
                <a:off x="2325" y="458"/>
                <a:ext cx="120" cy="64"/>
              </a:xfrm>
              <a:custGeom>
                <a:avLst/>
                <a:gdLst>
                  <a:gd name="T0" fmla="*/ 96 w 97"/>
                  <a:gd name="T1" fmla="*/ 0 h 52"/>
                  <a:gd name="T2" fmla="*/ 0 w 97"/>
                  <a:gd name="T3" fmla="*/ 6 h 52"/>
                  <a:gd name="T4" fmla="*/ 97 w 97"/>
                  <a:gd name="T5" fmla="*/ 52 h 52"/>
                  <a:gd name="T6" fmla="*/ 96 w 97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7" h="52">
                    <a:moveTo>
                      <a:pt x="96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32" y="21"/>
                      <a:pt x="65" y="37"/>
                      <a:pt x="97" y="52"/>
                    </a:cubicBezTo>
                    <a:cubicBezTo>
                      <a:pt x="97" y="35"/>
                      <a:pt x="97" y="17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5" name="Freeform 429"/>
              <p:cNvSpPr>
                <a:spLocks/>
              </p:cNvSpPr>
              <p:nvPr userDrawn="1"/>
            </p:nvSpPr>
            <p:spPr bwMode="auto">
              <a:xfrm>
                <a:off x="2167" y="119"/>
                <a:ext cx="119" cy="63"/>
              </a:xfrm>
              <a:custGeom>
                <a:avLst/>
                <a:gdLst>
                  <a:gd name="T0" fmla="*/ 96 w 96"/>
                  <a:gd name="T1" fmla="*/ 0 h 51"/>
                  <a:gd name="T2" fmla="*/ 0 w 96"/>
                  <a:gd name="T3" fmla="*/ 6 h 51"/>
                  <a:gd name="T4" fmla="*/ 96 w 96"/>
                  <a:gd name="T5" fmla="*/ 51 h 51"/>
                  <a:gd name="T6" fmla="*/ 96 w 96"/>
                  <a:gd name="T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51">
                    <a:moveTo>
                      <a:pt x="96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32" y="21"/>
                      <a:pt x="64" y="36"/>
                      <a:pt x="96" y="51"/>
                    </a:cubicBezTo>
                    <a:cubicBezTo>
                      <a:pt x="96" y="34"/>
                      <a:pt x="96" y="17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6" name="Freeform 430"/>
              <p:cNvSpPr>
                <a:spLocks noEditPoints="1"/>
              </p:cNvSpPr>
              <p:nvPr userDrawn="1"/>
            </p:nvSpPr>
            <p:spPr bwMode="auto">
              <a:xfrm>
                <a:off x="2140" y="277"/>
                <a:ext cx="119" cy="59"/>
              </a:xfrm>
              <a:custGeom>
                <a:avLst/>
                <a:gdLst>
                  <a:gd name="T0" fmla="*/ 69 w 119"/>
                  <a:gd name="T1" fmla="*/ 25 h 59"/>
                  <a:gd name="T2" fmla="*/ 0 w 119"/>
                  <a:gd name="T3" fmla="*/ 59 h 59"/>
                  <a:gd name="T4" fmla="*/ 88 w 119"/>
                  <a:gd name="T5" fmla="*/ 59 h 59"/>
                  <a:gd name="T6" fmla="*/ 69 w 119"/>
                  <a:gd name="T7" fmla="*/ 25 h 59"/>
                  <a:gd name="T8" fmla="*/ 119 w 119"/>
                  <a:gd name="T9" fmla="*/ 0 h 59"/>
                  <a:gd name="T10" fmla="*/ 69 w 119"/>
                  <a:gd name="T11" fmla="*/ 25 h 59"/>
                  <a:gd name="T12" fmla="*/ 114 w 119"/>
                  <a:gd name="T13" fmla="*/ 7 h 59"/>
                  <a:gd name="T14" fmla="*/ 119 w 119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59">
                    <a:moveTo>
                      <a:pt x="69" y="25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69" y="25"/>
                    </a:lnTo>
                    <a:close/>
                    <a:moveTo>
                      <a:pt x="119" y="0"/>
                    </a:moveTo>
                    <a:lnTo>
                      <a:pt x="69" y="25"/>
                    </a:lnTo>
                    <a:lnTo>
                      <a:pt x="114" y="7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7" name="Freeform 431"/>
              <p:cNvSpPr>
                <a:spLocks noEditPoints="1"/>
              </p:cNvSpPr>
              <p:nvPr userDrawn="1"/>
            </p:nvSpPr>
            <p:spPr bwMode="auto">
              <a:xfrm>
                <a:off x="2140" y="277"/>
                <a:ext cx="119" cy="59"/>
              </a:xfrm>
              <a:custGeom>
                <a:avLst/>
                <a:gdLst>
                  <a:gd name="T0" fmla="*/ 69 w 119"/>
                  <a:gd name="T1" fmla="*/ 25 h 59"/>
                  <a:gd name="T2" fmla="*/ 0 w 119"/>
                  <a:gd name="T3" fmla="*/ 59 h 59"/>
                  <a:gd name="T4" fmla="*/ 88 w 119"/>
                  <a:gd name="T5" fmla="*/ 59 h 59"/>
                  <a:gd name="T6" fmla="*/ 69 w 119"/>
                  <a:gd name="T7" fmla="*/ 25 h 59"/>
                  <a:gd name="T8" fmla="*/ 119 w 119"/>
                  <a:gd name="T9" fmla="*/ 0 h 59"/>
                  <a:gd name="T10" fmla="*/ 69 w 119"/>
                  <a:gd name="T11" fmla="*/ 25 h 59"/>
                  <a:gd name="T12" fmla="*/ 114 w 119"/>
                  <a:gd name="T13" fmla="*/ 7 h 59"/>
                  <a:gd name="T14" fmla="*/ 119 w 119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59">
                    <a:moveTo>
                      <a:pt x="69" y="25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69" y="25"/>
                    </a:lnTo>
                    <a:moveTo>
                      <a:pt x="119" y="0"/>
                    </a:moveTo>
                    <a:lnTo>
                      <a:pt x="69" y="25"/>
                    </a:lnTo>
                    <a:lnTo>
                      <a:pt x="114" y="7"/>
                    </a:lnTo>
                    <a:lnTo>
                      <a:pt x="1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8" name="Freeform 432"/>
              <p:cNvSpPr>
                <a:spLocks/>
              </p:cNvSpPr>
              <p:nvPr userDrawn="1"/>
            </p:nvSpPr>
            <p:spPr bwMode="auto">
              <a:xfrm>
                <a:off x="2625" y="1192"/>
                <a:ext cx="118" cy="59"/>
              </a:xfrm>
              <a:custGeom>
                <a:avLst/>
                <a:gdLst>
                  <a:gd name="T0" fmla="*/ 118 w 118"/>
                  <a:gd name="T1" fmla="*/ 0 h 59"/>
                  <a:gd name="T2" fmla="*/ 0 w 118"/>
                  <a:gd name="T3" fmla="*/ 59 h 59"/>
                  <a:gd name="T4" fmla="*/ 88 w 118"/>
                  <a:gd name="T5" fmla="*/ 59 h 59"/>
                  <a:gd name="T6" fmla="*/ 118 w 118"/>
                  <a:gd name="T7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" h="59">
                    <a:moveTo>
                      <a:pt x="118" y="0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9" name="Freeform 433"/>
              <p:cNvSpPr>
                <a:spLocks/>
              </p:cNvSpPr>
              <p:nvPr userDrawn="1"/>
            </p:nvSpPr>
            <p:spPr bwMode="auto">
              <a:xfrm>
                <a:off x="2625" y="1192"/>
                <a:ext cx="118" cy="59"/>
              </a:xfrm>
              <a:custGeom>
                <a:avLst/>
                <a:gdLst>
                  <a:gd name="T0" fmla="*/ 118 w 118"/>
                  <a:gd name="T1" fmla="*/ 0 h 59"/>
                  <a:gd name="T2" fmla="*/ 0 w 118"/>
                  <a:gd name="T3" fmla="*/ 59 h 59"/>
                  <a:gd name="T4" fmla="*/ 88 w 118"/>
                  <a:gd name="T5" fmla="*/ 59 h 59"/>
                  <a:gd name="T6" fmla="*/ 118 w 118"/>
                  <a:gd name="T7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" h="59">
                    <a:moveTo>
                      <a:pt x="118" y="0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11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0" name="Freeform 434"/>
              <p:cNvSpPr>
                <a:spLocks/>
              </p:cNvSpPr>
              <p:nvPr userDrawn="1"/>
            </p:nvSpPr>
            <p:spPr bwMode="auto">
              <a:xfrm>
                <a:off x="2078" y="336"/>
                <a:ext cx="62" cy="88"/>
              </a:xfrm>
              <a:custGeom>
                <a:avLst/>
                <a:gdLst>
                  <a:gd name="T0" fmla="*/ 50 w 50"/>
                  <a:gd name="T1" fmla="*/ 0 h 71"/>
                  <a:gd name="T2" fmla="*/ 0 w 50"/>
                  <a:gd name="T3" fmla="*/ 37 h 71"/>
                  <a:gd name="T4" fmla="*/ 29 w 50"/>
                  <a:gd name="T5" fmla="*/ 71 h 71"/>
                  <a:gd name="T6" fmla="*/ 50 w 50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71">
                    <a:moveTo>
                      <a:pt x="50" y="0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10" y="48"/>
                      <a:pt x="19" y="60"/>
                      <a:pt x="29" y="71"/>
                    </a:cubicBezTo>
                    <a:cubicBezTo>
                      <a:pt x="36" y="47"/>
                      <a:pt x="43" y="24"/>
                      <a:pt x="5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1" name="Freeform 435"/>
              <p:cNvSpPr>
                <a:spLocks noEditPoints="1"/>
              </p:cNvSpPr>
              <p:nvPr userDrawn="1"/>
            </p:nvSpPr>
            <p:spPr bwMode="auto">
              <a:xfrm>
                <a:off x="2012" y="382"/>
                <a:ext cx="66" cy="63"/>
              </a:xfrm>
              <a:custGeom>
                <a:avLst/>
                <a:gdLst>
                  <a:gd name="T0" fmla="*/ 34 w 66"/>
                  <a:gd name="T1" fmla="*/ 32 h 63"/>
                  <a:gd name="T2" fmla="*/ 0 w 66"/>
                  <a:gd name="T3" fmla="*/ 63 h 63"/>
                  <a:gd name="T4" fmla="*/ 8 w 66"/>
                  <a:gd name="T5" fmla="*/ 61 h 63"/>
                  <a:gd name="T6" fmla="*/ 34 w 66"/>
                  <a:gd name="T7" fmla="*/ 32 h 63"/>
                  <a:gd name="T8" fmla="*/ 66 w 66"/>
                  <a:gd name="T9" fmla="*/ 0 h 63"/>
                  <a:gd name="T10" fmla="*/ 34 w 66"/>
                  <a:gd name="T11" fmla="*/ 32 h 63"/>
                  <a:gd name="T12" fmla="*/ 36 w 66"/>
                  <a:gd name="T13" fmla="*/ 50 h 63"/>
                  <a:gd name="T14" fmla="*/ 42 w 66"/>
                  <a:gd name="T15" fmla="*/ 47 h 63"/>
                  <a:gd name="T16" fmla="*/ 66 w 66"/>
                  <a:gd name="T1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63">
                    <a:moveTo>
                      <a:pt x="34" y="32"/>
                    </a:moveTo>
                    <a:lnTo>
                      <a:pt x="0" y="63"/>
                    </a:lnTo>
                    <a:lnTo>
                      <a:pt x="8" y="61"/>
                    </a:lnTo>
                    <a:lnTo>
                      <a:pt x="34" y="32"/>
                    </a:lnTo>
                    <a:close/>
                    <a:moveTo>
                      <a:pt x="66" y="0"/>
                    </a:moveTo>
                    <a:lnTo>
                      <a:pt x="34" y="32"/>
                    </a:lnTo>
                    <a:lnTo>
                      <a:pt x="36" y="50"/>
                    </a:lnTo>
                    <a:lnTo>
                      <a:pt x="42" y="47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2" name="Freeform 436"/>
              <p:cNvSpPr>
                <a:spLocks noEditPoints="1"/>
              </p:cNvSpPr>
              <p:nvPr userDrawn="1"/>
            </p:nvSpPr>
            <p:spPr bwMode="auto">
              <a:xfrm>
                <a:off x="2012" y="382"/>
                <a:ext cx="66" cy="63"/>
              </a:xfrm>
              <a:custGeom>
                <a:avLst/>
                <a:gdLst>
                  <a:gd name="T0" fmla="*/ 34 w 66"/>
                  <a:gd name="T1" fmla="*/ 32 h 63"/>
                  <a:gd name="T2" fmla="*/ 0 w 66"/>
                  <a:gd name="T3" fmla="*/ 63 h 63"/>
                  <a:gd name="T4" fmla="*/ 8 w 66"/>
                  <a:gd name="T5" fmla="*/ 61 h 63"/>
                  <a:gd name="T6" fmla="*/ 34 w 66"/>
                  <a:gd name="T7" fmla="*/ 32 h 63"/>
                  <a:gd name="T8" fmla="*/ 66 w 66"/>
                  <a:gd name="T9" fmla="*/ 0 h 63"/>
                  <a:gd name="T10" fmla="*/ 34 w 66"/>
                  <a:gd name="T11" fmla="*/ 32 h 63"/>
                  <a:gd name="T12" fmla="*/ 36 w 66"/>
                  <a:gd name="T13" fmla="*/ 50 h 63"/>
                  <a:gd name="T14" fmla="*/ 42 w 66"/>
                  <a:gd name="T15" fmla="*/ 47 h 63"/>
                  <a:gd name="T16" fmla="*/ 66 w 66"/>
                  <a:gd name="T1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63">
                    <a:moveTo>
                      <a:pt x="34" y="32"/>
                    </a:moveTo>
                    <a:lnTo>
                      <a:pt x="0" y="63"/>
                    </a:lnTo>
                    <a:lnTo>
                      <a:pt x="8" y="61"/>
                    </a:lnTo>
                    <a:lnTo>
                      <a:pt x="34" y="32"/>
                    </a:lnTo>
                    <a:moveTo>
                      <a:pt x="66" y="0"/>
                    </a:moveTo>
                    <a:lnTo>
                      <a:pt x="34" y="32"/>
                    </a:lnTo>
                    <a:lnTo>
                      <a:pt x="36" y="50"/>
                    </a:lnTo>
                    <a:lnTo>
                      <a:pt x="42" y="47"/>
                    </a:lnTo>
                    <a:lnTo>
                      <a:pt x="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3" name="Freeform 437"/>
              <p:cNvSpPr>
                <a:spLocks noEditPoints="1"/>
              </p:cNvSpPr>
              <p:nvPr userDrawn="1"/>
            </p:nvSpPr>
            <p:spPr bwMode="auto">
              <a:xfrm>
                <a:off x="1304" y="430"/>
                <a:ext cx="60" cy="103"/>
              </a:xfrm>
              <a:custGeom>
                <a:avLst/>
                <a:gdLst>
                  <a:gd name="T0" fmla="*/ 6 w 48"/>
                  <a:gd name="T1" fmla="*/ 46 h 83"/>
                  <a:gd name="T2" fmla="*/ 0 w 48"/>
                  <a:gd name="T3" fmla="*/ 53 h 83"/>
                  <a:gd name="T4" fmla="*/ 4 w 48"/>
                  <a:gd name="T5" fmla="*/ 83 h 83"/>
                  <a:gd name="T6" fmla="*/ 13 w 48"/>
                  <a:gd name="T7" fmla="*/ 80 h 83"/>
                  <a:gd name="T8" fmla="*/ 24 w 48"/>
                  <a:gd name="T9" fmla="*/ 54 h 83"/>
                  <a:gd name="T10" fmla="*/ 6 w 48"/>
                  <a:gd name="T11" fmla="*/ 46 h 83"/>
                  <a:gd name="T12" fmla="*/ 48 w 48"/>
                  <a:gd name="T13" fmla="*/ 0 h 83"/>
                  <a:gd name="T14" fmla="*/ 39 w 48"/>
                  <a:gd name="T15" fmla="*/ 9 h 83"/>
                  <a:gd name="T16" fmla="*/ 45 w 48"/>
                  <a:gd name="T17" fmla="*/ 5 h 83"/>
                  <a:gd name="T18" fmla="*/ 45 w 48"/>
                  <a:gd name="T19" fmla="*/ 7 h 83"/>
                  <a:gd name="T20" fmla="*/ 45 w 48"/>
                  <a:gd name="T21" fmla="*/ 6 h 83"/>
                  <a:gd name="T22" fmla="*/ 45 w 48"/>
                  <a:gd name="T23" fmla="*/ 5 h 83"/>
                  <a:gd name="T24" fmla="*/ 46 w 48"/>
                  <a:gd name="T25" fmla="*/ 4 h 83"/>
                  <a:gd name="T26" fmla="*/ 48 w 48"/>
                  <a:gd name="T2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83">
                    <a:moveTo>
                      <a:pt x="6" y="46"/>
                    </a:moveTo>
                    <a:cubicBezTo>
                      <a:pt x="0" y="53"/>
                      <a:pt x="0" y="53"/>
                      <a:pt x="0" y="53"/>
                    </a:cubicBezTo>
                    <a:cubicBezTo>
                      <a:pt x="4" y="83"/>
                      <a:pt x="4" y="83"/>
                      <a:pt x="4" y="83"/>
                    </a:cubicBezTo>
                    <a:cubicBezTo>
                      <a:pt x="13" y="80"/>
                      <a:pt x="13" y="80"/>
                      <a:pt x="13" y="80"/>
                    </a:cubicBezTo>
                    <a:cubicBezTo>
                      <a:pt x="24" y="54"/>
                      <a:pt x="24" y="54"/>
                      <a:pt x="24" y="54"/>
                    </a:cubicBezTo>
                    <a:cubicBezTo>
                      <a:pt x="18" y="51"/>
                      <a:pt x="12" y="49"/>
                      <a:pt x="6" y="46"/>
                    </a:cubicBezTo>
                    <a:moveTo>
                      <a:pt x="48" y="0"/>
                    </a:moveTo>
                    <a:cubicBezTo>
                      <a:pt x="39" y="9"/>
                      <a:pt x="39" y="9"/>
                      <a:pt x="39" y="9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5" y="5"/>
                      <a:pt x="45" y="6"/>
                      <a:pt x="45" y="7"/>
                    </a:cubicBezTo>
                    <a:cubicBezTo>
                      <a:pt x="45" y="6"/>
                      <a:pt x="45" y="6"/>
                      <a:pt x="45" y="6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8" y="0"/>
                      <a:pt x="48" y="0"/>
                      <a:pt x="48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4" name="Freeform 438"/>
              <p:cNvSpPr>
                <a:spLocks noEditPoints="1"/>
              </p:cNvSpPr>
              <p:nvPr userDrawn="1"/>
            </p:nvSpPr>
            <p:spPr bwMode="auto">
              <a:xfrm>
                <a:off x="3158" y="1017"/>
                <a:ext cx="101" cy="105"/>
              </a:xfrm>
              <a:custGeom>
                <a:avLst/>
                <a:gdLst>
                  <a:gd name="T0" fmla="*/ 101 w 101"/>
                  <a:gd name="T1" fmla="*/ 105 h 105"/>
                  <a:gd name="T2" fmla="*/ 101 w 101"/>
                  <a:gd name="T3" fmla="*/ 105 h 105"/>
                  <a:gd name="T4" fmla="*/ 101 w 101"/>
                  <a:gd name="T5" fmla="*/ 105 h 105"/>
                  <a:gd name="T6" fmla="*/ 0 w 101"/>
                  <a:gd name="T7" fmla="*/ 0 h 105"/>
                  <a:gd name="T8" fmla="*/ 101 w 101"/>
                  <a:gd name="T9" fmla="*/ 105 h 105"/>
                  <a:gd name="T10" fmla="*/ 63 w 101"/>
                  <a:gd name="T11" fmla="*/ 29 h 105"/>
                  <a:gd name="T12" fmla="*/ 63 w 101"/>
                  <a:gd name="T13" fmla="*/ 29 h 105"/>
                  <a:gd name="T14" fmla="*/ 0 w 101"/>
                  <a:gd name="T15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105">
                    <a:moveTo>
                      <a:pt x="101" y="105"/>
                    </a:moveTo>
                    <a:lnTo>
                      <a:pt x="101" y="105"/>
                    </a:lnTo>
                    <a:lnTo>
                      <a:pt x="101" y="105"/>
                    </a:lnTo>
                    <a:close/>
                    <a:moveTo>
                      <a:pt x="0" y="0"/>
                    </a:moveTo>
                    <a:lnTo>
                      <a:pt x="101" y="105"/>
                    </a:lnTo>
                    <a:lnTo>
                      <a:pt x="63" y="29"/>
                    </a:lnTo>
                    <a:lnTo>
                      <a:pt x="63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5" name="Freeform 439"/>
              <p:cNvSpPr>
                <a:spLocks noEditPoints="1"/>
              </p:cNvSpPr>
              <p:nvPr userDrawn="1"/>
            </p:nvSpPr>
            <p:spPr bwMode="auto">
              <a:xfrm>
                <a:off x="3158" y="1017"/>
                <a:ext cx="101" cy="105"/>
              </a:xfrm>
              <a:custGeom>
                <a:avLst/>
                <a:gdLst>
                  <a:gd name="T0" fmla="*/ 101 w 101"/>
                  <a:gd name="T1" fmla="*/ 105 h 105"/>
                  <a:gd name="T2" fmla="*/ 101 w 101"/>
                  <a:gd name="T3" fmla="*/ 105 h 105"/>
                  <a:gd name="T4" fmla="*/ 101 w 101"/>
                  <a:gd name="T5" fmla="*/ 105 h 105"/>
                  <a:gd name="T6" fmla="*/ 0 w 101"/>
                  <a:gd name="T7" fmla="*/ 0 h 105"/>
                  <a:gd name="T8" fmla="*/ 101 w 101"/>
                  <a:gd name="T9" fmla="*/ 105 h 105"/>
                  <a:gd name="T10" fmla="*/ 63 w 101"/>
                  <a:gd name="T11" fmla="*/ 29 h 105"/>
                  <a:gd name="T12" fmla="*/ 63 w 101"/>
                  <a:gd name="T13" fmla="*/ 29 h 105"/>
                  <a:gd name="T14" fmla="*/ 0 w 101"/>
                  <a:gd name="T15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105">
                    <a:moveTo>
                      <a:pt x="101" y="105"/>
                    </a:moveTo>
                    <a:lnTo>
                      <a:pt x="101" y="105"/>
                    </a:lnTo>
                    <a:lnTo>
                      <a:pt x="101" y="105"/>
                    </a:lnTo>
                    <a:moveTo>
                      <a:pt x="0" y="0"/>
                    </a:moveTo>
                    <a:lnTo>
                      <a:pt x="101" y="105"/>
                    </a:lnTo>
                    <a:lnTo>
                      <a:pt x="63" y="29"/>
                    </a:lnTo>
                    <a:lnTo>
                      <a:pt x="63" y="2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6" name="Freeform 440"/>
              <p:cNvSpPr>
                <a:spLocks noEditPoints="1"/>
              </p:cNvSpPr>
              <p:nvPr userDrawn="1"/>
            </p:nvSpPr>
            <p:spPr bwMode="auto">
              <a:xfrm>
                <a:off x="3229" y="1122"/>
                <a:ext cx="46" cy="124"/>
              </a:xfrm>
              <a:custGeom>
                <a:avLst/>
                <a:gdLst>
                  <a:gd name="T0" fmla="*/ 39 w 46"/>
                  <a:gd name="T1" fmla="*/ 45 h 124"/>
                  <a:gd name="T2" fmla="*/ 43 w 46"/>
                  <a:gd name="T3" fmla="*/ 75 h 124"/>
                  <a:gd name="T4" fmla="*/ 46 w 46"/>
                  <a:gd name="T5" fmla="*/ 71 h 124"/>
                  <a:gd name="T6" fmla="*/ 39 w 46"/>
                  <a:gd name="T7" fmla="*/ 45 h 124"/>
                  <a:gd name="T8" fmla="*/ 30 w 46"/>
                  <a:gd name="T9" fmla="*/ 0 h 124"/>
                  <a:gd name="T10" fmla="*/ 30 w 46"/>
                  <a:gd name="T11" fmla="*/ 0 h 124"/>
                  <a:gd name="T12" fmla="*/ 0 w 46"/>
                  <a:gd name="T13" fmla="*/ 124 h 124"/>
                  <a:gd name="T14" fmla="*/ 15 w 46"/>
                  <a:gd name="T15" fmla="*/ 107 h 124"/>
                  <a:gd name="T16" fmla="*/ 37 w 46"/>
                  <a:gd name="T17" fmla="*/ 35 h 124"/>
                  <a:gd name="T18" fmla="*/ 30 w 46"/>
                  <a:gd name="T1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124">
                    <a:moveTo>
                      <a:pt x="39" y="45"/>
                    </a:moveTo>
                    <a:lnTo>
                      <a:pt x="43" y="75"/>
                    </a:lnTo>
                    <a:lnTo>
                      <a:pt x="46" y="71"/>
                    </a:lnTo>
                    <a:lnTo>
                      <a:pt x="39" y="45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0" y="124"/>
                    </a:lnTo>
                    <a:lnTo>
                      <a:pt x="15" y="107"/>
                    </a:lnTo>
                    <a:lnTo>
                      <a:pt x="37" y="35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7" name="Freeform 441"/>
              <p:cNvSpPr>
                <a:spLocks noEditPoints="1"/>
              </p:cNvSpPr>
              <p:nvPr userDrawn="1"/>
            </p:nvSpPr>
            <p:spPr bwMode="auto">
              <a:xfrm>
                <a:off x="3229" y="1122"/>
                <a:ext cx="46" cy="124"/>
              </a:xfrm>
              <a:custGeom>
                <a:avLst/>
                <a:gdLst>
                  <a:gd name="T0" fmla="*/ 39 w 46"/>
                  <a:gd name="T1" fmla="*/ 45 h 124"/>
                  <a:gd name="T2" fmla="*/ 43 w 46"/>
                  <a:gd name="T3" fmla="*/ 75 h 124"/>
                  <a:gd name="T4" fmla="*/ 46 w 46"/>
                  <a:gd name="T5" fmla="*/ 71 h 124"/>
                  <a:gd name="T6" fmla="*/ 39 w 46"/>
                  <a:gd name="T7" fmla="*/ 45 h 124"/>
                  <a:gd name="T8" fmla="*/ 30 w 46"/>
                  <a:gd name="T9" fmla="*/ 0 h 124"/>
                  <a:gd name="T10" fmla="*/ 30 w 46"/>
                  <a:gd name="T11" fmla="*/ 0 h 124"/>
                  <a:gd name="T12" fmla="*/ 0 w 46"/>
                  <a:gd name="T13" fmla="*/ 124 h 124"/>
                  <a:gd name="T14" fmla="*/ 15 w 46"/>
                  <a:gd name="T15" fmla="*/ 107 h 124"/>
                  <a:gd name="T16" fmla="*/ 37 w 46"/>
                  <a:gd name="T17" fmla="*/ 35 h 124"/>
                  <a:gd name="T18" fmla="*/ 30 w 46"/>
                  <a:gd name="T1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124">
                    <a:moveTo>
                      <a:pt x="39" y="45"/>
                    </a:moveTo>
                    <a:lnTo>
                      <a:pt x="43" y="75"/>
                    </a:lnTo>
                    <a:lnTo>
                      <a:pt x="46" y="71"/>
                    </a:lnTo>
                    <a:lnTo>
                      <a:pt x="39" y="45"/>
                    </a:lnTo>
                    <a:moveTo>
                      <a:pt x="30" y="0"/>
                    </a:moveTo>
                    <a:lnTo>
                      <a:pt x="30" y="0"/>
                    </a:lnTo>
                    <a:lnTo>
                      <a:pt x="0" y="124"/>
                    </a:lnTo>
                    <a:lnTo>
                      <a:pt x="15" y="107"/>
                    </a:lnTo>
                    <a:lnTo>
                      <a:pt x="37" y="35"/>
                    </a:lnTo>
                    <a:lnTo>
                      <a:pt x="3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8" name="Freeform 442"/>
              <p:cNvSpPr>
                <a:spLocks/>
              </p:cNvSpPr>
              <p:nvPr userDrawn="1"/>
            </p:nvSpPr>
            <p:spPr bwMode="auto">
              <a:xfrm>
                <a:off x="3229" y="1193"/>
                <a:ext cx="48" cy="73"/>
              </a:xfrm>
              <a:custGeom>
                <a:avLst/>
                <a:gdLst>
                  <a:gd name="T0" fmla="*/ 46 w 48"/>
                  <a:gd name="T1" fmla="*/ 0 h 73"/>
                  <a:gd name="T2" fmla="*/ 46 w 48"/>
                  <a:gd name="T3" fmla="*/ 0 h 73"/>
                  <a:gd name="T4" fmla="*/ 43 w 48"/>
                  <a:gd name="T5" fmla="*/ 4 h 73"/>
                  <a:gd name="T6" fmla="*/ 46 w 48"/>
                  <a:gd name="T7" fmla="*/ 36 h 73"/>
                  <a:gd name="T8" fmla="*/ 15 w 48"/>
                  <a:gd name="T9" fmla="*/ 36 h 73"/>
                  <a:gd name="T10" fmla="*/ 0 w 48"/>
                  <a:gd name="T11" fmla="*/ 53 h 73"/>
                  <a:gd name="T12" fmla="*/ 48 w 48"/>
                  <a:gd name="T13" fmla="*/ 73 h 73"/>
                  <a:gd name="T14" fmla="*/ 46 w 48"/>
                  <a:gd name="T15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73">
                    <a:moveTo>
                      <a:pt x="46" y="0"/>
                    </a:moveTo>
                    <a:lnTo>
                      <a:pt x="46" y="0"/>
                    </a:lnTo>
                    <a:lnTo>
                      <a:pt x="43" y="4"/>
                    </a:lnTo>
                    <a:lnTo>
                      <a:pt x="46" y="36"/>
                    </a:lnTo>
                    <a:lnTo>
                      <a:pt x="15" y="36"/>
                    </a:lnTo>
                    <a:lnTo>
                      <a:pt x="0" y="53"/>
                    </a:lnTo>
                    <a:lnTo>
                      <a:pt x="48" y="73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9" name="Freeform 443"/>
              <p:cNvSpPr>
                <a:spLocks/>
              </p:cNvSpPr>
              <p:nvPr userDrawn="1"/>
            </p:nvSpPr>
            <p:spPr bwMode="auto">
              <a:xfrm>
                <a:off x="3229" y="1193"/>
                <a:ext cx="48" cy="73"/>
              </a:xfrm>
              <a:custGeom>
                <a:avLst/>
                <a:gdLst>
                  <a:gd name="T0" fmla="*/ 46 w 48"/>
                  <a:gd name="T1" fmla="*/ 0 h 73"/>
                  <a:gd name="T2" fmla="*/ 46 w 48"/>
                  <a:gd name="T3" fmla="*/ 0 h 73"/>
                  <a:gd name="T4" fmla="*/ 43 w 48"/>
                  <a:gd name="T5" fmla="*/ 4 h 73"/>
                  <a:gd name="T6" fmla="*/ 46 w 48"/>
                  <a:gd name="T7" fmla="*/ 36 h 73"/>
                  <a:gd name="T8" fmla="*/ 15 w 48"/>
                  <a:gd name="T9" fmla="*/ 36 h 73"/>
                  <a:gd name="T10" fmla="*/ 0 w 48"/>
                  <a:gd name="T11" fmla="*/ 53 h 73"/>
                  <a:gd name="T12" fmla="*/ 48 w 48"/>
                  <a:gd name="T13" fmla="*/ 73 h 73"/>
                  <a:gd name="T14" fmla="*/ 46 w 48"/>
                  <a:gd name="T15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73">
                    <a:moveTo>
                      <a:pt x="46" y="0"/>
                    </a:moveTo>
                    <a:lnTo>
                      <a:pt x="46" y="0"/>
                    </a:lnTo>
                    <a:lnTo>
                      <a:pt x="43" y="4"/>
                    </a:lnTo>
                    <a:lnTo>
                      <a:pt x="46" y="36"/>
                    </a:lnTo>
                    <a:lnTo>
                      <a:pt x="15" y="36"/>
                    </a:lnTo>
                    <a:lnTo>
                      <a:pt x="0" y="53"/>
                    </a:lnTo>
                    <a:lnTo>
                      <a:pt x="48" y="73"/>
                    </a:lnTo>
                    <a:lnTo>
                      <a:pt x="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0" name="Freeform 444"/>
              <p:cNvSpPr>
                <a:spLocks noEditPoints="1"/>
              </p:cNvSpPr>
              <p:nvPr userDrawn="1"/>
            </p:nvSpPr>
            <p:spPr bwMode="auto">
              <a:xfrm>
                <a:off x="3229" y="1246"/>
                <a:ext cx="48" cy="107"/>
              </a:xfrm>
              <a:custGeom>
                <a:avLst/>
                <a:gdLst>
                  <a:gd name="T0" fmla="*/ 33 w 48"/>
                  <a:gd name="T1" fmla="*/ 72 h 107"/>
                  <a:gd name="T2" fmla="*/ 21 w 48"/>
                  <a:gd name="T3" fmla="*/ 99 h 107"/>
                  <a:gd name="T4" fmla="*/ 22 w 48"/>
                  <a:gd name="T5" fmla="*/ 107 h 107"/>
                  <a:gd name="T6" fmla="*/ 33 w 48"/>
                  <a:gd name="T7" fmla="*/ 72 h 107"/>
                  <a:gd name="T8" fmla="*/ 0 w 48"/>
                  <a:gd name="T9" fmla="*/ 0 h 107"/>
                  <a:gd name="T10" fmla="*/ 10 w 48"/>
                  <a:gd name="T11" fmla="*/ 47 h 107"/>
                  <a:gd name="T12" fmla="*/ 38 w 48"/>
                  <a:gd name="T13" fmla="*/ 53 h 107"/>
                  <a:gd name="T14" fmla="*/ 48 w 48"/>
                  <a:gd name="T15" fmla="*/ 20 h 107"/>
                  <a:gd name="T16" fmla="*/ 0 w 48"/>
                  <a:gd name="T1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07">
                    <a:moveTo>
                      <a:pt x="33" y="72"/>
                    </a:moveTo>
                    <a:lnTo>
                      <a:pt x="21" y="99"/>
                    </a:lnTo>
                    <a:lnTo>
                      <a:pt x="22" y="107"/>
                    </a:lnTo>
                    <a:lnTo>
                      <a:pt x="33" y="72"/>
                    </a:lnTo>
                    <a:close/>
                    <a:moveTo>
                      <a:pt x="0" y="0"/>
                    </a:moveTo>
                    <a:lnTo>
                      <a:pt x="10" y="47"/>
                    </a:lnTo>
                    <a:lnTo>
                      <a:pt x="38" y="53"/>
                    </a:lnTo>
                    <a:lnTo>
                      <a:pt x="48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1" name="Freeform 445"/>
              <p:cNvSpPr>
                <a:spLocks noEditPoints="1"/>
              </p:cNvSpPr>
              <p:nvPr userDrawn="1"/>
            </p:nvSpPr>
            <p:spPr bwMode="auto">
              <a:xfrm>
                <a:off x="3229" y="1246"/>
                <a:ext cx="48" cy="107"/>
              </a:xfrm>
              <a:custGeom>
                <a:avLst/>
                <a:gdLst>
                  <a:gd name="T0" fmla="*/ 33 w 48"/>
                  <a:gd name="T1" fmla="*/ 72 h 107"/>
                  <a:gd name="T2" fmla="*/ 21 w 48"/>
                  <a:gd name="T3" fmla="*/ 99 h 107"/>
                  <a:gd name="T4" fmla="*/ 22 w 48"/>
                  <a:gd name="T5" fmla="*/ 107 h 107"/>
                  <a:gd name="T6" fmla="*/ 33 w 48"/>
                  <a:gd name="T7" fmla="*/ 72 h 107"/>
                  <a:gd name="T8" fmla="*/ 0 w 48"/>
                  <a:gd name="T9" fmla="*/ 0 h 107"/>
                  <a:gd name="T10" fmla="*/ 10 w 48"/>
                  <a:gd name="T11" fmla="*/ 47 h 107"/>
                  <a:gd name="T12" fmla="*/ 38 w 48"/>
                  <a:gd name="T13" fmla="*/ 53 h 107"/>
                  <a:gd name="T14" fmla="*/ 48 w 48"/>
                  <a:gd name="T15" fmla="*/ 20 h 107"/>
                  <a:gd name="T16" fmla="*/ 0 w 48"/>
                  <a:gd name="T1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07">
                    <a:moveTo>
                      <a:pt x="33" y="72"/>
                    </a:moveTo>
                    <a:lnTo>
                      <a:pt x="21" y="99"/>
                    </a:lnTo>
                    <a:lnTo>
                      <a:pt x="22" y="107"/>
                    </a:lnTo>
                    <a:lnTo>
                      <a:pt x="33" y="72"/>
                    </a:lnTo>
                    <a:moveTo>
                      <a:pt x="0" y="0"/>
                    </a:moveTo>
                    <a:lnTo>
                      <a:pt x="10" y="47"/>
                    </a:lnTo>
                    <a:lnTo>
                      <a:pt x="38" y="53"/>
                    </a:lnTo>
                    <a:lnTo>
                      <a:pt x="48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2" name="Freeform 446"/>
              <p:cNvSpPr>
                <a:spLocks/>
              </p:cNvSpPr>
              <p:nvPr userDrawn="1"/>
            </p:nvSpPr>
            <p:spPr bwMode="auto">
              <a:xfrm>
                <a:off x="3367" y="1242"/>
                <a:ext cx="49" cy="107"/>
              </a:xfrm>
              <a:custGeom>
                <a:avLst/>
                <a:gdLst>
                  <a:gd name="T0" fmla="*/ 0 w 49"/>
                  <a:gd name="T1" fmla="*/ 0 h 107"/>
                  <a:gd name="T2" fmla="*/ 24 w 49"/>
                  <a:gd name="T3" fmla="*/ 107 h 107"/>
                  <a:gd name="T4" fmla="*/ 49 w 49"/>
                  <a:gd name="T5" fmla="*/ 20 h 107"/>
                  <a:gd name="T6" fmla="*/ 0 w 49"/>
                  <a:gd name="T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7">
                    <a:moveTo>
                      <a:pt x="0" y="0"/>
                    </a:moveTo>
                    <a:lnTo>
                      <a:pt x="24" y="107"/>
                    </a:lnTo>
                    <a:lnTo>
                      <a:pt x="49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3" name="Freeform 447"/>
              <p:cNvSpPr>
                <a:spLocks/>
              </p:cNvSpPr>
              <p:nvPr userDrawn="1"/>
            </p:nvSpPr>
            <p:spPr bwMode="auto">
              <a:xfrm>
                <a:off x="3367" y="1242"/>
                <a:ext cx="49" cy="107"/>
              </a:xfrm>
              <a:custGeom>
                <a:avLst/>
                <a:gdLst>
                  <a:gd name="T0" fmla="*/ 0 w 49"/>
                  <a:gd name="T1" fmla="*/ 0 h 107"/>
                  <a:gd name="T2" fmla="*/ 24 w 49"/>
                  <a:gd name="T3" fmla="*/ 107 h 107"/>
                  <a:gd name="T4" fmla="*/ 49 w 49"/>
                  <a:gd name="T5" fmla="*/ 20 h 107"/>
                  <a:gd name="T6" fmla="*/ 0 w 49"/>
                  <a:gd name="T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7">
                    <a:moveTo>
                      <a:pt x="0" y="0"/>
                    </a:moveTo>
                    <a:lnTo>
                      <a:pt x="24" y="107"/>
                    </a:lnTo>
                    <a:lnTo>
                      <a:pt x="49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4" name="Freeform 448"/>
              <p:cNvSpPr>
                <a:spLocks noEditPoints="1"/>
              </p:cNvSpPr>
              <p:nvPr userDrawn="1"/>
            </p:nvSpPr>
            <p:spPr bwMode="auto">
              <a:xfrm>
                <a:off x="3189" y="1353"/>
                <a:ext cx="62" cy="81"/>
              </a:xfrm>
              <a:custGeom>
                <a:avLst/>
                <a:gdLst>
                  <a:gd name="T0" fmla="*/ 15 w 62"/>
                  <a:gd name="T1" fmla="*/ 63 h 81"/>
                  <a:gd name="T2" fmla="*/ 0 w 62"/>
                  <a:gd name="T3" fmla="*/ 75 h 81"/>
                  <a:gd name="T4" fmla="*/ 0 w 62"/>
                  <a:gd name="T5" fmla="*/ 81 h 81"/>
                  <a:gd name="T6" fmla="*/ 15 w 62"/>
                  <a:gd name="T7" fmla="*/ 63 h 81"/>
                  <a:gd name="T8" fmla="*/ 34 w 62"/>
                  <a:gd name="T9" fmla="*/ 19 h 81"/>
                  <a:gd name="T10" fmla="*/ 0 w 62"/>
                  <a:gd name="T11" fmla="*/ 40 h 81"/>
                  <a:gd name="T12" fmla="*/ 31 w 62"/>
                  <a:gd name="T13" fmla="*/ 40 h 81"/>
                  <a:gd name="T14" fmla="*/ 37 w 62"/>
                  <a:gd name="T15" fmla="*/ 33 h 81"/>
                  <a:gd name="T16" fmla="*/ 34 w 62"/>
                  <a:gd name="T17" fmla="*/ 19 h 81"/>
                  <a:gd name="T18" fmla="*/ 62 w 62"/>
                  <a:gd name="T19" fmla="*/ 0 h 81"/>
                  <a:gd name="T20" fmla="*/ 56 w 62"/>
                  <a:gd name="T21" fmla="*/ 5 h 81"/>
                  <a:gd name="T22" fmla="*/ 51 w 62"/>
                  <a:gd name="T23" fmla="*/ 16 h 81"/>
                  <a:gd name="T24" fmla="*/ 62 w 62"/>
                  <a:gd name="T25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81">
                    <a:moveTo>
                      <a:pt x="15" y="63"/>
                    </a:moveTo>
                    <a:lnTo>
                      <a:pt x="0" y="75"/>
                    </a:lnTo>
                    <a:lnTo>
                      <a:pt x="0" y="81"/>
                    </a:lnTo>
                    <a:lnTo>
                      <a:pt x="15" y="63"/>
                    </a:lnTo>
                    <a:close/>
                    <a:moveTo>
                      <a:pt x="34" y="19"/>
                    </a:moveTo>
                    <a:lnTo>
                      <a:pt x="0" y="40"/>
                    </a:lnTo>
                    <a:lnTo>
                      <a:pt x="31" y="40"/>
                    </a:lnTo>
                    <a:lnTo>
                      <a:pt x="37" y="33"/>
                    </a:lnTo>
                    <a:lnTo>
                      <a:pt x="34" y="19"/>
                    </a:lnTo>
                    <a:close/>
                    <a:moveTo>
                      <a:pt x="62" y="0"/>
                    </a:moveTo>
                    <a:lnTo>
                      <a:pt x="56" y="5"/>
                    </a:lnTo>
                    <a:lnTo>
                      <a:pt x="51" y="16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5" name="Freeform 449"/>
              <p:cNvSpPr>
                <a:spLocks noEditPoints="1"/>
              </p:cNvSpPr>
              <p:nvPr userDrawn="1"/>
            </p:nvSpPr>
            <p:spPr bwMode="auto">
              <a:xfrm>
                <a:off x="3189" y="1353"/>
                <a:ext cx="62" cy="81"/>
              </a:xfrm>
              <a:custGeom>
                <a:avLst/>
                <a:gdLst>
                  <a:gd name="T0" fmla="*/ 15 w 62"/>
                  <a:gd name="T1" fmla="*/ 63 h 81"/>
                  <a:gd name="T2" fmla="*/ 0 w 62"/>
                  <a:gd name="T3" fmla="*/ 75 h 81"/>
                  <a:gd name="T4" fmla="*/ 0 w 62"/>
                  <a:gd name="T5" fmla="*/ 81 h 81"/>
                  <a:gd name="T6" fmla="*/ 15 w 62"/>
                  <a:gd name="T7" fmla="*/ 63 h 81"/>
                  <a:gd name="T8" fmla="*/ 34 w 62"/>
                  <a:gd name="T9" fmla="*/ 19 h 81"/>
                  <a:gd name="T10" fmla="*/ 0 w 62"/>
                  <a:gd name="T11" fmla="*/ 40 h 81"/>
                  <a:gd name="T12" fmla="*/ 31 w 62"/>
                  <a:gd name="T13" fmla="*/ 40 h 81"/>
                  <a:gd name="T14" fmla="*/ 37 w 62"/>
                  <a:gd name="T15" fmla="*/ 33 h 81"/>
                  <a:gd name="T16" fmla="*/ 34 w 62"/>
                  <a:gd name="T17" fmla="*/ 19 h 81"/>
                  <a:gd name="T18" fmla="*/ 62 w 62"/>
                  <a:gd name="T19" fmla="*/ 0 h 81"/>
                  <a:gd name="T20" fmla="*/ 56 w 62"/>
                  <a:gd name="T21" fmla="*/ 5 h 81"/>
                  <a:gd name="T22" fmla="*/ 51 w 62"/>
                  <a:gd name="T23" fmla="*/ 16 h 81"/>
                  <a:gd name="T24" fmla="*/ 62 w 62"/>
                  <a:gd name="T25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81">
                    <a:moveTo>
                      <a:pt x="15" y="63"/>
                    </a:moveTo>
                    <a:lnTo>
                      <a:pt x="0" y="75"/>
                    </a:lnTo>
                    <a:lnTo>
                      <a:pt x="0" y="81"/>
                    </a:lnTo>
                    <a:lnTo>
                      <a:pt x="15" y="63"/>
                    </a:lnTo>
                    <a:moveTo>
                      <a:pt x="34" y="19"/>
                    </a:moveTo>
                    <a:lnTo>
                      <a:pt x="0" y="40"/>
                    </a:lnTo>
                    <a:lnTo>
                      <a:pt x="31" y="40"/>
                    </a:lnTo>
                    <a:lnTo>
                      <a:pt x="37" y="33"/>
                    </a:lnTo>
                    <a:lnTo>
                      <a:pt x="34" y="19"/>
                    </a:lnTo>
                    <a:moveTo>
                      <a:pt x="62" y="0"/>
                    </a:moveTo>
                    <a:lnTo>
                      <a:pt x="56" y="5"/>
                    </a:lnTo>
                    <a:lnTo>
                      <a:pt x="51" y="16"/>
                    </a:lnTo>
                    <a:lnTo>
                      <a:pt x="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6" name="Freeform 450"/>
              <p:cNvSpPr>
                <a:spLocks noEditPoints="1"/>
              </p:cNvSpPr>
              <p:nvPr userDrawn="1"/>
            </p:nvSpPr>
            <p:spPr bwMode="auto">
              <a:xfrm>
                <a:off x="3121" y="1434"/>
                <a:ext cx="68" cy="41"/>
              </a:xfrm>
              <a:custGeom>
                <a:avLst/>
                <a:gdLst>
                  <a:gd name="T0" fmla="*/ 47 w 68"/>
                  <a:gd name="T1" fmla="*/ 0 h 41"/>
                  <a:gd name="T2" fmla="*/ 0 w 68"/>
                  <a:gd name="T3" fmla="*/ 0 h 41"/>
                  <a:gd name="T4" fmla="*/ 0 w 68"/>
                  <a:gd name="T5" fmla="*/ 41 h 41"/>
                  <a:gd name="T6" fmla="*/ 0 w 68"/>
                  <a:gd name="T7" fmla="*/ 41 h 41"/>
                  <a:gd name="T8" fmla="*/ 37 w 68"/>
                  <a:gd name="T9" fmla="*/ 19 h 41"/>
                  <a:gd name="T10" fmla="*/ 47 w 68"/>
                  <a:gd name="T11" fmla="*/ 0 h 41"/>
                  <a:gd name="T12" fmla="*/ 68 w 68"/>
                  <a:gd name="T13" fmla="*/ 0 h 41"/>
                  <a:gd name="T14" fmla="*/ 62 w 68"/>
                  <a:gd name="T15" fmla="*/ 0 h 41"/>
                  <a:gd name="T16" fmla="*/ 47 w 68"/>
                  <a:gd name="T17" fmla="*/ 13 h 41"/>
                  <a:gd name="T18" fmla="*/ 68 w 68"/>
                  <a:gd name="T1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41">
                    <a:moveTo>
                      <a:pt x="47" y="0"/>
                    </a:moveTo>
                    <a:lnTo>
                      <a:pt x="0" y="0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37" y="19"/>
                    </a:lnTo>
                    <a:lnTo>
                      <a:pt x="47" y="0"/>
                    </a:lnTo>
                    <a:close/>
                    <a:moveTo>
                      <a:pt x="68" y="0"/>
                    </a:moveTo>
                    <a:lnTo>
                      <a:pt x="62" y="0"/>
                    </a:lnTo>
                    <a:lnTo>
                      <a:pt x="47" y="1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7" name="Freeform 451"/>
              <p:cNvSpPr>
                <a:spLocks noEditPoints="1"/>
              </p:cNvSpPr>
              <p:nvPr userDrawn="1"/>
            </p:nvSpPr>
            <p:spPr bwMode="auto">
              <a:xfrm>
                <a:off x="3121" y="1434"/>
                <a:ext cx="68" cy="41"/>
              </a:xfrm>
              <a:custGeom>
                <a:avLst/>
                <a:gdLst>
                  <a:gd name="T0" fmla="*/ 47 w 68"/>
                  <a:gd name="T1" fmla="*/ 0 h 41"/>
                  <a:gd name="T2" fmla="*/ 0 w 68"/>
                  <a:gd name="T3" fmla="*/ 0 h 41"/>
                  <a:gd name="T4" fmla="*/ 0 w 68"/>
                  <a:gd name="T5" fmla="*/ 41 h 41"/>
                  <a:gd name="T6" fmla="*/ 0 w 68"/>
                  <a:gd name="T7" fmla="*/ 41 h 41"/>
                  <a:gd name="T8" fmla="*/ 37 w 68"/>
                  <a:gd name="T9" fmla="*/ 19 h 41"/>
                  <a:gd name="T10" fmla="*/ 47 w 68"/>
                  <a:gd name="T11" fmla="*/ 0 h 41"/>
                  <a:gd name="T12" fmla="*/ 68 w 68"/>
                  <a:gd name="T13" fmla="*/ 0 h 41"/>
                  <a:gd name="T14" fmla="*/ 62 w 68"/>
                  <a:gd name="T15" fmla="*/ 0 h 41"/>
                  <a:gd name="T16" fmla="*/ 47 w 68"/>
                  <a:gd name="T17" fmla="*/ 13 h 41"/>
                  <a:gd name="T18" fmla="*/ 68 w 68"/>
                  <a:gd name="T1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41">
                    <a:moveTo>
                      <a:pt x="47" y="0"/>
                    </a:moveTo>
                    <a:lnTo>
                      <a:pt x="0" y="0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37" y="19"/>
                    </a:lnTo>
                    <a:lnTo>
                      <a:pt x="47" y="0"/>
                    </a:lnTo>
                    <a:moveTo>
                      <a:pt x="68" y="0"/>
                    </a:moveTo>
                    <a:lnTo>
                      <a:pt x="62" y="0"/>
                    </a:lnTo>
                    <a:lnTo>
                      <a:pt x="47" y="13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8" name="Freeform 452"/>
              <p:cNvSpPr>
                <a:spLocks noEditPoints="1"/>
              </p:cNvSpPr>
              <p:nvPr userDrawn="1"/>
            </p:nvSpPr>
            <p:spPr bwMode="auto">
              <a:xfrm>
                <a:off x="3156" y="1393"/>
                <a:ext cx="73" cy="65"/>
              </a:xfrm>
              <a:custGeom>
                <a:avLst/>
                <a:gdLst>
                  <a:gd name="T0" fmla="*/ 12 w 73"/>
                  <a:gd name="T1" fmla="*/ 54 h 65"/>
                  <a:gd name="T2" fmla="*/ 2 w 73"/>
                  <a:gd name="T3" fmla="*/ 60 h 65"/>
                  <a:gd name="T4" fmla="*/ 0 w 73"/>
                  <a:gd name="T5" fmla="*/ 65 h 65"/>
                  <a:gd name="T6" fmla="*/ 12 w 73"/>
                  <a:gd name="T7" fmla="*/ 54 h 65"/>
                  <a:gd name="T8" fmla="*/ 33 w 73"/>
                  <a:gd name="T9" fmla="*/ 0 h 65"/>
                  <a:gd name="T10" fmla="*/ 33 w 73"/>
                  <a:gd name="T11" fmla="*/ 0 h 65"/>
                  <a:gd name="T12" fmla="*/ 12 w 73"/>
                  <a:gd name="T13" fmla="*/ 41 h 65"/>
                  <a:gd name="T14" fmla="*/ 27 w 73"/>
                  <a:gd name="T15" fmla="*/ 41 h 65"/>
                  <a:gd name="T16" fmla="*/ 33 w 73"/>
                  <a:gd name="T17" fmla="*/ 35 h 65"/>
                  <a:gd name="T18" fmla="*/ 33 w 73"/>
                  <a:gd name="T19" fmla="*/ 0 h 65"/>
                  <a:gd name="T20" fmla="*/ 73 w 73"/>
                  <a:gd name="T21" fmla="*/ 0 h 65"/>
                  <a:gd name="T22" fmla="*/ 64 w 73"/>
                  <a:gd name="T23" fmla="*/ 0 h 65"/>
                  <a:gd name="T24" fmla="*/ 48 w 73"/>
                  <a:gd name="T25" fmla="*/ 23 h 65"/>
                  <a:gd name="T26" fmla="*/ 73 w 73"/>
                  <a:gd name="T27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65">
                    <a:moveTo>
                      <a:pt x="12" y="54"/>
                    </a:moveTo>
                    <a:lnTo>
                      <a:pt x="2" y="60"/>
                    </a:lnTo>
                    <a:lnTo>
                      <a:pt x="0" y="65"/>
                    </a:lnTo>
                    <a:lnTo>
                      <a:pt x="12" y="54"/>
                    </a:lnTo>
                    <a:close/>
                    <a:moveTo>
                      <a:pt x="33" y="0"/>
                    </a:moveTo>
                    <a:lnTo>
                      <a:pt x="33" y="0"/>
                    </a:lnTo>
                    <a:lnTo>
                      <a:pt x="12" y="41"/>
                    </a:lnTo>
                    <a:lnTo>
                      <a:pt x="27" y="41"/>
                    </a:lnTo>
                    <a:lnTo>
                      <a:pt x="33" y="35"/>
                    </a:lnTo>
                    <a:lnTo>
                      <a:pt x="33" y="0"/>
                    </a:lnTo>
                    <a:close/>
                    <a:moveTo>
                      <a:pt x="73" y="0"/>
                    </a:moveTo>
                    <a:lnTo>
                      <a:pt x="64" y="0"/>
                    </a:lnTo>
                    <a:lnTo>
                      <a:pt x="48" y="23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9" name="Freeform 453"/>
              <p:cNvSpPr>
                <a:spLocks noEditPoints="1"/>
              </p:cNvSpPr>
              <p:nvPr userDrawn="1"/>
            </p:nvSpPr>
            <p:spPr bwMode="auto">
              <a:xfrm>
                <a:off x="3156" y="1393"/>
                <a:ext cx="73" cy="65"/>
              </a:xfrm>
              <a:custGeom>
                <a:avLst/>
                <a:gdLst>
                  <a:gd name="T0" fmla="*/ 12 w 73"/>
                  <a:gd name="T1" fmla="*/ 54 h 65"/>
                  <a:gd name="T2" fmla="*/ 2 w 73"/>
                  <a:gd name="T3" fmla="*/ 60 h 65"/>
                  <a:gd name="T4" fmla="*/ 0 w 73"/>
                  <a:gd name="T5" fmla="*/ 65 h 65"/>
                  <a:gd name="T6" fmla="*/ 12 w 73"/>
                  <a:gd name="T7" fmla="*/ 54 h 65"/>
                  <a:gd name="T8" fmla="*/ 33 w 73"/>
                  <a:gd name="T9" fmla="*/ 0 h 65"/>
                  <a:gd name="T10" fmla="*/ 33 w 73"/>
                  <a:gd name="T11" fmla="*/ 0 h 65"/>
                  <a:gd name="T12" fmla="*/ 12 w 73"/>
                  <a:gd name="T13" fmla="*/ 41 h 65"/>
                  <a:gd name="T14" fmla="*/ 27 w 73"/>
                  <a:gd name="T15" fmla="*/ 41 h 65"/>
                  <a:gd name="T16" fmla="*/ 33 w 73"/>
                  <a:gd name="T17" fmla="*/ 35 h 65"/>
                  <a:gd name="T18" fmla="*/ 33 w 73"/>
                  <a:gd name="T19" fmla="*/ 0 h 65"/>
                  <a:gd name="T20" fmla="*/ 73 w 73"/>
                  <a:gd name="T21" fmla="*/ 0 h 65"/>
                  <a:gd name="T22" fmla="*/ 64 w 73"/>
                  <a:gd name="T23" fmla="*/ 0 h 65"/>
                  <a:gd name="T24" fmla="*/ 48 w 73"/>
                  <a:gd name="T25" fmla="*/ 23 h 65"/>
                  <a:gd name="T26" fmla="*/ 73 w 73"/>
                  <a:gd name="T27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65">
                    <a:moveTo>
                      <a:pt x="12" y="54"/>
                    </a:moveTo>
                    <a:lnTo>
                      <a:pt x="2" y="60"/>
                    </a:lnTo>
                    <a:lnTo>
                      <a:pt x="0" y="65"/>
                    </a:lnTo>
                    <a:lnTo>
                      <a:pt x="12" y="54"/>
                    </a:lnTo>
                    <a:moveTo>
                      <a:pt x="33" y="0"/>
                    </a:moveTo>
                    <a:lnTo>
                      <a:pt x="33" y="0"/>
                    </a:lnTo>
                    <a:lnTo>
                      <a:pt x="12" y="41"/>
                    </a:lnTo>
                    <a:lnTo>
                      <a:pt x="27" y="41"/>
                    </a:lnTo>
                    <a:lnTo>
                      <a:pt x="33" y="35"/>
                    </a:lnTo>
                    <a:lnTo>
                      <a:pt x="33" y="0"/>
                    </a:lnTo>
                    <a:moveTo>
                      <a:pt x="73" y="0"/>
                    </a:moveTo>
                    <a:lnTo>
                      <a:pt x="64" y="0"/>
                    </a:lnTo>
                    <a:lnTo>
                      <a:pt x="48" y="23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0" name="Freeform 454"/>
              <p:cNvSpPr>
                <a:spLocks/>
              </p:cNvSpPr>
              <p:nvPr userDrawn="1"/>
            </p:nvSpPr>
            <p:spPr bwMode="auto">
              <a:xfrm>
                <a:off x="3189" y="1393"/>
                <a:ext cx="31" cy="35"/>
              </a:xfrm>
              <a:custGeom>
                <a:avLst/>
                <a:gdLst>
                  <a:gd name="T0" fmla="*/ 31 w 31"/>
                  <a:gd name="T1" fmla="*/ 0 h 35"/>
                  <a:gd name="T2" fmla="*/ 0 w 31"/>
                  <a:gd name="T3" fmla="*/ 0 h 35"/>
                  <a:gd name="T4" fmla="*/ 0 w 31"/>
                  <a:gd name="T5" fmla="*/ 35 h 35"/>
                  <a:gd name="T6" fmla="*/ 15 w 31"/>
                  <a:gd name="T7" fmla="*/ 23 h 35"/>
                  <a:gd name="T8" fmla="*/ 31 w 31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5">
                    <a:moveTo>
                      <a:pt x="31" y="0"/>
                    </a:moveTo>
                    <a:lnTo>
                      <a:pt x="0" y="0"/>
                    </a:lnTo>
                    <a:lnTo>
                      <a:pt x="0" y="35"/>
                    </a:lnTo>
                    <a:lnTo>
                      <a:pt x="15" y="23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1" name="Freeform 455"/>
              <p:cNvSpPr>
                <a:spLocks/>
              </p:cNvSpPr>
              <p:nvPr userDrawn="1"/>
            </p:nvSpPr>
            <p:spPr bwMode="auto">
              <a:xfrm>
                <a:off x="3189" y="1393"/>
                <a:ext cx="31" cy="35"/>
              </a:xfrm>
              <a:custGeom>
                <a:avLst/>
                <a:gdLst>
                  <a:gd name="T0" fmla="*/ 31 w 31"/>
                  <a:gd name="T1" fmla="*/ 0 h 35"/>
                  <a:gd name="T2" fmla="*/ 0 w 31"/>
                  <a:gd name="T3" fmla="*/ 0 h 35"/>
                  <a:gd name="T4" fmla="*/ 0 w 31"/>
                  <a:gd name="T5" fmla="*/ 35 h 35"/>
                  <a:gd name="T6" fmla="*/ 15 w 31"/>
                  <a:gd name="T7" fmla="*/ 23 h 35"/>
                  <a:gd name="T8" fmla="*/ 31 w 31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5">
                    <a:moveTo>
                      <a:pt x="31" y="0"/>
                    </a:moveTo>
                    <a:lnTo>
                      <a:pt x="0" y="0"/>
                    </a:lnTo>
                    <a:lnTo>
                      <a:pt x="0" y="35"/>
                    </a:lnTo>
                    <a:lnTo>
                      <a:pt x="15" y="23"/>
                    </a:lnTo>
                    <a:lnTo>
                      <a:pt x="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2" name="Freeform 456"/>
              <p:cNvSpPr>
                <a:spLocks/>
              </p:cNvSpPr>
              <p:nvPr userDrawn="1"/>
            </p:nvSpPr>
            <p:spPr bwMode="auto">
              <a:xfrm>
                <a:off x="3158" y="1434"/>
                <a:ext cx="25" cy="19"/>
              </a:xfrm>
              <a:custGeom>
                <a:avLst/>
                <a:gdLst>
                  <a:gd name="T0" fmla="*/ 25 w 25"/>
                  <a:gd name="T1" fmla="*/ 0 h 19"/>
                  <a:gd name="T2" fmla="*/ 10 w 25"/>
                  <a:gd name="T3" fmla="*/ 0 h 19"/>
                  <a:gd name="T4" fmla="*/ 0 w 25"/>
                  <a:gd name="T5" fmla="*/ 19 h 19"/>
                  <a:gd name="T6" fmla="*/ 10 w 25"/>
                  <a:gd name="T7" fmla="*/ 13 h 19"/>
                  <a:gd name="T8" fmla="*/ 25 w 25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9">
                    <a:moveTo>
                      <a:pt x="25" y="0"/>
                    </a:moveTo>
                    <a:lnTo>
                      <a:pt x="10" y="0"/>
                    </a:lnTo>
                    <a:lnTo>
                      <a:pt x="0" y="19"/>
                    </a:lnTo>
                    <a:lnTo>
                      <a:pt x="10" y="1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3" name="Freeform 457"/>
              <p:cNvSpPr>
                <a:spLocks/>
              </p:cNvSpPr>
              <p:nvPr userDrawn="1"/>
            </p:nvSpPr>
            <p:spPr bwMode="auto">
              <a:xfrm>
                <a:off x="3158" y="1434"/>
                <a:ext cx="25" cy="19"/>
              </a:xfrm>
              <a:custGeom>
                <a:avLst/>
                <a:gdLst>
                  <a:gd name="T0" fmla="*/ 25 w 25"/>
                  <a:gd name="T1" fmla="*/ 0 h 19"/>
                  <a:gd name="T2" fmla="*/ 10 w 25"/>
                  <a:gd name="T3" fmla="*/ 0 h 19"/>
                  <a:gd name="T4" fmla="*/ 0 w 25"/>
                  <a:gd name="T5" fmla="*/ 19 h 19"/>
                  <a:gd name="T6" fmla="*/ 10 w 25"/>
                  <a:gd name="T7" fmla="*/ 13 h 19"/>
                  <a:gd name="T8" fmla="*/ 25 w 25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9">
                    <a:moveTo>
                      <a:pt x="25" y="0"/>
                    </a:moveTo>
                    <a:lnTo>
                      <a:pt x="10" y="0"/>
                    </a:lnTo>
                    <a:lnTo>
                      <a:pt x="0" y="19"/>
                    </a:lnTo>
                    <a:lnTo>
                      <a:pt x="10" y="13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4" name="Freeform 458"/>
              <p:cNvSpPr>
                <a:spLocks noEditPoints="1"/>
              </p:cNvSpPr>
              <p:nvPr userDrawn="1"/>
            </p:nvSpPr>
            <p:spPr bwMode="auto">
              <a:xfrm>
                <a:off x="2938" y="1447"/>
                <a:ext cx="183" cy="38"/>
              </a:xfrm>
              <a:custGeom>
                <a:avLst/>
                <a:gdLst>
                  <a:gd name="T0" fmla="*/ 114 w 148"/>
                  <a:gd name="T1" fmla="*/ 18 h 31"/>
                  <a:gd name="T2" fmla="*/ 99 w 148"/>
                  <a:gd name="T3" fmla="*/ 31 h 31"/>
                  <a:gd name="T4" fmla="*/ 99 w 148"/>
                  <a:gd name="T5" fmla="*/ 31 h 31"/>
                  <a:gd name="T6" fmla="*/ 148 w 148"/>
                  <a:gd name="T7" fmla="*/ 23 h 31"/>
                  <a:gd name="T8" fmla="*/ 114 w 148"/>
                  <a:gd name="T9" fmla="*/ 18 h 31"/>
                  <a:gd name="T10" fmla="*/ 64 w 148"/>
                  <a:gd name="T11" fmla="*/ 10 h 31"/>
                  <a:gd name="T12" fmla="*/ 64 w 148"/>
                  <a:gd name="T13" fmla="*/ 10 h 31"/>
                  <a:gd name="T14" fmla="*/ 65 w 148"/>
                  <a:gd name="T15" fmla="*/ 10 h 31"/>
                  <a:gd name="T16" fmla="*/ 64 w 148"/>
                  <a:gd name="T17" fmla="*/ 10 h 31"/>
                  <a:gd name="T18" fmla="*/ 0 w 148"/>
                  <a:gd name="T19" fmla="*/ 0 h 31"/>
                  <a:gd name="T20" fmla="*/ 4 w 148"/>
                  <a:gd name="T21" fmla="*/ 1 h 31"/>
                  <a:gd name="T22" fmla="*/ 5 w 148"/>
                  <a:gd name="T23" fmla="*/ 1 h 31"/>
                  <a:gd name="T24" fmla="*/ 0 w 148"/>
                  <a:gd name="T25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8" h="31">
                    <a:moveTo>
                      <a:pt x="114" y="18"/>
                    </a:moveTo>
                    <a:cubicBezTo>
                      <a:pt x="99" y="31"/>
                      <a:pt x="99" y="31"/>
                      <a:pt x="99" y="31"/>
                    </a:cubicBezTo>
                    <a:cubicBezTo>
                      <a:pt x="99" y="31"/>
                      <a:pt x="99" y="31"/>
                      <a:pt x="99" y="31"/>
                    </a:cubicBezTo>
                    <a:cubicBezTo>
                      <a:pt x="148" y="23"/>
                      <a:pt x="148" y="23"/>
                      <a:pt x="148" y="23"/>
                    </a:cubicBezTo>
                    <a:cubicBezTo>
                      <a:pt x="137" y="22"/>
                      <a:pt x="126" y="20"/>
                      <a:pt x="114" y="18"/>
                    </a:cubicBezTo>
                    <a:moveTo>
                      <a:pt x="64" y="10"/>
                    </a:moveTo>
                    <a:cubicBezTo>
                      <a:pt x="64" y="10"/>
                      <a:pt x="64" y="10"/>
                      <a:pt x="64" y="10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5" y="10"/>
                      <a:pt x="65" y="10"/>
                      <a:pt x="64" y="10"/>
                    </a:cubicBezTo>
                    <a:moveTo>
                      <a:pt x="0" y="0"/>
                    </a:moveTo>
                    <a:cubicBezTo>
                      <a:pt x="1" y="0"/>
                      <a:pt x="2" y="1"/>
                      <a:pt x="4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3" y="0"/>
                      <a:pt x="1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5" name="Freeform 459"/>
              <p:cNvSpPr>
                <a:spLocks noEditPoints="1"/>
              </p:cNvSpPr>
              <p:nvPr userDrawn="1"/>
            </p:nvSpPr>
            <p:spPr bwMode="auto">
              <a:xfrm>
                <a:off x="2915" y="1434"/>
                <a:ext cx="206" cy="51"/>
              </a:xfrm>
              <a:custGeom>
                <a:avLst/>
                <a:gdLst>
                  <a:gd name="T0" fmla="*/ 78 w 167"/>
                  <a:gd name="T1" fmla="*/ 28 h 41"/>
                  <a:gd name="T2" fmla="*/ 70 w 167"/>
                  <a:gd name="T3" fmla="*/ 41 h 41"/>
                  <a:gd name="T4" fmla="*/ 50 w 167"/>
                  <a:gd name="T5" fmla="*/ 29 h 41"/>
                  <a:gd name="T6" fmla="*/ 70 w 167"/>
                  <a:gd name="T7" fmla="*/ 41 h 41"/>
                  <a:gd name="T8" fmla="*/ 0 w 167"/>
                  <a:gd name="T9" fmla="*/ 41 h 41"/>
                  <a:gd name="T10" fmla="*/ 0 w 167"/>
                  <a:gd name="T11" fmla="*/ 41 h 41"/>
                  <a:gd name="T12" fmla="*/ 118 w 167"/>
                  <a:gd name="T13" fmla="*/ 41 h 41"/>
                  <a:gd name="T14" fmla="*/ 78 w 167"/>
                  <a:gd name="T15" fmla="*/ 28 h 41"/>
                  <a:gd name="T16" fmla="*/ 167 w 167"/>
                  <a:gd name="T17" fmla="*/ 0 h 41"/>
                  <a:gd name="T18" fmla="*/ 84 w 167"/>
                  <a:gd name="T19" fmla="*/ 20 h 41"/>
                  <a:gd name="T20" fmla="*/ 133 w 167"/>
                  <a:gd name="T21" fmla="*/ 28 h 41"/>
                  <a:gd name="T22" fmla="*/ 167 w 167"/>
                  <a:gd name="T2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7" h="41">
                    <a:moveTo>
                      <a:pt x="78" y="28"/>
                    </a:moveTo>
                    <a:cubicBezTo>
                      <a:pt x="70" y="41"/>
                      <a:pt x="70" y="41"/>
                      <a:pt x="70" y="41"/>
                    </a:cubicBezTo>
                    <a:cubicBezTo>
                      <a:pt x="50" y="29"/>
                      <a:pt x="50" y="29"/>
                      <a:pt x="50" y="29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70" y="41"/>
                      <a:pt x="35" y="41"/>
                      <a:pt x="0" y="41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18" y="41"/>
                      <a:pt x="118" y="41"/>
                      <a:pt x="118" y="41"/>
                    </a:cubicBezTo>
                    <a:cubicBezTo>
                      <a:pt x="105" y="37"/>
                      <a:pt x="91" y="32"/>
                      <a:pt x="78" y="28"/>
                    </a:cubicBezTo>
                    <a:moveTo>
                      <a:pt x="167" y="0"/>
                    </a:moveTo>
                    <a:cubicBezTo>
                      <a:pt x="84" y="20"/>
                      <a:pt x="84" y="20"/>
                      <a:pt x="84" y="20"/>
                    </a:cubicBezTo>
                    <a:cubicBezTo>
                      <a:pt x="100" y="23"/>
                      <a:pt x="117" y="25"/>
                      <a:pt x="133" y="28"/>
                    </a:cubicBezTo>
                    <a:cubicBezTo>
                      <a:pt x="167" y="0"/>
                      <a:pt x="167" y="0"/>
                      <a:pt x="16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6" name="Freeform 460"/>
              <p:cNvSpPr>
                <a:spLocks/>
              </p:cNvSpPr>
              <p:nvPr userDrawn="1"/>
            </p:nvSpPr>
            <p:spPr bwMode="auto">
              <a:xfrm>
                <a:off x="3011" y="1459"/>
                <a:ext cx="68" cy="26"/>
              </a:xfrm>
              <a:custGeom>
                <a:avLst/>
                <a:gdLst>
                  <a:gd name="T0" fmla="*/ 6 w 55"/>
                  <a:gd name="T1" fmla="*/ 0 h 21"/>
                  <a:gd name="T2" fmla="*/ 5 w 55"/>
                  <a:gd name="T3" fmla="*/ 0 h 21"/>
                  <a:gd name="T4" fmla="*/ 0 w 55"/>
                  <a:gd name="T5" fmla="*/ 8 h 21"/>
                  <a:gd name="T6" fmla="*/ 40 w 55"/>
                  <a:gd name="T7" fmla="*/ 21 h 21"/>
                  <a:gd name="T8" fmla="*/ 40 w 55"/>
                  <a:gd name="T9" fmla="*/ 21 h 21"/>
                  <a:gd name="T10" fmla="*/ 55 w 55"/>
                  <a:gd name="T11" fmla="*/ 8 h 21"/>
                  <a:gd name="T12" fmla="*/ 6 w 55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21">
                    <a:moveTo>
                      <a:pt x="6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3" y="12"/>
                      <a:pt x="27" y="17"/>
                      <a:pt x="40" y="21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39" y="5"/>
                      <a:pt x="22" y="3"/>
                      <a:pt x="6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7" name="Freeform 461"/>
              <p:cNvSpPr>
                <a:spLocks/>
              </p:cNvSpPr>
              <p:nvPr userDrawn="1"/>
            </p:nvSpPr>
            <p:spPr bwMode="auto">
              <a:xfrm>
                <a:off x="2834" y="1449"/>
                <a:ext cx="142" cy="36"/>
              </a:xfrm>
              <a:custGeom>
                <a:avLst/>
                <a:gdLst>
                  <a:gd name="T0" fmla="*/ 87 w 115"/>
                  <a:gd name="T1" fmla="*/ 0 h 29"/>
                  <a:gd name="T2" fmla="*/ 63 w 115"/>
                  <a:gd name="T3" fmla="*/ 8 h 29"/>
                  <a:gd name="T4" fmla="*/ 65 w 115"/>
                  <a:gd name="T5" fmla="*/ 29 h 29"/>
                  <a:gd name="T6" fmla="*/ 0 w 115"/>
                  <a:gd name="T7" fmla="*/ 29 h 29"/>
                  <a:gd name="T8" fmla="*/ 65 w 115"/>
                  <a:gd name="T9" fmla="*/ 29 h 29"/>
                  <a:gd name="T10" fmla="*/ 115 w 115"/>
                  <a:gd name="T11" fmla="*/ 17 h 29"/>
                  <a:gd name="T12" fmla="*/ 87 w 115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5" h="29">
                    <a:moveTo>
                      <a:pt x="87" y="0"/>
                    </a:moveTo>
                    <a:cubicBezTo>
                      <a:pt x="63" y="8"/>
                      <a:pt x="63" y="8"/>
                      <a:pt x="63" y="8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2" y="29"/>
                      <a:pt x="33" y="29"/>
                      <a:pt x="65" y="29"/>
                    </a:cubicBezTo>
                    <a:cubicBezTo>
                      <a:pt x="115" y="17"/>
                      <a:pt x="115" y="17"/>
                      <a:pt x="115" y="17"/>
                    </a:cubicBezTo>
                    <a:cubicBezTo>
                      <a:pt x="87" y="0"/>
                      <a:pt x="87" y="0"/>
                      <a:pt x="8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8" name="Freeform 462"/>
              <p:cNvSpPr>
                <a:spLocks/>
              </p:cNvSpPr>
              <p:nvPr userDrawn="1"/>
            </p:nvSpPr>
            <p:spPr bwMode="auto">
              <a:xfrm>
                <a:off x="2915" y="1470"/>
                <a:ext cx="86" cy="15"/>
              </a:xfrm>
              <a:custGeom>
                <a:avLst/>
                <a:gdLst>
                  <a:gd name="T0" fmla="*/ 50 w 70"/>
                  <a:gd name="T1" fmla="*/ 0 h 12"/>
                  <a:gd name="T2" fmla="*/ 0 w 70"/>
                  <a:gd name="T3" fmla="*/ 12 h 12"/>
                  <a:gd name="T4" fmla="*/ 70 w 70"/>
                  <a:gd name="T5" fmla="*/ 12 h 12"/>
                  <a:gd name="T6" fmla="*/ 50 w 70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0" h="12">
                    <a:moveTo>
                      <a:pt x="5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35" y="12"/>
                      <a:pt x="70" y="12"/>
                      <a:pt x="70" y="12"/>
                    </a:cubicBezTo>
                    <a:cubicBezTo>
                      <a:pt x="50" y="0"/>
                      <a:pt x="50" y="0"/>
                      <a:pt x="5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9" name="Freeform 463"/>
              <p:cNvSpPr>
                <a:spLocks/>
              </p:cNvSpPr>
              <p:nvPr userDrawn="1"/>
            </p:nvSpPr>
            <p:spPr bwMode="auto">
              <a:xfrm>
                <a:off x="2691" y="1455"/>
                <a:ext cx="143" cy="30"/>
              </a:xfrm>
              <a:custGeom>
                <a:avLst/>
                <a:gdLst>
                  <a:gd name="T0" fmla="*/ 45 w 143"/>
                  <a:gd name="T1" fmla="*/ 0 h 30"/>
                  <a:gd name="T2" fmla="*/ 35 w 143"/>
                  <a:gd name="T3" fmla="*/ 6 h 30"/>
                  <a:gd name="T4" fmla="*/ 80 w 143"/>
                  <a:gd name="T5" fmla="*/ 30 h 30"/>
                  <a:gd name="T6" fmla="*/ 0 w 143"/>
                  <a:gd name="T7" fmla="*/ 30 h 30"/>
                  <a:gd name="T8" fmla="*/ 143 w 143"/>
                  <a:gd name="T9" fmla="*/ 30 h 30"/>
                  <a:gd name="T10" fmla="*/ 80 w 143"/>
                  <a:gd name="T11" fmla="*/ 30 h 30"/>
                  <a:gd name="T12" fmla="*/ 102 w 143"/>
                  <a:gd name="T13" fmla="*/ 18 h 30"/>
                  <a:gd name="T14" fmla="*/ 45 w 143"/>
                  <a:gd name="T1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3" h="30">
                    <a:moveTo>
                      <a:pt x="45" y="0"/>
                    </a:moveTo>
                    <a:lnTo>
                      <a:pt x="35" y="6"/>
                    </a:lnTo>
                    <a:lnTo>
                      <a:pt x="80" y="30"/>
                    </a:lnTo>
                    <a:lnTo>
                      <a:pt x="0" y="30"/>
                    </a:lnTo>
                    <a:lnTo>
                      <a:pt x="143" y="30"/>
                    </a:lnTo>
                    <a:lnTo>
                      <a:pt x="80" y="30"/>
                    </a:lnTo>
                    <a:lnTo>
                      <a:pt x="102" y="18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0" name="Freeform 464"/>
              <p:cNvSpPr>
                <a:spLocks/>
              </p:cNvSpPr>
              <p:nvPr userDrawn="1"/>
            </p:nvSpPr>
            <p:spPr bwMode="auto">
              <a:xfrm>
                <a:off x="2691" y="1455"/>
                <a:ext cx="143" cy="30"/>
              </a:xfrm>
              <a:custGeom>
                <a:avLst/>
                <a:gdLst>
                  <a:gd name="T0" fmla="*/ 45 w 143"/>
                  <a:gd name="T1" fmla="*/ 0 h 30"/>
                  <a:gd name="T2" fmla="*/ 35 w 143"/>
                  <a:gd name="T3" fmla="*/ 6 h 30"/>
                  <a:gd name="T4" fmla="*/ 80 w 143"/>
                  <a:gd name="T5" fmla="*/ 30 h 30"/>
                  <a:gd name="T6" fmla="*/ 0 w 143"/>
                  <a:gd name="T7" fmla="*/ 30 h 30"/>
                  <a:gd name="T8" fmla="*/ 143 w 143"/>
                  <a:gd name="T9" fmla="*/ 30 h 30"/>
                  <a:gd name="T10" fmla="*/ 80 w 143"/>
                  <a:gd name="T11" fmla="*/ 30 h 30"/>
                  <a:gd name="T12" fmla="*/ 102 w 143"/>
                  <a:gd name="T13" fmla="*/ 18 h 30"/>
                  <a:gd name="T14" fmla="*/ 45 w 143"/>
                  <a:gd name="T1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3" h="30">
                    <a:moveTo>
                      <a:pt x="45" y="0"/>
                    </a:moveTo>
                    <a:lnTo>
                      <a:pt x="35" y="6"/>
                    </a:lnTo>
                    <a:lnTo>
                      <a:pt x="80" y="30"/>
                    </a:lnTo>
                    <a:lnTo>
                      <a:pt x="0" y="30"/>
                    </a:lnTo>
                    <a:lnTo>
                      <a:pt x="143" y="30"/>
                    </a:lnTo>
                    <a:lnTo>
                      <a:pt x="80" y="30"/>
                    </a:lnTo>
                    <a:lnTo>
                      <a:pt x="102" y="18"/>
                    </a:lnTo>
                    <a:lnTo>
                      <a:pt x="4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1" name="Freeform 465"/>
              <p:cNvSpPr>
                <a:spLocks/>
              </p:cNvSpPr>
              <p:nvPr userDrawn="1"/>
            </p:nvSpPr>
            <p:spPr bwMode="auto">
              <a:xfrm>
                <a:off x="1891" y="464"/>
                <a:ext cx="62" cy="93"/>
              </a:xfrm>
              <a:custGeom>
                <a:avLst/>
                <a:gdLst>
                  <a:gd name="T0" fmla="*/ 0 w 50"/>
                  <a:gd name="T1" fmla="*/ 0 h 75"/>
                  <a:gd name="T2" fmla="*/ 31 w 50"/>
                  <a:gd name="T3" fmla="*/ 74 h 75"/>
                  <a:gd name="T4" fmla="*/ 31 w 50"/>
                  <a:gd name="T5" fmla="*/ 75 h 75"/>
                  <a:gd name="T6" fmla="*/ 50 w 50"/>
                  <a:gd name="T7" fmla="*/ 46 h 75"/>
                  <a:gd name="T8" fmla="*/ 0 w 50"/>
                  <a:gd name="T9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75">
                    <a:moveTo>
                      <a:pt x="0" y="0"/>
                    </a:moveTo>
                    <a:cubicBezTo>
                      <a:pt x="0" y="0"/>
                      <a:pt x="31" y="70"/>
                      <a:pt x="31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3" y="75"/>
                      <a:pt x="50" y="46"/>
                      <a:pt x="50" y="4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2" name="Freeform 466"/>
              <p:cNvSpPr>
                <a:spLocks noEditPoints="1"/>
              </p:cNvSpPr>
              <p:nvPr userDrawn="1"/>
            </p:nvSpPr>
            <p:spPr bwMode="auto">
              <a:xfrm>
                <a:off x="1762" y="408"/>
                <a:ext cx="129" cy="56"/>
              </a:xfrm>
              <a:custGeom>
                <a:avLst/>
                <a:gdLst>
                  <a:gd name="T0" fmla="*/ 15 w 104"/>
                  <a:gd name="T1" fmla="*/ 15 h 45"/>
                  <a:gd name="T2" fmla="*/ 0 w 104"/>
                  <a:gd name="T3" fmla="*/ 27 h 45"/>
                  <a:gd name="T4" fmla="*/ 1 w 104"/>
                  <a:gd name="T5" fmla="*/ 27 h 45"/>
                  <a:gd name="T6" fmla="*/ 0 w 104"/>
                  <a:gd name="T7" fmla="*/ 30 h 45"/>
                  <a:gd name="T8" fmla="*/ 46 w 104"/>
                  <a:gd name="T9" fmla="*/ 37 h 45"/>
                  <a:gd name="T10" fmla="*/ 15 w 104"/>
                  <a:gd name="T11" fmla="*/ 15 h 45"/>
                  <a:gd name="T12" fmla="*/ 32 w 104"/>
                  <a:gd name="T13" fmla="*/ 0 h 45"/>
                  <a:gd name="T14" fmla="*/ 50 w 104"/>
                  <a:gd name="T15" fmla="*/ 37 h 45"/>
                  <a:gd name="T16" fmla="*/ 104 w 104"/>
                  <a:gd name="T17" fmla="*/ 45 h 45"/>
                  <a:gd name="T18" fmla="*/ 32 w 104"/>
                  <a:gd name="T19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45">
                    <a:moveTo>
                      <a:pt x="15" y="15"/>
                    </a:moveTo>
                    <a:cubicBezTo>
                      <a:pt x="10" y="19"/>
                      <a:pt x="5" y="23"/>
                      <a:pt x="0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15" y="32"/>
                      <a:pt x="31" y="34"/>
                      <a:pt x="46" y="37"/>
                    </a:cubicBezTo>
                    <a:cubicBezTo>
                      <a:pt x="15" y="15"/>
                      <a:pt x="15" y="15"/>
                      <a:pt x="15" y="15"/>
                    </a:cubicBezTo>
                    <a:moveTo>
                      <a:pt x="32" y="0"/>
                    </a:moveTo>
                    <a:cubicBezTo>
                      <a:pt x="50" y="37"/>
                      <a:pt x="50" y="37"/>
                      <a:pt x="50" y="37"/>
                    </a:cubicBezTo>
                    <a:cubicBezTo>
                      <a:pt x="68" y="40"/>
                      <a:pt x="86" y="42"/>
                      <a:pt x="104" y="45"/>
                    </a:cubicBezTo>
                    <a:cubicBezTo>
                      <a:pt x="32" y="0"/>
                      <a:pt x="32" y="0"/>
                      <a:pt x="3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3" name="Freeform 467"/>
              <p:cNvSpPr>
                <a:spLocks noEditPoints="1"/>
              </p:cNvSpPr>
              <p:nvPr userDrawn="1"/>
            </p:nvSpPr>
            <p:spPr bwMode="auto">
              <a:xfrm>
                <a:off x="1709" y="376"/>
                <a:ext cx="116" cy="82"/>
              </a:xfrm>
              <a:custGeom>
                <a:avLst/>
                <a:gdLst>
                  <a:gd name="T0" fmla="*/ 89 w 94"/>
                  <a:gd name="T1" fmla="*/ 63 h 66"/>
                  <a:gd name="T2" fmla="*/ 94 w 94"/>
                  <a:gd name="T3" fmla="*/ 66 h 66"/>
                  <a:gd name="T4" fmla="*/ 93 w 94"/>
                  <a:gd name="T5" fmla="*/ 63 h 66"/>
                  <a:gd name="T6" fmla="*/ 89 w 94"/>
                  <a:gd name="T7" fmla="*/ 63 h 66"/>
                  <a:gd name="T8" fmla="*/ 0 w 94"/>
                  <a:gd name="T9" fmla="*/ 0 h 66"/>
                  <a:gd name="T10" fmla="*/ 10 w 94"/>
                  <a:gd name="T11" fmla="*/ 7 h 66"/>
                  <a:gd name="T12" fmla="*/ 47 w 94"/>
                  <a:gd name="T13" fmla="*/ 16 h 66"/>
                  <a:gd name="T14" fmla="*/ 43 w 94"/>
                  <a:gd name="T15" fmla="*/ 30 h 66"/>
                  <a:gd name="T16" fmla="*/ 58 w 94"/>
                  <a:gd name="T17" fmla="*/ 41 h 66"/>
                  <a:gd name="T18" fmla="*/ 75 w 94"/>
                  <a:gd name="T19" fmla="*/ 26 h 66"/>
                  <a:gd name="T20" fmla="*/ 75 w 94"/>
                  <a:gd name="T21" fmla="*/ 26 h 66"/>
                  <a:gd name="T22" fmla="*/ 0 w 94"/>
                  <a:gd name="T2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4" h="66">
                    <a:moveTo>
                      <a:pt x="89" y="63"/>
                    </a:moveTo>
                    <a:cubicBezTo>
                      <a:pt x="94" y="66"/>
                      <a:pt x="94" y="66"/>
                      <a:pt x="94" y="66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1" y="63"/>
                      <a:pt x="90" y="63"/>
                      <a:pt x="89" y="63"/>
                    </a:cubicBezTo>
                    <a:moveTo>
                      <a:pt x="0" y="0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58" y="41"/>
                      <a:pt x="58" y="41"/>
                      <a:pt x="58" y="41"/>
                    </a:cubicBezTo>
                    <a:cubicBezTo>
                      <a:pt x="64" y="36"/>
                      <a:pt x="70" y="31"/>
                      <a:pt x="75" y="26"/>
                    </a:cubicBezTo>
                    <a:cubicBezTo>
                      <a:pt x="75" y="26"/>
                      <a:pt x="75" y="26"/>
                      <a:pt x="75" y="2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4" name="Freeform 468"/>
              <p:cNvSpPr>
                <a:spLocks/>
              </p:cNvSpPr>
              <p:nvPr userDrawn="1"/>
            </p:nvSpPr>
            <p:spPr bwMode="auto">
              <a:xfrm>
                <a:off x="1781" y="408"/>
                <a:ext cx="43" cy="46"/>
              </a:xfrm>
              <a:custGeom>
                <a:avLst/>
                <a:gdLst>
                  <a:gd name="T0" fmla="*/ 17 w 35"/>
                  <a:gd name="T1" fmla="*/ 0 h 37"/>
                  <a:gd name="T2" fmla="*/ 0 w 35"/>
                  <a:gd name="T3" fmla="*/ 15 h 37"/>
                  <a:gd name="T4" fmla="*/ 31 w 35"/>
                  <a:gd name="T5" fmla="*/ 37 h 37"/>
                  <a:gd name="T6" fmla="*/ 35 w 35"/>
                  <a:gd name="T7" fmla="*/ 37 h 37"/>
                  <a:gd name="T8" fmla="*/ 17 w 35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7">
                    <a:moveTo>
                      <a:pt x="17" y="0"/>
                    </a:moveTo>
                    <a:cubicBezTo>
                      <a:pt x="12" y="5"/>
                      <a:pt x="6" y="10"/>
                      <a:pt x="0" y="15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2" y="37"/>
                      <a:pt x="33" y="37"/>
                      <a:pt x="35" y="37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5" name="Freeform 469"/>
              <p:cNvSpPr>
                <a:spLocks/>
              </p:cNvSpPr>
              <p:nvPr userDrawn="1"/>
            </p:nvSpPr>
            <p:spPr bwMode="auto">
              <a:xfrm>
                <a:off x="1609" y="361"/>
                <a:ext cx="100" cy="42"/>
              </a:xfrm>
              <a:custGeom>
                <a:avLst/>
                <a:gdLst>
                  <a:gd name="T0" fmla="*/ 0 w 100"/>
                  <a:gd name="T1" fmla="*/ 0 h 42"/>
                  <a:gd name="T2" fmla="*/ 35 w 100"/>
                  <a:gd name="T3" fmla="*/ 42 h 42"/>
                  <a:gd name="T4" fmla="*/ 73 w 100"/>
                  <a:gd name="T5" fmla="*/ 26 h 42"/>
                  <a:gd name="T6" fmla="*/ 48 w 100"/>
                  <a:gd name="T7" fmla="*/ 8 h 42"/>
                  <a:gd name="T8" fmla="*/ 92 w 100"/>
                  <a:gd name="T9" fmla="*/ 19 h 42"/>
                  <a:gd name="T10" fmla="*/ 100 w 100"/>
                  <a:gd name="T11" fmla="*/ 15 h 42"/>
                  <a:gd name="T12" fmla="*/ 0 w 100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42">
                    <a:moveTo>
                      <a:pt x="0" y="0"/>
                    </a:moveTo>
                    <a:lnTo>
                      <a:pt x="35" y="42"/>
                    </a:lnTo>
                    <a:lnTo>
                      <a:pt x="73" y="26"/>
                    </a:lnTo>
                    <a:lnTo>
                      <a:pt x="48" y="8"/>
                    </a:lnTo>
                    <a:lnTo>
                      <a:pt x="92" y="19"/>
                    </a:lnTo>
                    <a:lnTo>
                      <a:pt x="100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6" name="Freeform 470"/>
              <p:cNvSpPr>
                <a:spLocks/>
              </p:cNvSpPr>
              <p:nvPr userDrawn="1"/>
            </p:nvSpPr>
            <p:spPr bwMode="auto">
              <a:xfrm>
                <a:off x="1609" y="361"/>
                <a:ext cx="100" cy="42"/>
              </a:xfrm>
              <a:custGeom>
                <a:avLst/>
                <a:gdLst>
                  <a:gd name="T0" fmla="*/ 0 w 100"/>
                  <a:gd name="T1" fmla="*/ 0 h 42"/>
                  <a:gd name="T2" fmla="*/ 35 w 100"/>
                  <a:gd name="T3" fmla="*/ 42 h 42"/>
                  <a:gd name="T4" fmla="*/ 73 w 100"/>
                  <a:gd name="T5" fmla="*/ 26 h 42"/>
                  <a:gd name="T6" fmla="*/ 48 w 100"/>
                  <a:gd name="T7" fmla="*/ 8 h 42"/>
                  <a:gd name="T8" fmla="*/ 92 w 100"/>
                  <a:gd name="T9" fmla="*/ 19 h 42"/>
                  <a:gd name="T10" fmla="*/ 100 w 100"/>
                  <a:gd name="T11" fmla="*/ 15 h 42"/>
                  <a:gd name="T12" fmla="*/ 0 w 100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42">
                    <a:moveTo>
                      <a:pt x="0" y="0"/>
                    </a:moveTo>
                    <a:lnTo>
                      <a:pt x="35" y="42"/>
                    </a:lnTo>
                    <a:lnTo>
                      <a:pt x="73" y="26"/>
                    </a:lnTo>
                    <a:lnTo>
                      <a:pt x="48" y="8"/>
                    </a:lnTo>
                    <a:lnTo>
                      <a:pt x="92" y="19"/>
                    </a:lnTo>
                    <a:lnTo>
                      <a:pt x="100" y="1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7" name="Freeform 471"/>
              <p:cNvSpPr>
                <a:spLocks noEditPoints="1"/>
              </p:cNvSpPr>
              <p:nvPr userDrawn="1"/>
            </p:nvSpPr>
            <p:spPr bwMode="auto">
              <a:xfrm>
                <a:off x="1465" y="361"/>
                <a:ext cx="144" cy="52"/>
              </a:xfrm>
              <a:custGeom>
                <a:avLst/>
                <a:gdLst>
                  <a:gd name="T0" fmla="*/ 45 w 116"/>
                  <a:gd name="T1" fmla="*/ 26 h 42"/>
                  <a:gd name="T2" fmla="*/ 16 w 116"/>
                  <a:gd name="T3" fmla="*/ 28 h 42"/>
                  <a:gd name="T4" fmla="*/ 0 w 116"/>
                  <a:gd name="T5" fmla="*/ 42 h 42"/>
                  <a:gd name="T6" fmla="*/ 45 w 116"/>
                  <a:gd name="T7" fmla="*/ 26 h 42"/>
                  <a:gd name="T8" fmla="*/ 116 w 116"/>
                  <a:gd name="T9" fmla="*/ 0 h 42"/>
                  <a:gd name="T10" fmla="*/ 36 w 116"/>
                  <a:gd name="T11" fmla="*/ 9 h 42"/>
                  <a:gd name="T12" fmla="*/ 55 w 116"/>
                  <a:gd name="T13" fmla="*/ 22 h 42"/>
                  <a:gd name="T14" fmla="*/ 116 w 116"/>
                  <a:gd name="T15" fmla="*/ 0 h 42"/>
                  <a:gd name="T16" fmla="*/ 116 w 116"/>
                  <a:gd name="T17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6" h="42">
                    <a:moveTo>
                      <a:pt x="45" y="26"/>
                    </a:moveTo>
                    <a:cubicBezTo>
                      <a:pt x="16" y="28"/>
                      <a:pt x="16" y="28"/>
                      <a:pt x="16" y="28"/>
                    </a:cubicBezTo>
                    <a:cubicBezTo>
                      <a:pt x="11" y="33"/>
                      <a:pt x="6" y="38"/>
                      <a:pt x="0" y="42"/>
                    </a:cubicBezTo>
                    <a:cubicBezTo>
                      <a:pt x="15" y="37"/>
                      <a:pt x="30" y="32"/>
                      <a:pt x="45" y="26"/>
                    </a:cubicBezTo>
                    <a:moveTo>
                      <a:pt x="116" y="0"/>
                    </a:moveTo>
                    <a:cubicBezTo>
                      <a:pt x="36" y="9"/>
                      <a:pt x="36" y="9"/>
                      <a:pt x="36" y="9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76" y="15"/>
                      <a:pt x="96" y="7"/>
                      <a:pt x="116" y="0"/>
                    </a:cubicBezTo>
                    <a:cubicBezTo>
                      <a:pt x="116" y="0"/>
                      <a:pt x="116" y="0"/>
                      <a:pt x="11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8" name="Freeform 472"/>
              <p:cNvSpPr>
                <a:spLocks/>
              </p:cNvSpPr>
              <p:nvPr userDrawn="1"/>
            </p:nvSpPr>
            <p:spPr bwMode="auto">
              <a:xfrm>
                <a:off x="2491" y="240"/>
                <a:ext cx="56" cy="74"/>
              </a:xfrm>
              <a:custGeom>
                <a:avLst/>
                <a:gdLst>
                  <a:gd name="T0" fmla="*/ 0 w 45"/>
                  <a:gd name="T1" fmla="*/ 0 h 60"/>
                  <a:gd name="T2" fmla="*/ 35 w 45"/>
                  <a:gd name="T3" fmla="*/ 60 h 60"/>
                  <a:gd name="T4" fmla="*/ 45 w 45"/>
                  <a:gd name="T5" fmla="*/ 40 h 60"/>
                  <a:gd name="T6" fmla="*/ 0 w 45"/>
                  <a:gd name="T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60">
                    <a:moveTo>
                      <a:pt x="0" y="0"/>
                    </a:moveTo>
                    <a:cubicBezTo>
                      <a:pt x="35" y="60"/>
                      <a:pt x="35" y="60"/>
                      <a:pt x="35" y="6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30" y="26"/>
                      <a:pt x="15" y="13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9" name="Freeform 473"/>
              <p:cNvSpPr>
                <a:spLocks/>
              </p:cNvSpPr>
              <p:nvPr userDrawn="1"/>
            </p:nvSpPr>
            <p:spPr bwMode="auto">
              <a:xfrm>
                <a:off x="2491" y="240"/>
                <a:ext cx="61" cy="49"/>
              </a:xfrm>
              <a:custGeom>
                <a:avLst/>
                <a:gdLst>
                  <a:gd name="T0" fmla="*/ 0 w 49"/>
                  <a:gd name="T1" fmla="*/ 0 h 40"/>
                  <a:gd name="T2" fmla="*/ 0 w 49"/>
                  <a:gd name="T3" fmla="*/ 0 h 40"/>
                  <a:gd name="T4" fmla="*/ 45 w 49"/>
                  <a:gd name="T5" fmla="*/ 40 h 40"/>
                  <a:gd name="T6" fmla="*/ 49 w 49"/>
                  <a:gd name="T7" fmla="*/ 32 h 40"/>
                  <a:gd name="T8" fmla="*/ 0 w 4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4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5" y="13"/>
                      <a:pt x="30" y="26"/>
                      <a:pt x="45" y="40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0" name="Freeform 474"/>
              <p:cNvSpPr>
                <a:spLocks/>
              </p:cNvSpPr>
              <p:nvPr userDrawn="1"/>
            </p:nvSpPr>
            <p:spPr bwMode="auto">
              <a:xfrm>
                <a:off x="2395" y="263"/>
                <a:ext cx="44" cy="46"/>
              </a:xfrm>
              <a:custGeom>
                <a:avLst/>
                <a:gdLst>
                  <a:gd name="T0" fmla="*/ 10 w 36"/>
                  <a:gd name="T1" fmla="*/ 0 h 37"/>
                  <a:gd name="T2" fmla="*/ 0 w 36"/>
                  <a:gd name="T3" fmla="*/ 3 h 37"/>
                  <a:gd name="T4" fmla="*/ 1 w 36"/>
                  <a:gd name="T5" fmla="*/ 37 h 37"/>
                  <a:gd name="T6" fmla="*/ 36 w 36"/>
                  <a:gd name="T7" fmla="*/ 12 h 37"/>
                  <a:gd name="T8" fmla="*/ 10 w 36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7">
                    <a:moveTo>
                      <a:pt x="10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14"/>
                      <a:pt x="1" y="26"/>
                      <a:pt x="1" y="37"/>
                    </a:cubicBezTo>
                    <a:cubicBezTo>
                      <a:pt x="13" y="29"/>
                      <a:pt x="24" y="20"/>
                      <a:pt x="36" y="12"/>
                    </a:cubicBezTo>
                    <a:cubicBezTo>
                      <a:pt x="27" y="8"/>
                      <a:pt x="19" y="4"/>
                      <a:pt x="1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1" name="Freeform 475"/>
              <p:cNvSpPr>
                <a:spLocks/>
              </p:cNvSpPr>
              <p:nvPr userDrawn="1"/>
            </p:nvSpPr>
            <p:spPr bwMode="auto">
              <a:xfrm>
                <a:off x="2407" y="240"/>
                <a:ext cx="84" cy="38"/>
              </a:xfrm>
              <a:custGeom>
                <a:avLst/>
                <a:gdLst>
                  <a:gd name="T0" fmla="*/ 68 w 68"/>
                  <a:gd name="T1" fmla="*/ 0 h 31"/>
                  <a:gd name="T2" fmla="*/ 68 w 68"/>
                  <a:gd name="T3" fmla="*/ 0 h 31"/>
                  <a:gd name="T4" fmla="*/ 0 w 68"/>
                  <a:gd name="T5" fmla="*/ 19 h 31"/>
                  <a:gd name="T6" fmla="*/ 26 w 68"/>
                  <a:gd name="T7" fmla="*/ 31 h 31"/>
                  <a:gd name="T8" fmla="*/ 68 w 68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1">
                    <a:moveTo>
                      <a:pt x="68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9" y="23"/>
                      <a:pt x="17" y="27"/>
                      <a:pt x="26" y="31"/>
                    </a:cubicBezTo>
                    <a:cubicBezTo>
                      <a:pt x="40" y="20"/>
                      <a:pt x="54" y="10"/>
                      <a:pt x="68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2" name="Freeform 476"/>
              <p:cNvSpPr>
                <a:spLocks/>
              </p:cNvSpPr>
              <p:nvPr userDrawn="1"/>
            </p:nvSpPr>
            <p:spPr bwMode="auto">
              <a:xfrm>
                <a:off x="2228" y="246"/>
                <a:ext cx="167" cy="90"/>
              </a:xfrm>
              <a:custGeom>
                <a:avLst/>
                <a:gdLst>
                  <a:gd name="T0" fmla="*/ 144 w 167"/>
                  <a:gd name="T1" fmla="*/ 0 h 90"/>
                  <a:gd name="T2" fmla="*/ 0 w 167"/>
                  <a:gd name="T3" fmla="*/ 90 h 90"/>
                  <a:gd name="T4" fmla="*/ 167 w 167"/>
                  <a:gd name="T5" fmla="*/ 21 h 90"/>
                  <a:gd name="T6" fmla="*/ 144 w 167"/>
                  <a:gd name="T7" fmla="*/ 0 h 90"/>
                  <a:gd name="T8" fmla="*/ 144 w 167"/>
                  <a:gd name="T9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7" h="90">
                    <a:moveTo>
                      <a:pt x="144" y="0"/>
                    </a:moveTo>
                    <a:lnTo>
                      <a:pt x="0" y="90"/>
                    </a:lnTo>
                    <a:lnTo>
                      <a:pt x="167" y="21"/>
                    </a:lnTo>
                    <a:lnTo>
                      <a:pt x="144" y="0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3" name="Freeform 477"/>
              <p:cNvSpPr>
                <a:spLocks/>
              </p:cNvSpPr>
              <p:nvPr userDrawn="1"/>
            </p:nvSpPr>
            <p:spPr bwMode="auto">
              <a:xfrm>
                <a:off x="2228" y="246"/>
                <a:ext cx="167" cy="90"/>
              </a:xfrm>
              <a:custGeom>
                <a:avLst/>
                <a:gdLst>
                  <a:gd name="T0" fmla="*/ 144 w 167"/>
                  <a:gd name="T1" fmla="*/ 0 h 90"/>
                  <a:gd name="T2" fmla="*/ 0 w 167"/>
                  <a:gd name="T3" fmla="*/ 90 h 90"/>
                  <a:gd name="T4" fmla="*/ 167 w 167"/>
                  <a:gd name="T5" fmla="*/ 21 h 90"/>
                  <a:gd name="T6" fmla="*/ 144 w 167"/>
                  <a:gd name="T7" fmla="*/ 0 h 90"/>
                  <a:gd name="T8" fmla="*/ 144 w 167"/>
                  <a:gd name="T9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7" h="90">
                    <a:moveTo>
                      <a:pt x="144" y="0"/>
                    </a:moveTo>
                    <a:lnTo>
                      <a:pt x="0" y="90"/>
                    </a:lnTo>
                    <a:lnTo>
                      <a:pt x="167" y="21"/>
                    </a:lnTo>
                    <a:lnTo>
                      <a:pt x="144" y="0"/>
                    </a:lnTo>
                    <a:lnTo>
                      <a:pt x="14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4" name="Freeform 478"/>
              <p:cNvSpPr>
                <a:spLocks noEditPoints="1"/>
              </p:cNvSpPr>
              <p:nvPr userDrawn="1"/>
            </p:nvSpPr>
            <p:spPr bwMode="auto">
              <a:xfrm>
                <a:off x="2825" y="784"/>
                <a:ext cx="102" cy="129"/>
              </a:xfrm>
              <a:custGeom>
                <a:avLst/>
                <a:gdLst>
                  <a:gd name="T0" fmla="*/ 65 w 82"/>
                  <a:gd name="T1" fmla="*/ 8 h 104"/>
                  <a:gd name="T2" fmla="*/ 0 w 82"/>
                  <a:gd name="T3" fmla="*/ 35 h 104"/>
                  <a:gd name="T4" fmla="*/ 10 w 82"/>
                  <a:gd name="T5" fmla="*/ 104 h 104"/>
                  <a:gd name="T6" fmla="*/ 52 w 82"/>
                  <a:gd name="T7" fmla="*/ 44 h 104"/>
                  <a:gd name="T8" fmla="*/ 52 w 82"/>
                  <a:gd name="T9" fmla="*/ 43 h 104"/>
                  <a:gd name="T10" fmla="*/ 67 w 82"/>
                  <a:gd name="T11" fmla="*/ 22 h 104"/>
                  <a:gd name="T12" fmla="*/ 65 w 82"/>
                  <a:gd name="T13" fmla="*/ 8 h 104"/>
                  <a:gd name="T14" fmla="*/ 82 w 82"/>
                  <a:gd name="T15" fmla="*/ 0 h 104"/>
                  <a:gd name="T16" fmla="*/ 78 w 82"/>
                  <a:gd name="T17" fmla="*/ 2 h 104"/>
                  <a:gd name="T18" fmla="*/ 77 w 82"/>
                  <a:gd name="T19" fmla="*/ 8 h 104"/>
                  <a:gd name="T20" fmla="*/ 82 w 82"/>
                  <a:gd name="T21" fmla="*/ 0 h 104"/>
                  <a:gd name="T22" fmla="*/ 82 w 82"/>
                  <a:gd name="T23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2" h="104">
                    <a:moveTo>
                      <a:pt x="65" y="8"/>
                    </a:moveTo>
                    <a:cubicBezTo>
                      <a:pt x="43" y="17"/>
                      <a:pt x="22" y="26"/>
                      <a:pt x="0" y="35"/>
                    </a:cubicBezTo>
                    <a:cubicBezTo>
                      <a:pt x="3" y="58"/>
                      <a:pt x="7" y="81"/>
                      <a:pt x="10" y="104"/>
                    </a:cubicBezTo>
                    <a:cubicBezTo>
                      <a:pt x="24" y="84"/>
                      <a:pt x="38" y="64"/>
                      <a:pt x="52" y="44"/>
                    </a:cubicBezTo>
                    <a:cubicBezTo>
                      <a:pt x="52" y="43"/>
                      <a:pt x="52" y="43"/>
                      <a:pt x="52" y="43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65" y="8"/>
                      <a:pt x="65" y="8"/>
                      <a:pt x="65" y="8"/>
                    </a:cubicBezTo>
                    <a:moveTo>
                      <a:pt x="82" y="0"/>
                    </a:moveTo>
                    <a:cubicBezTo>
                      <a:pt x="81" y="1"/>
                      <a:pt x="79" y="2"/>
                      <a:pt x="78" y="2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2" y="0"/>
                      <a:pt x="8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5" name="Freeform 479"/>
              <p:cNvSpPr>
                <a:spLocks noEditPoints="1"/>
              </p:cNvSpPr>
              <p:nvPr userDrawn="1"/>
            </p:nvSpPr>
            <p:spPr bwMode="auto">
              <a:xfrm>
                <a:off x="2890" y="784"/>
                <a:ext cx="37" cy="55"/>
              </a:xfrm>
              <a:custGeom>
                <a:avLst/>
                <a:gdLst>
                  <a:gd name="T0" fmla="*/ 15 w 30"/>
                  <a:gd name="T1" fmla="*/ 22 h 44"/>
                  <a:gd name="T2" fmla="*/ 0 w 30"/>
                  <a:gd name="T3" fmla="*/ 43 h 44"/>
                  <a:gd name="T4" fmla="*/ 0 w 30"/>
                  <a:gd name="T5" fmla="*/ 44 h 44"/>
                  <a:gd name="T6" fmla="*/ 15 w 30"/>
                  <a:gd name="T7" fmla="*/ 22 h 44"/>
                  <a:gd name="T8" fmla="*/ 15 w 30"/>
                  <a:gd name="T9" fmla="*/ 22 h 44"/>
                  <a:gd name="T10" fmla="*/ 30 w 30"/>
                  <a:gd name="T11" fmla="*/ 0 h 44"/>
                  <a:gd name="T12" fmla="*/ 25 w 30"/>
                  <a:gd name="T13" fmla="*/ 8 h 44"/>
                  <a:gd name="T14" fmla="*/ 25 w 30"/>
                  <a:gd name="T15" fmla="*/ 8 h 44"/>
                  <a:gd name="T16" fmla="*/ 30 w 30"/>
                  <a:gd name="T1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44">
                    <a:moveTo>
                      <a:pt x="15" y="22"/>
                    </a:moveTo>
                    <a:cubicBezTo>
                      <a:pt x="0" y="43"/>
                      <a:pt x="0" y="43"/>
                      <a:pt x="0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5" y="36"/>
                      <a:pt x="10" y="29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moveTo>
                      <a:pt x="30" y="0"/>
                    </a:moveTo>
                    <a:cubicBezTo>
                      <a:pt x="25" y="8"/>
                      <a:pt x="25" y="8"/>
                      <a:pt x="25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7" y="5"/>
                      <a:pt x="29" y="3"/>
                      <a:pt x="3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6" name="Freeform 480"/>
              <p:cNvSpPr>
                <a:spLocks/>
              </p:cNvSpPr>
              <p:nvPr userDrawn="1"/>
            </p:nvSpPr>
            <p:spPr bwMode="auto">
              <a:xfrm>
                <a:off x="2906" y="787"/>
                <a:ext cx="16" cy="25"/>
              </a:xfrm>
              <a:custGeom>
                <a:avLst/>
                <a:gdLst>
                  <a:gd name="T0" fmla="*/ 13 w 13"/>
                  <a:gd name="T1" fmla="*/ 0 h 20"/>
                  <a:gd name="T2" fmla="*/ 0 w 13"/>
                  <a:gd name="T3" fmla="*/ 6 h 20"/>
                  <a:gd name="T4" fmla="*/ 2 w 13"/>
                  <a:gd name="T5" fmla="*/ 20 h 20"/>
                  <a:gd name="T6" fmla="*/ 12 w 13"/>
                  <a:gd name="T7" fmla="*/ 6 h 20"/>
                  <a:gd name="T8" fmla="*/ 13 w 13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0">
                    <a:moveTo>
                      <a:pt x="13" y="0"/>
                    </a:moveTo>
                    <a:cubicBezTo>
                      <a:pt x="8" y="2"/>
                      <a:pt x="4" y="4"/>
                      <a:pt x="0" y="6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0"/>
                      <a:pt x="13" y="0"/>
                      <a:pt x="1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7" name="Freeform 481"/>
              <p:cNvSpPr>
                <a:spLocks/>
              </p:cNvSpPr>
              <p:nvPr userDrawn="1"/>
            </p:nvSpPr>
            <p:spPr bwMode="auto">
              <a:xfrm>
                <a:off x="2908" y="794"/>
                <a:ext cx="13" cy="18"/>
              </a:xfrm>
              <a:custGeom>
                <a:avLst/>
                <a:gdLst>
                  <a:gd name="T0" fmla="*/ 10 w 10"/>
                  <a:gd name="T1" fmla="*/ 0 h 14"/>
                  <a:gd name="T2" fmla="*/ 0 w 10"/>
                  <a:gd name="T3" fmla="*/ 14 h 14"/>
                  <a:gd name="T4" fmla="*/ 0 w 10"/>
                  <a:gd name="T5" fmla="*/ 14 h 14"/>
                  <a:gd name="T6" fmla="*/ 10 w 10"/>
                  <a:gd name="T7" fmla="*/ 0 h 14"/>
                  <a:gd name="T8" fmla="*/ 10 w 10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4">
                    <a:moveTo>
                      <a:pt x="10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" y="9"/>
                      <a:pt x="7" y="4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8" name="Freeform 482"/>
              <p:cNvSpPr>
                <a:spLocks/>
              </p:cNvSpPr>
              <p:nvPr userDrawn="1"/>
            </p:nvSpPr>
            <p:spPr bwMode="auto">
              <a:xfrm>
                <a:off x="2832" y="656"/>
                <a:ext cx="53" cy="143"/>
              </a:xfrm>
              <a:custGeom>
                <a:avLst/>
                <a:gdLst>
                  <a:gd name="T0" fmla="*/ 43 w 43"/>
                  <a:gd name="T1" fmla="*/ 0 h 116"/>
                  <a:gd name="T2" fmla="*/ 0 w 43"/>
                  <a:gd name="T3" fmla="*/ 85 h 116"/>
                  <a:gd name="T4" fmla="*/ 27 w 43"/>
                  <a:gd name="T5" fmla="*/ 116 h 116"/>
                  <a:gd name="T6" fmla="*/ 43 w 43"/>
                  <a:gd name="T7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116">
                    <a:moveTo>
                      <a:pt x="43" y="0"/>
                    </a:moveTo>
                    <a:cubicBezTo>
                      <a:pt x="0" y="85"/>
                      <a:pt x="0" y="85"/>
                      <a:pt x="0" y="85"/>
                    </a:cubicBezTo>
                    <a:cubicBezTo>
                      <a:pt x="9" y="95"/>
                      <a:pt x="18" y="106"/>
                      <a:pt x="27" y="116"/>
                    </a:cubicBezTo>
                    <a:cubicBezTo>
                      <a:pt x="32" y="77"/>
                      <a:pt x="37" y="39"/>
                      <a:pt x="43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9" name="Freeform 483"/>
              <p:cNvSpPr>
                <a:spLocks/>
              </p:cNvSpPr>
              <p:nvPr userDrawn="1"/>
            </p:nvSpPr>
            <p:spPr bwMode="auto">
              <a:xfrm>
                <a:off x="2922" y="966"/>
                <a:ext cx="75" cy="40"/>
              </a:xfrm>
              <a:custGeom>
                <a:avLst/>
                <a:gdLst>
                  <a:gd name="T0" fmla="*/ 26 w 75"/>
                  <a:gd name="T1" fmla="*/ 0 h 40"/>
                  <a:gd name="T2" fmla="*/ 0 w 75"/>
                  <a:gd name="T3" fmla="*/ 40 h 40"/>
                  <a:gd name="T4" fmla="*/ 75 w 75"/>
                  <a:gd name="T5" fmla="*/ 28 h 40"/>
                  <a:gd name="T6" fmla="*/ 26 w 75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40">
                    <a:moveTo>
                      <a:pt x="26" y="0"/>
                    </a:moveTo>
                    <a:lnTo>
                      <a:pt x="0" y="40"/>
                    </a:lnTo>
                    <a:lnTo>
                      <a:pt x="75" y="28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0" name="Freeform 484"/>
              <p:cNvSpPr>
                <a:spLocks/>
              </p:cNvSpPr>
              <p:nvPr userDrawn="1"/>
            </p:nvSpPr>
            <p:spPr bwMode="auto">
              <a:xfrm>
                <a:off x="2922" y="966"/>
                <a:ext cx="75" cy="40"/>
              </a:xfrm>
              <a:custGeom>
                <a:avLst/>
                <a:gdLst>
                  <a:gd name="T0" fmla="*/ 26 w 75"/>
                  <a:gd name="T1" fmla="*/ 0 h 40"/>
                  <a:gd name="T2" fmla="*/ 0 w 75"/>
                  <a:gd name="T3" fmla="*/ 40 h 40"/>
                  <a:gd name="T4" fmla="*/ 75 w 75"/>
                  <a:gd name="T5" fmla="*/ 28 h 40"/>
                  <a:gd name="T6" fmla="*/ 26 w 75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40">
                    <a:moveTo>
                      <a:pt x="26" y="0"/>
                    </a:moveTo>
                    <a:lnTo>
                      <a:pt x="0" y="40"/>
                    </a:lnTo>
                    <a:lnTo>
                      <a:pt x="75" y="28"/>
                    </a:lnTo>
                    <a:lnTo>
                      <a:pt x="2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1" name="Freeform 485"/>
              <p:cNvSpPr>
                <a:spLocks/>
              </p:cNvSpPr>
              <p:nvPr userDrawn="1"/>
            </p:nvSpPr>
            <p:spPr bwMode="auto">
              <a:xfrm>
                <a:off x="3091" y="1017"/>
                <a:ext cx="168" cy="105"/>
              </a:xfrm>
              <a:custGeom>
                <a:avLst/>
                <a:gdLst>
                  <a:gd name="T0" fmla="*/ 54 w 135"/>
                  <a:gd name="T1" fmla="*/ 0 h 85"/>
                  <a:gd name="T2" fmla="*/ 0 w 135"/>
                  <a:gd name="T3" fmla="*/ 36 h 85"/>
                  <a:gd name="T4" fmla="*/ 135 w 135"/>
                  <a:gd name="T5" fmla="*/ 85 h 85"/>
                  <a:gd name="T6" fmla="*/ 54 w 135"/>
                  <a:gd name="T7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5" h="85">
                    <a:moveTo>
                      <a:pt x="54" y="0"/>
                    </a:moveTo>
                    <a:cubicBezTo>
                      <a:pt x="36" y="12"/>
                      <a:pt x="18" y="24"/>
                      <a:pt x="0" y="36"/>
                    </a:cubicBezTo>
                    <a:cubicBezTo>
                      <a:pt x="45" y="52"/>
                      <a:pt x="90" y="69"/>
                      <a:pt x="135" y="85"/>
                    </a:cubicBezTo>
                    <a:cubicBezTo>
                      <a:pt x="54" y="0"/>
                      <a:pt x="54" y="0"/>
                      <a:pt x="5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2" name="Freeform 486"/>
              <p:cNvSpPr>
                <a:spLocks/>
              </p:cNvSpPr>
              <p:nvPr userDrawn="1"/>
            </p:nvSpPr>
            <p:spPr bwMode="auto">
              <a:xfrm>
                <a:off x="3152" y="1129"/>
                <a:ext cx="50" cy="123"/>
              </a:xfrm>
              <a:custGeom>
                <a:avLst/>
                <a:gdLst>
                  <a:gd name="T0" fmla="*/ 50 w 50"/>
                  <a:gd name="T1" fmla="*/ 0 h 123"/>
                  <a:gd name="T2" fmla="*/ 0 w 50"/>
                  <a:gd name="T3" fmla="*/ 11 h 123"/>
                  <a:gd name="T4" fmla="*/ 20 w 50"/>
                  <a:gd name="T5" fmla="*/ 123 h 123"/>
                  <a:gd name="T6" fmla="*/ 50 w 50"/>
                  <a:gd name="T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123">
                    <a:moveTo>
                      <a:pt x="50" y="0"/>
                    </a:moveTo>
                    <a:lnTo>
                      <a:pt x="0" y="11"/>
                    </a:lnTo>
                    <a:lnTo>
                      <a:pt x="20" y="123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3" name="Freeform 487"/>
              <p:cNvSpPr>
                <a:spLocks/>
              </p:cNvSpPr>
              <p:nvPr userDrawn="1"/>
            </p:nvSpPr>
            <p:spPr bwMode="auto">
              <a:xfrm>
                <a:off x="3152" y="1129"/>
                <a:ext cx="50" cy="123"/>
              </a:xfrm>
              <a:custGeom>
                <a:avLst/>
                <a:gdLst>
                  <a:gd name="T0" fmla="*/ 50 w 50"/>
                  <a:gd name="T1" fmla="*/ 0 h 123"/>
                  <a:gd name="T2" fmla="*/ 0 w 50"/>
                  <a:gd name="T3" fmla="*/ 11 h 123"/>
                  <a:gd name="T4" fmla="*/ 20 w 50"/>
                  <a:gd name="T5" fmla="*/ 123 h 123"/>
                  <a:gd name="T6" fmla="*/ 50 w 50"/>
                  <a:gd name="T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123">
                    <a:moveTo>
                      <a:pt x="50" y="0"/>
                    </a:moveTo>
                    <a:lnTo>
                      <a:pt x="0" y="11"/>
                    </a:lnTo>
                    <a:lnTo>
                      <a:pt x="20" y="123"/>
                    </a:lnTo>
                    <a:lnTo>
                      <a:pt x="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4" name="Freeform 488"/>
              <p:cNvSpPr>
                <a:spLocks/>
              </p:cNvSpPr>
              <p:nvPr userDrawn="1"/>
            </p:nvSpPr>
            <p:spPr bwMode="auto">
              <a:xfrm>
                <a:off x="1713" y="442"/>
                <a:ext cx="49" cy="123"/>
              </a:xfrm>
              <a:custGeom>
                <a:avLst/>
                <a:gdLst>
                  <a:gd name="T0" fmla="*/ 40 w 40"/>
                  <a:gd name="T1" fmla="*/ 0 h 100"/>
                  <a:gd name="T2" fmla="*/ 34 w 40"/>
                  <a:gd name="T3" fmla="*/ 2 h 100"/>
                  <a:gd name="T4" fmla="*/ 34 w 40"/>
                  <a:gd name="T5" fmla="*/ 3 h 100"/>
                  <a:gd name="T6" fmla="*/ 33 w 40"/>
                  <a:gd name="T7" fmla="*/ 2 h 100"/>
                  <a:gd name="T8" fmla="*/ 0 w 40"/>
                  <a:gd name="T9" fmla="*/ 9 h 100"/>
                  <a:gd name="T10" fmla="*/ 17 w 40"/>
                  <a:gd name="T11" fmla="*/ 100 h 100"/>
                  <a:gd name="T12" fmla="*/ 40 w 40"/>
                  <a:gd name="T13" fmla="*/ 3 h 100"/>
                  <a:gd name="T14" fmla="*/ 38 w 40"/>
                  <a:gd name="T15" fmla="*/ 3 h 100"/>
                  <a:gd name="T16" fmla="*/ 40 w 40"/>
                  <a:gd name="T17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" h="100">
                    <a:moveTo>
                      <a:pt x="40" y="0"/>
                    </a:moveTo>
                    <a:cubicBezTo>
                      <a:pt x="34" y="2"/>
                      <a:pt x="34" y="2"/>
                      <a:pt x="34" y="2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33" y="2"/>
                      <a:pt x="33" y="2"/>
                      <a:pt x="33" y="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7" y="100"/>
                      <a:pt x="17" y="100"/>
                      <a:pt x="17" y="100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39" y="3"/>
                      <a:pt x="38" y="3"/>
                      <a:pt x="38" y="3"/>
                    </a:cubicBezTo>
                    <a:cubicBezTo>
                      <a:pt x="38" y="2"/>
                      <a:pt x="39" y="1"/>
                      <a:pt x="4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5" name="Freeform 489"/>
              <p:cNvSpPr>
                <a:spLocks/>
              </p:cNvSpPr>
              <p:nvPr userDrawn="1"/>
            </p:nvSpPr>
            <p:spPr bwMode="auto">
              <a:xfrm>
                <a:off x="1760" y="442"/>
                <a:ext cx="4" cy="3"/>
              </a:xfrm>
              <a:custGeom>
                <a:avLst/>
                <a:gdLst>
                  <a:gd name="T0" fmla="*/ 3 w 3"/>
                  <a:gd name="T1" fmla="*/ 0 h 3"/>
                  <a:gd name="T2" fmla="*/ 2 w 3"/>
                  <a:gd name="T3" fmla="*/ 0 h 3"/>
                  <a:gd name="T4" fmla="*/ 0 w 3"/>
                  <a:gd name="T5" fmla="*/ 3 h 3"/>
                  <a:gd name="T6" fmla="*/ 2 w 3"/>
                  <a:gd name="T7" fmla="*/ 3 h 3"/>
                  <a:gd name="T8" fmla="*/ 3 w 3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6" name="Freeform 490"/>
              <p:cNvSpPr>
                <a:spLocks noEditPoints="1"/>
              </p:cNvSpPr>
              <p:nvPr userDrawn="1"/>
            </p:nvSpPr>
            <p:spPr bwMode="auto">
              <a:xfrm>
                <a:off x="3020" y="945"/>
                <a:ext cx="138" cy="72"/>
              </a:xfrm>
              <a:custGeom>
                <a:avLst/>
                <a:gdLst>
                  <a:gd name="T0" fmla="*/ 75 w 138"/>
                  <a:gd name="T1" fmla="*/ 39 h 72"/>
                  <a:gd name="T2" fmla="*/ 138 w 138"/>
                  <a:gd name="T3" fmla="*/ 72 h 72"/>
                  <a:gd name="T4" fmla="*/ 138 w 138"/>
                  <a:gd name="T5" fmla="*/ 56 h 72"/>
                  <a:gd name="T6" fmla="*/ 75 w 138"/>
                  <a:gd name="T7" fmla="*/ 39 h 72"/>
                  <a:gd name="T8" fmla="*/ 123 w 138"/>
                  <a:gd name="T9" fmla="*/ 29 h 72"/>
                  <a:gd name="T10" fmla="*/ 138 w 138"/>
                  <a:gd name="T11" fmla="*/ 39 h 72"/>
                  <a:gd name="T12" fmla="*/ 138 w 138"/>
                  <a:gd name="T13" fmla="*/ 33 h 72"/>
                  <a:gd name="T14" fmla="*/ 138 w 138"/>
                  <a:gd name="T15" fmla="*/ 33 h 72"/>
                  <a:gd name="T16" fmla="*/ 123 w 138"/>
                  <a:gd name="T17" fmla="*/ 29 h 72"/>
                  <a:gd name="T18" fmla="*/ 0 w 138"/>
                  <a:gd name="T19" fmla="*/ 0 h 72"/>
                  <a:gd name="T20" fmla="*/ 54 w 138"/>
                  <a:gd name="T21" fmla="*/ 29 h 72"/>
                  <a:gd name="T22" fmla="*/ 68 w 138"/>
                  <a:gd name="T23" fmla="*/ 15 h 72"/>
                  <a:gd name="T24" fmla="*/ 0 w 138"/>
                  <a:gd name="T2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8" h="72">
                    <a:moveTo>
                      <a:pt x="75" y="39"/>
                    </a:moveTo>
                    <a:lnTo>
                      <a:pt x="138" y="72"/>
                    </a:lnTo>
                    <a:lnTo>
                      <a:pt x="138" y="56"/>
                    </a:lnTo>
                    <a:lnTo>
                      <a:pt x="75" y="39"/>
                    </a:lnTo>
                    <a:close/>
                    <a:moveTo>
                      <a:pt x="123" y="29"/>
                    </a:moveTo>
                    <a:lnTo>
                      <a:pt x="138" y="39"/>
                    </a:lnTo>
                    <a:lnTo>
                      <a:pt x="138" y="33"/>
                    </a:lnTo>
                    <a:lnTo>
                      <a:pt x="138" y="33"/>
                    </a:lnTo>
                    <a:lnTo>
                      <a:pt x="123" y="29"/>
                    </a:lnTo>
                    <a:close/>
                    <a:moveTo>
                      <a:pt x="0" y="0"/>
                    </a:moveTo>
                    <a:lnTo>
                      <a:pt x="54" y="29"/>
                    </a:lnTo>
                    <a:lnTo>
                      <a:pt x="68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7" name="Freeform 491"/>
              <p:cNvSpPr>
                <a:spLocks noEditPoints="1"/>
              </p:cNvSpPr>
              <p:nvPr userDrawn="1"/>
            </p:nvSpPr>
            <p:spPr bwMode="auto">
              <a:xfrm>
                <a:off x="3020" y="945"/>
                <a:ext cx="138" cy="72"/>
              </a:xfrm>
              <a:custGeom>
                <a:avLst/>
                <a:gdLst>
                  <a:gd name="T0" fmla="*/ 75 w 138"/>
                  <a:gd name="T1" fmla="*/ 39 h 72"/>
                  <a:gd name="T2" fmla="*/ 138 w 138"/>
                  <a:gd name="T3" fmla="*/ 72 h 72"/>
                  <a:gd name="T4" fmla="*/ 138 w 138"/>
                  <a:gd name="T5" fmla="*/ 56 h 72"/>
                  <a:gd name="T6" fmla="*/ 75 w 138"/>
                  <a:gd name="T7" fmla="*/ 39 h 72"/>
                  <a:gd name="T8" fmla="*/ 123 w 138"/>
                  <a:gd name="T9" fmla="*/ 29 h 72"/>
                  <a:gd name="T10" fmla="*/ 138 w 138"/>
                  <a:gd name="T11" fmla="*/ 39 h 72"/>
                  <a:gd name="T12" fmla="*/ 138 w 138"/>
                  <a:gd name="T13" fmla="*/ 33 h 72"/>
                  <a:gd name="T14" fmla="*/ 138 w 138"/>
                  <a:gd name="T15" fmla="*/ 33 h 72"/>
                  <a:gd name="T16" fmla="*/ 123 w 138"/>
                  <a:gd name="T17" fmla="*/ 29 h 72"/>
                  <a:gd name="T18" fmla="*/ 0 w 138"/>
                  <a:gd name="T19" fmla="*/ 0 h 72"/>
                  <a:gd name="T20" fmla="*/ 54 w 138"/>
                  <a:gd name="T21" fmla="*/ 29 h 72"/>
                  <a:gd name="T22" fmla="*/ 68 w 138"/>
                  <a:gd name="T23" fmla="*/ 15 h 72"/>
                  <a:gd name="T24" fmla="*/ 0 w 138"/>
                  <a:gd name="T2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8" h="72">
                    <a:moveTo>
                      <a:pt x="75" y="39"/>
                    </a:moveTo>
                    <a:lnTo>
                      <a:pt x="138" y="72"/>
                    </a:lnTo>
                    <a:lnTo>
                      <a:pt x="138" y="56"/>
                    </a:lnTo>
                    <a:lnTo>
                      <a:pt x="75" y="39"/>
                    </a:lnTo>
                    <a:moveTo>
                      <a:pt x="123" y="29"/>
                    </a:moveTo>
                    <a:lnTo>
                      <a:pt x="138" y="39"/>
                    </a:lnTo>
                    <a:lnTo>
                      <a:pt x="138" y="33"/>
                    </a:lnTo>
                    <a:lnTo>
                      <a:pt x="138" y="33"/>
                    </a:lnTo>
                    <a:lnTo>
                      <a:pt x="123" y="29"/>
                    </a:lnTo>
                    <a:moveTo>
                      <a:pt x="0" y="0"/>
                    </a:moveTo>
                    <a:lnTo>
                      <a:pt x="54" y="29"/>
                    </a:lnTo>
                    <a:lnTo>
                      <a:pt x="68" y="1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8" name="Freeform 492"/>
              <p:cNvSpPr>
                <a:spLocks/>
              </p:cNvSpPr>
              <p:nvPr userDrawn="1"/>
            </p:nvSpPr>
            <p:spPr bwMode="auto">
              <a:xfrm>
                <a:off x="3074" y="960"/>
                <a:ext cx="84" cy="41"/>
              </a:xfrm>
              <a:custGeom>
                <a:avLst/>
                <a:gdLst>
                  <a:gd name="T0" fmla="*/ 14 w 84"/>
                  <a:gd name="T1" fmla="*/ 0 h 41"/>
                  <a:gd name="T2" fmla="*/ 0 w 84"/>
                  <a:gd name="T3" fmla="*/ 14 h 41"/>
                  <a:gd name="T4" fmla="*/ 21 w 84"/>
                  <a:gd name="T5" fmla="*/ 24 h 41"/>
                  <a:gd name="T6" fmla="*/ 84 w 84"/>
                  <a:gd name="T7" fmla="*/ 41 h 41"/>
                  <a:gd name="T8" fmla="*/ 84 w 84"/>
                  <a:gd name="T9" fmla="*/ 24 h 41"/>
                  <a:gd name="T10" fmla="*/ 69 w 84"/>
                  <a:gd name="T11" fmla="*/ 14 h 41"/>
                  <a:gd name="T12" fmla="*/ 14 w 84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4" h="41">
                    <a:moveTo>
                      <a:pt x="14" y="0"/>
                    </a:moveTo>
                    <a:lnTo>
                      <a:pt x="0" y="14"/>
                    </a:lnTo>
                    <a:lnTo>
                      <a:pt x="21" y="24"/>
                    </a:lnTo>
                    <a:lnTo>
                      <a:pt x="84" y="41"/>
                    </a:lnTo>
                    <a:lnTo>
                      <a:pt x="84" y="24"/>
                    </a:lnTo>
                    <a:lnTo>
                      <a:pt x="69" y="1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9" name="Freeform 493"/>
              <p:cNvSpPr>
                <a:spLocks/>
              </p:cNvSpPr>
              <p:nvPr userDrawn="1"/>
            </p:nvSpPr>
            <p:spPr bwMode="auto">
              <a:xfrm>
                <a:off x="3074" y="960"/>
                <a:ext cx="84" cy="41"/>
              </a:xfrm>
              <a:custGeom>
                <a:avLst/>
                <a:gdLst>
                  <a:gd name="T0" fmla="*/ 14 w 84"/>
                  <a:gd name="T1" fmla="*/ 0 h 41"/>
                  <a:gd name="T2" fmla="*/ 0 w 84"/>
                  <a:gd name="T3" fmla="*/ 14 h 41"/>
                  <a:gd name="T4" fmla="*/ 21 w 84"/>
                  <a:gd name="T5" fmla="*/ 24 h 41"/>
                  <a:gd name="T6" fmla="*/ 84 w 84"/>
                  <a:gd name="T7" fmla="*/ 41 h 41"/>
                  <a:gd name="T8" fmla="*/ 84 w 84"/>
                  <a:gd name="T9" fmla="*/ 24 h 41"/>
                  <a:gd name="T10" fmla="*/ 69 w 84"/>
                  <a:gd name="T11" fmla="*/ 14 h 41"/>
                  <a:gd name="T12" fmla="*/ 14 w 84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4" h="41">
                    <a:moveTo>
                      <a:pt x="14" y="0"/>
                    </a:moveTo>
                    <a:lnTo>
                      <a:pt x="0" y="14"/>
                    </a:lnTo>
                    <a:lnTo>
                      <a:pt x="21" y="24"/>
                    </a:lnTo>
                    <a:lnTo>
                      <a:pt x="84" y="41"/>
                    </a:lnTo>
                    <a:lnTo>
                      <a:pt x="84" y="24"/>
                    </a:lnTo>
                    <a:lnTo>
                      <a:pt x="69" y="14"/>
                    </a:lnTo>
                    <a:lnTo>
                      <a:pt x="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0" name="Freeform 494"/>
              <p:cNvSpPr>
                <a:spLocks/>
              </p:cNvSpPr>
              <p:nvPr userDrawn="1"/>
            </p:nvSpPr>
            <p:spPr bwMode="auto">
              <a:xfrm>
                <a:off x="3022" y="827"/>
                <a:ext cx="138" cy="71"/>
              </a:xfrm>
              <a:custGeom>
                <a:avLst/>
                <a:gdLst>
                  <a:gd name="T0" fmla="*/ 0 w 138"/>
                  <a:gd name="T1" fmla="*/ 0 h 71"/>
                  <a:gd name="T2" fmla="*/ 138 w 138"/>
                  <a:gd name="T3" fmla="*/ 71 h 71"/>
                  <a:gd name="T4" fmla="*/ 138 w 138"/>
                  <a:gd name="T5" fmla="*/ 32 h 71"/>
                  <a:gd name="T6" fmla="*/ 0 w 138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71">
                    <a:moveTo>
                      <a:pt x="0" y="0"/>
                    </a:moveTo>
                    <a:lnTo>
                      <a:pt x="138" y="71"/>
                    </a:lnTo>
                    <a:lnTo>
                      <a:pt x="138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1" name="Freeform 495"/>
              <p:cNvSpPr>
                <a:spLocks/>
              </p:cNvSpPr>
              <p:nvPr userDrawn="1"/>
            </p:nvSpPr>
            <p:spPr bwMode="auto">
              <a:xfrm>
                <a:off x="3022" y="827"/>
                <a:ext cx="138" cy="71"/>
              </a:xfrm>
              <a:custGeom>
                <a:avLst/>
                <a:gdLst>
                  <a:gd name="T0" fmla="*/ 0 w 138"/>
                  <a:gd name="T1" fmla="*/ 0 h 71"/>
                  <a:gd name="T2" fmla="*/ 138 w 138"/>
                  <a:gd name="T3" fmla="*/ 71 h 71"/>
                  <a:gd name="T4" fmla="*/ 138 w 138"/>
                  <a:gd name="T5" fmla="*/ 32 h 71"/>
                  <a:gd name="T6" fmla="*/ 0 w 138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71">
                    <a:moveTo>
                      <a:pt x="0" y="0"/>
                    </a:moveTo>
                    <a:lnTo>
                      <a:pt x="138" y="71"/>
                    </a:lnTo>
                    <a:lnTo>
                      <a:pt x="138" y="3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2" name="Freeform 496"/>
              <p:cNvSpPr>
                <a:spLocks noEditPoints="1"/>
              </p:cNvSpPr>
              <p:nvPr userDrawn="1"/>
            </p:nvSpPr>
            <p:spPr bwMode="auto">
              <a:xfrm>
                <a:off x="3189" y="1346"/>
                <a:ext cx="62" cy="47"/>
              </a:xfrm>
              <a:custGeom>
                <a:avLst/>
                <a:gdLst>
                  <a:gd name="T0" fmla="*/ 58 w 62"/>
                  <a:gd name="T1" fmla="*/ 4 h 47"/>
                  <a:gd name="T2" fmla="*/ 56 w 62"/>
                  <a:gd name="T3" fmla="*/ 12 h 47"/>
                  <a:gd name="T4" fmla="*/ 62 w 62"/>
                  <a:gd name="T5" fmla="*/ 7 h 47"/>
                  <a:gd name="T6" fmla="*/ 58 w 62"/>
                  <a:gd name="T7" fmla="*/ 4 h 47"/>
                  <a:gd name="T8" fmla="*/ 25 w 62"/>
                  <a:gd name="T9" fmla="*/ 0 h 47"/>
                  <a:gd name="T10" fmla="*/ 0 w 62"/>
                  <a:gd name="T11" fmla="*/ 47 h 47"/>
                  <a:gd name="T12" fmla="*/ 34 w 62"/>
                  <a:gd name="T13" fmla="*/ 26 h 47"/>
                  <a:gd name="T14" fmla="*/ 25 w 62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47">
                    <a:moveTo>
                      <a:pt x="58" y="4"/>
                    </a:moveTo>
                    <a:lnTo>
                      <a:pt x="56" y="12"/>
                    </a:lnTo>
                    <a:lnTo>
                      <a:pt x="62" y="7"/>
                    </a:lnTo>
                    <a:lnTo>
                      <a:pt x="58" y="4"/>
                    </a:lnTo>
                    <a:close/>
                    <a:moveTo>
                      <a:pt x="25" y="0"/>
                    </a:moveTo>
                    <a:lnTo>
                      <a:pt x="0" y="47"/>
                    </a:lnTo>
                    <a:lnTo>
                      <a:pt x="34" y="2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3" name="Freeform 497"/>
              <p:cNvSpPr>
                <a:spLocks noEditPoints="1"/>
              </p:cNvSpPr>
              <p:nvPr userDrawn="1"/>
            </p:nvSpPr>
            <p:spPr bwMode="auto">
              <a:xfrm>
                <a:off x="3189" y="1346"/>
                <a:ext cx="62" cy="47"/>
              </a:xfrm>
              <a:custGeom>
                <a:avLst/>
                <a:gdLst>
                  <a:gd name="T0" fmla="*/ 58 w 62"/>
                  <a:gd name="T1" fmla="*/ 4 h 47"/>
                  <a:gd name="T2" fmla="*/ 56 w 62"/>
                  <a:gd name="T3" fmla="*/ 12 h 47"/>
                  <a:gd name="T4" fmla="*/ 62 w 62"/>
                  <a:gd name="T5" fmla="*/ 7 h 47"/>
                  <a:gd name="T6" fmla="*/ 58 w 62"/>
                  <a:gd name="T7" fmla="*/ 4 h 47"/>
                  <a:gd name="T8" fmla="*/ 25 w 62"/>
                  <a:gd name="T9" fmla="*/ 0 h 47"/>
                  <a:gd name="T10" fmla="*/ 0 w 62"/>
                  <a:gd name="T11" fmla="*/ 47 h 47"/>
                  <a:gd name="T12" fmla="*/ 34 w 62"/>
                  <a:gd name="T13" fmla="*/ 26 h 47"/>
                  <a:gd name="T14" fmla="*/ 25 w 62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47">
                    <a:moveTo>
                      <a:pt x="58" y="4"/>
                    </a:moveTo>
                    <a:lnTo>
                      <a:pt x="56" y="12"/>
                    </a:lnTo>
                    <a:lnTo>
                      <a:pt x="62" y="7"/>
                    </a:lnTo>
                    <a:lnTo>
                      <a:pt x="58" y="4"/>
                    </a:lnTo>
                    <a:moveTo>
                      <a:pt x="25" y="0"/>
                    </a:moveTo>
                    <a:lnTo>
                      <a:pt x="0" y="47"/>
                    </a:lnTo>
                    <a:lnTo>
                      <a:pt x="34" y="26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4" name="Freeform 498"/>
              <p:cNvSpPr>
                <a:spLocks/>
              </p:cNvSpPr>
              <p:nvPr userDrawn="1"/>
            </p:nvSpPr>
            <p:spPr bwMode="auto">
              <a:xfrm>
                <a:off x="2521" y="1455"/>
                <a:ext cx="170" cy="30"/>
              </a:xfrm>
              <a:custGeom>
                <a:avLst/>
                <a:gdLst>
                  <a:gd name="T0" fmla="*/ 31 w 170"/>
                  <a:gd name="T1" fmla="*/ 0 h 30"/>
                  <a:gd name="T2" fmla="*/ 0 w 170"/>
                  <a:gd name="T3" fmla="*/ 30 h 30"/>
                  <a:gd name="T4" fmla="*/ 170 w 170"/>
                  <a:gd name="T5" fmla="*/ 30 h 30"/>
                  <a:gd name="T6" fmla="*/ 77 w 170"/>
                  <a:gd name="T7" fmla="*/ 30 h 30"/>
                  <a:gd name="T8" fmla="*/ 99 w 170"/>
                  <a:gd name="T9" fmla="*/ 15 h 30"/>
                  <a:gd name="T10" fmla="*/ 31 w 17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0" h="30">
                    <a:moveTo>
                      <a:pt x="31" y="0"/>
                    </a:moveTo>
                    <a:lnTo>
                      <a:pt x="0" y="30"/>
                    </a:lnTo>
                    <a:lnTo>
                      <a:pt x="170" y="30"/>
                    </a:lnTo>
                    <a:lnTo>
                      <a:pt x="77" y="30"/>
                    </a:lnTo>
                    <a:lnTo>
                      <a:pt x="99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5" name="Freeform 499"/>
              <p:cNvSpPr>
                <a:spLocks/>
              </p:cNvSpPr>
              <p:nvPr userDrawn="1"/>
            </p:nvSpPr>
            <p:spPr bwMode="auto">
              <a:xfrm>
                <a:off x="2521" y="1455"/>
                <a:ext cx="170" cy="30"/>
              </a:xfrm>
              <a:custGeom>
                <a:avLst/>
                <a:gdLst>
                  <a:gd name="T0" fmla="*/ 31 w 170"/>
                  <a:gd name="T1" fmla="*/ 0 h 30"/>
                  <a:gd name="T2" fmla="*/ 0 w 170"/>
                  <a:gd name="T3" fmla="*/ 30 h 30"/>
                  <a:gd name="T4" fmla="*/ 170 w 170"/>
                  <a:gd name="T5" fmla="*/ 30 h 30"/>
                  <a:gd name="T6" fmla="*/ 77 w 170"/>
                  <a:gd name="T7" fmla="*/ 30 h 30"/>
                  <a:gd name="T8" fmla="*/ 99 w 170"/>
                  <a:gd name="T9" fmla="*/ 15 h 30"/>
                  <a:gd name="T10" fmla="*/ 31 w 17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0" h="30">
                    <a:moveTo>
                      <a:pt x="31" y="0"/>
                    </a:moveTo>
                    <a:lnTo>
                      <a:pt x="0" y="30"/>
                    </a:lnTo>
                    <a:lnTo>
                      <a:pt x="170" y="30"/>
                    </a:lnTo>
                    <a:lnTo>
                      <a:pt x="77" y="30"/>
                    </a:lnTo>
                    <a:lnTo>
                      <a:pt x="99" y="15"/>
                    </a:lnTo>
                    <a:lnTo>
                      <a:pt x="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6" name="Freeform 500"/>
              <p:cNvSpPr>
                <a:spLocks/>
              </p:cNvSpPr>
              <p:nvPr userDrawn="1"/>
            </p:nvSpPr>
            <p:spPr bwMode="auto">
              <a:xfrm>
                <a:off x="2354" y="1455"/>
                <a:ext cx="198" cy="30"/>
              </a:xfrm>
              <a:custGeom>
                <a:avLst/>
                <a:gdLst>
                  <a:gd name="T0" fmla="*/ 198 w 198"/>
                  <a:gd name="T1" fmla="*/ 0 h 30"/>
                  <a:gd name="T2" fmla="*/ 98 w 198"/>
                  <a:gd name="T3" fmla="*/ 15 h 30"/>
                  <a:gd name="T4" fmla="*/ 110 w 198"/>
                  <a:gd name="T5" fmla="*/ 30 h 30"/>
                  <a:gd name="T6" fmla="*/ 0 w 198"/>
                  <a:gd name="T7" fmla="*/ 30 h 30"/>
                  <a:gd name="T8" fmla="*/ 167 w 198"/>
                  <a:gd name="T9" fmla="*/ 30 h 30"/>
                  <a:gd name="T10" fmla="*/ 198 w 198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8" h="30">
                    <a:moveTo>
                      <a:pt x="198" y="0"/>
                    </a:moveTo>
                    <a:lnTo>
                      <a:pt x="98" y="15"/>
                    </a:lnTo>
                    <a:lnTo>
                      <a:pt x="110" y="30"/>
                    </a:lnTo>
                    <a:lnTo>
                      <a:pt x="0" y="30"/>
                    </a:lnTo>
                    <a:lnTo>
                      <a:pt x="167" y="30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7" name="Freeform 501"/>
              <p:cNvSpPr>
                <a:spLocks/>
              </p:cNvSpPr>
              <p:nvPr userDrawn="1"/>
            </p:nvSpPr>
            <p:spPr bwMode="auto">
              <a:xfrm>
                <a:off x="2354" y="1455"/>
                <a:ext cx="198" cy="30"/>
              </a:xfrm>
              <a:custGeom>
                <a:avLst/>
                <a:gdLst>
                  <a:gd name="T0" fmla="*/ 198 w 198"/>
                  <a:gd name="T1" fmla="*/ 0 h 30"/>
                  <a:gd name="T2" fmla="*/ 98 w 198"/>
                  <a:gd name="T3" fmla="*/ 15 h 30"/>
                  <a:gd name="T4" fmla="*/ 110 w 198"/>
                  <a:gd name="T5" fmla="*/ 30 h 30"/>
                  <a:gd name="T6" fmla="*/ 0 w 198"/>
                  <a:gd name="T7" fmla="*/ 30 h 30"/>
                  <a:gd name="T8" fmla="*/ 167 w 198"/>
                  <a:gd name="T9" fmla="*/ 30 h 30"/>
                  <a:gd name="T10" fmla="*/ 198 w 198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8" h="30">
                    <a:moveTo>
                      <a:pt x="198" y="0"/>
                    </a:moveTo>
                    <a:lnTo>
                      <a:pt x="98" y="15"/>
                    </a:lnTo>
                    <a:lnTo>
                      <a:pt x="110" y="30"/>
                    </a:lnTo>
                    <a:lnTo>
                      <a:pt x="0" y="30"/>
                    </a:lnTo>
                    <a:lnTo>
                      <a:pt x="167" y="30"/>
                    </a:lnTo>
                    <a:lnTo>
                      <a:pt x="19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8" name="Freeform 502"/>
              <p:cNvSpPr>
                <a:spLocks/>
              </p:cNvSpPr>
              <p:nvPr userDrawn="1"/>
            </p:nvSpPr>
            <p:spPr bwMode="auto">
              <a:xfrm>
                <a:off x="2209" y="1419"/>
                <a:ext cx="74" cy="65"/>
              </a:xfrm>
              <a:custGeom>
                <a:avLst/>
                <a:gdLst>
                  <a:gd name="T0" fmla="*/ 0 w 74"/>
                  <a:gd name="T1" fmla="*/ 0 h 65"/>
                  <a:gd name="T2" fmla="*/ 0 w 74"/>
                  <a:gd name="T3" fmla="*/ 64 h 65"/>
                  <a:gd name="T4" fmla="*/ 74 w 74"/>
                  <a:gd name="T5" fmla="*/ 65 h 65"/>
                  <a:gd name="T6" fmla="*/ 53 w 74"/>
                  <a:gd name="T7" fmla="*/ 24 h 65"/>
                  <a:gd name="T8" fmla="*/ 0 w 74"/>
                  <a:gd name="T9" fmla="*/ 36 h 65"/>
                  <a:gd name="T10" fmla="*/ 0 w 74"/>
                  <a:gd name="T11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5">
                    <a:moveTo>
                      <a:pt x="0" y="0"/>
                    </a:moveTo>
                    <a:lnTo>
                      <a:pt x="0" y="64"/>
                    </a:lnTo>
                    <a:lnTo>
                      <a:pt x="74" y="65"/>
                    </a:lnTo>
                    <a:lnTo>
                      <a:pt x="53" y="24"/>
                    </a:lnTo>
                    <a:lnTo>
                      <a:pt x="0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9" name="Freeform 503"/>
              <p:cNvSpPr>
                <a:spLocks/>
              </p:cNvSpPr>
              <p:nvPr userDrawn="1"/>
            </p:nvSpPr>
            <p:spPr bwMode="auto">
              <a:xfrm>
                <a:off x="2209" y="1419"/>
                <a:ext cx="74" cy="65"/>
              </a:xfrm>
              <a:custGeom>
                <a:avLst/>
                <a:gdLst>
                  <a:gd name="T0" fmla="*/ 0 w 74"/>
                  <a:gd name="T1" fmla="*/ 0 h 65"/>
                  <a:gd name="T2" fmla="*/ 0 w 74"/>
                  <a:gd name="T3" fmla="*/ 64 h 65"/>
                  <a:gd name="T4" fmla="*/ 74 w 74"/>
                  <a:gd name="T5" fmla="*/ 65 h 65"/>
                  <a:gd name="T6" fmla="*/ 53 w 74"/>
                  <a:gd name="T7" fmla="*/ 24 h 65"/>
                  <a:gd name="T8" fmla="*/ 0 w 74"/>
                  <a:gd name="T9" fmla="*/ 36 h 65"/>
                  <a:gd name="T10" fmla="*/ 0 w 74"/>
                  <a:gd name="T11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5">
                    <a:moveTo>
                      <a:pt x="0" y="0"/>
                    </a:moveTo>
                    <a:lnTo>
                      <a:pt x="0" y="64"/>
                    </a:lnTo>
                    <a:lnTo>
                      <a:pt x="74" y="65"/>
                    </a:lnTo>
                    <a:lnTo>
                      <a:pt x="53" y="24"/>
                    </a:lnTo>
                    <a:lnTo>
                      <a:pt x="0" y="3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0" name="Freeform 504"/>
              <p:cNvSpPr>
                <a:spLocks/>
              </p:cNvSpPr>
              <p:nvPr userDrawn="1"/>
            </p:nvSpPr>
            <p:spPr bwMode="auto">
              <a:xfrm>
                <a:off x="2793" y="1408"/>
                <a:ext cx="119" cy="77"/>
              </a:xfrm>
              <a:custGeom>
                <a:avLst/>
                <a:gdLst>
                  <a:gd name="T0" fmla="*/ 114 w 119"/>
                  <a:gd name="T1" fmla="*/ 0 h 77"/>
                  <a:gd name="T2" fmla="*/ 0 w 119"/>
                  <a:gd name="T3" fmla="*/ 65 h 77"/>
                  <a:gd name="T4" fmla="*/ 41 w 119"/>
                  <a:gd name="T5" fmla="*/ 77 h 77"/>
                  <a:gd name="T6" fmla="*/ 119 w 119"/>
                  <a:gd name="T7" fmla="*/ 51 h 77"/>
                  <a:gd name="T8" fmla="*/ 114 w 119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77">
                    <a:moveTo>
                      <a:pt x="114" y="0"/>
                    </a:moveTo>
                    <a:lnTo>
                      <a:pt x="0" y="65"/>
                    </a:lnTo>
                    <a:lnTo>
                      <a:pt x="41" y="77"/>
                    </a:lnTo>
                    <a:lnTo>
                      <a:pt x="119" y="51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1" name="Freeform 505"/>
              <p:cNvSpPr>
                <a:spLocks/>
              </p:cNvSpPr>
              <p:nvPr userDrawn="1"/>
            </p:nvSpPr>
            <p:spPr bwMode="auto">
              <a:xfrm>
                <a:off x="2793" y="1408"/>
                <a:ext cx="119" cy="77"/>
              </a:xfrm>
              <a:custGeom>
                <a:avLst/>
                <a:gdLst>
                  <a:gd name="T0" fmla="*/ 114 w 119"/>
                  <a:gd name="T1" fmla="*/ 0 h 77"/>
                  <a:gd name="T2" fmla="*/ 0 w 119"/>
                  <a:gd name="T3" fmla="*/ 65 h 77"/>
                  <a:gd name="T4" fmla="*/ 41 w 119"/>
                  <a:gd name="T5" fmla="*/ 77 h 77"/>
                  <a:gd name="T6" fmla="*/ 119 w 119"/>
                  <a:gd name="T7" fmla="*/ 51 h 77"/>
                  <a:gd name="T8" fmla="*/ 114 w 119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77">
                    <a:moveTo>
                      <a:pt x="114" y="0"/>
                    </a:moveTo>
                    <a:lnTo>
                      <a:pt x="0" y="65"/>
                    </a:lnTo>
                    <a:lnTo>
                      <a:pt x="41" y="77"/>
                    </a:lnTo>
                    <a:lnTo>
                      <a:pt x="119" y="51"/>
                    </a:lnTo>
                    <a:lnTo>
                      <a:pt x="1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2" name="Freeform 506"/>
              <p:cNvSpPr>
                <a:spLocks/>
              </p:cNvSpPr>
              <p:nvPr userDrawn="1"/>
            </p:nvSpPr>
            <p:spPr bwMode="auto">
              <a:xfrm>
                <a:off x="2834" y="1459"/>
                <a:ext cx="81" cy="26"/>
              </a:xfrm>
              <a:custGeom>
                <a:avLst/>
                <a:gdLst>
                  <a:gd name="T0" fmla="*/ 78 w 81"/>
                  <a:gd name="T1" fmla="*/ 0 h 26"/>
                  <a:gd name="T2" fmla="*/ 0 w 81"/>
                  <a:gd name="T3" fmla="*/ 26 h 26"/>
                  <a:gd name="T4" fmla="*/ 81 w 81"/>
                  <a:gd name="T5" fmla="*/ 26 h 26"/>
                  <a:gd name="T6" fmla="*/ 78 w 81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" h="26">
                    <a:moveTo>
                      <a:pt x="78" y="0"/>
                    </a:moveTo>
                    <a:lnTo>
                      <a:pt x="0" y="26"/>
                    </a:lnTo>
                    <a:lnTo>
                      <a:pt x="81" y="26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3" name="Freeform 507"/>
              <p:cNvSpPr>
                <a:spLocks/>
              </p:cNvSpPr>
              <p:nvPr userDrawn="1"/>
            </p:nvSpPr>
            <p:spPr bwMode="auto">
              <a:xfrm>
                <a:off x="2834" y="1459"/>
                <a:ext cx="81" cy="26"/>
              </a:xfrm>
              <a:custGeom>
                <a:avLst/>
                <a:gdLst>
                  <a:gd name="T0" fmla="*/ 78 w 81"/>
                  <a:gd name="T1" fmla="*/ 0 h 26"/>
                  <a:gd name="T2" fmla="*/ 0 w 81"/>
                  <a:gd name="T3" fmla="*/ 26 h 26"/>
                  <a:gd name="T4" fmla="*/ 81 w 81"/>
                  <a:gd name="T5" fmla="*/ 26 h 26"/>
                  <a:gd name="T6" fmla="*/ 78 w 81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" h="26">
                    <a:moveTo>
                      <a:pt x="78" y="0"/>
                    </a:moveTo>
                    <a:lnTo>
                      <a:pt x="0" y="26"/>
                    </a:lnTo>
                    <a:lnTo>
                      <a:pt x="81" y="26"/>
                    </a:lnTo>
                    <a:lnTo>
                      <a:pt x="7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4" name="Freeform 508"/>
              <p:cNvSpPr>
                <a:spLocks/>
              </p:cNvSpPr>
              <p:nvPr userDrawn="1"/>
            </p:nvSpPr>
            <p:spPr bwMode="auto">
              <a:xfrm>
                <a:off x="2771" y="1473"/>
                <a:ext cx="63" cy="12"/>
              </a:xfrm>
              <a:custGeom>
                <a:avLst/>
                <a:gdLst>
                  <a:gd name="T0" fmla="*/ 22 w 63"/>
                  <a:gd name="T1" fmla="*/ 0 h 12"/>
                  <a:gd name="T2" fmla="*/ 0 w 63"/>
                  <a:gd name="T3" fmla="*/ 12 h 12"/>
                  <a:gd name="T4" fmla="*/ 63 w 63"/>
                  <a:gd name="T5" fmla="*/ 12 h 12"/>
                  <a:gd name="T6" fmla="*/ 22 w 63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3" h="12">
                    <a:moveTo>
                      <a:pt x="22" y="0"/>
                    </a:moveTo>
                    <a:lnTo>
                      <a:pt x="0" y="12"/>
                    </a:lnTo>
                    <a:lnTo>
                      <a:pt x="63" y="12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5" name="Freeform 509"/>
              <p:cNvSpPr>
                <a:spLocks/>
              </p:cNvSpPr>
              <p:nvPr userDrawn="1"/>
            </p:nvSpPr>
            <p:spPr bwMode="auto">
              <a:xfrm>
                <a:off x="2771" y="1473"/>
                <a:ext cx="63" cy="12"/>
              </a:xfrm>
              <a:custGeom>
                <a:avLst/>
                <a:gdLst>
                  <a:gd name="T0" fmla="*/ 22 w 63"/>
                  <a:gd name="T1" fmla="*/ 0 h 12"/>
                  <a:gd name="T2" fmla="*/ 0 w 63"/>
                  <a:gd name="T3" fmla="*/ 12 h 12"/>
                  <a:gd name="T4" fmla="*/ 63 w 63"/>
                  <a:gd name="T5" fmla="*/ 12 h 12"/>
                  <a:gd name="T6" fmla="*/ 22 w 63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3" h="12">
                    <a:moveTo>
                      <a:pt x="22" y="0"/>
                    </a:moveTo>
                    <a:lnTo>
                      <a:pt x="0" y="12"/>
                    </a:lnTo>
                    <a:lnTo>
                      <a:pt x="63" y="12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6" name="Freeform 510"/>
              <p:cNvSpPr>
                <a:spLocks noEditPoints="1"/>
              </p:cNvSpPr>
              <p:nvPr userDrawn="1"/>
            </p:nvSpPr>
            <p:spPr bwMode="auto">
              <a:xfrm>
                <a:off x="2917" y="1322"/>
                <a:ext cx="144" cy="75"/>
              </a:xfrm>
              <a:custGeom>
                <a:avLst/>
                <a:gdLst>
                  <a:gd name="T0" fmla="*/ 144 w 144"/>
                  <a:gd name="T1" fmla="*/ 71 h 75"/>
                  <a:gd name="T2" fmla="*/ 141 w 144"/>
                  <a:gd name="T3" fmla="*/ 75 h 75"/>
                  <a:gd name="T4" fmla="*/ 144 w 144"/>
                  <a:gd name="T5" fmla="*/ 75 h 75"/>
                  <a:gd name="T6" fmla="*/ 144 w 144"/>
                  <a:gd name="T7" fmla="*/ 71 h 75"/>
                  <a:gd name="T8" fmla="*/ 136 w 144"/>
                  <a:gd name="T9" fmla="*/ 0 h 75"/>
                  <a:gd name="T10" fmla="*/ 0 w 144"/>
                  <a:gd name="T11" fmla="*/ 75 h 75"/>
                  <a:gd name="T12" fmla="*/ 135 w 144"/>
                  <a:gd name="T13" fmla="*/ 75 h 75"/>
                  <a:gd name="T14" fmla="*/ 144 w 144"/>
                  <a:gd name="T15" fmla="*/ 71 h 75"/>
                  <a:gd name="T16" fmla="*/ 136 w 144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4" h="75">
                    <a:moveTo>
                      <a:pt x="144" y="71"/>
                    </a:moveTo>
                    <a:lnTo>
                      <a:pt x="141" y="75"/>
                    </a:lnTo>
                    <a:lnTo>
                      <a:pt x="144" y="75"/>
                    </a:lnTo>
                    <a:lnTo>
                      <a:pt x="144" y="71"/>
                    </a:lnTo>
                    <a:close/>
                    <a:moveTo>
                      <a:pt x="136" y="0"/>
                    </a:moveTo>
                    <a:lnTo>
                      <a:pt x="0" y="75"/>
                    </a:lnTo>
                    <a:lnTo>
                      <a:pt x="135" y="75"/>
                    </a:lnTo>
                    <a:lnTo>
                      <a:pt x="144" y="71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7" name="Freeform 511"/>
              <p:cNvSpPr>
                <a:spLocks noEditPoints="1"/>
              </p:cNvSpPr>
              <p:nvPr userDrawn="1"/>
            </p:nvSpPr>
            <p:spPr bwMode="auto">
              <a:xfrm>
                <a:off x="2917" y="1322"/>
                <a:ext cx="144" cy="75"/>
              </a:xfrm>
              <a:custGeom>
                <a:avLst/>
                <a:gdLst>
                  <a:gd name="T0" fmla="*/ 144 w 144"/>
                  <a:gd name="T1" fmla="*/ 71 h 75"/>
                  <a:gd name="T2" fmla="*/ 141 w 144"/>
                  <a:gd name="T3" fmla="*/ 75 h 75"/>
                  <a:gd name="T4" fmla="*/ 144 w 144"/>
                  <a:gd name="T5" fmla="*/ 75 h 75"/>
                  <a:gd name="T6" fmla="*/ 144 w 144"/>
                  <a:gd name="T7" fmla="*/ 71 h 75"/>
                  <a:gd name="T8" fmla="*/ 136 w 144"/>
                  <a:gd name="T9" fmla="*/ 0 h 75"/>
                  <a:gd name="T10" fmla="*/ 0 w 144"/>
                  <a:gd name="T11" fmla="*/ 75 h 75"/>
                  <a:gd name="T12" fmla="*/ 135 w 144"/>
                  <a:gd name="T13" fmla="*/ 75 h 75"/>
                  <a:gd name="T14" fmla="*/ 144 w 144"/>
                  <a:gd name="T15" fmla="*/ 71 h 75"/>
                  <a:gd name="T16" fmla="*/ 136 w 144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4" h="75">
                    <a:moveTo>
                      <a:pt x="144" y="71"/>
                    </a:moveTo>
                    <a:lnTo>
                      <a:pt x="141" y="75"/>
                    </a:lnTo>
                    <a:lnTo>
                      <a:pt x="144" y="75"/>
                    </a:lnTo>
                    <a:lnTo>
                      <a:pt x="144" y="71"/>
                    </a:lnTo>
                    <a:moveTo>
                      <a:pt x="136" y="0"/>
                    </a:moveTo>
                    <a:lnTo>
                      <a:pt x="0" y="75"/>
                    </a:lnTo>
                    <a:lnTo>
                      <a:pt x="135" y="75"/>
                    </a:lnTo>
                    <a:lnTo>
                      <a:pt x="144" y="71"/>
                    </a:lnTo>
                    <a:lnTo>
                      <a:pt x="13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8" name="Freeform 512"/>
              <p:cNvSpPr>
                <a:spLocks noEditPoints="1"/>
              </p:cNvSpPr>
              <p:nvPr userDrawn="1"/>
            </p:nvSpPr>
            <p:spPr bwMode="auto">
              <a:xfrm>
                <a:off x="2942" y="1393"/>
                <a:ext cx="119" cy="77"/>
              </a:xfrm>
              <a:custGeom>
                <a:avLst/>
                <a:gdLst>
                  <a:gd name="T0" fmla="*/ 1 w 96"/>
                  <a:gd name="T1" fmla="*/ 44 h 62"/>
                  <a:gd name="T2" fmla="*/ 0 w 96"/>
                  <a:gd name="T3" fmla="*/ 45 h 62"/>
                  <a:gd name="T4" fmla="*/ 28 w 96"/>
                  <a:gd name="T5" fmla="*/ 62 h 62"/>
                  <a:gd name="T6" fmla="*/ 44 w 96"/>
                  <a:gd name="T7" fmla="*/ 58 h 62"/>
                  <a:gd name="T8" fmla="*/ 1 w 96"/>
                  <a:gd name="T9" fmla="*/ 44 h 62"/>
                  <a:gd name="T10" fmla="*/ 94 w 96"/>
                  <a:gd name="T11" fmla="*/ 3 h 62"/>
                  <a:gd name="T12" fmla="*/ 89 w 96"/>
                  <a:gd name="T13" fmla="*/ 3 h 62"/>
                  <a:gd name="T14" fmla="*/ 2 w 96"/>
                  <a:gd name="T15" fmla="*/ 44 h 62"/>
                  <a:gd name="T16" fmla="*/ 61 w 96"/>
                  <a:gd name="T17" fmla="*/ 53 h 62"/>
                  <a:gd name="T18" fmla="*/ 94 w 96"/>
                  <a:gd name="T19" fmla="*/ 3 h 62"/>
                  <a:gd name="T20" fmla="*/ 96 w 96"/>
                  <a:gd name="T21" fmla="*/ 0 h 62"/>
                  <a:gd name="T22" fmla="*/ 96 w 96"/>
                  <a:gd name="T23" fmla="*/ 0 h 62"/>
                  <a:gd name="T24" fmla="*/ 96 w 96"/>
                  <a:gd name="T25" fmla="*/ 0 h 62"/>
                  <a:gd name="T26" fmla="*/ 96 w 96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62">
                    <a:moveTo>
                      <a:pt x="1" y="44"/>
                    </a:moveTo>
                    <a:cubicBezTo>
                      <a:pt x="0" y="45"/>
                      <a:pt x="0" y="45"/>
                      <a:pt x="0" y="45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30" y="53"/>
                      <a:pt x="15" y="49"/>
                      <a:pt x="1" y="44"/>
                    </a:cubicBezTo>
                    <a:moveTo>
                      <a:pt x="94" y="3"/>
                    </a:moveTo>
                    <a:cubicBezTo>
                      <a:pt x="89" y="3"/>
                      <a:pt x="89" y="3"/>
                      <a:pt x="89" y="3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22" y="47"/>
                      <a:pt x="42" y="50"/>
                      <a:pt x="61" y="53"/>
                    </a:cubicBezTo>
                    <a:cubicBezTo>
                      <a:pt x="94" y="3"/>
                      <a:pt x="94" y="3"/>
                      <a:pt x="94" y="3"/>
                    </a:cubicBezTo>
                    <a:moveTo>
                      <a:pt x="96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9" name="Freeform 513"/>
              <p:cNvSpPr>
                <a:spLocks/>
              </p:cNvSpPr>
              <p:nvPr userDrawn="1"/>
            </p:nvSpPr>
            <p:spPr bwMode="auto">
              <a:xfrm>
                <a:off x="2943" y="1448"/>
                <a:ext cx="74" cy="17"/>
              </a:xfrm>
              <a:custGeom>
                <a:avLst/>
                <a:gdLst>
                  <a:gd name="T0" fmla="*/ 1 w 60"/>
                  <a:gd name="T1" fmla="*/ 0 h 14"/>
                  <a:gd name="T2" fmla="*/ 0 w 60"/>
                  <a:gd name="T3" fmla="*/ 0 h 14"/>
                  <a:gd name="T4" fmla="*/ 43 w 60"/>
                  <a:gd name="T5" fmla="*/ 14 h 14"/>
                  <a:gd name="T6" fmla="*/ 60 w 60"/>
                  <a:gd name="T7" fmla="*/ 9 h 14"/>
                  <a:gd name="T8" fmla="*/ 60 w 60"/>
                  <a:gd name="T9" fmla="*/ 9 h 14"/>
                  <a:gd name="T10" fmla="*/ 1 w 60"/>
                  <a:gd name="T1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0" h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4" y="5"/>
                      <a:pt x="29" y="9"/>
                      <a:pt x="43" y="14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41" y="6"/>
                      <a:pt x="21" y="3"/>
                      <a:pt x="1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0" name="Freeform 514"/>
              <p:cNvSpPr>
                <a:spLocks/>
              </p:cNvSpPr>
              <p:nvPr userDrawn="1"/>
            </p:nvSpPr>
            <p:spPr bwMode="auto">
              <a:xfrm>
                <a:off x="2976" y="1465"/>
                <a:ext cx="35" cy="20"/>
              </a:xfrm>
              <a:custGeom>
                <a:avLst/>
                <a:gdLst>
                  <a:gd name="T0" fmla="*/ 16 w 28"/>
                  <a:gd name="T1" fmla="*/ 0 h 16"/>
                  <a:gd name="T2" fmla="*/ 0 w 28"/>
                  <a:gd name="T3" fmla="*/ 4 h 16"/>
                  <a:gd name="T4" fmla="*/ 20 w 28"/>
                  <a:gd name="T5" fmla="*/ 16 h 16"/>
                  <a:gd name="T6" fmla="*/ 28 w 28"/>
                  <a:gd name="T7" fmla="*/ 3 h 16"/>
                  <a:gd name="T8" fmla="*/ 16 w 28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16">
                    <a:moveTo>
                      <a:pt x="16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4" y="2"/>
                      <a:pt x="20" y="1"/>
                      <a:pt x="16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1" name="Freeform 515"/>
              <p:cNvSpPr>
                <a:spLocks/>
              </p:cNvSpPr>
              <p:nvPr userDrawn="1"/>
            </p:nvSpPr>
            <p:spPr bwMode="auto">
              <a:xfrm>
                <a:off x="2996" y="1459"/>
                <a:ext cx="21" cy="10"/>
              </a:xfrm>
              <a:custGeom>
                <a:avLst/>
                <a:gdLst>
                  <a:gd name="T0" fmla="*/ 17 w 17"/>
                  <a:gd name="T1" fmla="*/ 0 h 8"/>
                  <a:gd name="T2" fmla="*/ 0 w 17"/>
                  <a:gd name="T3" fmla="*/ 5 h 8"/>
                  <a:gd name="T4" fmla="*/ 12 w 17"/>
                  <a:gd name="T5" fmla="*/ 8 h 8"/>
                  <a:gd name="T6" fmla="*/ 17 w 17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8">
                    <a:moveTo>
                      <a:pt x="17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4" y="6"/>
                      <a:pt x="8" y="7"/>
                      <a:pt x="12" y="8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2" name="Freeform 516"/>
              <p:cNvSpPr>
                <a:spLocks/>
              </p:cNvSpPr>
              <p:nvPr userDrawn="1"/>
            </p:nvSpPr>
            <p:spPr bwMode="auto">
              <a:xfrm>
                <a:off x="3052" y="1393"/>
                <a:ext cx="9" cy="4"/>
              </a:xfrm>
              <a:custGeom>
                <a:avLst/>
                <a:gdLst>
                  <a:gd name="T0" fmla="*/ 9 w 9"/>
                  <a:gd name="T1" fmla="*/ 0 h 4"/>
                  <a:gd name="T2" fmla="*/ 0 w 9"/>
                  <a:gd name="T3" fmla="*/ 4 h 4"/>
                  <a:gd name="T4" fmla="*/ 6 w 9"/>
                  <a:gd name="T5" fmla="*/ 4 h 4"/>
                  <a:gd name="T6" fmla="*/ 9 w 9"/>
                  <a:gd name="T7" fmla="*/ 0 h 4"/>
                  <a:gd name="T8" fmla="*/ 9 w 9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4">
                    <a:moveTo>
                      <a:pt x="9" y="0"/>
                    </a:moveTo>
                    <a:lnTo>
                      <a:pt x="0" y="4"/>
                    </a:lnTo>
                    <a:lnTo>
                      <a:pt x="6" y="4"/>
                    </a:lnTo>
                    <a:lnTo>
                      <a:pt x="9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3" name="Freeform 517"/>
              <p:cNvSpPr>
                <a:spLocks/>
              </p:cNvSpPr>
              <p:nvPr userDrawn="1"/>
            </p:nvSpPr>
            <p:spPr bwMode="auto">
              <a:xfrm>
                <a:off x="3052" y="1393"/>
                <a:ext cx="9" cy="4"/>
              </a:xfrm>
              <a:custGeom>
                <a:avLst/>
                <a:gdLst>
                  <a:gd name="T0" fmla="*/ 9 w 9"/>
                  <a:gd name="T1" fmla="*/ 0 h 4"/>
                  <a:gd name="T2" fmla="*/ 0 w 9"/>
                  <a:gd name="T3" fmla="*/ 4 h 4"/>
                  <a:gd name="T4" fmla="*/ 6 w 9"/>
                  <a:gd name="T5" fmla="*/ 4 h 4"/>
                  <a:gd name="T6" fmla="*/ 9 w 9"/>
                  <a:gd name="T7" fmla="*/ 0 h 4"/>
                  <a:gd name="T8" fmla="*/ 9 w 9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4">
                    <a:moveTo>
                      <a:pt x="9" y="0"/>
                    </a:moveTo>
                    <a:lnTo>
                      <a:pt x="0" y="4"/>
                    </a:lnTo>
                    <a:lnTo>
                      <a:pt x="6" y="4"/>
                    </a:lnTo>
                    <a:lnTo>
                      <a:pt x="9" y="0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4" name="Freeform 518"/>
              <p:cNvSpPr>
                <a:spLocks noEditPoints="1"/>
              </p:cNvSpPr>
              <p:nvPr userDrawn="1"/>
            </p:nvSpPr>
            <p:spPr bwMode="auto">
              <a:xfrm>
                <a:off x="2283" y="1393"/>
                <a:ext cx="169" cy="92"/>
              </a:xfrm>
              <a:custGeom>
                <a:avLst/>
                <a:gdLst>
                  <a:gd name="T0" fmla="*/ 2 w 169"/>
                  <a:gd name="T1" fmla="*/ 91 h 92"/>
                  <a:gd name="T2" fmla="*/ 0 w 169"/>
                  <a:gd name="T3" fmla="*/ 92 h 92"/>
                  <a:gd name="T4" fmla="*/ 71 w 169"/>
                  <a:gd name="T5" fmla="*/ 92 h 92"/>
                  <a:gd name="T6" fmla="*/ 2 w 169"/>
                  <a:gd name="T7" fmla="*/ 91 h 92"/>
                  <a:gd name="T8" fmla="*/ 101 w 169"/>
                  <a:gd name="T9" fmla="*/ 0 h 92"/>
                  <a:gd name="T10" fmla="*/ 24 w 169"/>
                  <a:gd name="T11" fmla="*/ 71 h 92"/>
                  <a:gd name="T12" fmla="*/ 71 w 169"/>
                  <a:gd name="T13" fmla="*/ 92 h 92"/>
                  <a:gd name="T14" fmla="*/ 169 w 169"/>
                  <a:gd name="T15" fmla="*/ 77 h 92"/>
                  <a:gd name="T16" fmla="*/ 101 w 169"/>
                  <a:gd name="T17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9" h="92">
                    <a:moveTo>
                      <a:pt x="2" y="91"/>
                    </a:moveTo>
                    <a:lnTo>
                      <a:pt x="0" y="92"/>
                    </a:lnTo>
                    <a:lnTo>
                      <a:pt x="71" y="92"/>
                    </a:lnTo>
                    <a:lnTo>
                      <a:pt x="2" y="91"/>
                    </a:lnTo>
                    <a:close/>
                    <a:moveTo>
                      <a:pt x="101" y="0"/>
                    </a:moveTo>
                    <a:lnTo>
                      <a:pt x="24" y="71"/>
                    </a:lnTo>
                    <a:lnTo>
                      <a:pt x="71" y="92"/>
                    </a:lnTo>
                    <a:lnTo>
                      <a:pt x="169" y="7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5" name="Freeform 519"/>
              <p:cNvSpPr>
                <a:spLocks noEditPoints="1"/>
              </p:cNvSpPr>
              <p:nvPr userDrawn="1"/>
            </p:nvSpPr>
            <p:spPr bwMode="auto">
              <a:xfrm>
                <a:off x="2283" y="1393"/>
                <a:ext cx="169" cy="92"/>
              </a:xfrm>
              <a:custGeom>
                <a:avLst/>
                <a:gdLst>
                  <a:gd name="T0" fmla="*/ 2 w 169"/>
                  <a:gd name="T1" fmla="*/ 91 h 92"/>
                  <a:gd name="T2" fmla="*/ 0 w 169"/>
                  <a:gd name="T3" fmla="*/ 92 h 92"/>
                  <a:gd name="T4" fmla="*/ 71 w 169"/>
                  <a:gd name="T5" fmla="*/ 92 h 92"/>
                  <a:gd name="T6" fmla="*/ 2 w 169"/>
                  <a:gd name="T7" fmla="*/ 91 h 92"/>
                  <a:gd name="T8" fmla="*/ 101 w 169"/>
                  <a:gd name="T9" fmla="*/ 0 h 92"/>
                  <a:gd name="T10" fmla="*/ 24 w 169"/>
                  <a:gd name="T11" fmla="*/ 71 h 92"/>
                  <a:gd name="T12" fmla="*/ 71 w 169"/>
                  <a:gd name="T13" fmla="*/ 92 h 92"/>
                  <a:gd name="T14" fmla="*/ 169 w 169"/>
                  <a:gd name="T15" fmla="*/ 77 h 92"/>
                  <a:gd name="T16" fmla="*/ 101 w 169"/>
                  <a:gd name="T17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9" h="92">
                    <a:moveTo>
                      <a:pt x="2" y="91"/>
                    </a:moveTo>
                    <a:lnTo>
                      <a:pt x="0" y="92"/>
                    </a:lnTo>
                    <a:lnTo>
                      <a:pt x="71" y="92"/>
                    </a:lnTo>
                    <a:lnTo>
                      <a:pt x="2" y="91"/>
                    </a:lnTo>
                    <a:moveTo>
                      <a:pt x="101" y="0"/>
                    </a:moveTo>
                    <a:lnTo>
                      <a:pt x="24" y="71"/>
                    </a:lnTo>
                    <a:lnTo>
                      <a:pt x="71" y="92"/>
                    </a:lnTo>
                    <a:lnTo>
                      <a:pt x="169" y="77"/>
                    </a:lnTo>
                    <a:lnTo>
                      <a:pt x="10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6" name="Freeform 520"/>
              <p:cNvSpPr>
                <a:spLocks/>
              </p:cNvSpPr>
              <p:nvPr userDrawn="1"/>
            </p:nvSpPr>
            <p:spPr bwMode="auto">
              <a:xfrm>
                <a:off x="2354" y="1470"/>
                <a:ext cx="110" cy="15"/>
              </a:xfrm>
              <a:custGeom>
                <a:avLst/>
                <a:gdLst>
                  <a:gd name="T0" fmla="*/ 98 w 110"/>
                  <a:gd name="T1" fmla="*/ 0 h 15"/>
                  <a:gd name="T2" fmla="*/ 0 w 110"/>
                  <a:gd name="T3" fmla="*/ 15 h 15"/>
                  <a:gd name="T4" fmla="*/ 110 w 110"/>
                  <a:gd name="T5" fmla="*/ 15 h 15"/>
                  <a:gd name="T6" fmla="*/ 98 w 110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15">
                    <a:moveTo>
                      <a:pt x="98" y="0"/>
                    </a:moveTo>
                    <a:lnTo>
                      <a:pt x="0" y="15"/>
                    </a:lnTo>
                    <a:lnTo>
                      <a:pt x="110" y="15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7" name="Freeform 521"/>
              <p:cNvSpPr>
                <a:spLocks/>
              </p:cNvSpPr>
              <p:nvPr userDrawn="1"/>
            </p:nvSpPr>
            <p:spPr bwMode="auto">
              <a:xfrm>
                <a:off x="2354" y="1470"/>
                <a:ext cx="110" cy="15"/>
              </a:xfrm>
              <a:custGeom>
                <a:avLst/>
                <a:gdLst>
                  <a:gd name="T0" fmla="*/ 98 w 110"/>
                  <a:gd name="T1" fmla="*/ 0 h 15"/>
                  <a:gd name="T2" fmla="*/ 0 w 110"/>
                  <a:gd name="T3" fmla="*/ 15 h 15"/>
                  <a:gd name="T4" fmla="*/ 110 w 110"/>
                  <a:gd name="T5" fmla="*/ 15 h 15"/>
                  <a:gd name="T6" fmla="*/ 98 w 110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15">
                    <a:moveTo>
                      <a:pt x="98" y="0"/>
                    </a:moveTo>
                    <a:lnTo>
                      <a:pt x="0" y="15"/>
                    </a:lnTo>
                    <a:lnTo>
                      <a:pt x="110" y="15"/>
                    </a:lnTo>
                    <a:lnTo>
                      <a:pt x="9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8" name="Freeform 522"/>
              <p:cNvSpPr>
                <a:spLocks/>
              </p:cNvSpPr>
              <p:nvPr userDrawn="1"/>
            </p:nvSpPr>
            <p:spPr bwMode="auto">
              <a:xfrm>
                <a:off x="2285" y="1464"/>
                <a:ext cx="69" cy="21"/>
              </a:xfrm>
              <a:custGeom>
                <a:avLst/>
                <a:gdLst>
                  <a:gd name="T0" fmla="*/ 22 w 69"/>
                  <a:gd name="T1" fmla="*/ 0 h 21"/>
                  <a:gd name="T2" fmla="*/ 0 w 69"/>
                  <a:gd name="T3" fmla="*/ 20 h 21"/>
                  <a:gd name="T4" fmla="*/ 69 w 69"/>
                  <a:gd name="T5" fmla="*/ 21 h 21"/>
                  <a:gd name="T6" fmla="*/ 22 w 69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21">
                    <a:moveTo>
                      <a:pt x="22" y="0"/>
                    </a:moveTo>
                    <a:lnTo>
                      <a:pt x="0" y="20"/>
                    </a:lnTo>
                    <a:lnTo>
                      <a:pt x="69" y="21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9" name="Freeform 523"/>
              <p:cNvSpPr>
                <a:spLocks/>
              </p:cNvSpPr>
              <p:nvPr userDrawn="1"/>
            </p:nvSpPr>
            <p:spPr bwMode="auto">
              <a:xfrm>
                <a:off x="2285" y="1464"/>
                <a:ext cx="69" cy="21"/>
              </a:xfrm>
              <a:custGeom>
                <a:avLst/>
                <a:gdLst>
                  <a:gd name="T0" fmla="*/ 22 w 69"/>
                  <a:gd name="T1" fmla="*/ 0 h 21"/>
                  <a:gd name="T2" fmla="*/ 0 w 69"/>
                  <a:gd name="T3" fmla="*/ 20 h 21"/>
                  <a:gd name="T4" fmla="*/ 69 w 69"/>
                  <a:gd name="T5" fmla="*/ 21 h 21"/>
                  <a:gd name="T6" fmla="*/ 22 w 69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21">
                    <a:moveTo>
                      <a:pt x="22" y="0"/>
                    </a:moveTo>
                    <a:lnTo>
                      <a:pt x="0" y="20"/>
                    </a:lnTo>
                    <a:lnTo>
                      <a:pt x="69" y="21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0" name="Freeform 524"/>
              <p:cNvSpPr>
                <a:spLocks/>
              </p:cNvSpPr>
              <p:nvPr userDrawn="1"/>
            </p:nvSpPr>
            <p:spPr bwMode="auto">
              <a:xfrm>
                <a:off x="2209" y="1318"/>
                <a:ext cx="62" cy="101"/>
              </a:xfrm>
              <a:custGeom>
                <a:avLst/>
                <a:gdLst>
                  <a:gd name="T0" fmla="*/ 0 w 62"/>
                  <a:gd name="T1" fmla="*/ 0 h 101"/>
                  <a:gd name="T2" fmla="*/ 0 w 62"/>
                  <a:gd name="T3" fmla="*/ 101 h 101"/>
                  <a:gd name="T4" fmla="*/ 0 w 62"/>
                  <a:gd name="T5" fmla="*/ 46 h 101"/>
                  <a:gd name="T6" fmla="*/ 25 w 62"/>
                  <a:gd name="T7" fmla="*/ 82 h 101"/>
                  <a:gd name="T8" fmla="*/ 62 w 62"/>
                  <a:gd name="T9" fmla="*/ 51 h 101"/>
                  <a:gd name="T10" fmla="*/ 40 w 62"/>
                  <a:gd name="T11" fmla="*/ 32 h 101"/>
                  <a:gd name="T12" fmla="*/ 0 w 62"/>
                  <a:gd name="T13" fmla="*/ 46 h 101"/>
                  <a:gd name="T14" fmla="*/ 0 w 62"/>
                  <a:gd name="T1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101">
                    <a:moveTo>
                      <a:pt x="0" y="0"/>
                    </a:moveTo>
                    <a:lnTo>
                      <a:pt x="0" y="101"/>
                    </a:lnTo>
                    <a:lnTo>
                      <a:pt x="0" y="46"/>
                    </a:lnTo>
                    <a:lnTo>
                      <a:pt x="25" y="82"/>
                    </a:lnTo>
                    <a:lnTo>
                      <a:pt x="62" y="51"/>
                    </a:lnTo>
                    <a:lnTo>
                      <a:pt x="40" y="32"/>
                    </a:lnTo>
                    <a:lnTo>
                      <a:pt x="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1" name="Freeform 525"/>
              <p:cNvSpPr>
                <a:spLocks/>
              </p:cNvSpPr>
              <p:nvPr userDrawn="1"/>
            </p:nvSpPr>
            <p:spPr bwMode="auto">
              <a:xfrm>
                <a:off x="2209" y="1318"/>
                <a:ext cx="62" cy="101"/>
              </a:xfrm>
              <a:custGeom>
                <a:avLst/>
                <a:gdLst>
                  <a:gd name="T0" fmla="*/ 0 w 62"/>
                  <a:gd name="T1" fmla="*/ 0 h 101"/>
                  <a:gd name="T2" fmla="*/ 0 w 62"/>
                  <a:gd name="T3" fmla="*/ 101 h 101"/>
                  <a:gd name="T4" fmla="*/ 0 w 62"/>
                  <a:gd name="T5" fmla="*/ 46 h 101"/>
                  <a:gd name="T6" fmla="*/ 25 w 62"/>
                  <a:gd name="T7" fmla="*/ 82 h 101"/>
                  <a:gd name="T8" fmla="*/ 62 w 62"/>
                  <a:gd name="T9" fmla="*/ 51 h 101"/>
                  <a:gd name="T10" fmla="*/ 40 w 62"/>
                  <a:gd name="T11" fmla="*/ 32 h 101"/>
                  <a:gd name="T12" fmla="*/ 0 w 62"/>
                  <a:gd name="T13" fmla="*/ 46 h 101"/>
                  <a:gd name="T14" fmla="*/ 0 w 62"/>
                  <a:gd name="T1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101">
                    <a:moveTo>
                      <a:pt x="0" y="0"/>
                    </a:moveTo>
                    <a:lnTo>
                      <a:pt x="0" y="101"/>
                    </a:lnTo>
                    <a:lnTo>
                      <a:pt x="0" y="46"/>
                    </a:lnTo>
                    <a:lnTo>
                      <a:pt x="25" y="82"/>
                    </a:lnTo>
                    <a:lnTo>
                      <a:pt x="62" y="51"/>
                    </a:lnTo>
                    <a:lnTo>
                      <a:pt x="40" y="32"/>
                    </a:lnTo>
                    <a:lnTo>
                      <a:pt x="0" y="4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2" name="Freeform 526"/>
              <p:cNvSpPr>
                <a:spLocks/>
              </p:cNvSpPr>
              <p:nvPr userDrawn="1"/>
            </p:nvSpPr>
            <p:spPr bwMode="auto">
              <a:xfrm>
                <a:off x="2209" y="1250"/>
                <a:ext cx="72" cy="68"/>
              </a:xfrm>
              <a:custGeom>
                <a:avLst/>
                <a:gdLst>
                  <a:gd name="T0" fmla="*/ 0 w 72"/>
                  <a:gd name="T1" fmla="*/ 0 h 68"/>
                  <a:gd name="T2" fmla="*/ 0 w 72"/>
                  <a:gd name="T3" fmla="*/ 0 h 68"/>
                  <a:gd name="T4" fmla="*/ 0 w 72"/>
                  <a:gd name="T5" fmla="*/ 68 h 68"/>
                  <a:gd name="T6" fmla="*/ 0 w 72"/>
                  <a:gd name="T7" fmla="*/ 33 h 68"/>
                  <a:gd name="T8" fmla="*/ 25 w 72"/>
                  <a:gd name="T9" fmla="*/ 52 h 68"/>
                  <a:gd name="T10" fmla="*/ 72 w 72"/>
                  <a:gd name="T11" fmla="*/ 21 h 68"/>
                  <a:gd name="T12" fmla="*/ 0 w 72"/>
                  <a:gd name="T13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8">
                    <a:moveTo>
                      <a:pt x="0" y="0"/>
                    </a:moveTo>
                    <a:lnTo>
                      <a:pt x="0" y="0"/>
                    </a:lnTo>
                    <a:lnTo>
                      <a:pt x="0" y="68"/>
                    </a:lnTo>
                    <a:lnTo>
                      <a:pt x="0" y="33"/>
                    </a:lnTo>
                    <a:lnTo>
                      <a:pt x="25" y="52"/>
                    </a:lnTo>
                    <a:lnTo>
                      <a:pt x="72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3" name="Freeform 527"/>
              <p:cNvSpPr>
                <a:spLocks/>
              </p:cNvSpPr>
              <p:nvPr userDrawn="1"/>
            </p:nvSpPr>
            <p:spPr bwMode="auto">
              <a:xfrm>
                <a:off x="2209" y="1250"/>
                <a:ext cx="72" cy="68"/>
              </a:xfrm>
              <a:custGeom>
                <a:avLst/>
                <a:gdLst>
                  <a:gd name="T0" fmla="*/ 0 w 72"/>
                  <a:gd name="T1" fmla="*/ 0 h 68"/>
                  <a:gd name="T2" fmla="*/ 0 w 72"/>
                  <a:gd name="T3" fmla="*/ 0 h 68"/>
                  <a:gd name="T4" fmla="*/ 0 w 72"/>
                  <a:gd name="T5" fmla="*/ 68 h 68"/>
                  <a:gd name="T6" fmla="*/ 0 w 72"/>
                  <a:gd name="T7" fmla="*/ 33 h 68"/>
                  <a:gd name="T8" fmla="*/ 25 w 72"/>
                  <a:gd name="T9" fmla="*/ 52 h 68"/>
                  <a:gd name="T10" fmla="*/ 72 w 72"/>
                  <a:gd name="T11" fmla="*/ 21 h 68"/>
                  <a:gd name="T12" fmla="*/ 0 w 72"/>
                  <a:gd name="T13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8">
                    <a:moveTo>
                      <a:pt x="0" y="0"/>
                    </a:moveTo>
                    <a:lnTo>
                      <a:pt x="0" y="0"/>
                    </a:lnTo>
                    <a:lnTo>
                      <a:pt x="0" y="68"/>
                    </a:lnTo>
                    <a:lnTo>
                      <a:pt x="0" y="33"/>
                    </a:lnTo>
                    <a:lnTo>
                      <a:pt x="25" y="52"/>
                    </a:lnTo>
                    <a:lnTo>
                      <a:pt x="72" y="2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4" name="Freeform 528"/>
              <p:cNvSpPr>
                <a:spLocks/>
              </p:cNvSpPr>
              <p:nvPr userDrawn="1"/>
            </p:nvSpPr>
            <p:spPr bwMode="auto">
              <a:xfrm>
                <a:off x="2209" y="1400"/>
                <a:ext cx="53" cy="43"/>
              </a:xfrm>
              <a:custGeom>
                <a:avLst/>
                <a:gdLst>
                  <a:gd name="T0" fmla="*/ 25 w 53"/>
                  <a:gd name="T1" fmla="*/ 0 h 43"/>
                  <a:gd name="T2" fmla="*/ 0 w 53"/>
                  <a:gd name="T3" fmla="*/ 19 h 43"/>
                  <a:gd name="T4" fmla="*/ 53 w 53"/>
                  <a:gd name="T5" fmla="*/ 43 h 43"/>
                  <a:gd name="T6" fmla="*/ 25 w 53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43">
                    <a:moveTo>
                      <a:pt x="25" y="0"/>
                    </a:moveTo>
                    <a:lnTo>
                      <a:pt x="0" y="19"/>
                    </a:lnTo>
                    <a:lnTo>
                      <a:pt x="53" y="4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5" name="Freeform 529"/>
              <p:cNvSpPr>
                <a:spLocks/>
              </p:cNvSpPr>
              <p:nvPr userDrawn="1"/>
            </p:nvSpPr>
            <p:spPr bwMode="auto">
              <a:xfrm>
                <a:off x="2209" y="1400"/>
                <a:ext cx="53" cy="43"/>
              </a:xfrm>
              <a:custGeom>
                <a:avLst/>
                <a:gdLst>
                  <a:gd name="T0" fmla="*/ 25 w 53"/>
                  <a:gd name="T1" fmla="*/ 0 h 43"/>
                  <a:gd name="T2" fmla="*/ 0 w 53"/>
                  <a:gd name="T3" fmla="*/ 19 h 43"/>
                  <a:gd name="T4" fmla="*/ 53 w 53"/>
                  <a:gd name="T5" fmla="*/ 43 h 43"/>
                  <a:gd name="T6" fmla="*/ 25 w 53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43">
                    <a:moveTo>
                      <a:pt x="25" y="0"/>
                    </a:moveTo>
                    <a:lnTo>
                      <a:pt x="0" y="19"/>
                    </a:lnTo>
                    <a:lnTo>
                      <a:pt x="53" y="43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6" name="Freeform 530"/>
              <p:cNvSpPr>
                <a:spLocks/>
              </p:cNvSpPr>
              <p:nvPr userDrawn="1"/>
            </p:nvSpPr>
            <p:spPr bwMode="auto">
              <a:xfrm>
                <a:off x="2209" y="1419"/>
                <a:ext cx="53" cy="36"/>
              </a:xfrm>
              <a:custGeom>
                <a:avLst/>
                <a:gdLst>
                  <a:gd name="T0" fmla="*/ 0 w 53"/>
                  <a:gd name="T1" fmla="*/ 0 h 36"/>
                  <a:gd name="T2" fmla="*/ 0 w 53"/>
                  <a:gd name="T3" fmla="*/ 36 h 36"/>
                  <a:gd name="T4" fmla="*/ 53 w 53"/>
                  <a:gd name="T5" fmla="*/ 24 h 36"/>
                  <a:gd name="T6" fmla="*/ 0 w 53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6">
                    <a:moveTo>
                      <a:pt x="0" y="0"/>
                    </a:moveTo>
                    <a:lnTo>
                      <a:pt x="0" y="36"/>
                    </a:lnTo>
                    <a:lnTo>
                      <a:pt x="53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7" name="Freeform 531"/>
              <p:cNvSpPr>
                <a:spLocks/>
              </p:cNvSpPr>
              <p:nvPr userDrawn="1"/>
            </p:nvSpPr>
            <p:spPr bwMode="auto">
              <a:xfrm>
                <a:off x="2209" y="1419"/>
                <a:ext cx="53" cy="36"/>
              </a:xfrm>
              <a:custGeom>
                <a:avLst/>
                <a:gdLst>
                  <a:gd name="T0" fmla="*/ 0 w 53"/>
                  <a:gd name="T1" fmla="*/ 0 h 36"/>
                  <a:gd name="T2" fmla="*/ 0 w 53"/>
                  <a:gd name="T3" fmla="*/ 36 h 36"/>
                  <a:gd name="T4" fmla="*/ 53 w 53"/>
                  <a:gd name="T5" fmla="*/ 24 h 36"/>
                  <a:gd name="T6" fmla="*/ 0 w 53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6">
                    <a:moveTo>
                      <a:pt x="0" y="0"/>
                    </a:moveTo>
                    <a:lnTo>
                      <a:pt x="0" y="36"/>
                    </a:lnTo>
                    <a:lnTo>
                      <a:pt x="53" y="2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8" name="Freeform 532"/>
              <p:cNvSpPr>
                <a:spLocks/>
              </p:cNvSpPr>
              <p:nvPr userDrawn="1"/>
            </p:nvSpPr>
            <p:spPr bwMode="auto">
              <a:xfrm>
                <a:off x="2209" y="1364"/>
                <a:ext cx="25" cy="55"/>
              </a:xfrm>
              <a:custGeom>
                <a:avLst/>
                <a:gdLst>
                  <a:gd name="T0" fmla="*/ 0 w 25"/>
                  <a:gd name="T1" fmla="*/ 0 h 55"/>
                  <a:gd name="T2" fmla="*/ 0 w 25"/>
                  <a:gd name="T3" fmla="*/ 55 h 55"/>
                  <a:gd name="T4" fmla="*/ 25 w 25"/>
                  <a:gd name="T5" fmla="*/ 36 h 55"/>
                  <a:gd name="T6" fmla="*/ 0 w 25"/>
                  <a:gd name="T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55">
                    <a:moveTo>
                      <a:pt x="0" y="0"/>
                    </a:moveTo>
                    <a:lnTo>
                      <a:pt x="0" y="55"/>
                    </a:lnTo>
                    <a:lnTo>
                      <a:pt x="25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9" name="Freeform 533"/>
              <p:cNvSpPr>
                <a:spLocks/>
              </p:cNvSpPr>
              <p:nvPr userDrawn="1"/>
            </p:nvSpPr>
            <p:spPr bwMode="auto">
              <a:xfrm>
                <a:off x="2209" y="1364"/>
                <a:ext cx="25" cy="55"/>
              </a:xfrm>
              <a:custGeom>
                <a:avLst/>
                <a:gdLst>
                  <a:gd name="T0" fmla="*/ 0 w 25"/>
                  <a:gd name="T1" fmla="*/ 0 h 55"/>
                  <a:gd name="T2" fmla="*/ 0 w 25"/>
                  <a:gd name="T3" fmla="*/ 55 h 55"/>
                  <a:gd name="T4" fmla="*/ 25 w 25"/>
                  <a:gd name="T5" fmla="*/ 36 h 55"/>
                  <a:gd name="T6" fmla="*/ 0 w 25"/>
                  <a:gd name="T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55">
                    <a:moveTo>
                      <a:pt x="0" y="0"/>
                    </a:moveTo>
                    <a:lnTo>
                      <a:pt x="0" y="55"/>
                    </a:lnTo>
                    <a:lnTo>
                      <a:pt x="25" y="3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0" name="Freeform 534"/>
              <p:cNvSpPr>
                <a:spLocks noEditPoints="1"/>
              </p:cNvSpPr>
              <p:nvPr userDrawn="1"/>
            </p:nvSpPr>
            <p:spPr bwMode="auto">
              <a:xfrm>
                <a:off x="2262" y="1393"/>
                <a:ext cx="122" cy="92"/>
              </a:xfrm>
              <a:custGeom>
                <a:avLst/>
                <a:gdLst>
                  <a:gd name="T0" fmla="*/ 21 w 122"/>
                  <a:gd name="T1" fmla="*/ 91 h 92"/>
                  <a:gd name="T2" fmla="*/ 21 w 122"/>
                  <a:gd name="T3" fmla="*/ 92 h 92"/>
                  <a:gd name="T4" fmla="*/ 23 w 122"/>
                  <a:gd name="T5" fmla="*/ 91 h 92"/>
                  <a:gd name="T6" fmla="*/ 21 w 122"/>
                  <a:gd name="T7" fmla="*/ 91 h 92"/>
                  <a:gd name="T8" fmla="*/ 122 w 122"/>
                  <a:gd name="T9" fmla="*/ 0 h 92"/>
                  <a:gd name="T10" fmla="*/ 0 w 122"/>
                  <a:gd name="T11" fmla="*/ 50 h 92"/>
                  <a:gd name="T12" fmla="*/ 45 w 122"/>
                  <a:gd name="T13" fmla="*/ 71 h 92"/>
                  <a:gd name="T14" fmla="*/ 122 w 122"/>
                  <a:gd name="T15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2" h="92">
                    <a:moveTo>
                      <a:pt x="21" y="91"/>
                    </a:moveTo>
                    <a:lnTo>
                      <a:pt x="21" y="92"/>
                    </a:lnTo>
                    <a:lnTo>
                      <a:pt x="23" y="91"/>
                    </a:lnTo>
                    <a:lnTo>
                      <a:pt x="21" y="91"/>
                    </a:lnTo>
                    <a:close/>
                    <a:moveTo>
                      <a:pt x="122" y="0"/>
                    </a:moveTo>
                    <a:lnTo>
                      <a:pt x="0" y="50"/>
                    </a:lnTo>
                    <a:lnTo>
                      <a:pt x="45" y="71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1" name="Freeform 535"/>
              <p:cNvSpPr>
                <a:spLocks noEditPoints="1"/>
              </p:cNvSpPr>
              <p:nvPr userDrawn="1"/>
            </p:nvSpPr>
            <p:spPr bwMode="auto">
              <a:xfrm>
                <a:off x="2262" y="1393"/>
                <a:ext cx="122" cy="92"/>
              </a:xfrm>
              <a:custGeom>
                <a:avLst/>
                <a:gdLst>
                  <a:gd name="T0" fmla="*/ 21 w 122"/>
                  <a:gd name="T1" fmla="*/ 91 h 92"/>
                  <a:gd name="T2" fmla="*/ 21 w 122"/>
                  <a:gd name="T3" fmla="*/ 92 h 92"/>
                  <a:gd name="T4" fmla="*/ 23 w 122"/>
                  <a:gd name="T5" fmla="*/ 91 h 92"/>
                  <a:gd name="T6" fmla="*/ 21 w 122"/>
                  <a:gd name="T7" fmla="*/ 91 h 92"/>
                  <a:gd name="T8" fmla="*/ 122 w 122"/>
                  <a:gd name="T9" fmla="*/ 0 h 92"/>
                  <a:gd name="T10" fmla="*/ 0 w 122"/>
                  <a:gd name="T11" fmla="*/ 50 h 92"/>
                  <a:gd name="T12" fmla="*/ 45 w 122"/>
                  <a:gd name="T13" fmla="*/ 71 h 92"/>
                  <a:gd name="T14" fmla="*/ 122 w 122"/>
                  <a:gd name="T15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2" h="92">
                    <a:moveTo>
                      <a:pt x="21" y="91"/>
                    </a:moveTo>
                    <a:lnTo>
                      <a:pt x="21" y="92"/>
                    </a:lnTo>
                    <a:lnTo>
                      <a:pt x="23" y="91"/>
                    </a:lnTo>
                    <a:lnTo>
                      <a:pt x="21" y="91"/>
                    </a:lnTo>
                    <a:moveTo>
                      <a:pt x="122" y="0"/>
                    </a:moveTo>
                    <a:lnTo>
                      <a:pt x="0" y="50"/>
                    </a:lnTo>
                    <a:lnTo>
                      <a:pt x="45" y="71"/>
                    </a:lnTo>
                    <a:lnTo>
                      <a:pt x="1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2" name="Freeform 536"/>
              <p:cNvSpPr>
                <a:spLocks/>
              </p:cNvSpPr>
              <p:nvPr userDrawn="1"/>
            </p:nvSpPr>
            <p:spPr bwMode="auto">
              <a:xfrm>
                <a:off x="2262" y="1443"/>
                <a:ext cx="45" cy="41"/>
              </a:xfrm>
              <a:custGeom>
                <a:avLst/>
                <a:gdLst>
                  <a:gd name="T0" fmla="*/ 0 w 45"/>
                  <a:gd name="T1" fmla="*/ 0 h 41"/>
                  <a:gd name="T2" fmla="*/ 21 w 45"/>
                  <a:gd name="T3" fmla="*/ 41 h 41"/>
                  <a:gd name="T4" fmla="*/ 23 w 45"/>
                  <a:gd name="T5" fmla="*/ 41 h 41"/>
                  <a:gd name="T6" fmla="*/ 45 w 45"/>
                  <a:gd name="T7" fmla="*/ 21 h 41"/>
                  <a:gd name="T8" fmla="*/ 0 w 45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1">
                    <a:moveTo>
                      <a:pt x="0" y="0"/>
                    </a:moveTo>
                    <a:lnTo>
                      <a:pt x="21" y="41"/>
                    </a:lnTo>
                    <a:lnTo>
                      <a:pt x="23" y="41"/>
                    </a:lnTo>
                    <a:lnTo>
                      <a:pt x="45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3" name="Freeform 537"/>
              <p:cNvSpPr>
                <a:spLocks/>
              </p:cNvSpPr>
              <p:nvPr userDrawn="1"/>
            </p:nvSpPr>
            <p:spPr bwMode="auto">
              <a:xfrm>
                <a:off x="2262" y="1443"/>
                <a:ext cx="45" cy="41"/>
              </a:xfrm>
              <a:custGeom>
                <a:avLst/>
                <a:gdLst>
                  <a:gd name="T0" fmla="*/ 0 w 45"/>
                  <a:gd name="T1" fmla="*/ 0 h 41"/>
                  <a:gd name="T2" fmla="*/ 21 w 45"/>
                  <a:gd name="T3" fmla="*/ 41 h 41"/>
                  <a:gd name="T4" fmla="*/ 23 w 45"/>
                  <a:gd name="T5" fmla="*/ 41 h 41"/>
                  <a:gd name="T6" fmla="*/ 45 w 45"/>
                  <a:gd name="T7" fmla="*/ 21 h 41"/>
                  <a:gd name="T8" fmla="*/ 0 w 45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1">
                    <a:moveTo>
                      <a:pt x="0" y="0"/>
                    </a:moveTo>
                    <a:lnTo>
                      <a:pt x="21" y="41"/>
                    </a:lnTo>
                    <a:lnTo>
                      <a:pt x="23" y="41"/>
                    </a:lnTo>
                    <a:lnTo>
                      <a:pt x="45" y="2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4" name="Freeform 538"/>
              <p:cNvSpPr>
                <a:spLocks/>
              </p:cNvSpPr>
              <p:nvPr userDrawn="1"/>
            </p:nvSpPr>
            <p:spPr bwMode="auto">
              <a:xfrm>
                <a:off x="2620" y="1434"/>
                <a:ext cx="106" cy="51"/>
              </a:xfrm>
              <a:custGeom>
                <a:avLst/>
                <a:gdLst>
                  <a:gd name="T0" fmla="*/ 53 w 106"/>
                  <a:gd name="T1" fmla="*/ 0 h 51"/>
                  <a:gd name="T2" fmla="*/ 0 w 106"/>
                  <a:gd name="T3" fmla="*/ 36 h 51"/>
                  <a:gd name="T4" fmla="*/ 71 w 106"/>
                  <a:gd name="T5" fmla="*/ 51 h 51"/>
                  <a:gd name="T6" fmla="*/ 106 w 106"/>
                  <a:gd name="T7" fmla="*/ 27 h 51"/>
                  <a:gd name="T8" fmla="*/ 53 w 106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51">
                    <a:moveTo>
                      <a:pt x="53" y="0"/>
                    </a:moveTo>
                    <a:lnTo>
                      <a:pt x="0" y="36"/>
                    </a:lnTo>
                    <a:lnTo>
                      <a:pt x="71" y="51"/>
                    </a:lnTo>
                    <a:lnTo>
                      <a:pt x="106" y="27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5" name="Freeform 539"/>
              <p:cNvSpPr>
                <a:spLocks/>
              </p:cNvSpPr>
              <p:nvPr userDrawn="1"/>
            </p:nvSpPr>
            <p:spPr bwMode="auto">
              <a:xfrm>
                <a:off x="2620" y="1434"/>
                <a:ext cx="106" cy="51"/>
              </a:xfrm>
              <a:custGeom>
                <a:avLst/>
                <a:gdLst>
                  <a:gd name="T0" fmla="*/ 53 w 106"/>
                  <a:gd name="T1" fmla="*/ 0 h 51"/>
                  <a:gd name="T2" fmla="*/ 0 w 106"/>
                  <a:gd name="T3" fmla="*/ 36 h 51"/>
                  <a:gd name="T4" fmla="*/ 71 w 106"/>
                  <a:gd name="T5" fmla="*/ 51 h 51"/>
                  <a:gd name="T6" fmla="*/ 106 w 106"/>
                  <a:gd name="T7" fmla="*/ 27 h 51"/>
                  <a:gd name="T8" fmla="*/ 53 w 106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51">
                    <a:moveTo>
                      <a:pt x="53" y="0"/>
                    </a:moveTo>
                    <a:lnTo>
                      <a:pt x="0" y="36"/>
                    </a:lnTo>
                    <a:lnTo>
                      <a:pt x="71" y="51"/>
                    </a:lnTo>
                    <a:lnTo>
                      <a:pt x="106" y="27"/>
                    </a:lnTo>
                    <a:lnTo>
                      <a:pt x="5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6" name="Freeform 540"/>
              <p:cNvSpPr>
                <a:spLocks/>
              </p:cNvSpPr>
              <p:nvPr userDrawn="1"/>
            </p:nvSpPr>
            <p:spPr bwMode="auto">
              <a:xfrm>
                <a:off x="2691" y="1461"/>
                <a:ext cx="80" cy="24"/>
              </a:xfrm>
              <a:custGeom>
                <a:avLst/>
                <a:gdLst>
                  <a:gd name="T0" fmla="*/ 35 w 80"/>
                  <a:gd name="T1" fmla="*/ 0 h 24"/>
                  <a:gd name="T2" fmla="*/ 0 w 80"/>
                  <a:gd name="T3" fmla="*/ 24 h 24"/>
                  <a:gd name="T4" fmla="*/ 80 w 80"/>
                  <a:gd name="T5" fmla="*/ 24 h 24"/>
                  <a:gd name="T6" fmla="*/ 35 w 80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0" h="24">
                    <a:moveTo>
                      <a:pt x="35" y="0"/>
                    </a:moveTo>
                    <a:lnTo>
                      <a:pt x="0" y="24"/>
                    </a:lnTo>
                    <a:lnTo>
                      <a:pt x="80" y="2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7" name="Freeform 541"/>
              <p:cNvSpPr>
                <a:spLocks/>
              </p:cNvSpPr>
              <p:nvPr userDrawn="1"/>
            </p:nvSpPr>
            <p:spPr bwMode="auto">
              <a:xfrm>
                <a:off x="2691" y="1461"/>
                <a:ext cx="80" cy="24"/>
              </a:xfrm>
              <a:custGeom>
                <a:avLst/>
                <a:gdLst>
                  <a:gd name="T0" fmla="*/ 35 w 80"/>
                  <a:gd name="T1" fmla="*/ 0 h 24"/>
                  <a:gd name="T2" fmla="*/ 0 w 80"/>
                  <a:gd name="T3" fmla="*/ 24 h 24"/>
                  <a:gd name="T4" fmla="*/ 80 w 80"/>
                  <a:gd name="T5" fmla="*/ 24 h 24"/>
                  <a:gd name="T6" fmla="*/ 35 w 80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0" h="24">
                    <a:moveTo>
                      <a:pt x="35" y="0"/>
                    </a:moveTo>
                    <a:lnTo>
                      <a:pt x="0" y="24"/>
                    </a:lnTo>
                    <a:lnTo>
                      <a:pt x="80" y="24"/>
                    </a:lnTo>
                    <a:lnTo>
                      <a:pt x="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8" name="Freeform 542"/>
              <p:cNvSpPr>
                <a:spLocks/>
              </p:cNvSpPr>
              <p:nvPr userDrawn="1"/>
            </p:nvSpPr>
            <p:spPr bwMode="auto">
              <a:xfrm>
                <a:off x="2598" y="1470"/>
                <a:ext cx="93" cy="15"/>
              </a:xfrm>
              <a:custGeom>
                <a:avLst/>
                <a:gdLst>
                  <a:gd name="T0" fmla="*/ 22 w 93"/>
                  <a:gd name="T1" fmla="*/ 0 h 15"/>
                  <a:gd name="T2" fmla="*/ 0 w 93"/>
                  <a:gd name="T3" fmla="*/ 15 h 15"/>
                  <a:gd name="T4" fmla="*/ 93 w 93"/>
                  <a:gd name="T5" fmla="*/ 15 h 15"/>
                  <a:gd name="T6" fmla="*/ 22 w 93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3" h="15">
                    <a:moveTo>
                      <a:pt x="22" y="0"/>
                    </a:moveTo>
                    <a:lnTo>
                      <a:pt x="0" y="15"/>
                    </a:lnTo>
                    <a:lnTo>
                      <a:pt x="93" y="15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9" name="Freeform 543"/>
              <p:cNvSpPr>
                <a:spLocks/>
              </p:cNvSpPr>
              <p:nvPr userDrawn="1"/>
            </p:nvSpPr>
            <p:spPr bwMode="auto">
              <a:xfrm>
                <a:off x="2598" y="1470"/>
                <a:ext cx="93" cy="15"/>
              </a:xfrm>
              <a:custGeom>
                <a:avLst/>
                <a:gdLst>
                  <a:gd name="T0" fmla="*/ 22 w 93"/>
                  <a:gd name="T1" fmla="*/ 0 h 15"/>
                  <a:gd name="T2" fmla="*/ 0 w 93"/>
                  <a:gd name="T3" fmla="*/ 15 h 15"/>
                  <a:gd name="T4" fmla="*/ 93 w 93"/>
                  <a:gd name="T5" fmla="*/ 15 h 15"/>
                  <a:gd name="T6" fmla="*/ 22 w 93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3" h="15">
                    <a:moveTo>
                      <a:pt x="22" y="0"/>
                    </a:moveTo>
                    <a:lnTo>
                      <a:pt x="0" y="15"/>
                    </a:lnTo>
                    <a:lnTo>
                      <a:pt x="93" y="15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0" name="Freeform 544"/>
              <p:cNvSpPr>
                <a:spLocks/>
              </p:cNvSpPr>
              <p:nvPr userDrawn="1"/>
            </p:nvSpPr>
            <p:spPr bwMode="auto">
              <a:xfrm>
                <a:off x="3266" y="1153"/>
                <a:ext cx="2" cy="14"/>
              </a:xfrm>
              <a:custGeom>
                <a:avLst/>
                <a:gdLst>
                  <a:gd name="T0" fmla="*/ 1 w 2"/>
                  <a:gd name="T1" fmla="*/ 0 h 14"/>
                  <a:gd name="T2" fmla="*/ 0 w 2"/>
                  <a:gd name="T3" fmla="*/ 4 h 14"/>
                  <a:gd name="T4" fmla="*/ 2 w 2"/>
                  <a:gd name="T5" fmla="*/ 14 h 14"/>
                  <a:gd name="T6" fmla="*/ 1 w 2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4">
                    <a:moveTo>
                      <a:pt x="1" y="0"/>
                    </a:moveTo>
                    <a:lnTo>
                      <a:pt x="0" y="4"/>
                    </a:lnTo>
                    <a:lnTo>
                      <a:pt x="2" y="1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1" name="Freeform 545"/>
              <p:cNvSpPr>
                <a:spLocks/>
              </p:cNvSpPr>
              <p:nvPr userDrawn="1"/>
            </p:nvSpPr>
            <p:spPr bwMode="auto">
              <a:xfrm>
                <a:off x="3266" y="1153"/>
                <a:ext cx="2" cy="14"/>
              </a:xfrm>
              <a:custGeom>
                <a:avLst/>
                <a:gdLst>
                  <a:gd name="T0" fmla="*/ 1 w 2"/>
                  <a:gd name="T1" fmla="*/ 0 h 14"/>
                  <a:gd name="T2" fmla="*/ 0 w 2"/>
                  <a:gd name="T3" fmla="*/ 4 h 14"/>
                  <a:gd name="T4" fmla="*/ 2 w 2"/>
                  <a:gd name="T5" fmla="*/ 14 h 14"/>
                  <a:gd name="T6" fmla="*/ 1 w 2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4">
                    <a:moveTo>
                      <a:pt x="1" y="0"/>
                    </a:moveTo>
                    <a:lnTo>
                      <a:pt x="0" y="4"/>
                    </a:lnTo>
                    <a:lnTo>
                      <a:pt x="2" y="14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2" name="Freeform 546"/>
              <p:cNvSpPr>
                <a:spLocks/>
              </p:cNvSpPr>
              <p:nvPr userDrawn="1"/>
            </p:nvSpPr>
            <p:spPr bwMode="auto">
              <a:xfrm>
                <a:off x="3244" y="1157"/>
                <a:ext cx="28" cy="72"/>
              </a:xfrm>
              <a:custGeom>
                <a:avLst/>
                <a:gdLst>
                  <a:gd name="T0" fmla="*/ 22 w 28"/>
                  <a:gd name="T1" fmla="*/ 0 h 72"/>
                  <a:gd name="T2" fmla="*/ 0 w 28"/>
                  <a:gd name="T3" fmla="*/ 72 h 72"/>
                  <a:gd name="T4" fmla="*/ 28 w 28"/>
                  <a:gd name="T5" fmla="*/ 40 h 72"/>
                  <a:gd name="T6" fmla="*/ 24 w 28"/>
                  <a:gd name="T7" fmla="*/ 10 h 72"/>
                  <a:gd name="T8" fmla="*/ 22 w 28"/>
                  <a:gd name="T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72">
                    <a:moveTo>
                      <a:pt x="22" y="0"/>
                    </a:moveTo>
                    <a:lnTo>
                      <a:pt x="0" y="72"/>
                    </a:lnTo>
                    <a:lnTo>
                      <a:pt x="28" y="40"/>
                    </a:lnTo>
                    <a:lnTo>
                      <a:pt x="24" y="1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3" name="Freeform 547"/>
              <p:cNvSpPr>
                <a:spLocks/>
              </p:cNvSpPr>
              <p:nvPr userDrawn="1"/>
            </p:nvSpPr>
            <p:spPr bwMode="auto">
              <a:xfrm>
                <a:off x="3244" y="1157"/>
                <a:ext cx="28" cy="72"/>
              </a:xfrm>
              <a:custGeom>
                <a:avLst/>
                <a:gdLst>
                  <a:gd name="T0" fmla="*/ 22 w 28"/>
                  <a:gd name="T1" fmla="*/ 0 h 72"/>
                  <a:gd name="T2" fmla="*/ 0 w 28"/>
                  <a:gd name="T3" fmla="*/ 72 h 72"/>
                  <a:gd name="T4" fmla="*/ 28 w 28"/>
                  <a:gd name="T5" fmla="*/ 40 h 72"/>
                  <a:gd name="T6" fmla="*/ 24 w 28"/>
                  <a:gd name="T7" fmla="*/ 10 h 72"/>
                  <a:gd name="T8" fmla="*/ 22 w 28"/>
                  <a:gd name="T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72">
                    <a:moveTo>
                      <a:pt x="22" y="0"/>
                    </a:moveTo>
                    <a:lnTo>
                      <a:pt x="0" y="72"/>
                    </a:lnTo>
                    <a:lnTo>
                      <a:pt x="28" y="40"/>
                    </a:lnTo>
                    <a:lnTo>
                      <a:pt x="24" y="10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4" name="Freeform 548"/>
              <p:cNvSpPr>
                <a:spLocks/>
              </p:cNvSpPr>
              <p:nvPr userDrawn="1"/>
            </p:nvSpPr>
            <p:spPr bwMode="auto">
              <a:xfrm>
                <a:off x="3244" y="1197"/>
                <a:ext cx="31" cy="32"/>
              </a:xfrm>
              <a:custGeom>
                <a:avLst/>
                <a:gdLst>
                  <a:gd name="T0" fmla="*/ 28 w 31"/>
                  <a:gd name="T1" fmla="*/ 0 h 32"/>
                  <a:gd name="T2" fmla="*/ 0 w 31"/>
                  <a:gd name="T3" fmla="*/ 32 h 32"/>
                  <a:gd name="T4" fmla="*/ 31 w 31"/>
                  <a:gd name="T5" fmla="*/ 32 h 32"/>
                  <a:gd name="T6" fmla="*/ 28 w 31"/>
                  <a:gd name="T7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32">
                    <a:moveTo>
                      <a:pt x="28" y="0"/>
                    </a:moveTo>
                    <a:lnTo>
                      <a:pt x="0" y="32"/>
                    </a:lnTo>
                    <a:lnTo>
                      <a:pt x="31" y="32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5" name="Freeform 549"/>
              <p:cNvSpPr>
                <a:spLocks/>
              </p:cNvSpPr>
              <p:nvPr userDrawn="1"/>
            </p:nvSpPr>
            <p:spPr bwMode="auto">
              <a:xfrm>
                <a:off x="3244" y="1197"/>
                <a:ext cx="31" cy="32"/>
              </a:xfrm>
              <a:custGeom>
                <a:avLst/>
                <a:gdLst>
                  <a:gd name="T0" fmla="*/ 28 w 31"/>
                  <a:gd name="T1" fmla="*/ 0 h 32"/>
                  <a:gd name="T2" fmla="*/ 0 w 31"/>
                  <a:gd name="T3" fmla="*/ 32 h 32"/>
                  <a:gd name="T4" fmla="*/ 31 w 31"/>
                  <a:gd name="T5" fmla="*/ 32 h 32"/>
                  <a:gd name="T6" fmla="*/ 28 w 31"/>
                  <a:gd name="T7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32">
                    <a:moveTo>
                      <a:pt x="28" y="0"/>
                    </a:moveTo>
                    <a:lnTo>
                      <a:pt x="0" y="32"/>
                    </a:lnTo>
                    <a:lnTo>
                      <a:pt x="31" y="32"/>
                    </a:lnTo>
                    <a:lnTo>
                      <a:pt x="2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6" name="Freeform 550"/>
              <p:cNvSpPr>
                <a:spLocks noEditPoints="1"/>
              </p:cNvSpPr>
              <p:nvPr userDrawn="1"/>
            </p:nvSpPr>
            <p:spPr bwMode="auto">
              <a:xfrm>
                <a:off x="3194" y="1283"/>
                <a:ext cx="76" cy="67"/>
              </a:xfrm>
              <a:custGeom>
                <a:avLst/>
                <a:gdLst>
                  <a:gd name="T0" fmla="*/ 73 w 76"/>
                  <a:gd name="T1" fmla="*/ 16 h 67"/>
                  <a:gd name="T2" fmla="*/ 68 w 76"/>
                  <a:gd name="T3" fmla="*/ 35 h 67"/>
                  <a:gd name="T4" fmla="*/ 76 w 76"/>
                  <a:gd name="T5" fmla="*/ 16 h 67"/>
                  <a:gd name="T6" fmla="*/ 73 w 76"/>
                  <a:gd name="T7" fmla="*/ 16 h 67"/>
                  <a:gd name="T8" fmla="*/ 0 w 76"/>
                  <a:gd name="T9" fmla="*/ 0 h 67"/>
                  <a:gd name="T10" fmla="*/ 20 w 76"/>
                  <a:gd name="T11" fmla="*/ 63 h 67"/>
                  <a:gd name="T12" fmla="*/ 27 w 76"/>
                  <a:gd name="T13" fmla="*/ 51 h 67"/>
                  <a:gd name="T14" fmla="*/ 53 w 76"/>
                  <a:gd name="T15" fmla="*/ 67 h 67"/>
                  <a:gd name="T16" fmla="*/ 56 w 76"/>
                  <a:gd name="T17" fmla="*/ 62 h 67"/>
                  <a:gd name="T18" fmla="*/ 45 w 76"/>
                  <a:gd name="T19" fmla="*/ 10 h 67"/>
                  <a:gd name="T20" fmla="*/ 0 w 76"/>
                  <a:gd name="T2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67">
                    <a:moveTo>
                      <a:pt x="73" y="16"/>
                    </a:moveTo>
                    <a:lnTo>
                      <a:pt x="68" y="35"/>
                    </a:lnTo>
                    <a:lnTo>
                      <a:pt x="76" y="16"/>
                    </a:lnTo>
                    <a:lnTo>
                      <a:pt x="73" y="16"/>
                    </a:lnTo>
                    <a:close/>
                    <a:moveTo>
                      <a:pt x="0" y="0"/>
                    </a:moveTo>
                    <a:lnTo>
                      <a:pt x="20" y="63"/>
                    </a:lnTo>
                    <a:lnTo>
                      <a:pt x="27" y="51"/>
                    </a:lnTo>
                    <a:lnTo>
                      <a:pt x="53" y="67"/>
                    </a:lnTo>
                    <a:lnTo>
                      <a:pt x="56" y="62"/>
                    </a:lnTo>
                    <a:lnTo>
                      <a:pt x="45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7" name="Freeform 551"/>
              <p:cNvSpPr>
                <a:spLocks noEditPoints="1"/>
              </p:cNvSpPr>
              <p:nvPr userDrawn="1"/>
            </p:nvSpPr>
            <p:spPr bwMode="auto">
              <a:xfrm>
                <a:off x="3194" y="1283"/>
                <a:ext cx="76" cy="67"/>
              </a:xfrm>
              <a:custGeom>
                <a:avLst/>
                <a:gdLst>
                  <a:gd name="T0" fmla="*/ 73 w 76"/>
                  <a:gd name="T1" fmla="*/ 16 h 67"/>
                  <a:gd name="T2" fmla="*/ 68 w 76"/>
                  <a:gd name="T3" fmla="*/ 35 h 67"/>
                  <a:gd name="T4" fmla="*/ 76 w 76"/>
                  <a:gd name="T5" fmla="*/ 16 h 67"/>
                  <a:gd name="T6" fmla="*/ 73 w 76"/>
                  <a:gd name="T7" fmla="*/ 16 h 67"/>
                  <a:gd name="T8" fmla="*/ 0 w 76"/>
                  <a:gd name="T9" fmla="*/ 0 h 67"/>
                  <a:gd name="T10" fmla="*/ 20 w 76"/>
                  <a:gd name="T11" fmla="*/ 63 h 67"/>
                  <a:gd name="T12" fmla="*/ 27 w 76"/>
                  <a:gd name="T13" fmla="*/ 51 h 67"/>
                  <a:gd name="T14" fmla="*/ 53 w 76"/>
                  <a:gd name="T15" fmla="*/ 67 h 67"/>
                  <a:gd name="T16" fmla="*/ 56 w 76"/>
                  <a:gd name="T17" fmla="*/ 62 h 67"/>
                  <a:gd name="T18" fmla="*/ 45 w 76"/>
                  <a:gd name="T19" fmla="*/ 10 h 67"/>
                  <a:gd name="T20" fmla="*/ 0 w 76"/>
                  <a:gd name="T2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67">
                    <a:moveTo>
                      <a:pt x="73" y="16"/>
                    </a:moveTo>
                    <a:lnTo>
                      <a:pt x="68" y="35"/>
                    </a:lnTo>
                    <a:lnTo>
                      <a:pt x="76" y="16"/>
                    </a:lnTo>
                    <a:lnTo>
                      <a:pt x="73" y="16"/>
                    </a:lnTo>
                    <a:moveTo>
                      <a:pt x="0" y="0"/>
                    </a:moveTo>
                    <a:lnTo>
                      <a:pt x="20" y="63"/>
                    </a:lnTo>
                    <a:lnTo>
                      <a:pt x="27" y="51"/>
                    </a:lnTo>
                    <a:lnTo>
                      <a:pt x="53" y="67"/>
                    </a:lnTo>
                    <a:lnTo>
                      <a:pt x="56" y="62"/>
                    </a:lnTo>
                    <a:lnTo>
                      <a:pt x="45" y="1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8" name="Freeform 552"/>
              <p:cNvSpPr>
                <a:spLocks/>
              </p:cNvSpPr>
              <p:nvPr userDrawn="1"/>
            </p:nvSpPr>
            <p:spPr bwMode="auto">
              <a:xfrm>
                <a:off x="3239" y="1293"/>
                <a:ext cx="28" cy="52"/>
              </a:xfrm>
              <a:custGeom>
                <a:avLst/>
                <a:gdLst>
                  <a:gd name="T0" fmla="*/ 0 w 28"/>
                  <a:gd name="T1" fmla="*/ 0 h 52"/>
                  <a:gd name="T2" fmla="*/ 11 w 28"/>
                  <a:gd name="T3" fmla="*/ 52 h 52"/>
                  <a:gd name="T4" fmla="*/ 23 w 28"/>
                  <a:gd name="T5" fmla="*/ 25 h 52"/>
                  <a:gd name="T6" fmla="*/ 28 w 28"/>
                  <a:gd name="T7" fmla="*/ 6 h 52"/>
                  <a:gd name="T8" fmla="*/ 0 w 28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52">
                    <a:moveTo>
                      <a:pt x="0" y="0"/>
                    </a:moveTo>
                    <a:lnTo>
                      <a:pt x="11" y="52"/>
                    </a:lnTo>
                    <a:lnTo>
                      <a:pt x="23" y="25"/>
                    </a:lnTo>
                    <a:lnTo>
                      <a:pt x="28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9" name="Freeform 553"/>
              <p:cNvSpPr>
                <a:spLocks/>
              </p:cNvSpPr>
              <p:nvPr userDrawn="1"/>
            </p:nvSpPr>
            <p:spPr bwMode="auto">
              <a:xfrm>
                <a:off x="3239" y="1293"/>
                <a:ext cx="28" cy="52"/>
              </a:xfrm>
              <a:custGeom>
                <a:avLst/>
                <a:gdLst>
                  <a:gd name="T0" fmla="*/ 0 w 28"/>
                  <a:gd name="T1" fmla="*/ 0 h 52"/>
                  <a:gd name="T2" fmla="*/ 11 w 28"/>
                  <a:gd name="T3" fmla="*/ 52 h 52"/>
                  <a:gd name="T4" fmla="*/ 23 w 28"/>
                  <a:gd name="T5" fmla="*/ 25 h 52"/>
                  <a:gd name="T6" fmla="*/ 28 w 28"/>
                  <a:gd name="T7" fmla="*/ 6 h 52"/>
                  <a:gd name="T8" fmla="*/ 0 w 28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52">
                    <a:moveTo>
                      <a:pt x="0" y="0"/>
                    </a:moveTo>
                    <a:lnTo>
                      <a:pt x="11" y="52"/>
                    </a:lnTo>
                    <a:lnTo>
                      <a:pt x="23" y="25"/>
                    </a:lnTo>
                    <a:lnTo>
                      <a:pt x="28" y="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0" name="Freeform 554"/>
              <p:cNvSpPr>
                <a:spLocks/>
              </p:cNvSpPr>
              <p:nvPr userDrawn="1"/>
            </p:nvSpPr>
            <p:spPr bwMode="auto">
              <a:xfrm>
                <a:off x="3226" y="1369"/>
                <a:ext cx="14" cy="24"/>
              </a:xfrm>
              <a:custGeom>
                <a:avLst/>
                <a:gdLst>
                  <a:gd name="T0" fmla="*/ 14 w 14"/>
                  <a:gd name="T1" fmla="*/ 0 h 24"/>
                  <a:gd name="T2" fmla="*/ 0 w 14"/>
                  <a:gd name="T3" fmla="*/ 17 h 24"/>
                  <a:gd name="T4" fmla="*/ 3 w 14"/>
                  <a:gd name="T5" fmla="*/ 24 h 24"/>
                  <a:gd name="T6" fmla="*/ 14 w 14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24">
                    <a:moveTo>
                      <a:pt x="14" y="0"/>
                    </a:moveTo>
                    <a:lnTo>
                      <a:pt x="0" y="17"/>
                    </a:lnTo>
                    <a:lnTo>
                      <a:pt x="3" y="2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1" name="Freeform 555"/>
              <p:cNvSpPr>
                <a:spLocks/>
              </p:cNvSpPr>
              <p:nvPr userDrawn="1"/>
            </p:nvSpPr>
            <p:spPr bwMode="auto">
              <a:xfrm>
                <a:off x="3226" y="1369"/>
                <a:ext cx="14" cy="24"/>
              </a:xfrm>
              <a:custGeom>
                <a:avLst/>
                <a:gdLst>
                  <a:gd name="T0" fmla="*/ 14 w 14"/>
                  <a:gd name="T1" fmla="*/ 0 h 24"/>
                  <a:gd name="T2" fmla="*/ 0 w 14"/>
                  <a:gd name="T3" fmla="*/ 17 h 24"/>
                  <a:gd name="T4" fmla="*/ 3 w 14"/>
                  <a:gd name="T5" fmla="*/ 24 h 24"/>
                  <a:gd name="T6" fmla="*/ 14 w 14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24">
                    <a:moveTo>
                      <a:pt x="14" y="0"/>
                    </a:moveTo>
                    <a:lnTo>
                      <a:pt x="0" y="17"/>
                    </a:lnTo>
                    <a:lnTo>
                      <a:pt x="3" y="24"/>
                    </a:lnTo>
                    <a:lnTo>
                      <a:pt x="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2" name="Freeform 556"/>
              <p:cNvSpPr>
                <a:spLocks/>
              </p:cNvSpPr>
              <p:nvPr userDrawn="1"/>
            </p:nvSpPr>
            <p:spPr bwMode="auto">
              <a:xfrm>
                <a:off x="3223" y="1358"/>
                <a:ext cx="22" cy="28"/>
              </a:xfrm>
              <a:custGeom>
                <a:avLst/>
                <a:gdLst>
                  <a:gd name="T0" fmla="*/ 22 w 22"/>
                  <a:gd name="T1" fmla="*/ 0 h 28"/>
                  <a:gd name="T2" fmla="*/ 0 w 22"/>
                  <a:gd name="T3" fmla="*/ 14 h 28"/>
                  <a:gd name="T4" fmla="*/ 3 w 22"/>
                  <a:gd name="T5" fmla="*/ 28 h 28"/>
                  <a:gd name="T6" fmla="*/ 17 w 22"/>
                  <a:gd name="T7" fmla="*/ 11 h 28"/>
                  <a:gd name="T8" fmla="*/ 22 w 2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8">
                    <a:moveTo>
                      <a:pt x="22" y="0"/>
                    </a:moveTo>
                    <a:lnTo>
                      <a:pt x="0" y="14"/>
                    </a:lnTo>
                    <a:lnTo>
                      <a:pt x="3" y="28"/>
                    </a:lnTo>
                    <a:lnTo>
                      <a:pt x="17" y="11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3" name="Freeform 557"/>
              <p:cNvSpPr>
                <a:spLocks/>
              </p:cNvSpPr>
              <p:nvPr userDrawn="1"/>
            </p:nvSpPr>
            <p:spPr bwMode="auto">
              <a:xfrm>
                <a:off x="3223" y="1358"/>
                <a:ext cx="22" cy="28"/>
              </a:xfrm>
              <a:custGeom>
                <a:avLst/>
                <a:gdLst>
                  <a:gd name="T0" fmla="*/ 22 w 22"/>
                  <a:gd name="T1" fmla="*/ 0 h 28"/>
                  <a:gd name="T2" fmla="*/ 0 w 22"/>
                  <a:gd name="T3" fmla="*/ 14 h 28"/>
                  <a:gd name="T4" fmla="*/ 3 w 22"/>
                  <a:gd name="T5" fmla="*/ 28 h 28"/>
                  <a:gd name="T6" fmla="*/ 17 w 22"/>
                  <a:gd name="T7" fmla="*/ 11 h 28"/>
                  <a:gd name="T8" fmla="*/ 22 w 2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8">
                    <a:moveTo>
                      <a:pt x="22" y="0"/>
                    </a:moveTo>
                    <a:lnTo>
                      <a:pt x="0" y="14"/>
                    </a:lnTo>
                    <a:lnTo>
                      <a:pt x="3" y="28"/>
                    </a:lnTo>
                    <a:lnTo>
                      <a:pt x="17" y="11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4" name="Freeform 558"/>
              <p:cNvSpPr>
                <a:spLocks/>
              </p:cNvSpPr>
              <p:nvPr userDrawn="1"/>
            </p:nvSpPr>
            <p:spPr bwMode="auto">
              <a:xfrm>
                <a:off x="3214" y="1334"/>
                <a:ext cx="33" cy="38"/>
              </a:xfrm>
              <a:custGeom>
                <a:avLst/>
                <a:gdLst>
                  <a:gd name="T0" fmla="*/ 7 w 33"/>
                  <a:gd name="T1" fmla="*/ 0 h 38"/>
                  <a:gd name="T2" fmla="*/ 0 w 33"/>
                  <a:gd name="T3" fmla="*/ 12 h 38"/>
                  <a:gd name="T4" fmla="*/ 9 w 33"/>
                  <a:gd name="T5" fmla="*/ 38 h 38"/>
                  <a:gd name="T6" fmla="*/ 31 w 33"/>
                  <a:gd name="T7" fmla="*/ 24 h 38"/>
                  <a:gd name="T8" fmla="*/ 33 w 33"/>
                  <a:gd name="T9" fmla="*/ 16 h 38"/>
                  <a:gd name="T10" fmla="*/ 7 w 33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8">
                    <a:moveTo>
                      <a:pt x="7" y="0"/>
                    </a:moveTo>
                    <a:lnTo>
                      <a:pt x="0" y="12"/>
                    </a:lnTo>
                    <a:lnTo>
                      <a:pt x="9" y="38"/>
                    </a:lnTo>
                    <a:lnTo>
                      <a:pt x="31" y="24"/>
                    </a:lnTo>
                    <a:lnTo>
                      <a:pt x="33" y="1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5" name="Freeform 559"/>
              <p:cNvSpPr>
                <a:spLocks/>
              </p:cNvSpPr>
              <p:nvPr userDrawn="1"/>
            </p:nvSpPr>
            <p:spPr bwMode="auto">
              <a:xfrm>
                <a:off x="3214" y="1334"/>
                <a:ext cx="33" cy="38"/>
              </a:xfrm>
              <a:custGeom>
                <a:avLst/>
                <a:gdLst>
                  <a:gd name="T0" fmla="*/ 7 w 33"/>
                  <a:gd name="T1" fmla="*/ 0 h 38"/>
                  <a:gd name="T2" fmla="*/ 0 w 33"/>
                  <a:gd name="T3" fmla="*/ 12 h 38"/>
                  <a:gd name="T4" fmla="*/ 9 w 33"/>
                  <a:gd name="T5" fmla="*/ 38 h 38"/>
                  <a:gd name="T6" fmla="*/ 31 w 33"/>
                  <a:gd name="T7" fmla="*/ 24 h 38"/>
                  <a:gd name="T8" fmla="*/ 33 w 33"/>
                  <a:gd name="T9" fmla="*/ 16 h 38"/>
                  <a:gd name="T10" fmla="*/ 7 w 33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8">
                    <a:moveTo>
                      <a:pt x="7" y="0"/>
                    </a:moveTo>
                    <a:lnTo>
                      <a:pt x="0" y="12"/>
                    </a:lnTo>
                    <a:lnTo>
                      <a:pt x="9" y="38"/>
                    </a:lnTo>
                    <a:lnTo>
                      <a:pt x="31" y="24"/>
                    </a:lnTo>
                    <a:lnTo>
                      <a:pt x="33" y="16"/>
                    </a:lnTo>
                    <a:lnTo>
                      <a:pt x="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6" name="Freeform 560"/>
              <p:cNvSpPr>
                <a:spLocks/>
              </p:cNvSpPr>
              <p:nvPr userDrawn="1"/>
            </p:nvSpPr>
            <p:spPr bwMode="auto">
              <a:xfrm>
                <a:off x="2387" y="1323"/>
                <a:ext cx="138" cy="69"/>
              </a:xfrm>
              <a:custGeom>
                <a:avLst/>
                <a:gdLst>
                  <a:gd name="T0" fmla="*/ 77 w 138"/>
                  <a:gd name="T1" fmla="*/ 0 h 69"/>
                  <a:gd name="T2" fmla="*/ 0 w 138"/>
                  <a:gd name="T3" fmla="*/ 69 h 69"/>
                  <a:gd name="T4" fmla="*/ 138 w 138"/>
                  <a:gd name="T5" fmla="*/ 49 h 69"/>
                  <a:gd name="T6" fmla="*/ 77 w 138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69">
                    <a:moveTo>
                      <a:pt x="77" y="0"/>
                    </a:moveTo>
                    <a:lnTo>
                      <a:pt x="0" y="69"/>
                    </a:lnTo>
                    <a:lnTo>
                      <a:pt x="138" y="49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7" name="Freeform 561"/>
              <p:cNvSpPr>
                <a:spLocks/>
              </p:cNvSpPr>
              <p:nvPr userDrawn="1"/>
            </p:nvSpPr>
            <p:spPr bwMode="auto">
              <a:xfrm>
                <a:off x="2387" y="1323"/>
                <a:ext cx="138" cy="69"/>
              </a:xfrm>
              <a:custGeom>
                <a:avLst/>
                <a:gdLst>
                  <a:gd name="T0" fmla="*/ 77 w 138"/>
                  <a:gd name="T1" fmla="*/ 0 h 69"/>
                  <a:gd name="T2" fmla="*/ 0 w 138"/>
                  <a:gd name="T3" fmla="*/ 69 h 69"/>
                  <a:gd name="T4" fmla="*/ 138 w 138"/>
                  <a:gd name="T5" fmla="*/ 49 h 69"/>
                  <a:gd name="T6" fmla="*/ 77 w 138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69">
                    <a:moveTo>
                      <a:pt x="77" y="0"/>
                    </a:moveTo>
                    <a:lnTo>
                      <a:pt x="0" y="69"/>
                    </a:lnTo>
                    <a:lnTo>
                      <a:pt x="138" y="49"/>
                    </a:lnTo>
                    <a:lnTo>
                      <a:pt x="7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8" name="Freeform 562"/>
              <p:cNvSpPr>
                <a:spLocks/>
              </p:cNvSpPr>
              <p:nvPr userDrawn="1"/>
            </p:nvSpPr>
            <p:spPr bwMode="auto">
              <a:xfrm>
                <a:off x="2197" y="1122"/>
                <a:ext cx="142" cy="125"/>
              </a:xfrm>
              <a:custGeom>
                <a:avLst/>
                <a:gdLst>
                  <a:gd name="T0" fmla="*/ 0 w 142"/>
                  <a:gd name="T1" fmla="*/ 0 h 125"/>
                  <a:gd name="T2" fmla="*/ 119 w 142"/>
                  <a:gd name="T3" fmla="*/ 125 h 125"/>
                  <a:gd name="T4" fmla="*/ 142 w 142"/>
                  <a:gd name="T5" fmla="*/ 54 h 125"/>
                  <a:gd name="T6" fmla="*/ 79 w 142"/>
                  <a:gd name="T7" fmla="*/ 30 h 125"/>
                  <a:gd name="T8" fmla="*/ 65 w 142"/>
                  <a:gd name="T9" fmla="*/ 70 h 125"/>
                  <a:gd name="T10" fmla="*/ 0 w 142"/>
                  <a:gd name="T11" fmla="*/ 0 h 125"/>
                  <a:gd name="T12" fmla="*/ 0 w 142"/>
                  <a:gd name="T1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125">
                    <a:moveTo>
                      <a:pt x="0" y="0"/>
                    </a:moveTo>
                    <a:lnTo>
                      <a:pt x="119" y="125"/>
                    </a:lnTo>
                    <a:lnTo>
                      <a:pt x="142" y="54"/>
                    </a:lnTo>
                    <a:lnTo>
                      <a:pt x="79" y="30"/>
                    </a:lnTo>
                    <a:lnTo>
                      <a:pt x="65" y="7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9" name="Freeform 563"/>
              <p:cNvSpPr>
                <a:spLocks/>
              </p:cNvSpPr>
              <p:nvPr userDrawn="1"/>
            </p:nvSpPr>
            <p:spPr bwMode="auto">
              <a:xfrm>
                <a:off x="2197" y="1122"/>
                <a:ext cx="142" cy="125"/>
              </a:xfrm>
              <a:custGeom>
                <a:avLst/>
                <a:gdLst>
                  <a:gd name="T0" fmla="*/ 0 w 142"/>
                  <a:gd name="T1" fmla="*/ 0 h 125"/>
                  <a:gd name="T2" fmla="*/ 119 w 142"/>
                  <a:gd name="T3" fmla="*/ 125 h 125"/>
                  <a:gd name="T4" fmla="*/ 142 w 142"/>
                  <a:gd name="T5" fmla="*/ 54 h 125"/>
                  <a:gd name="T6" fmla="*/ 79 w 142"/>
                  <a:gd name="T7" fmla="*/ 30 h 125"/>
                  <a:gd name="T8" fmla="*/ 65 w 142"/>
                  <a:gd name="T9" fmla="*/ 70 h 125"/>
                  <a:gd name="T10" fmla="*/ 0 w 142"/>
                  <a:gd name="T11" fmla="*/ 0 h 125"/>
                  <a:gd name="T12" fmla="*/ 0 w 142"/>
                  <a:gd name="T1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125">
                    <a:moveTo>
                      <a:pt x="0" y="0"/>
                    </a:moveTo>
                    <a:lnTo>
                      <a:pt x="119" y="125"/>
                    </a:lnTo>
                    <a:lnTo>
                      <a:pt x="142" y="54"/>
                    </a:lnTo>
                    <a:lnTo>
                      <a:pt x="79" y="30"/>
                    </a:lnTo>
                    <a:lnTo>
                      <a:pt x="65" y="7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0" name="Freeform 564"/>
              <p:cNvSpPr>
                <a:spLocks/>
              </p:cNvSpPr>
              <p:nvPr userDrawn="1"/>
            </p:nvSpPr>
            <p:spPr bwMode="auto">
              <a:xfrm>
                <a:off x="1972" y="885"/>
                <a:ext cx="89" cy="62"/>
              </a:xfrm>
              <a:custGeom>
                <a:avLst/>
                <a:gdLst>
                  <a:gd name="T0" fmla="*/ 0 w 89"/>
                  <a:gd name="T1" fmla="*/ 0 h 62"/>
                  <a:gd name="T2" fmla="*/ 55 w 89"/>
                  <a:gd name="T3" fmla="*/ 57 h 62"/>
                  <a:gd name="T4" fmla="*/ 89 w 89"/>
                  <a:gd name="T5" fmla="*/ 62 h 62"/>
                  <a:gd name="T6" fmla="*/ 61 w 89"/>
                  <a:gd name="T7" fmla="*/ 7 h 62"/>
                  <a:gd name="T8" fmla="*/ 0 w 89"/>
                  <a:gd name="T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62">
                    <a:moveTo>
                      <a:pt x="0" y="0"/>
                    </a:moveTo>
                    <a:lnTo>
                      <a:pt x="55" y="57"/>
                    </a:lnTo>
                    <a:lnTo>
                      <a:pt x="89" y="62"/>
                    </a:lnTo>
                    <a:lnTo>
                      <a:pt x="61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1" name="Freeform 565"/>
              <p:cNvSpPr>
                <a:spLocks/>
              </p:cNvSpPr>
              <p:nvPr userDrawn="1"/>
            </p:nvSpPr>
            <p:spPr bwMode="auto">
              <a:xfrm>
                <a:off x="1972" y="885"/>
                <a:ext cx="89" cy="62"/>
              </a:xfrm>
              <a:custGeom>
                <a:avLst/>
                <a:gdLst>
                  <a:gd name="T0" fmla="*/ 0 w 89"/>
                  <a:gd name="T1" fmla="*/ 0 h 62"/>
                  <a:gd name="T2" fmla="*/ 55 w 89"/>
                  <a:gd name="T3" fmla="*/ 57 h 62"/>
                  <a:gd name="T4" fmla="*/ 89 w 89"/>
                  <a:gd name="T5" fmla="*/ 62 h 62"/>
                  <a:gd name="T6" fmla="*/ 61 w 89"/>
                  <a:gd name="T7" fmla="*/ 7 h 62"/>
                  <a:gd name="T8" fmla="*/ 0 w 89"/>
                  <a:gd name="T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62">
                    <a:moveTo>
                      <a:pt x="0" y="0"/>
                    </a:moveTo>
                    <a:lnTo>
                      <a:pt x="55" y="57"/>
                    </a:lnTo>
                    <a:lnTo>
                      <a:pt x="89" y="62"/>
                    </a:lnTo>
                    <a:lnTo>
                      <a:pt x="61" y="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2" name="Freeform 566"/>
              <p:cNvSpPr>
                <a:spLocks/>
              </p:cNvSpPr>
              <p:nvPr userDrawn="1"/>
            </p:nvSpPr>
            <p:spPr bwMode="auto">
              <a:xfrm>
                <a:off x="2025" y="942"/>
                <a:ext cx="121" cy="127"/>
              </a:xfrm>
              <a:custGeom>
                <a:avLst/>
                <a:gdLst>
                  <a:gd name="T0" fmla="*/ 0 w 98"/>
                  <a:gd name="T1" fmla="*/ 0 h 103"/>
                  <a:gd name="T2" fmla="*/ 98 w 98"/>
                  <a:gd name="T3" fmla="*/ 103 h 103"/>
                  <a:gd name="T4" fmla="*/ 96 w 98"/>
                  <a:gd name="T5" fmla="*/ 100 h 103"/>
                  <a:gd name="T6" fmla="*/ 55 w 98"/>
                  <a:gd name="T7" fmla="*/ 56 h 103"/>
                  <a:gd name="T8" fmla="*/ 73 w 98"/>
                  <a:gd name="T9" fmla="*/ 53 h 103"/>
                  <a:gd name="T10" fmla="*/ 50 w 98"/>
                  <a:gd name="T11" fmla="*/ 7 h 103"/>
                  <a:gd name="T12" fmla="*/ 29 w 98"/>
                  <a:gd name="T13" fmla="*/ 4 h 103"/>
                  <a:gd name="T14" fmla="*/ 55 w 98"/>
                  <a:gd name="T15" fmla="*/ 56 h 103"/>
                  <a:gd name="T16" fmla="*/ 2 w 98"/>
                  <a:gd name="T17" fmla="*/ 0 h 103"/>
                  <a:gd name="T18" fmla="*/ 0 w 98"/>
                  <a:gd name="T19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8" h="103">
                    <a:moveTo>
                      <a:pt x="0" y="0"/>
                    </a:moveTo>
                    <a:cubicBezTo>
                      <a:pt x="98" y="103"/>
                      <a:pt x="98" y="103"/>
                      <a:pt x="98" y="103"/>
                    </a:cubicBezTo>
                    <a:cubicBezTo>
                      <a:pt x="96" y="100"/>
                      <a:pt x="96" y="100"/>
                      <a:pt x="96" y="100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61" y="55"/>
                      <a:pt x="67" y="54"/>
                      <a:pt x="73" y="5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3" name="Freeform 567"/>
              <p:cNvSpPr>
                <a:spLocks/>
              </p:cNvSpPr>
              <p:nvPr userDrawn="1"/>
            </p:nvSpPr>
            <p:spPr bwMode="auto">
              <a:xfrm>
                <a:off x="2027" y="942"/>
                <a:ext cx="66" cy="69"/>
              </a:xfrm>
              <a:custGeom>
                <a:avLst/>
                <a:gdLst>
                  <a:gd name="T0" fmla="*/ 0 w 66"/>
                  <a:gd name="T1" fmla="*/ 0 h 69"/>
                  <a:gd name="T2" fmla="*/ 66 w 66"/>
                  <a:gd name="T3" fmla="*/ 69 h 69"/>
                  <a:gd name="T4" fmla="*/ 34 w 66"/>
                  <a:gd name="T5" fmla="*/ 5 h 69"/>
                  <a:gd name="T6" fmla="*/ 0 w 66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69">
                    <a:moveTo>
                      <a:pt x="0" y="0"/>
                    </a:moveTo>
                    <a:lnTo>
                      <a:pt x="66" y="69"/>
                    </a:lnTo>
                    <a:lnTo>
                      <a:pt x="34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4" name="Freeform 568"/>
              <p:cNvSpPr>
                <a:spLocks/>
              </p:cNvSpPr>
              <p:nvPr userDrawn="1"/>
            </p:nvSpPr>
            <p:spPr bwMode="auto">
              <a:xfrm>
                <a:off x="2027" y="942"/>
                <a:ext cx="66" cy="69"/>
              </a:xfrm>
              <a:custGeom>
                <a:avLst/>
                <a:gdLst>
                  <a:gd name="T0" fmla="*/ 0 w 66"/>
                  <a:gd name="T1" fmla="*/ 0 h 69"/>
                  <a:gd name="T2" fmla="*/ 66 w 66"/>
                  <a:gd name="T3" fmla="*/ 69 h 69"/>
                  <a:gd name="T4" fmla="*/ 34 w 66"/>
                  <a:gd name="T5" fmla="*/ 5 h 69"/>
                  <a:gd name="T6" fmla="*/ 0 w 66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69">
                    <a:moveTo>
                      <a:pt x="0" y="0"/>
                    </a:moveTo>
                    <a:lnTo>
                      <a:pt x="66" y="69"/>
                    </a:lnTo>
                    <a:lnTo>
                      <a:pt x="34" y="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5" name="Freeform 569"/>
              <p:cNvSpPr>
                <a:spLocks/>
              </p:cNvSpPr>
              <p:nvPr userDrawn="1"/>
            </p:nvSpPr>
            <p:spPr bwMode="auto">
              <a:xfrm>
                <a:off x="2152" y="1075"/>
                <a:ext cx="147" cy="77"/>
              </a:xfrm>
              <a:custGeom>
                <a:avLst/>
                <a:gdLst>
                  <a:gd name="T0" fmla="*/ 0 w 147"/>
                  <a:gd name="T1" fmla="*/ 0 h 77"/>
                  <a:gd name="T2" fmla="*/ 45 w 147"/>
                  <a:gd name="T3" fmla="*/ 47 h 77"/>
                  <a:gd name="T4" fmla="*/ 124 w 147"/>
                  <a:gd name="T5" fmla="*/ 77 h 77"/>
                  <a:gd name="T6" fmla="*/ 147 w 147"/>
                  <a:gd name="T7" fmla="*/ 3 h 77"/>
                  <a:gd name="T8" fmla="*/ 0 w 147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77">
                    <a:moveTo>
                      <a:pt x="0" y="0"/>
                    </a:moveTo>
                    <a:lnTo>
                      <a:pt x="45" y="47"/>
                    </a:lnTo>
                    <a:lnTo>
                      <a:pt x="124" y="77"/>
                    </a:lnTo>
                    <a:lnTo>
                      <a:pt x="147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6" name="Freeform 570"/>
              <p:cNvSpPr>
                <a:spLocks/>
              </p:cNvSpPr>
              <p:nvPr userDrawn="1"/>
            </p:nvSpPr>
            <p:spPr bwMode="auto">
              <a:xfrm>
                <a:off x="2152" y="1075"/>
                <a:ext cx="147" cy="77"/>
              </a:xfrm>
              <a:custGeom>
                <a:avLst/>
                <a:gdLst>
                  <a:gd name="T0" fmla="*/ 0 w 147"/>
                  <a:gd name="T1" fmla="*/ 0 h 77"/>
                  <a:gd name="T2" fmla="*/ 45 w 147"/>
                  <a:gd name="T3" fmla="*/ 47 h 77"/>
                  <a:gd name="T4" fmla="*/ 124 w 147"/>
                  <a:gd name="T5" fmla="*/ 77 h 77"/>
                  <a:gd name="T6" fmla="*/ 147 w 147"/>
                  <a:gd name="T7" fmla="*/ 3 h 77"/>
                  <a:gd name="T8" fmla="*/ 0 w 147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77">
                    <a:moveTo>
                      <a:pt x="0" y="0"/>
                    </a:moveTo>
                    <a:lnTo>
                      <a:pt x="45" y="47"/>
                    </a:lnTo>
                    <a:lnTo>
                      <a:pt x="124" y="77"/>
                    </a:lnTo>
                    <a:lnTo>
                      <a:pt x="147" y="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7" name="Freeform 571"/>
              <p:cNvSpPr>
                <a:spLocks/>
              </p:cNvSpPr>
              <p:nvPr userDrawn="1"/>
            </p:nvSpPr>
            <p:spPr bwMode="auto">
              <a:xfrm>
                <a:off x="2197" y="1122"/>
                <a:ext cx="79" cy="70"/>
              </a:xfrm>
              <a:custGeom>
                <a:avLst/>
                <a:gdLst>
                  <a:gd name="T0" fmla="*/ 0 w 79"/>
                  <a:gd name="T1" fmla="*/ 0 h 70"/>
                  <a:gd name="T2" fmla="*/ 65 w 79"/>
                  <a:gd name="T3" fmla="*/ 70 h 70"/>
                  <a:gd name="T4" fmla="*/ 79 w 79"/>
                  <a:gd name="T5" fmla="*/ 30 h 70"/>
                  <a:gd name="T6" fmla="*/ 0 w 79"/>
                  <a:gd name="T7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9" h="70">
                    <a:moveTo>
                      <a:pt x="0" y="0"/>
                    </a:moveTo>
                    <a:lnTo>
                      <a:pt x="65" y="70"/>
                    </a:lnTo>
                    <a:lnTo>
                      <a:pt x="79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8" name="Freeform 572"/>
              <p:cNvSpPr>
                <a:spLocks/>
              </p:cNvSpPr>
              <p:nvPr userDrawn="1"/>
            </p:nvSpPr>
            <p:spPr bwMode="auto">
              <a:xfrm>
                <a:off x="2197" y="1122"/>
                <a:ext cx="79" cy="70"/>
              </a:xfrm>
              <a:custGeom>
                <a:avLst/>
                <a:gdLst>
                  <a:gd name="T0" fmla="*/ 0 w 79"/>
                  <a:gd name="T1" fmla="*/ 0 h 70"/>
                  <a:gd name="T2" fmla="*/ 65 w 79"/>
                  <a:gd name="T3" fmla="*/ 70 h 70"/>
                  <a:gd name="T4" fmla="*/ 79 w 79"/>
                  <a:gd name="T5" fmla="*/ 30 h 70"/>
                  <a:gd name="T6" fmla="*/ 0 w 79"/>
                  <a:gd name="T7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9" h="70">
                    <a:moveTo>
                      <a:pt x="0" y="0"/>
                    </a:moveTo>
                    <a:lnTo>
                      <a:pt x="65" y="70"/>
                    </a:lnTo>
                    <a:lnTo>
                      <a:pt x="79" y="3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9" name="Freeform 573"/>
              <p:cNvSpPr>
                <a:spLocks/>
              </p:cNvSpPr>
              <p:nvPr userDrawn="1"/>
            </p:nvSpPr>
            <p:spPr bwMode="auto">
              <a:xfrm>
                <a:off x="2209" y="1302"/>
                <a:ext cx="74" cy="48"/>
              </a:xfrm>
              <a:custGeom>
                <a:avLst/>
                <a:gdLst>
                  <a:gd name="T0" fmla="*/ 25 w 74"/>
                  <a:gd name="T1" fmla="*/ 0 h 48"/>
                  <a:gd name="T2" fmla="*/ 0 w 74"/>
                  <a:gd name="T3" fmla="*/ 16 h 48"/>
                  <a:gd name="T4" fmla="*/ 40 w 74"/>
                  <a:gd name="T5" fmla="*/ 48 h 48"/>
                  <a:gd name="T6" fmla="*/ 74 w 74"/>
                  <a:gd name="T7" fmla="*/ 36 h 48"/>
                  <a:gd name="T8" fmla="*/ 25 w 74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48">
                    <a:moveTo>
                      <a:pt x="25" y="0"/>
                    </a:moveTo>
                    <a:lnTo>
                      <a:pt x="0" y="16"/>
                    </a:lnTo>
                    <a:lnTo>
                      <a:pt x="40" y="48"/>
                    </a:lnTo>
                    <a:lnTo>
                      <a:pt x="74" y="3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0" name="Freeform 574"/>
              <p:cNvSpPr>
                <a:spLocks/>
              </p:cNvSpPr>
              <p:nvPr userDrawn="1"/>
            </p:nvSpPr>
            <p:spPr bwMode="auto">
              <a:xfrm>
                <a:off x="2209" y="1302"/>
                <a:ext cx="74" cy="48"/>
              </a:xfrm>
              <a:custGeom>
                <a:avLst/>
                <a:gdLst>
                  <a:gd name="T0" fmla="*/ 25 w 74"/>
                  <a:gd name="T1" fmla="*/ 0 h 48"/>
                  <a:gd name="T2" fmla="*/ 0 w 74"/>
                  <a:gd name="T3" fmla="*/ 16 h 48"/>
                  <a:gd name="T4" fmla="*/ 40 w 74"/>
                  <a:gd name="T5" fmla="*/ 48 h 48"/>
                  <a:gd name="T6" fmla="*/ 74 w 74"/>
                  <a:gd name="T7" fmla="*/ 36 h 48"/>
                  <a:gd name="T8" fmla="*/ 25 w 74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48">
                    <a:moveTo>
                      <a:pt x="25" y="0"/>
                    </a:moveTo>
                    <a:lnTo>
                      <a:pt x="0" y="16"/>
                    </a:lnTo>
                    <a:lnTo>
                      <a:pt x="40" y="48"/>
                    </a:lnTo>
                    <a:lnTo>
                      <a:pt x="74" y="36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1" name="Freeform 575"/>
              <p:cNvSpPr>
                <a:spLocks/>
              </p:cNvSpPr>
              <p:nvPr userDrawn="1"/>
            </p:nvSpPr>
            <p:spPr bwMode="auto">
              <a:xfrm>
                <a:off x="2209" y="1318"/>
                <a:ext cx="40" cy="46"/>
              </a:xfrm>
              <a:custGeom>
                <a:avLst/>
                <a:gdLst>
                  <a:gd name="T0" fmla="*/ 0 w 40"/>
                  <a:gd name="T1" fmla="*/ 0 h 46"/>
                  <a:gd name="T2" fmla="*/ 0 w 40"/>
                  <a:gd name="T3" fmla="*/ 46 h 46"/>
                  <a:gd name="T4" fmla="*/ 40 w 40"/>
                  <a:gd name="T5" fmla="*/ 32 h 46"/>
                  <a:gd name="T6" fmla="*/ 0 w 40"/>
                  <a:gd name="T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46">
                    <a:moveTo>
                      <a:pt x="0" y="0"/>
                    </a:moveTo>
                    <a:lnTo>
                      <a:pt x="0" y="46"/>
                    </a:lnTo>
                    <a:lnTo>
                      <a:pt x="40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2" name="Freeform 576"/>
              <p:cNvSpPr>
                <a:spLocks/>
              </p:cNvSpPr>
              <p:nvPr userDrawn="1"/>
            </p:nvSpPr>
            <p:spPr bwMode="auto">
              <a:xfrm>
                <a:off x="2209" y="1318"/>
                <a:ext cx="40" cy="46"/>
              </a:xfrm>
              <a:custGeom>
                <a:avLst/>
                <a:gdLst>
                  <a:gd name="T0" fmla="*/ 0 w 40"/>
                  <a:gd name="T1" fmla="*/ 0 h 46"/>
                  <a:gd name="T2" fmla="*/ 0 w 40"/>
                  <a:gd name="T3" fmla="*/ 46 h 46"/>
                  <a:gd name="T4" fmla="*/ 40 w 40"/>
                  <a:gd name="T5" fmla="*/ 32 h 46"/>
                  <a:gd name="T6" fmla="*/ 0 w 40"/>
                  <a:gd name="T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46">
                    <a:moveTo>
                      <a:pt x="0" y="0"/>
                    </a:moveTo>
                    <a:lnTo>
                      <a:pt x="0" y="46"/>
                    </a:lnTo>
                    <a:lnTo>
                      <a:pt x="40" y="3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3" name="Freeform 577"/>
              <p:cNvSpPr>
                <a:spLocks/>
              </p:cNvSpPr>
              <p:nvPr userDrawn="1"/>
            </p:nvSpPr>
            <p:spPr bwMode="auto">
              <a:xfrm>
                <a:off x="2209" y="1283"/>
                <a:ext cx="25" cy="35"/>
              </a:xfrm>
              <a:custGeom>
                <a:avLst/>
                <a:gdLst>
                  <a:gd name="T0" fmla="*/ 0 w 25"/>
                  <a:gd name="T1" fmla="*/ 0 h 35"/>
                  <a:gd name="T2" fmla="*/ 0 w 25"/>
                  <a:gd name="T3" fmla="*/ 35 h 35"/>
                  <a:gd name="T4" fmla="*/ 25 w 25"/>
                  <a:gd name="T5" fmla="*/ 19 h 35"/>
                  <a:gd name="T6" fmla="*/ 0 w 25"/>
                  <a:gd name="T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35">
                    <a:moveTo>
                      <a:pt x="0" y="0"/>
                    </a:moveTo>
                    <a:lnTo>
                      <a:pt x="0" y="35"/>
                    </a:lnTo>
                    <a:lnTo>
                      <a:pt x="25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4" name="Freeform 578"/>
              <p:cNvSpPr>
                <a:spLocks/>
              </p:cNvSpPr>
              <p:nvPr userDrawn="1"/>
            </p:nvSpPr>
            <p:spPr bwMode="auto">
              <a:xfrm>
                <a:off x="2209" y="1283"/>
                <a:ext cx="25" cy="35"/>
              </a:xfrm>
              <a:custGeom>
                <a:avLst/>
                <a:gdLst>
                  <a:gd name="T0" fmla="*/ 0 w 25"/>
                  <a:gd name="T1" fmla="*/ 0 h 35"/>
                  <a:gd name="T2" fmla="*/ 0 w 25"/>
                  <a:gd name="T3" fmla="*/ 35 h 35"/>
                  <a:gd name="T4" fmla="*/ 25 w 25"/>
                  <a:gd name="T5" fmla="*/ 19 h 35"/>
                  <a:gd name="T6" fmla="*/ 0 w 25"/>
                  <a:gd name="T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35">
                    <a:moveTo>
                      <a:pt x="0" y="0"/>
                    </a:moveTo>
                    <a:lnTo>
                      <a:pt x="0" y="35"/>
                    </a:lnTo>
                    <a:lnTo>
                      <a:pt x="25" y="1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5" name="Freeform 579"/>
              <p:cNvSpPr>
                <a:spLocks/>
              </p:cNvSpPr>
              <p:nvPr userDrawn="1"/>
            </p:nvSpPr>
            <p:spPr bwMode="auto">
              <a:xfrm>
                <a:off x="2115" y="997"/>
                <a:ext cx="52" cy="78"/>
              </a:xfrm>
              <a:custGeom>
                <a:avLst/>
                <a:gdLst>
                  <a:gd name="T0" fmla="*/ 42 w 42"/>
                  <a:gd name="T1" fmla="*/ 0 h 63"/>
                  <a:gd name="T2" fmla="*/ 0 w 42"/>
                  <a:gd name="T3" fmla="*/ 8 h 63"/>
                  <a:gd name="T4" fmla="*/ 23 w 42"/>
                  <a:gd name="T5" fmla="*/ 55 h 63"/>
                  <a:gd name="T6" fmla="*/ 30 w 42"/>
                  <a:gd name="T7" fmla="*/ 63 h 63"/>
                  <a:gd name="T8" fmla="*/ 42 w 42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63">
                    <a:moveTo>
                      <a:pt x="42" y="0"/>
                    </a:moveTo>
                    <a:cubicBezTo>
                      <a:pt x="28" y="2"/>
                      <a:pt x="14" y="5"/>
                      <a:pt x="0" y="8"/>
                    </a:cubicBezTo>
                    <a:cubicBezTo>
                      <a:pt x="23" y="55"/>
                      <a:pt x="23" y="55"/>
                      <a:pt x="23" y="55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4" y="42"/>
                      <a:pt x="38" y="21"/>
                      <a:pt x="4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6" name="Freeform 580"/>
              <p:cNvSpPr>
                <a:spLocks/>
              </p:cNvSpPr>
              <p:nvPr userDrawn="1"/>
            </p:nvSpPr>
            <p:spPr bwMode="auto">
              <a:xfrm>
                <a:off x="2093" y="1007"/>
                <a:ext cx="51" cy="58"/>
              </a:xfrm>
              <a:custGeom>
                <a:avLst/>
                <a:gdLst>
                  <a:gd name="T0" fmla="*/ 18 w 41"/>
                  <a:gd name="T1" fmla="*/ 0 h 47"/>
                  <a:gd name="T2" fmla="*/ 0 w 41"/>
                  <a:gd name="T3" fmla="*/ 3 h 47"/>
                  <a:gd name="T4" fmla="*/ 41 w 41"/>
                  <a:gd name="T5" fmla="*/ 47 h 47"/>
                  <a:gd name="T6" fmla="*/ 18 w 41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47">
                    <a:moveTo>
                      <a:pt x="18" y="0"/>
                    </a:moveTo>
                    <a:cubicBezTo>
                      <a:pt x="12" y="1"/>
                      <a:pt x="6" y="2"/>
                      <a:pt x="0" y="3"/>
                    </a:cubicBezTo>
                    <a:cubicBezTo>
                      <a:pt x="41" y="47"/>
                      <a:pt x="41" y="47"/>
                      <a:pt x="41" y="47"/>
                    </a:cubicBezTo>
                    <a:cubicBezTo>
                      <a:pt x="18" y="0"/>
                      <a:pt x="18" y="0"/>
                      <a:pt x="18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7" name="Freeform 581"/>
              <p:cNvSpPr>
                <a:spLocks/>
              </p:cNvSpPr>
              <p:nvPr userDrawn="1"/>
            </p:nvSpPr>
            <p:spPr bwMode="auto">
              <a:xfrm>
                <a:off x="2209" y="1247"/>
                <a:ext cx="130" cy="40"/>
              </a:xfrm>
              <a:custGeom>
                <a:avLst/>
                <a:gdLst>
                  <a:gd name="T0" fmla="*/ 107 w 130"/>
                  <a:gd name="T1" fmla="*/ 0 h 40"/>
                  <a:gd name="T2" fmla="*/ 107 w 130"/>
                  <a:gd name="T3" fmla="*/ 0 h 40"/>
                  <a:gd name="T4" fmla="*/ 0 w 130"/>
                  <a:gd name="T5" fmla="*/ 3 h 40"/>
                  <a:gd name="T6" fmla="*/ 107 w 130"/>
                  <a:gd name="T7" fmla="*/ 0 h 40"/>
                  <a:gd name="T8" fmla="*/ 72 w 130"/>
                  <a:gd name="T9" fmla="*/ 24 h 40"/>
                  <a:gd name="T10" fmla="*/ 130 w 130"/>
                  <a:gd name="T11" fmla="*/ 40 h 40"/>
                  <a:gd name="T12" fmla="*/ 107 w 130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0" h="40">
                    <a:moveTo>
                      <a:pt x="107" y="0"/>
                    </a:moveTo>
                    <a:lnTo>
                      <a:pt x="107" y="0"/>
                    </a:lnTo>
                    <a:lnTo>
                      <a:pt x="0" y="3"/>
                    </a:lnTo>
                    <a:lnTo>
                      <a:pt x="107" y="0"/>
                    </a:lnTo>
                    <a:lnTo>
                      <a:pt x="72" y="24"/>
                    </a:lnTo>
                    <a:lnTo>
                      <a:pt x="130" y="4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8" name="Freeform 582"/>
              <p:cNvSpPr>
                <a:spLocks/>
              </p:cNvSpPr>
              <p:nvPr userDrawn="1"/>
            </p:nvSpPr>
            <p:spPr bwMode="auto">
              <a:xfrm>
                <a:off x="2209" y="1247"/>
                <a:ext cx="130" cy="40"/>
              </a:xfrm>
              <a:custGeom>
                <a:avLst/>
                <a:gdLst>
                  <a:gd name="T0" fmla="*/ 107 w 130"/>
                  <a:gd name="T1" fmla="*/ 0 h 40"/>
                  <a:gd name="T2" fmla="*/ 107 w 130"/>
                  <a:gd name="T3" fmla="*/ 0 h 40"/>
                  <a:gd name="T4" fmla="*/ 0 w 130"/>
                  <a:gd name="T5" fmla="*/ 3 h 40"/>
                  <a:gd name="T6" fmla="*/ 107 w 130"/>
                  <a:gd name="T7" fmla="*/ 0 h 40"/>
                  <a:gd name="T8" fmla="*/ 72 w 130"/>
                  <a:gd name="T9" fmla="*/ 24 h 40"/>
                  <a:gd name="T10" fmla="*/ 130 w 130"/>
                  <a:gd name="T11" fmla="*/ 40 h 40"/>
                  <a:gd name="T12" fmla="*/ 107 w 130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0" h="40">
                    <a:moveTo>
                      <a:pt x="107" y="0"/>
                    </a:moveTo>
                    <a:lnTo>
                      <a:pt x="107" y="0"/>
                    </a:lnTo>
                    <a:lnTo>
                      <a:pt x="0" y="3"/>
                    </a:lnTo>
                    <a:lnTo>
                      <a:pt x="107" y="0"/>
                    </a:lnTo>
                    <a:lnTo>
                      <a:pt x="72" y="24"/>
                    </a:lnTo>
                    <a:lnTo>
                      <a:pt x="130" y="40"/>
                    </a:lnTo>
                    <a:lnTo>
                      <a:pt x="1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9" name="Freeform 583"/>
              <p:cNvSpPr>
                <a:spLocks/>
              </p:cNvSpPr>
              <p:nvPr userDrawn="1"/>
            </p:nvSpPr>
            <p:spPr bwMode="auto">
              <a:xfrm>
                <a:off x="2209" y="1247"/>
                <a:ext cx="107" cy="24"/>
              </a:xfrm>
              <a:custGeom>
                <a:avLst/>
                <a:gdLst>
                  <a:gd name="T0" fmla="*/ 107 w 107"/>
                  <a:gd name="T1" fmla="*/ 0 h 24"/>
                  <a:gd name="T2" fmla="*/ 0 w 107"/>
                  <a:gd name="T3" fmla="*/ 3 h 24"/>
                  <a:gd name="T4" fmla="*/ 72 w 107"/>
                  <a:gd name="T5" fmla="*/ 24 h 24"/>
                  <a:gd name="T6" fmla="*/ 107 w 10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7" h="24">
                    <a:moveTo>
                      <a:pt x="107" y="0"/>
                    </a:moveTo>
                    <a:lnTo>
                      <a:pt x="0" y="3"/>
                    </a:lnTo>
                    <a:lnTo>
                      <a:pt x="72" y="24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0" name="Freeform 584"/>
              <p:cNvSpPr>
                <a:spLocks/>
              </p:cNvSpPr>
              <p:nvPr userDrawn="1"/>
            </p:nvSpPr>
            <p:spPr bwMode="auto">
              <a:xfrm>
                <a:off x="2209" y="1247"/>
                <a:ext cx="107" cy="24"/>
              </a:xfrm>
              <a:custGeom>
                <a:avLst/>
                <a:gdLst>
                  <a:gd name="T0" fmla="*/ 107 w 107"/>
                  <a:gd name="T1" fmla="*/ 0 h 24"/>
                  <a:gd name="T2" fmla="*/ 0 w 107"/>
                  <a:gd name="T3" fmla="*/ 3 h 24"/>
                  <a:gd name="T4" fmla="*/ 72 w 107"/>
                  <a:gd name="T5" fmla="*/ 24 h 24"/>
                  <a:gd name="T6" fmla="*/ 107 w 10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7" h="24">
                    <a:moveTo>
                      <a:pt x="107" y="0"/>
                    </a:moveTo>
                    <a:lnTo>
                      <a:pt x="0" y="3"/>
                    </a:lnTo>
                    <a:lnTo>
                      <a:pt x="72" y="24"/>
                    </a:lnTo>
                    <a:lnTo>
                      <a:pt x="1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1" name="Freeform 585"/>
              <p:cNvSpPr>
                <a:spLocks noEditPoints="1"/>
              </p:cNvSpPr>
              <p:nvPr userDrawn="1"/>
            </p:nvSpPr>
            <p:spPr bwMode="auto">
              <a:xfrm>
                <a:off x="1593" y="1256"/>
                <a:ext cx="82" cy="25"/>
              </a:xfrm>
              <a:custGeom>
                <a:avLst/>
                <a:gdLst>
                  <a:gd name="T0" fmla="*/ 61 w 66"/>
                  <a:gd name="T1" fmla="*/ 7 h 20"/>
                  <a:gd name="T2" fmla="*/ 48 w 66"/>
                  <a:gd name="T3" fmla="*/ 15 h 20"/>
                  <a:gd name="T4" fmla="*/ 66 w 66"/>
                  <a:gd name="T5" fmla="*/ 20 h 20"/>
                  <a:gd name="T6" fmla="*/ 61 w 66"/>
                  <a:gd name="T7" fmla="*/ 7 h 20"/>
                  <a:gd name="T8" fmla="*/ 24 w 66"/>
                  <a:gd name="T9" fmla="*/ 0 h 20"/>
                  <a:gd name="T10" fmla="*/ 0 w 66"/>
                  <a:gd name="T11" fmla="*/ 1 h 20"/>
                  <a:gd name="T12" fmla="*/ 26 w 66"/>
                  <a:gd name="T13" fmla="*/ 8 h 20"/>
                  <a:gd name="T14" fmla="*/ 24 w 66"/>
                  <a:gd name="T1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20">
                    <a:moveTo>
                      <a:pt x="61" y="7"/>
                    </a:moveTo>
                    <a:cubicBezTo>
                      <a:pt x="48" y="15"/>
                      <a:pt x="48" y="15"/>
                      <a:pt x="48" y="15"/>
                    </a:cubicBezTo>
                    <a:cubicBezTo>
                      <a:pt x="66" y="20"/>
                      <a:pt x="66" y="20"/>
                      <a:pt x="66" y="20"/>
                    </a:cubicBezTo>
                    <a:cubicBezTo>
                      <a:pt x="64" y="16"/>
                      <a:pt x="63" y="11"/>
                      <a:pt x="61" y="7"/>
                    </a:cubicBezTo>
                    <a:moveTo>
                      <a:pt x="24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2" name="Freeform 586"/>
              <p:cNvSpPr>
                <a:spLocks noEditPoints="1"/>
              </p:cNvSpPr>
              <p:nvPr userDrawn="1"/>
            </p:nvSpPr>
            <p:spPr bwMode="auto">
              <a:xfrm>
                <a:off x="1912" y="838"/>
                <a:ext cx="60" cy="110"/>
              </a:xfrm>
              <a:custGeom>
                <a:avLst/>
                <a:gdLst>
                  <a:gd name="T0" fmla="*/ 41 w 60"/>
                  <a:gd name="T1" fmla="*/ 66 h 110"/>
                  <a:gd name="T2" fmla="*/ 1 w 60"/>
                  <a:gd name="T3" fmla="*/ 106 h 110"/>
                  <a:gd name="T4" fmla="*/ 0 w 60"/>
                  <a:gd name="T5" fmla="*/ 110 h 110"/>
                  <a:gd name="T6" fmla="*/ 41 w 60"/>
                  <a:gd name="T7" fmla="*/ 66 h 110"/>
                  <a:gd name="T8" fmla="*/ 41 w 60"/>
                  <a:gd name="T9" fmla="*/ 0 h 110"/>
                  <a:gd name="T10" fmla="*/ 16 w 60"/>
                  <a:gd name="T11" fmla="*/ 66 h 110"/>
                  <a:gd name="T12" fmla="*/ 41 w 60"/>
                  <a:gd name="T13" fmla="*/ 66 h 110"/>
                  <a:gd name="T14" fmla="*/ 60 w 60"/>
                  <a:gd name="T15" fmla="*/ 47 h 110"/>
                  <a:gd name="T16" fmla="*/ 41 w 60"/>
                  <a:gd name="T17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110">
                    <a:moveTo>
                      <a:pt x="41" y="66"/>
                    </a:moveTo>
                    <a:lnTo>
                      <a:pt x="1" y="106"/>
                    </a:lnTo>
                    <a:lnTo>
                      <a:pt x="0" y="110"/>
                    </a:lnTo>
                    <a:lnTo>
                      <a:pt x="41" y="66"/>
                    </a:lnTo>
                    <a:close/>
                    <a:moveTo>
                      <a:pt x="41" y="0"/>
                    </a:moveTo>
                    <a:lnTo>
                      <a:pt x="16" y="66"/>
                    </a:lnTo>
                    <a:lnTo>
                      <a:pt x="41" y="66"/>
                    </a:lnTo>
                    <a:lnTo>
                      <a:pt x="60" y="47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3" name="Freeform 587"/>
              <p:cNvSpPr>
                <a:spLocks noEditPoints="1"/>
              </p:cNvSpPr>
              <p:nvPr userDrawn="1"/>
            </p:nvSpPr>
            <p:spPr bwMode="auto">
              <a:xfrm>
                <a:off x="1912" y="838"/>
                <a:ext cx="60" cy="110"/>
              </a:xfrm>
              <a:custGeom>
                <a:avLst/>
                <a:gdLst>
                  <a:gd name="T0" fmla="*/ 41 w 60"/>
                  <a:gd name="T1" fmla="*/ 66 h 110"/>
                  <a:gd name="T2" fmla="*/ 1 w 60"/>
                  <a:gd name="T3" fmla="*/ 106 h 110"/>
                  <a:gd name="T4" fmla="*/ 0 w 60"/>
                  <a:gd name="T5" fmla="*/ 110 h 110"/>
                  <a:gd name="T6" fmla="*/ 41 w 60"/>
                  <a:gd name="T7" fmla="*/ 66 h 110"/>
                  <a:gd name="T8" fmla="*/ 41 w 60"/>
                  <a:gd name="T9" fmla="*/ 0 h 110"/>
                  <a:gd name="T10" fmla="*/ 16 w 60"/>
                  <a:gd name="T11" fmla="*/ 66 h 110"/>
                  <a:gd name="T12" fmla="*/ 41 w 60"/>
                  <a:gd name="T13" fmla="*/ 66 h 110"/>
                  <a:gd name="T14" fmla="*/ 60 w 60"/>
                  <a:gd name="T15" fmla="*/ 47 h 110"/>
                  <a:gd name="T16" fmla="*/ 41 w 60"/>
                  <a:gd name="T17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110">
                    <a:moveTo>
                      <a:pt x="41" y="66"/>
                    </a:moveTo>
                    <a:lnTo>
                      <a:pt x="1" y="106"/>
                    </a:lnTo>
                    <a:lnTo>
                      <a:pt x="0" y="110"/>
                    </a:lnTo>
                    <a:lnTo>
                      <a:pt x="41" y="66"/>
                    </a:lnTo>
                    <a:moveTo>
                      <a:pt x="41" y="0"/>
                    </a:moveTo>
                    <a:lnTo>
                      <a:pt x="16" y="66"/>
                    </a:lnTo>
                    <a:lnTo>
                      <a:pt x="41" y="66"/>
                    </a:lnTo>
                    <a:lnTo>
                      <a:pt x="60" y="47"/>
                    </a:lnTo>
                    <a:lnTo>
                      <a:pt x="4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4" name="Freeform 588"/>
              <p:cNvSpPr>
                <a:spLocks/>
              </p:cNvSpPr>
              <p:nvPr userDrawn="1"/>
            </p:nvSpPr>
            <p:spPr bwMode="auto">
              <a:xfrm>
                <a:off x="1819" y="948"/>
                <a:ext cx="93" cy="90"/>
              </a:xfrm>
              <a:custGeom>
                <a:avLst/>
                <a:gdLst>
                  <a:gd name="T0" fmla="*/ 93 w 93"/>
                  <a:gd name="T1" fmla="*/ 0 h 90"/>
                  <a:gd name="T2" fmla="*/ 91 w 93"/>
                  <a:gd name="T3" fmla="*/ 1 h 90"/>
                  <a:gd name="T4" fmla="*/ 47 w 93"/>
                  <a:gd name="T5" fmla="*/ 44 h 90"/>
                  <a:gd name="T6" fmla="*/ 47 w 93"/>
                  <a:gd name="T7" fmla="*/ 13 h 90"/>
                  <a:gd name="T8" fmla="*/ 0 w 93"/>
                  <a:gd name="T9" fmla="*/ 27 h 90"/>
                  <a:gd name="T10" fmla="*/ 8 w 93"/>
                  <a:gd name="T11" fmla="*/ 90 h 90"/>
                  <a:gd name="T12" fmla="*/ 93 w 93"/>
                  <a:gd name="T13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90">
                    <a:moveTo>
                      <a:pt x="93" y="0"/>
                    </a:moveTo>
                    <a:lnTo>
                      <a:pt x="91" y="1"/>
                    </a:lnTo>
                    <a:lnTo>
                      <a:pt x="47" y="44"/>
                    </a:lnTo>
                    <a:lnTo>
                      <a:pt x="47" y="13"/>
                    </a:lnTo>
                    <a:lnTo>
                      <a:pt x="0" y="27"/>
                    </a:lnTo>
                    <a:lnTo>
                      <a:pt x="8" y="90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5" name="Freeform 589"/>
              <p:cNvSpPr>
                <a:spLocks/>
              </p:cNvSpPr>
              <p:nvPr userDrawn="1"/>
            </p:nvSpPr>
            <p:spPr bwMode="auto">
              <a:xfrm>
                <a:off x="1819" y="948"/>
                <a:ext cx="93" cy="90"/>
              </a:xfrm>
              <a:custGeom>
                <a:avLst/>
                <a:gdLst>
                  <a:gd name="T0" fmla="*/ 93 w 93"/>
                  <a:gd name="T1" fmla="*/ 0 h 90"/>
                  <a:gd name="T2" fmla="*/ 91 w 93"/>
                  <a:gd name="T3" fmla="*/ 1 h 90"/>
                  <a:gd name="T4" fmla="*/ 47 w 93"/>
                  <a:gd name="T5" fmla="*/ 44 h 90"/>
                  <a:gd name="T6" fmla="*/ 47 w 93"/>
                  <a:gd name="T7" fmla="*/ 13 h 90"/>
                  <a:gd name="T8" fmla="*/ 0 w 93"/>
                  <a:gd name="T9" fmla="*/ 27 h 90"/>
                  <a:gd name="T10" fmla="*/ 8 w 93"/>
                  <a:gd name="T11" fmla="*/ 90 h 90"/>
                  <a:gd name="T12" fmla="*/ 93 w 93"/>
                  <a:gd name="T13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90">
                    <a:moveTo>
                      <a:pt x="93" y="0"/>
                    </a:moveTo>
                    <a:lnTo>
                      <a:pt x="91" y="1"/>
                    </a:lnTo>
                    <a:lnTo>
                      <a:pt x="47" y="44"/>
                    </a:lnTo>
                    <a:lnTo>
                      <a:pt x="47" y="13"/>
                    </a:lnTo>
                    <a:lnTo>
                      <a:pt x="0" y="27"/>
                    </a:lnTo>
                    <a:lnTo>
                      <a:pt x="8" y="90"/>
                    </a:lnTo>
                    <a:lnTo>
                      <a:pt x="9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6" name="Freeform 590"/>
              <p:cNvSpPr>
                <a:spLocks noEditPoints="1"/>
              </p:cNvSpPr>
              <p:nvPr userDrawn="1"/>
            </p:nvSpPr>
            <p:spPr bwMode="auto">
              <a:xfrm>
                <a:off x="1595" y="1122"/>
                <a:ext cx="150" cy="72"/>
              </a:xfrm>
              <a:custGeom>
                <a:avLst/>
                <a:gdLst>
                  <a:gd name="T0" fmla="*/ 39 w 121"/>
                  <a:gd name="T1" fmla="*/ 33 h 58"/>
                  <a:gd name="T2" fmla="*/ 0 w 121"/>
                  <a:gd name="T3" fmla="*/ 48 h 58"/>
                  <a:gd name="T4" fmla="*/ 33 w 121"/>
                  <a:gd name="T5" fmla="*/ 58 h 58"/>
                  <a:gd name="T6" fmla="*/ 39 w 121"/>
                  <a:gd name="T7" fmla="*/ 33 h 58"/>
                  <a:gd name="T8" fmla="*/ 121 w 121"/>
                  <a:gd name="T9" fmla="*/ 0 h 58"/>
                  <a:gd name="T10" fmla="*/ 70 w 121"/>
                  <a:gd name="T11" fmla="*/ 20 h 58"/>
                  <a:gd name="T12" fmla="*/ 90 w 121"/>
                  <a:gd name="T13" fmla="*/ 32 h 58"/>
                  <a:gd name="T14" fmla="*/ 121 w 121"/>
                  <a:gd name="T1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8">
                    <a:moveTo>
                      <a:pt x="39" y="33"/>
                    </a:moveTo>
                    <a:cubicBezTo>
                      <a:pt x="26" y="38"/>
                      <a:pt x="13" y="43"/>
                      <a:pt x="0" y="48"/>
                    </a:cubicBezTo>
                    <a:cubicBezTo>
                      <a:pt x="11" y="51"/>
                      <a:pt x="22" y="54"/>
                      <a:pt x="33" y="58"/>
                    </a:cubicBezTo>
                    <a:cubicBezTo>
                      <a:pt x="39" y="33"/>
                      <a:pt x="39" y="33"/>
                      <a:pt x="39" y="33"/>
                    </a:cubicBezTo>
                    <a:moveTo>
                      <a:pt x="121" y="0"/>
                    </a:moveTo>
                    <a:cubicBezTo>
                      <a:pt x="104" y="7"/>
                      <a:pt x="87" y="14"/>
                      <a:pt x="70" y="20"/>
                    </a:cubicBezTo>
                    <a:cubicBezTo>
                      <a:pt x="90" y="32"/>
                      <a:pt x="90" y="32"/>
                      <a:pt x="90" y="32"/>
                    </a:cubicBezTo>
                    <a:cubicBezTo>
                      <a:pt x="121" y="0"/>
                      <a:pt x="121" y="0"/>
                      <a:pt x="121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7" name="Freeform 591"/>
              <p:cNvSpPr>
                <a:spLocks noEditPoints="1"/>
              </p:cNvSpPr>
              <p:nvPr userDrawn="1"/>
            </p:nvSpPr>
            <p:spPr bwMode="auto">
              <a:xfrm>
                <a:off x="1623" y="1130"/>
                <a:ext cx="84" cy="122"/>
              </a:xfrm>
              <a:custGeom>
                <a:avLst/>
                <a:gdLst>
                  <a:gd name="T0" fmla="*/ 68 w 68"/>
                  <a:gd name="T1" fmla="*/ 26 h 99"/>
                  <a:gd name="T2" fmla="*/ 37 w 68"/>
                  <a:gd name="T3" fmla="*/ 59 h 99"/>
                  <a:gd name="T4" fmla="*/ 11 w 68"/>
                  <a:gd name="T5" fmla="*/ 52 h 99"/>
                  <a:gd name="T6" fmla="*/ 7 w 68"/>
                  <a:gd name="T7" fmla="*/ 68 h 99"/>
                  <a:gd name="T8" fmla="*/ 29 w 68"/>
                  <a:gd name="T9" fmla="*/ 68 h 99"/>
                  <a:gd name="T10" fmla="*/ 0 w 68"/>
                  <a:gd name="T11" fmla="*/ 99 h 99"/>
                  <a:gd name="T12" fmla="*/ 68 w 68"/>
                  <a:gd name="T13" fmla="*/ 26 h 99"/>
                  <a:gd name="T14" fmla="*/ 24 w 68"/>
                  <a:gd name="T15" fmla="*/ 0 h 99"/>
                  <a:gd name="T16" fmla="*/ 17 w 68"/>
                  <a:gd name="T17" fmla="*/ 27 h 99"/>
                  <a:gd name="T18" fmla="*/ 48 w 68"/>
                  <a:gd name="T19" fmla="*/ 14 h 99"/>
                  <a:gd name="T20" fmla="*/ 24 w 68"/>
                  <a:gd name="T2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8" h="99">
                    <a:moveTo>
                      <a:pt x="68" y="26"/>
                    </a:moveTo>
                    <a:cubicBezTo>
                      <a:pt x="37" y="59"/>
                      <a:pt x="37" y="59"/>
                      <a:pt x="37" y="59"/>
                    </a:cubicBezTo>
                    <a:cubicBezTo>
                      <a:pt x="29" y="56"/>
                      <a:pt x="20" y="54"/>
                      <a:pt x="11" y="52"/>
                    </a:cubicBezTo>
                    <a:cubicBezTo>
                      <a:pt x="7" y="68"/>
                      <a:pt x="7" y="68"/>
                      <a:pt x="7" y="68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0" y="99"/>
                      <a:pt x="0" y="99"/>
                      <a:pt x="0" y="99"/>
                    </a:cubicBezTo>
                    <a:cubicBezTo>
                      <a:pt x="68" y="26"/>
                      <a:pt x="68" y="26"/>
                      <a:pt x="68" y="26"/>
                    </a:cubicBezTo>
                    <a:moveTo>
                      <a:pt x="24" y="0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27" y="22"/>
                      <a:pt x="38" y="18"/>
                      <a:pt x="48" y="14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8" name="Freeform 592"/>
              <p:cNvSpPr>
                <a:spLocks/>
              </p:cNvSpPr>
              <p:nvPr userDrawn="1"/>
            </p:nvSpPr>
            <p:spPr bwMode="auto">
              <a:xfrm>
                <a:off x="1636" y="1147"/>
                <a:ext cx="71" cy="56"/>
              </a:xfrm>
              <a:custGeom>
                <a:avLst/>
                <a:gdLst>
                  <a:gd name="T0" fmla="*/ 37 w 57"/>
                  <a:gd name="T1" fmla="*/ 0 h 45"/>
                  <a:gd name="T2" fmla="*/ 6 w 57"/>
                  <a:gd name="T3" fmla="*/ 13 h 45"/>
                  <a:gd name="T4" fmla="*/ 0 w 57"/>
                  <a:gd name="T5" fmla="*/ 38 h 45"/>
                  <a:gd name="T6" fmla="*/ 26 w 57"/>
                  <a:gd name="T7" fmla="*/ 45 h 45"/>
                  <a:gd name="T8" fmla="*/ 57 w 57"/>
                  <a:gd name="T9" fmla="*/ 12 h 45"/>
                  <a:gd name="T10" fmla="*/ 37 w 5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" h="45">
                    <a:moveTo>
                      <a:pt x="37" y="0"/>
                    </a:moveTo>
                    <a:cubicBezTo>
                      <a:pt x="27" y="4"/>
                      <a:pt x="16" y="8"/>
                      <a:pt x="6" y="1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40"/>
                      <a:pt x="18" y="42"/>
                      <a:pt x="26" y="45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9" name="Freeform 593"/>
              <p:cNvSpPr>
                <a:spLocks noEditPoints="1"/>
              </p:cNvSpPr>
              <p:nvPr userDrawn="1"/>
            </p:nvSpPr>
            <p:spPr bwMode="auto">
              <a:xfrm>
                <a:off x="1623" y="1252"/>
                <a:ext cx="69" cy="35"/>
              </a:xfrm>
              <a:custGeom>
                <a:avLst/>
                <a:gdLst>
                  <a:gd name="T0" fmla="*/ 2 w 56"/>
                  <a:gd name="T1" fmla="*/ 11 h 28"/>
                  <a:gd name="T2" fmla="*/ 6 w 56"/>
                  <a:gd name="T3" fmla="*/ 28 h 28"/>
                  <a:gd name="T4" fmla="*/ 24 w 56"/>
                  <a:gd name="T5" fmla="*/ 18 h 28"/>
                  <a:gd name="T6" fmla="*/ 2 w 56"/>
                  <a:gd name="T7" fmla="*/ 11 h 28"/>
                  <a:gd name="T8" fmla="*/ 56 w 56"/>
                  <a:gd name="T9" fmla="*/ 0 h 28"/>
                  <a:gd name="T10" fmla="*/ 0 w 56"/>
                  <a:gd name="T11" fmla="*/ 0 h 28"/>
                  <a:gd name="T12" fmla="*/ 0 w 56"/>
                  <a:gd name="T13" fmla="*/ 3 h 28"/>
                  <a:gd name="T14" fmla="*/ 35 w 56"/>
                  <a:gd name="T15" fmla="*/ 2 h 28"/>
                  <a:gd name="T16" fmla="*/ 34 w 56"/>
                  <a:gd name="T17" fmla="*/ 1 h 28"/>
                  <a:gd name="T18" fmla="*/ 54 w 56"/>
                  <a:gd name="T19" fmla="*/ 1 h 28"/>
                  <a:gd name="T20" fmla="*/ 56 w 56"/>
                  <a:gd name="T2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6" h="28">
                    <a:moveTo>
                      <a:pt x="2" y="11"/>
                    </a:moveTo>
                    <a:cubicBezTo>
                      <a:pt x="6" y="28"/>
                      <a:pt x="6" y="28"/>
                      <a:pt x="6" y="2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" y="11"/>
                      <a:pt x="2" y="11"/>
                      <a:pt x="2" y="11"/>
                    </a:cubicBezTo>
                    <a:moveTo>
                      <a:pt x="5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35" y="2"/>
                      <a:pt x="35" y="2"/>
                      <a:pt x="35" y="2"/>
                    </a:cubicBezTo>
                    <a:cubicBezTo>
                      <a:pt x="34" y="2"/>
                      <a:pt x="34" y="1"/>
                      <a:pt x="34" y="1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6" y="0"/>
                      <a:pt x="56" y="0"/>
                      <a:pt x="5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0" name="Freeform 594"/>
              <p:cNvSpPr>
                <a:spLocks/>
              </p:cNvSpPr>
              <p:nvPr userDrawn="1"/>
            </p:nvSpPr>
            <p:spPr bwMode="auto">
              <a:xfrm>
                <a:off x="1623" y="1255"/>
                <a:ext cx="45" cy="20"/>
              </a:xfrm>
              <a:custGeom>
                <a:avLst/>
                <a:gdLst>
                  <a:gd name="T0" fmla="*/ 35 w 37"/>
                  <a:gd name="T1" fmla="*/ 0 h 16"/>
                  <a:gd name="T2" fmla="*/ 0 w 37"/>
                  <a:gd name="T3" fmla="*/ 1 h 16"/>
                  <a:gd name="T4" fmla="*/ 2 w 37"/>
                  <a:gd name="T5" fmla="*/ 9 h 16"/>
                  <a:gd name="T6" fmla="*/ 24 w 37"/>
                  <a:gd name="T7" fmla="*/ 16 h 16"/>
                  <a:gd name="T8" fmla="*/ 37 w 37"/>
                  <a:gd name="T9" fmla="*/ 8 h 16"/>
                  <a:gd name="T10" fmla="*/ 35 w 37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6">
                    <a:moveTo>
                      <a:pt x="35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6"/>
                      <a:pt x="35" y="3"/>
                      <a:pt x="35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1" name="Freeform 595"/>
              <p:cNvSpPr>
                <a:spLocks noEditPoints="1"/>
              </p:cNvSpPr>
              <p:nvPr userDrawn="1"/>
            </p:nvSpPr>
            <p:spPr bwMode="auto">
              <a:xfrm>
                <a:off x="1675" y="1254"/>
                <a:ext cx="66" cy="39"/>
              </a:xfrm>
              <a:custGeom>
                <a:avLst/>
                <a:gdLst>
                  <a:gd name="T0" fmla="*/ 0 w 54"/>
                  <a:gd name="T1" fmla="*/ 22 h 32"/>
                  <a:gd name="T2" fmla="*/ 3 w 54"/>
                  <a:gd name="T3" fmla="*/ 32 h 32"/>
                  <a:gd name="T4" fmla="*/ 13 w 54"/>
                  <a:gd name="T5" fmla="*/ 26 h 32"/>
                  <a:gd name="T6" fmla="*/ 0 w 54"/>
                  <a:gd name="T7" fmla="*/ 22 h 32"/>
                  <a:gd name="T8" fmla="*/ 12 w 54"/>
                  <a:gd name="T9" fmla="*/ 0 h 32"/>
                  <a:gd name="T10" fmla="*/ 11 w 54"/>
                  <a:gd name="T11" fmla="*/ 1 h 32"/>
                  <a:gd name="T12" fmla="*/ 19 w 54"/>
                  <a:gd name="T13" fmla="*/ 1 h 32"/>
                  <a:gd name="T14" fmla="*/ 29 w 54"/>
                  <a:gd name="T15" fmla="*/ 16 h 32"/>
                  <a:gd name="T16" fmla="*/ 54 w 54"/>
                  <a:gd name="T17" fmla="*/ 1 h 32"/>
                  <a:gd name="T18" fmla="*/ 12 w 54"/>
                  <a:gd name="T1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32">
                    <a:moveTo>
                      <a:pt x="0" y="22"/>
                    </a:moveTo>
                    <a:cubicBezTo>
                      <a:pt x="1" y="25"/>
                      <a:pt x="2" y="28"/>
                      <a:pt x="3" y="32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0" y="22"/>
                      <a:pt x="0" y="22"/>
                      <a:pt x="0" y="22"/>
                    </a:cubicBezTo>
                    <a:moveTo>
                      <a:pt x="12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2" name="Freeform 596"/>
              <p:cNvSpPr>
                <a:spLocks/>
              </p:cNvSpPr>
              <p:nvPr userDrawn="1"/>
            </p:nvSpPr>
            <p:spPr bwMode="auto">
              <a:xfrm>
                <a:off x="1668" y="1255"/>
                <a:ext cx="42" cy="31"/>
              </a:xfrm>
              <a:custGeom>
                <a:avLst/>
                <a:gdLst>
                  <a:gd name="T0" fmla="*/ 24 w 34"/>
                  <a:gd name="T1" fmla="*/ 0 h 25"/>
                  <a:gd name="T2" fmla="*/ 16 w 34"/>
                  <a:gd name="T3" fmla="*/ 0 h 25"/>
                  <a:gd name="T4" fmla="*/ 0 w 34"/>
                  <a:gd name="T5" fmla="*/ 8 h 25"/>
                  <a:gd name="T6" fmla="*/ 5 w 34"/>
                  <a:gd name="T7" fmla="*/ 21 h 25"/>
                  <a:gd name="T8" fmla="*/ 18 w 34"/>
                  <a:gd name="T9" fmla="*/ 25 h 25"/>
                  <a:gd name="T10" fmla="*/ 34 w 34"/>
                  <a:gd name="T11" fmla="*/ 15 h 25"/>
                  <a:gd name="T12" fmla="*/ 24 w 34"/>
                  <a:gd name="T13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25">
                    <a:moveTo>
                      <a:pt x="2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12"/>
                      <a:pt x="3" y="17"/>
                      <a:pt x="5" y="21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3" name="Freeform 597"/>
              <p:cNvSpPr>
                <a:spLocks/>
              </p:cNvSpPr>
              <p:nvPr userDrawn="1"/>
            </p:nvSpPr>
            <p:spPr bwMode="auto">
              <a:xfrm>
                <a:off x="1665" y="1254"/>
                <a:ext cx="24" cy="1"/>
              </a:xfrm>
              <a:custGeom>
                <a:avLst/>
                <a:gdLst>
                  <a:gd name="T0" fmla="*/ 0 w 20"/>
                  <a:gd name="T1" fmla="*/ 0 h 1"/>
                  <a:gd name="T2" fmla="*/ 1 w 20"/>
                  <a:gd name="T3" fmla="*/ 1 h 1"/>
                  <a:gd name="T4" fmla="*/ 19 w 20"/>
                  <a:gd name="T5" fmla="*/ 1 h 1"/>
                  <a:gd name="T6" fmla="*/ 20 w 20"/>
                  <a:gd name="T7" fmla="*/ 0 h 1"/>
                  <a:gd name="T8" fmla="*/ 0 w 20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1">
                    <a:moveTo>
                      <a:pt x="0" y="0"/>
                    </a:moveTo>
                    <a:cubicBezTo>
                      <a:pt x="0" y="0"/>
                      <a:pt x="0" y="1"/>
                      <a:pt x="1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4" name="Freeform 598"/>
              <p:cNvSpPr>
                <a:spLocks/>
              </p:cNvSpPr>
              <p:nvPr userDrawn="1"/>
            </p:nvSpPr>
            <p:spPr bwMode="auto">
              <a:xfrm>
                <a:off x="1666" y="1255"/>
                <a:ext cx="22" cy="10"/>
              </a:xfrm>
              <a:custGeom>
                <a:avLst/>
                <a:gdLst>
                  <a:gd name="T0" fmla="*/ 18 w 18"/>
                  <a:gd name="T1" fmla="*/ 0 h 8"/>
                  <a:gd name="T2" fmla="*/ 0 w 18"/>
                  <a:gd name="T3" fmla="*/ 0 h 8"/>
                  <a:gd name="T4" fmla="*/ 2 w 18"/>
                  <a:gd name="T5" fmla="*/ 8 h 8"/>
                  <a:gd name="T6" fmla="*/ 18 w 18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8">
                    <a:moveTo>
                      <a:pt x="1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1" y="6"/>
                      <a:pt x="2" y="8"/>
                    </a:cubicBezTo>
                    <a:cubicBezTo>
                      <a:pt x="18" y="0"/>
                      <a:pt x="18" y="0"/>
                      <a:pt x="18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5" name="Freeform 599"/>
              <p:cNvSpPr>
                <a:spLocks/>
              </p:cNvSpPr>
              <p:nvPr userDrawn="1"/>
            </p:nvSpPr>
            <p:spPr bwMode="auto">
              <a:xfrm>
                <a:off x="1699" y="1255"/>
                <a:ext cx="42" cy="84"/>
              </a:xfrm>
              <a:custGeom>
                <a:avLst/>
                <a:gdLst>
                  <a:gd name="T0" fmla="*/ 34 w 34"/>
                  <a:gd name="T1" fmla="*/ 0 h 68"/>
                  <a:gd name="T2" fmla="*/ 34 w 34"/>
                  <a:gd name="T3" fmla="*/ 0 h 68"/>
                  <a:gd name="T4" fmla="*/ 18 w 34"/>
                  <a:gd name="T5" fmla="*/ 32 h 68"/>
                  <a:gd name="T6" fmla="*/ 18 w 34"/>
                  <a:gd name="T7" fmla="*/ 32 h 68"/>
                  <a:gd name="T8" fmla="*/ 18 w 34"/>
                  <a:gd name="T9" fmla="*/ 32 h 68"/>
                  <a:gd name="T10" fmla="*/ 0 w 34"/>
                  <a:gd name="T11" fmla="*/ 68 h 68"/>
                  <a:gd name="T12" fmla="*/ 34 w 34"/>
                  <a:gd name="T13" fmla="*/ 45 h 68"/>
                  <a:gd name="T14" fmla="*/ 34 w 34"/>
                  <a:gd name="T15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" h="68"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29" y="11"/>
                      <a:pt x="23" y="21"/>
                      <a:pt x="18" y="32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2" y="44"/>
                      <a:pt x="6" y="56"/>
                      <a:pt x="0" y="68"/>
                    </a:cubicBezTo>
                    <a:cubicBezTo>
                      <a:pt x="34" y="45"/>
                      <a:pt x="34" y="45"/>
                      <a:pt x="34" y="45"/>
                    </a:cubicBezTo>
                    <a:cubicBezTo>
                      <a:pt x="34" y="21"/>
                      <a:pt x="34" y="0"/>
                      <a:pt x="3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6" name="Freeform 600"/>
              <p:cNvSpPr>
                <a:spLocks/>
              </p:cNvSpPr>
              <p:nvPr userDrawn="1"/>
            </p:nvSpPr>
            <p:spPr bwMode="auto">
              <a:xfrm>
                <a:off x="1722" y="129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7" name="Freeform 601"/>
              <p:cNvSpPr>
                <a:spLocks/>
              </p:cNvSpPr>
              <p:nvPr userDrawn="1"/>
            </p:nvSpPr>
            <p:spPr bwMode="auto">
              <a:xfrm>
                <a:off x="1651" y="1293"/>
                <a:ext cx="45" cy="51"/>
              </a:xfrm>
              <a:custGeom>
                <a:avLst/>
                <a:gdLst>
                  <a:gd name="T0" fmla="*/ 22 w 36"/>
                  <a:gd name="T1" fmla="*/ 0 h 41"/>
                  <a:gd name="T2" fmla="*/ 0 w 36"/>
                  <a:gd name="T3" fmla="*/ 14 h 41"/>
                  <a:gd name="T4" fmla="*/ 34 w 36"/>
                  <a:gd name="T5" fmla="*/ 41 h 41"/>
                  <a:gd name="T6" fmla="*/ 36 w 36"/>
                  <a:gd name="T7" fmla="*/ 39 h 41"/>
                  <a:gd name="T8" fmla="*/ 22 w 36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41">
                    <a:moveTo>
                      <a:pt x="22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34" y="41"/>
                      <a:pt x="34" y="41"/>
                      <a:pt x="34" y="41"/>
                    </a:cubicBezTo>
                    <a:cubicBezTo>
                      <a:pt x="36" y="39"/>
                      <a:pt x="36" y="39"/>
                      <a:pt x="36" y="39"/>
                    </a:cubicBezTo>
                    <a:cubicBezTo>
                      <a:pt x="32" y="26"/>
                      <a:pt x="27" y="13"/>
                      <a:pt x="2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8" name="Freeform 602"/>
              <p:cNvSpPr>
                <a:spLocks noEditPoints="1"/>
              </p:cNvSpPr>
              <p:nvPr userDrawn="1"/>
            </p:nvSpPr>
            <p:spPr bwMode="auto">
              <a:xfrm>
                <a:off x="1678" y="1255"/>
                <a:ext cx="63" cy="86"/>
              </a:xfrm>
              <a:custGeom>
                <a:avLst/>
                <a:gdLst>
                  <a:gd name="T0" fmla="*/ 10 w 51"/>
                  <a:gd name="T1" fmla="*/ 25 h 70"/>
                  <a:gd name="T2" fmla="*/ 0 w 51"/>
                  <a:gd name="T3" fmla="*/ 31 h 70"/>
                  <a:gd name="T4" fmla="*/ 14 w 51"/>
                  <a:gd name="T5" fmla="*/ 70 h 70"/>
                  <a:gd name="T6" fmla="*/ 17 w 51"/>
                  <a:gd name="T7" fmla="*/ 68 h 70"/>
                  <a:gd name="T8" fmla="*/ 35 w 51"/>
                  <a:gd name="T9" fmla="*/ 32 h 70"/>
                  <a:gd name="T10" fmla="*/ 10 w 51"/>
                  <a:gd name="T11" fmla="*/ 25 h 70"/>
                  <a:gd name="T12" fmla="*/ 51 w 51"/>
                  <a:gd name="T13" fmla="*/ 0 h 70"/>
                  <a:gd name="T14" fmla="*/ 26 w 51"/>
                  <a:gd name="T15" fmla="*/ 15 h 70"/>
                  <a:gd name="T16" fmla="*/ 35 w 51"/>
                  <a:gd name="T17" fmla="*/ 32 h 70"/>
                  <a:gd name="T18" fmla="*/ 51 w 51"/>
                  <a:gd name="T19" fmla="*/ 0 h 70"/>
                  <a:gd name="T20" fmla="*/ 51 w 51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1" h="70">
                    <a:moveTo>
                      <a:pt x="10" y="25"/>
                    </a:moveTo>
                    <a:cubicBezTo>
                      <a:pt x="0" y="31"/>
                      <a:pt x="0" y="31"/>
                      <a:pt x="0" y="31"/>
                    </a:cubicBezTo>
                    <a:cubicBezTo>
                      <a:pt x="5" y="44"/>
                      <a:pt x="10" y="57"/>
                      <a:pt x="14" y="70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23" y="56"/>
                      <a:pt x="29" y="44"/>
                      <a:pt x="35" y="32"/>
                    </a:cubicBezTo>
                    <a:cubicBezTo>
                      <a:pt x="10" y="25"/>
                      <a:pt x="10" y="25"/>
                      <a:pt x="10" y="25"/>
                    </a:cubicBezTo>
                    <a:moveTo>
                      <a:pt x="51" y="0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40" y="21"/>
                      <a:pt x="46" y="11"/>
                      <a:pt x="51" y="0"/>
                    </a:cubicBezTo>
                    <a:cubicBezTo>
                      <a:pt x="51" y="0"/>
                      <a:pt x="51" y="0"/>
                      <a:pt x="51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9" name="Freeform 603"/>
              <p:cNvSpPr>
                <a:spLocks/>
              </p:cNvSpPr>
              <p:nvPr userDrawn="1"/>
            </p:nvSpPr>
            <p:spPr bwMode="auto">
              <a:xfrm>
                <a:off x="1691" y="1273"/>
                <a:ext cx="31" cy="21"/>
              </a:xfrm>
              <a:custGeom>
                <a:avLst/>
                <a:gdLst>
                  <a:gd name="T0" fmla="*/ 16 w 25"/>
                  <a:gd name="T1" fmla="*/ 0 h 17"/>
                  <a:gd name="T2" fmla="*/ 0 w 25"/>
                  <a:gd name="T3" fmla="*/ 10 h 17"/>
                  <a:gd name="T4" fmla="*/ 25 w 25"/>
                  <a:gd name="T5" fmla="*/ 17 h 17"/>
                  <a:gd name="T6" fmla="*/ 25 w 25"/>
                  <a:gd name="T7" fmla="*/ 17 h 17"/>
                  <a:gd name="T8" fmla="*/ 16 w 25"/>
                  <a:gd name="T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7">
                    <a:moveTo>
                      <a:pt x="16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0" name="Freeform 604"/>
              <p:cNvSpPr>
                <a:spLocks/>
              </p:cNvSpPr>
              <p:nvPr userDrawn="1"/>
            </p:nvSpPr>
            <p:spPr bwMode="auto">
              <a:xfrm>
                <a:off x="1705" y="1407"/>
                <a:ext cx="36" cy="78"/>
              </a:xfrm>
              <a:custGeom>
                <a:avLst/>
                <a:gdLst>
                  <a:gd name="T0" fmla="*/ 21 w 36"/>
                  <a:gd name="T1" fmla="*/ 0 h 78"/>
                  <a:gd name="T2" fmla="*/ 0 w 36"/>
                  <a:gd name="T3" fmla="*/ 40 h 78"/>
                  <a:gd name="T4" fmla="*/ 36 w 36"/>
                  <a:gd name="T5" fmla="*/ 78 h 78"/>
                  <a:gd name="T6" fmla="*/ 36 w 36"/>
                  <a:gd name="T7" fmla="*/ 26 h 78"/>
                  <a:gd name="T8" fmla="*/ 21 w 36"/>
                  <a:gd name="T9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78">
                    <a:moveTo>
                      <a:pt x="21" y="0"/>
                    </a:moveTo>
                    <a:lnTo>
                      <a:pt x="0" y="40"/>
                    </a:lnTo>
                    <a:lnTo>
                      <a:pt x="36" y="78"/>
                    </a:lnTo>
                    <a:lnTo>
                      <a:pt x="36" y="26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1" name="Freeform 605"/>
              <p:cNvSpPr>
                <a:spLocks/>
              </p:cNvSpPr>
              <p:nvPr userDrawn="1"/>
            </p:nvSpPr>
            <p:spPr bwMode="auto">
              <a:xfrm>
                <a:off x="1705" y="1407"/>
                <a:ext cx="36" cy="78"/>
              </a:xfrm>
              <a:custGeom>
                <a:avLst/>
                <a:gdLst>
                  <a:gd name="T0" fmla="*/ 21 w 36"/>
                  <a:gd name="T1" fmla="*/ 0 h 78"/>
                  <a:gd name="T2" fmla="*/ 0 w 36"/>
                  <a:gd name="T3" fmla="*/ 40 h 78"/>
                  <a:gd name="T4" fmla="*/ 36 w 36"/>
                  <a:gd name="T5" fmla="*/ 78 h 78"/>
                  <a:gd name="T6" fmla="*/ 36 w 36"/>
                  <a:gd name="T7" fmla="*/ 26 h 78"/>
                  <a:gd name="T8" fmla="*/ 21 w 36"/>
                  <a:gd name="T9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78">
                    <a:moveTo>
                      <a:pt x="21" y="0"/>
                    </a:moveTo>
                    <a:lnTo>
                      <a:pt x="0" y="40"/>
                    </a:lnTo>
                    <a:lnTo>
                      <a:pt x="36" y="78"/>
                    </a:lnTo>
                    <a:lnTo>
                      <a:pt x="36" y="26"/>
                    </a:lnTo>
                    <a:lnTo>
                      <a:pt x="2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2" name="Freeform 606"/>
              <p:cNvSpPr>
                <a:spLocks noEditPoints="1"/>
              </p:cNvSpPr>
              <p:nvPr userDrawn="1"/>
            </p:nvSpPr>
            <p:spPr bwMode="auto">
              <a:xfrm>
                <a:off x="2592" y="474"/>
                <a:ext cx="56" cy="104"/>
              </a:xfrm>
              <a:custGeom>
                <a:avLst/>
                <a:gdLst>
                  <a:gd name="T0" fmla="*/ 3 w 46"/>
                  <a:gd name="T1" fmla="*/ 79 h 84"/>
                  <a:gd name="T2" fmla="*/ 0 w 46"/>
                  <a:gd name="T3" fmla="*/ 84 h 84"/>
                  <a:gd name="T4" fmla="*/ 4 w 46"/>
                  <a:gd name="T5" fmla="*/ 84 h 84"/>
                  <a:gd name="T6" fmla="*/ 3 w 46"/>
                  <a:gd name="T7" fmla="*/ 79 h 84"/>
                  <a:gd name="T8" fmla="*/ 46 w 46"/>
                  <a:gd name="T9" fmla="*/ 0 h 84"/>
                  <a:gd name="T10" fmla="*/ 7 w 46"/>
                  <a:gd name="T11" fmla="*/ 72 h 84"/>
                  <a:gd name="T12" fmla="*/ 7 w 46"/>
                  <a:gd name="T13" fmla="*/ 72 h 84"/>
                  <a:gd name="T14" fmla="*/ 10 w 46"/>
                  <a:gd name="T15" fmla="*/ 84 h 84"/>
                  <a:gd name="T16" fmla="*/ 46 w 46"/>
                  <a:gd name="T17" fmla="*/ 84 h 84"/>
                  <a:gd name="T18" fmla="*/ 46 w 46"/>
                  <a:gd name="T19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84">
                    <a:moveTo>
                      <a:pt x="3" y="79"/>
                    </a:moveTo>
                    <a:cubicBezTo>
                      <a:pt x="0" y="84"/>
                      <a:pt x="0" y="84"/>
                      <a:pt x="0" y="84"/>
                    </a:cubicBezTo>
                    <a:cubicBezTo>
                      <a:pt x="4" y="84"/>
                      <a:pt x="4" y="84"/>
                      <a:pt x="4" y="84"/>
                    </a:cubicBezTo>
                    <a:cubicBezTo>
                      <a:pt x="4" y="82"/>
                      <a:pt x="3" y="81"/>
                      <a:pt x="3" y="79"/>
                    </a:cubicBezTo>
                    <a:moveTo>
                      <a:pt x="46" y="0"/>
                    </a:move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9" y="75"/>
                      <a:pt x="9" y="79"/>
                      <a:pt x="10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0"/>
                      <a:pt x="46" y="0"/>
                      <a:pt x="4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1" name="Group 808"/>
            <p:cNvGrpSpPr>
              <a:grpSpLocks/>
            </p:cNvGrpSpPr>
            <p:nvPr userDrawn="1"/>
          </p:nvGrpSpPr>
          <p:grpSpPr bwMode="auto">
            <a:xfrm>
              <a:off x="693738" y="-268288"/>
              <a:ext cx="3440113" cy="2625726"/>
              <a:chOff x="437" y="-169"/>
              <a:chExt cx="2167" cy="1654"/>
            </a:xfrm>
          </p:grpSpPr>
          <p:sp>
            <p:nvSpPr>
              <p:cNvPr id="573" name="Freeform 608"/>
              <p:cNvSpPr>
                <a:spLocks/>
              </p:cNvSpPr>
              <p:nvPr userDrawn="1"/>
            </p:nvSpPr>
            <p:spPr bwMode="auto">
              <a:xfrm>
                <a:off x="2595" y="563"/>
                <a:ext cx="9" cy="15"/>
              </a:xfrm>
              <a:custGeom>
                <a:avLst/>
                <a:gdLst>
                  <a:gd name="T0" fmla="*/ 4 w 7"/>
                  <a:gd name="T1" fmla="*/ 0 h 12"/>
                  <a:gd name="T2" fmla="*/ 0 w 7"/>
                  <a:gd name="T3" fmla="*/ 7 h 12"/>
                  <a:gd name="T4" fmla="*/ 1 w 7"/>
                  <a:gd name="T5" fmla="*/ 12 h 12"/>
                  <a:gd name="T6" fmla="*/ 7 w 7"/>
                  <a:gd name="T7" fmla="*/ 12 h 12"/>
                  <a:gd name="T8" fmla="*/ 4 w 7"/>
                  <a:gd name="T9" fmla="*/ 0 h 12"/>
                  <a:gd name="T10" fmla="*/ 4 w 7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12">
                    <a:moveTo>
                      <a:pt x="4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9"/>
                      <a:pt x="1" y="10"/>
                      <a:pt x="1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6" y="7"/>
                      <a:pt x="6" y="3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39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4" name="Freeform 609"/>
              <p:cNvSpPr>
                <a:spLocks/>
              </p:cNvSpPr>
              <p:nvPr userDrawn="1"/>
            </p:nvSpPr>
            <p:spPr bwMode="auto">
              <a:xfrm>
                <a:off x="1692" y="1344"/>
                <a:ext cx="49" cy="63"/>
              </a:xfrm>
              <a:custGeom>
                <a:avLst/>
                <a:gdLst>
                  <a:gd name="T0" fmla="*/ 1 w 49"/>
                  <a:gd name="T1" fmla="*/ 0 h 63"/>
                  <a:gd name="T2" fmla="*/ 0 w 49"/>
                  <a:gd name="T3" fmla="*/ 1 h 63"/>
                  <a:gd name="T4" fmla="*/ 34 w 49"/>
                  <a:gd name="T5" fmla="*/ 63 h 63"/>
                  <a:gd name="T6" fmla="*/ 49 w 49"/>
                  <a:gd name="T7" fmla="*/ 37 h 63"/>
                  <a:gd name="T8" fmla="*/ 1 w 49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63">
                    <a:moveTo>
                      <a:pt x="1" y="0"/>
                    </a:moveTo>
                    <a:lnTo>
                      <a:pt x="0" y="1"/>
                    </a:lnTo>
                    <a:lnTo>
                      <a:pt x="34" y="63"/>
                    </a:lnTo>
                    <a:lnTo>
                      <a:pt x="49" y="3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5" name="Freeform 610"/>
              <p:cNvSpPr>
                <a:spLocks/>
              </p:cNvSpPr>
              <p:nvPr userDrawn="1"/>
            </p:nvSpPr>
            <p:spPr bwMode="auto">
              <a:xfrm>
                <a:off x="1692" y="1344"/>
                <a:ext cx="49" cy="63"/>
              </a:xfrm>
              <a:custGeom>
                <a:avLst/>
                <a:gdLst>
                  <a:gd name="T0" fmla="*/ 1 w 49"/>
                  <a:gd name="T1" fmla="*/ 0 h 63"/>
                  <a:gd name="T2" fmla="*/ 0 w 49"/>
                  <a:gd name="T3" fmla="*/ 1 h 63"/>
                  <a:gd name="T4" fmla="*/ 34 w 49"/>
                  <a:gd name="T5" fmla="*/ 63 h 63"/>
                  <a:gd name="T6" fmla="*/ 49 w 49"/>
                  <a:gd name="T7" fmla="*/ 37 h 63"/>
                  <a:gd name="T8" fmla="*/ 1 w 49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63">
                    <a:moveTo>
                      <a:pt x="1" y="0"/>
                    </a:moveTo>
                    <a:lnTo>
                      <a:pt x="0" y="1"/>
                    </a:lnTo>
                    <a:lnTo>
                      <a:pt x="34" y="63"/>
                    </a:lnTo>
                    <a:lnTo>
                      <a:pt x="49" y="37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6" name="Freeform 611"/>
              <p:cNvSpPr>
                <a:spLocks/>
              </p:cNvSpPr>
              <p:nvPr userDrawn="1"/>
            </p:nvSpPr>
            <p:spPr bwMode="auto">
              <a:xfrm>
                <a:off x="1693" y="1310"/>
                <a:ext cx="48" cy="71"/>
              </a:xfrm>
              <a:custGeom>
                <a:avLst/>
                <a:gdLst>
                  <a:gd name="T0" fmla="*/ 39 w 39"/>
                  <a:gd name="T1" fmla="*/ 0 h 57"/>
                  <a:gd name="T2" fmla="*/ 5 w 39"/>
                  <a:gd name="T3" fmla="*/ 23 h 57"/>
                  <a:gd name="T4" fmla="*/ 3 w 39"/>
                  <a:gd name="T5" fmla="*/ 28 h 57"/>
                  <a:gd name="T6" fmla="*/ 2 w 39"/>
                  <a:gd name="T7" fmla="*/ 25 h 57"/>
                  <a:gd name="T8" fmla="*/ 0 w 39"/>
                  <a:gd name="T9" fmla="*/ 27 h 57"/>
                  <a:gd name="T10" fmla="*/ 39 w 39"/>
                  <a:gd name="T11" fmla="*/ 57 h 57"/>
                  <a:gd name="T12" fmla="*/ 39 w 39"/>
                  <a:gd name="T13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57">
                    <a:moveTo>
                      <a:pt x="39" y="0"/>
                    </a:moveTo>
                    <a:cubicBezTo>
                      <a:pt x="5" y="23"/>
                      <a:pt x="5" y="23"/>
                      <a:pt x="5" y="23"/>
                    </a:cubicBezTo>
                    <a:cubicBezTo>
                      <a:pt x="4" y="25"/>
                      <a:pt x="4" y="26"/>
                      <a:pt x="3" y="28"/>
                    </a:cubicBezTo>
                    <a:cubicBezTo>
                      <a:pt x="3" y="27"/>
                      <a:pt x="3" y="26"/>
                      <a:pt x="2" y="2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9" y="56"/>
                      <a:pt x="39" y="27"/>
                      <a:pt x="3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7" name="Freeform 612"/>
              <p:cNvSpPr>
                <a:spLocks/>
              </p:cNvSpPr>
              <p:nvPr userDrawn="1"/>
            </p:nvSpPr>
            <p:spPr bwMode="auto">
              <a:xfrm>
                <a:off x="1696" y="1339"/>
                <a:ext cx="3" cy="6"/>
              </a:xfrm>
              <a:custGeom>
                <a:avLst/>
                <a:gdLst>
                  <a:gd name="T0" fmla="*/ 3 w 3"/>
                  <a:gd name="T1" fmla="*/ 0 h 5"/>
                  <a:gd name="T2" fmla="*/ 0 w 3"/>
                  <a:gd name="T3" fmla="*/ 2 h 5"/>
                  <a:gd name="T4" fmla="*/ 1 w 3"/>
                  <a:gd name="T5" fmla="*/ 5 h 5"/>
                  <a:gd name="T6" fmla="*/ 3 w 3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5">
                    <a:moveTo>
                      <a:pt x="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2" y="3"/>
                      <a:pt x="2" y="2"/>
                      <a:pt x="3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8" name="Freeform 613"/>
              <p:cNvSpPr>
                <a:spLocks/>
              </p:cNvSpPr>
              <p:nvPr userDrawn="1"/>
            </p:nvSpPr>
            <p:spPr bwMode="auto">
              <a:xfrm>
                <a:off x="1726" y="1381"/>
                <a:ext cx="15" cy="52"/>
              </a:xfrm>
              <a:custGeom>
                <a:avLst/>
                <a:gdLst>
                  <a:gd name="T0" fmla="*/ 15 w 15"/>
                  <a:gd name="T1" fmla="*/ 0 h 52"/>
                  <a:gd name="T2" fmla="*/ 15 w 15"/>
                  <a:gd name="T3" fmla="*/ 0 h 52"/>
                  <a:gd name="T4" fmla="*/ 15 w 15"/>
                  <a:gd name="T5" fmla="*/ 0 h 52"/>
                  <a:gd name="T6" fmla="*/ 0 w 15"/>
                  <a:gd name="T7" fmla="*/ 26 h 52"/>
                  <a:gd name="T8" fmla="*/ 15 w 15"/>
                  <a:gd name="T9" fmla="*/ 52 h 52"/>
                  <a:gd name="T10" fmla="*/ 15 w 15"/>
                  <a:gd name="T11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52">
                    <a:moveTo>
                      <a:pt x="15" y="0"/>
                    </a:moveTo>
                    <a:lnTo>
                      <a:pt x="15" y="0"/>
                    </a:lnTo>
                    <a:lnTo>
                      <a:pt x="15" y="0"/>
                    </a:lnTo>
                    <a:lnTo>
                      <a:pt x="0" y="26"/>
                    </a:lnTo>
                    <a:lnTo>
                      <a:pt x="15" y="52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9" name="Freeform 614"/>
              <p:cNvSpPr>
                <a:spLocks/>
              </p:cNvSpPr>
              <p:nvPr userDrawn="1"/>
            </p:nvSpPr>
            <p:spPr bwMode="auto">
              <a:xfrm>
                <a:off x="1726" y="1381"/>
                <a:ext cx="15" cy="52"/>
              </a:xfrm>
              <a:custGeom>
                <a:avLst/>
                <a:gdLst>
                  <a:gd name="T0" fmla="*/ 15 w 15"/>
                  <a:gd name="T1" fmla="*/ 0 h 52"/>
                  <a:gd name="T2" fmla="*/ 15 w 15"/>
                  <a:gd name="T3" fmla="*/ 0 h 52"/>
                  <a:gd name="T4" fmla="*/ 15 w 15"/>
                  <a:gd name="T5" fmla="*/ 0 h 52"/>
                  <a:gd name="T6" fmla="*/ 0 w 15"/>
                  <a:gd name="T7" fmla="*/ 26 h 52"/>
                  <a:gd name="T8" fmla="*/ 15 w 15"/>
                  <a:gd name="T9" fmla="*/ 52 h 52"/>
                  <a:gd name="T10" fmla="*/ 15 w 15"/>
                  <a:gd name="T11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52">
                    <a:moveTo>
                      <a:pt x="15" y="0"/>
                    </a:moveTo>
                    <a:lnTo>
                      <a:pt x="15" y="0"/>
                    </a:lnTo>
                    <a:lnTo>
                      <a:pt x="15" y="0"/>
                    </a:lnTo>
                    <a:lnTo>
                      <a:pt x="0" y="26"/>
                    </a:lnTo>
                    <a:lnTo>
                      <a:pt x="15" y="52"/>
                    </a:lnTo>
                    <a:lnTo>
                      <a:pt x="1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0" name="Freeform 615"/>
              <p:cNvSpPr>
                <a:spLocks/>
              </p:cNvSpPr>
              <p:nvPr userDrawn="1"/>
            </p:nvSpPr>
            <p:spPr bwMode="auto">
              <a:xfrm>
                <a:off x="1546" y="1214"/>
                <a:ext cx="85" cy="38"/>
              </a:xfrm>
              <a:custGeom>
                <a:avLst/>
                <a:gdLst>
                  <a:gd name="T0" fmla="*/ 85 w 85"/>
                  <a:gd name="T1" fmla="*/ 0 h 38"/>
                  <a:gd name="T2" fmla="*/ 0 w 85"/>
                  <a:gd name="T3" fmla="*/ 0 h 38"/>
                  <a:gd name="T4" fmla="*/ 77 w 85"/>
                  <a:gd name="T5" fmla="*/ 38 h 38"/>
                  <a:gd name="T6" fmla="*/ 85 w 8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5" h="38">
                    <a:moveTo>
                      <a:pt x="85" y="0"/>
                    </a:moveTo>
                    <a:lnTo>
                      <a:pt x="0" y="0"/>
                    </a:lnTo>
                    <a:lnTo>
                      <a:pt x="77" y="38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1" name="Freeform 616"/>
              <p:cNvSpPr>
                <a:spLocks/>
              </p:cNvSpPr>
              <p:nvPr userDrawn="1"/>
            </p:nvSpPr>
            <p:spPr bwMode="auto">
              <a:xfrm>
                <a:off x="1546" y="1214"/>
                <a:ext cx="85" cy="38"/>
              </a:xfrm>
              <a:custGeom>
                <a:avLst/>
                <a:gdLst>
                  <a:gd name="T0" fmla="*/ 85 w 85"/>
                  <a:gd name="T1" fmla="*/ 0 h 38"/>
                  <a:gd name="T2" fmla="*/ 0 w 85"/>
                  <a:gd name="T3" fmla="*/ 0 h 38"/>
                  <a:gd name="T4" fmla="*/ 77 w 85"/>
                  <a:gd name="T5" fmla="*/ 38 h 38"/>
                  <a:gd name="T6" fmla="*/ 85 w 8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5" h="38">
                    <a:moveTo>
                      <a:pt x="85" y="0"/>
                    </a:moveTo>
                    <a:lnTo>
                      <a:pt x="0" y="0"/>
                    </a:lnTo>
                    <a:lnTo>
                      <a:pt x="77" y="38"/>
                    </a:lnTo>
                    <a:lnTo>
                      <a:pt x="8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2" name="Freeform 617"/>
              <p:cNvSpPr>
                <a:spLocks/>
              </p:cNvSpPr>
              <p:nvPr userDrawn="1"/>
            </p:nvSpPr>
            <p:spPr bwMode="auto">
              <a:xfrm>
                <a:off x="1623" y="1214"/>
                <a:ext cx="35" cy="38"/>
              </a:xfrm>
              <a:custGeom>
                <a:avLst/>
                <a:gdLst>
                  <a:gd name="T0" fmla="*/ 35 w 35"/>
                  <a:gd name="T1" fmla="*/ 0 h 38"/>
                  <a:gd name="T2" fmla="*/ 8 w 35"/>
                  <a:gd name="T3" fmla="*/ 0 h 38"/>
                  <a:gd name="T4" fmla="*/ 0 w 35"/>
                  <a:gd name="T5" fmla="*/ 38 h 38"/>
                  <a:gd name="T6" fmla="*/ 35 w 3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" h="38">
                    <a:moveTo>
                      <a:pt x="35" y="0"/>
                    </a:moveTo>
                    <a:lnTo>
                      <a:pt x="8" y="0"/>
                    </a:lnTo>
                    <a:lnTo>
                      <a:pt x="0" y="38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3" name="Freeform 618"/>
              <p:cNvSpPr>
                <a:spLocks/>
              </p:cNvSpPr>
              <p:nvPr userDrawn="1"/>
            </p:nvSpPr>
            <p:spPr bwMode="auto">
              <a:xfrm>
                <a:off x="1623" y="1214"/>
                <a:ext cx="35" cy="38"/>
              </a:xfrm>
              <a:custGeom>
                <a:avLst/>
                <a:gdLst>
                  <a:gd name="T0" fmla="*/ 35 w 35"/>
                  <a:gd name="T1" fmla="*/ 0 h 38"/>
                  <a:gd name="T2" fmla="*/ 8 w 35"/>
                  <a:gd name="T3" fmla="*/ 0 h 38"/>
                  <a:gd name="T4" fmla="*/ 0 w 35"/>
                  <a:gd name="T5" fmla="*/ 38 h 38"/>
                  <a:gd name="T6" fmla="*/ 35 w 3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" h="38">
                    <a:moveTo>
                      <a:pt x="35" y="0"/>
                    </a:moveTo>
                    <a:lnTo>
                      <a:pt x="8" y="0"/>
                    </a:lnTo>
                    <a:lnTo>
                      <a:pt x="0" y="38"/>
                    </a:lnTo>
                    <a:lnTo>
                      <a:pt x="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4" name="Freeform 619"/>
              <p:cNvSpPr>
                <a:spLocks noEditPoints="1"/>
              </p:cNvSpPr>
              <p:nvPr userDrawn="1"/>
            </p:nvSpPr>
            <p:spPr bwMode="auto">
              <a:xfrm>
                <a:off x="1866" y="904"/>
                <a:ext cx="87" cy="57"/>
              </a:xfrm>
              <a:custGeom>
                <a:avLst/>
                <a:gdLst>
                  <a:gd name="T0" fmla="*/ 62 w 87"/>
                  <a:gd name="T1" fmla="*/ 0 h 57"/>
                  <a:gd name="T2" fmla="*/ 0 w 87"/>
                  <a:gd name="T3" fmla="*/ 0 h 57"/>
                  <a:gd name="T4" fmla="*/ 0 w 87"/>
                  <a:gd name="T5" fmla="*/ 57 h 57"/>
                  <a:gd name="T6" fmla="*/ 44 w 87"/>
                  <a:gd name="T7" fmla="*/ 45 h 57"/>
                  <a:gd name="T8" fmla="*/ 47 w 87"/>
                  <a:gd name="T9" fmla="*/ 40 h 57"/>
                  <a:gd name="T10" fmla="*/ 62 w 87"/>
                  <a:gd name="T11" fmla="*/ 0 h 57"/>
                  <a:gd name="T12" fmla="*/ 87 w 87"/>
                  <a:gd name="T13" fmla="*/ 0 h 57"/>
                  <a:gd name="T14" fmla="*/ 87 w 87"/>
                  <a:gd name="T15" fmla="*/ 0 h 57"/>
                  <a:gd name="T16" fmla="*/ 87 w 87"/>
                  <a:gd name="T17" fmla="*/ 0 h 57"/>
                  <a:gd name="T18" fmla="*/ 87 w 87"/>
                  <a:gd name="T1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57">
                    <a:moveTo>
                      <a:pt x="62" y="0"/>
                    </a:moveTo>
                    <a:lnTo>
                      <a:pt x="0" y="0"/>
                    </a:lnTo>
                    <a:lnTo>
                      <a:pt x="0" y="57"/>
                    </a:lnTo>
                    <a:lnTo>
                      <a:pt x="44" y="45"/>
                    </a:lnTo>
                    <a:lnTo>
                      <a:pt x="47" y="40"/>
                    </a:lnTo>
                    <a:lnTo>
                      <a:pt x="62" y="0"/>
                    </a:lnTo>
                    <a:close/>
                    <a:moveTo>
                      <a:pt x="87" y="0"/>
                    </a:moveTo>
                    <a:lnTo>
                      <a:pt x="87" y="0"/>
                    </a:lnTo>
                    <a:lnTo>
                      <a:pt x="87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5" name="Freeform 620"/>
              <p:cNvSpPr>
                <a:spLocks noEditPoints="1"/>
              </p:cNvSpPr>
              <p:nvPr userDrawn="1"/>
            </p:nvSpPr>
            <p:spPr bwMode="auto">
              <a:xfrm>
                <a:off x="1866" y="904"/>
                <a:ext cx="87" cy="57"/>
              </a:xfrm>
              <a:custGeom>
                <a:avLst/>
                <a:gdLst>
                  <a:gd name="T0" fmla="*/ 62 w 87"/>
                  <a:gd name="T1" fmla="*/ 0 h 57"/>
                  <a:gd name="T2" fmla="*/ 0 w 87"/>
                  <a:gd name="T3" fmla="*/ 0 h 57"/>
                  <a:gd name="T4" fmla="*/ 0 w 87"/>
                  <a:gd name="T5" fmla="*/ 57 h 57"/>
                  <a:gd name="T6" fmla="*/ 44 w 87"/>
                  <a:gd name="T7" fmla="*/ 45 h 57"/>
                  <a:gd name="T8" fmla="*/ 47 w 87"/>
                  <a:gd name="T9" fmla="*/ 40 h 57"/>
                  <a:gd name="T10" fmla="*/ 62 w 87"/>
                  <a:gd name="T11" fmla="*/ 0 h 57"/>
                  <a:gd name="T12" fmla="*/ 87 w 87"/>
                  <a:gd name="T13" fmla="*/ 0 h 57"/>
                  <a:gd name="T14" fmla="*/ 87 w 87"/>
                  <a:gd name="T15" fmla="*/ 0 h 57"/>
                  <a:gd name="T16" fmla="*/ 87 w 87"/>
                  <a:gd name="T17" fmla="*/ 0 h 57"/>
                  <a:gd name="T18" fmla="*/ 87 w 87"/>
                  <a:gd name="T1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57">
                    <a:moveTo>
                      <a:pt x="62" y="0"/>
                    </a:moveTo>
                    <a:lnTo>
                      <a:pt x="0" y="0"/>
                    </a:lnTo>
                    <a:lnTo>
                      <a:pt x="0" y="57"/>
                    </a:lnTo>
                    <a:lnTo>
                      <a:pt x="44" y="45"/>
                    </a:lnTo>
                    <a:lnTo>
                      <a:pt x="47" y="40"/>
                    </a:lnTo>
                    <a:lnTo>
                      <a:pt x="62" y="0"/>
                    </a:lnTo>
                    <a:moveTo>
                      <a:pt x="87" y="0"/>
                    </a:moveTo>
                    <a:lnTo>
                      <a:pt x="87" y="0"/>
                    </a:lnTo>
                    <a:lnTo>
                      <a:pt x="87" y="0"/>
                    </a:lnTo>
                    <a:lnTo>
                      <a:pt x="8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6" name="Freeform 621"/>
              <p:cNvSpPr>
                <a:spLocks/>
              </p:cNvSpPr>
              <p:nvPr userDrawn="1"/>
            </p:nvSpPr>
            <p:spPr bwMode="auto">
              <a:xfrm>
                <a:off x="1913" y="904"/>
                <a:ext cx="40" cy="40"/>
              </a:xfrm>
              <a:custGeom>
                <a:avLst/>
                <a:gdLst>
                  <a:gd name="T0" fmla="*/ 40 w 40"/>
                  <a:gd name="T1" fmla="*/ 0 h 40"/>
                  <a:gd name="T2" fmla="*/ 15 w 40"/>
                  <a:gd name="T3" fmla="*/ 0 h 40"/>
                  <a:gd name="T4" fmla="*/ 0 w 40"/>
                  <a:gd name="T5" fmla="*/ 40 h 40"/>
                  <a:gd name="T6" fmla="*/ 40 w 40"/>
                  <a:gd name="T7" fmla="*/ 0 h 40"/>
                  <a:gd name="T8" fmla="*/ 40 w 40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40" y="0"/>
                    </a:moveTo>
                    <a:lnTo>
                      <a:pt x="15" y="0"/>
                    </a:lnTo>
                    <a:lnTo>
                      <a:pt x="0" y="40"/>
                    </a:lnTo>
                    <a:lnTo>
                      <a:pt x="40" y="0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7" name="Freeform 622"/>
              <p:cNvSpPr>
                <a:spLocks/>
              </p:cNvSpPr>
              <p:nvPr userDrawn="1"/>
            </p:nvSpPr>
            <p:spPr bwMode="auto">
              <a:xfrm>
                <a:off x="1913" y="904"/>
                <a:ext cx="40" cy="40"/>
              </a:xfrm>
              <a:custGeom>
                <a:avLst/>
                <a:gdLst>
                  <a:gd name="T0" fmla="*/ 40 w 40"/>
                  <a:gd name="T1" fmla="*/ 0 h 40"/>
                  <a:gd name="T2" fmla="*/ 15 w 40"/>
                  <a:gd name="T3" fmla="*/ 0 h 40"/>
                  <a:gd name="T4" fmla="*/ 0 w 40"/>
                  <a:gd name="T5" fmla="*/ 40 h 40"/>
                  <a:gd name="T6" fmla="*/ 40 w 40"/>
                  <a:gd name="T7" fmla="*/ 0 h 40"/>
                  <a:gd name="T8" fmla="*/ 40 w 40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40" y="0"/>
                    </a:moveTo>
                    <a:lnTo>
                      <a:pt x="15" y="0"/>
                    </a:lnTo>
                    <a:lnTo>
                      <a:pt x="0" y="40"/>
                    </a:lnTo>
                    <a:lnTo>
                      <a:pt x="40" y="0"/>
                    </a:lnTo>
                    <a:lnTo>
                      <a:pt x="4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8" name="Freeform 623"/>
              <p:cNvSpPr>
                <a:spLocks/>
              </p:cNvSpPr>
              <p:nvPr userDrawn="1"/>
            </p:nvSpPr>
            <p:spPr bwMode="auto">
              <a:xfrm>
                <a:off x="1866" y="949"/>
                <a:ext cx="44" cy="43"/>
              </a:xfrm>
              <a:custGeom>
                <a:avLst/>
                <a:gdLst>
                  <a:gd name="T0" fmla="*/ 44 w 44"/>
                  <a:gd name="T1" fmla="*/ 0 h 43"/>
                  <a:gd name="T2" fmla="*/ 0 w 44"/>
                  <a:gd name="T3" fmla="*/ 12 h 43"/>
                  <a:gd name="T4" fmla="*/ 0 w 44"/>
                  <a:gd name="T5" fmla="*/ 43 h 43"/>
                  <a:gd name="T6" fmla="*/ 44 w 44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43">
                    <a:moveTo>
                      <a:pt x="44" y="0"/>
                    </a:moveTo>
                    <a:lnTo>
                      <a:pt x="0" y="12"/>
                    </a:lnTo>
                    <a:lnTo>
                      <a:pt x="0" y="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9" name="Freeform 624"/>
              <p:cNvSpPr>
                <a:spLocks/>
              </p:cNvSpPr>
              <p:nvPr userDrawn="1"/>
            </p:nvSpPr>
            <p:spPr bwMode="auto">
              <a:xfrm>
                <a:off x="1866" y="949"/>
                <a:ext cx="44" cy="43"/>
              </a:xfrm>
              <a:custGeom>
                <a:avLst/>
                <a:gdLst>
                  <a:gd name="T0" fmla="*/ 44 w 44"/>
                  <a:gd name="T1" fmla="*/ 0 h 43"/>
                  <a:gd name="T2" fmla="*/ 0 w 44"/>
                  <a:gd name="T3" fmla="*/ 12 h 43"/>
                  <a:gd name="T4" fmla="*/ 0 w 44"/>
                  <a:gd name="T5" fmla="*/ 43 h 43"/>
                  <a:gd name="T6" fmla="*/ 44 w 44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43">
                    <a:moveTo>
                      <a:pt x="44" y="0"/>
                    </a:moveTo>
                    <a:lnTo>
                      <a:pt x="0" y="12"/>
                    </a:lnTo>
                    <a:lnTo>
                      <a:pt x="0" y="43"/>
                    </a:lnTo>
                    <a:lnTo>
                      <a:pt x="4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0" name="Freeform 625"/>
              <p:cNvSpPr>
                <a:spLocks/>
              </p:cNvSpPr>
              <p:nvPr userDrawn="1"/>
            </p:nvSpPr>
            <p:spPr bwMode="auto">
              <a:xfrm>
                <a:off x="1693" y="1038"/>
                <a:ext cx="134" cy="84"/>
              </a:xfrm>
              <a:custGeom>
                <a:avLst/>
                <a:gdLst>
                  <a:gd name="T0" fmla="*/ 134 w 134"/>
                  <a:gd name="T1" fmla="*/ 0 h 84"/>
                  <a:gd name="T2" fmla="*/ 0 w 134"/>
                  <a:gd name="T3" fmla="*/ 67 h 84"/>
                  <a:gd name="T4" fmla="*/ 52 w 134"/>
                  <a:gd name="T5" fmla="*/ 84 h 84"/>
                  <a:gd name="T6" fmla="*/ 134 w 134"/>
                  <a:gd name="T7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84">
                    <a:moveTo>
                      <a:pt x="134" y="0"/>
                    </a:moveTo>
                    <a:lnTo>
                      <a:pt x="0" y="67"/>
                    </a:lnTo>
                    <a:lnTo>
                      <a:pt x="52" y="84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1" name="Freeform 626"/>
              <p:cNvSpPr>
                <a:spLocks/>
              </p:cNvSpPr>
              <p:nvPr userDrawn="1"/>
            </p:nvSpPr>
            <p:spPr bwMode="auto">
              <a:xfrm>
                <a:off x="1693" y="1038"/>
                <a:ext cx="134" cy="84"/>
              </a:xfrm>
              <a:custGeom>
                <a:avLst/>
                <a:gdLst>
                  <a:gd name="T0" fmla="*/ 134 w 134"/>
                  <a:gd name="T1" fmla="*/ 0 h 84"/>
                  <a:gd name="T2" fmla="*/ 0 w 134"/>
                  <a:gd name="T3" fmla="*/ 67 h 84"/>
                  <a:gd name="T4" fmla="*/ 52 w 134"/>
                  <a:gd name="T5" fmla="*/ 84 h 84"/>
                  <a:gd name="T6" fmla="*/ 134 w 134"/>
                  <a:gd name="T7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84">
                    <a:moveTo>
                      <a:pt x="134" y="0"/>
                    </a:moveTo>
                    <a:lnTo>
                      <a:pt x="0" y="67"/>
                    </a:lnTo>
                    <a:lnTo>
                      <a:pt x="52" y="84"/>
                    </a:lnTo>
                    <a:lnTo>
                      <a:pt x="13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2" name="Freeform 627"/>
              <p:cNvSpPr>
                <a:spLocks/>
              </p:cNvSpPr>
              <p:nvPr userDrawn="1"/>
            </p:nvSpPr>
            <p:spPr bwMode="auto">
              <a:xfrm>
                <a:off x="1443" y="1452"/>
                <a:ext cx="240" cy="33"/>
              </a:xfrm>
              <a:custGeom>
                <a:avLst/>
                <a:gdLst>
                  <a:gd name="T0" fmla="*/ 43 w 240"/>
                  <a:gd name="T1" fmla="*/ 0 h 33"/>
                  <a:gd name="T2" fmla="*/ 34 w 240"/>
                  <a:gd name="T3" fmla="*/ 8 h 33"/>
                  <a:gd name="T4" fmla="*/ 103 w 240"/>
                  <a:gd name="T5" fmla="*/ 33 h 33"/>
                  <a:gd name="T6" fmla="*/ 0 w 240"/>
                  <a:gd name="T7" fmla="*/ 33 h 33"/>
                  <a:gd name="T8" fmla="*/ 240 w 240"/>
                  <a:gd name="T9" fmla="*/ 33 h 33"/>
                  <a:gd name="T10" fmla="*/ 103 w 240"/>
                  <a:gd name="T11" fmla="*/ 33 h 33"/>
                  <a:gd name="T12" fmla="*/ 130 w 240"/>
                  <a:gd name="T13" fmla="*/ 14 h 33"/>
                  <a:gd name="T14" fmla="*/ 43 w 240"/>
                  <a:gd name="T1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0" h="33">
                    <a:moveTo>
                      <a:pt x="43" y="0"/>
                    </a:moveTo>
                    <a:lnTo>
                      <a:pt x="34" y="8"/>
                    </a:lnTo>
                    <a:lnTo>
                      <a:pt x="103" y="33"/>
                    </a:lnTo>
                    <a:lnTo>
                      <a:pt x="0" y="33"/>
                    </a:lnTo>
                    <a:lnTo>
                      <a:pt x="240" y="33"/>
                    </a:lnTo>
                    <a:lnTo>
                      <a:pt x="103" y="33"/>
                    </a:lnTo>
                    <a:lnTo>
                      <a:pt x="130" y="14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3" name="Freeform 628"/>
              <p:cNvSpPr>
                <a:spLocks/>
              </p:cNvSpPr>
              <p:nvPr userDrawn="1"/>
            </p:nvSpPr>
            <p:spPr bwMode="auto">
              <a:xfrm>
                <a:off x="1443" y="1452"/>
                <a:ext cx="240" cy="33"/>
              </a:xfrm>
              <a:custGeom>
                <a:avLst/>
                <a:gdLst>
                  <a:gd name="T0" fmla="*/ 43 w 240"/>
                  <a:gd name="T1" fmla="*/ 0 h 33"/>
                  <a:gd name="T2" fmla="*/ 34 w 240"/>
                  <a:gd name="T3" fmla="*/ 8 h 33"/>
                  <a:gd name="T4" fmla="*/ 103 w 240"/>
                  <a:gd name="T5" fmla="*/ 33 h 33"/>
                  <a:gd name="T6" fmla="*/ 0 w 240"/>
                  <a:gd name="T7" fmla="*/ 33 h 33"/>
                  <a:gd name="T8" fmla="*/ 240 w 240"/>
                  <a:gd name="T9" fmla="*/ 33 h 33"/>
                  <a:gd name="T10" fmla="*/ 103 w 240"/>
                  <a:gd name="T11" fmla="*/ 33 h 33"/>
                  <a:gd name="T12" fmla="*/ 130 w 240"/>
                  <a:gd name="T13" fmla="*/ 14 h 33"/>
                  <a:gd name="T14" fmla="*/ 43 w 240"/>
                  <a:gd name="T1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0" h="33">
                    <a:moveTo>
                      <a:pt x="43" y="0"/>
                    </a:moveTo>
                    <a:lnTo>
                      <a:pt x="34" y="8"/>
                    </a:lnTo>
                    <a:lnTo>
                      <a:pt x="103" y="33"/>
                    </a:lnTo>
                    <a:lnTo>
                      <a:pt x="0" y="33"/>
                    </a:lnTo>
                    <a:lnTo>
                      <a:pt x="240" y="33"/>
                    </a:lnTo>
                    <a:lnTo>
                      <a:pt x="103" y="33"/>
                    </a:lnTo>
                    <a:lnTo>
                      <a:pt x="130" y="14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4" name="Freeform 629"/>
              <p:cNvSpPr>
                <a:spLocks noEditPoints="1"/>
              </p:cNvSpPr>
              <p:nvPr userDrawn="1"/>
            </p:nvSpPr>
            <p:spPr bwMode="auto">
              <a:xfrm>
                <a:off x="1255" y="1452"/>
                <a:ext cx="231" cy="33"/>
              </a:xfrm>
              <a:custGeom>
                <a:avLst/>
                <a:gdLst>
                  <a:gd name="T0" fmla="*/ 120 w 231"/>
                  <a:gd name="T1" fmla="*/ 32 h 33"/>
                  <a:gd name="T2" fmla="*/ 57 w 231"/>
                  <a:gd name="T3" fmla="*/ 32 h 33"/>
                  <a:gd name="T4" fmla="*/ 56 w 231"/>
                  <a:gd name="T5" fmla="*/ 33 h 33"/>
                  <a:gd name="T6" fmla="*/ 54 w 231"/>
                  <a:gd name="T7" fmla="*/ 32 h 33"/>
                  <a:gd name="T8" fmla="*/ 52 w 231"/>
                  <a:gd name="T9" fmla="*/ 32 h 33"/>
                  <a:gd name="T10" fmla="*/ 56 w 231"/>
                  <a:gd name="T11" fmla="*/ 33 h 33"/>
                  <a:gd name="T12" fmla="*/ 0 w 231"/>
                  <a:gd name="T13" fmla="*/ 33 h 33"/>
                  <a:gd name="T14" fmla="*/ 188 w 231"/>
                  <a:gd name="T15" fmla="*/ 33 h 33"/>
                  <a:gd name="T16" fmla="*/ 119 w 231"/>
                  <a:gd name="T17" fmla="*/ 33 h 33"/>
                  <a:gd name="T18" fmla="*/ 120 w 231"/>
                  <a:gd name="T19" fmla="*/ 32 h 33"/>
                  <a:gd name="T20" fmla="*/ 130 w 231"/>
                  <a:gd name="T21" fmla="*/ 11 h 33"/>
                  <a:gd name="T22" fmla="*/ 93 w 231"/>
                  <a:gd name="T23" fmla="*/ 14 h 33"/>
                  <a:gd name="T24" fmla="*/ 123 w 231"/>
                  <a:gd name="T25" fmla="*/ 24 h 33"/>
                  <a:gd name="T26" fmla="*/ 130 w 231"/>
                  <a:gd name="T27" fmla="*/ 11 h 33"/>
                  <a:gd name="T28" fmla="*/ 231 w 231"/>
                  <a:gd name="T29" fmla="*/ 0 h 33"/>
                  <a:gd name="T30" fmla="*/ 207 w 231"/>
                  <a:gd name="T31" fmla="*/ 3 h 33"/>
                  <a:gd name="T32" fmla="*/ 222 w 231"/>
                  <a:gd name="T33" fmla="*/ 8 h 33"/>
                  <a:gd name="T34" fmla="*/ 231 w 231"/>
                  <a:gd name="T3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1" h="33">
                    <a:moveTo>
                      <a:pt x="120" y="32"/>
                    </a:moveTo>
                    <a:lnTo>
                      <a:pt x="57" y="32"/>
                    </a:lnTo>
                    <a:lnTo>
                      <a:pt x="56" y="33"/>
                    </a:lnTo>
                    <a:lnTo>
                      <a:pt x="54" y="32"/>
                    </a:lnTo>
                    <a:lnTo>
                      <a:pt x="52" y="32"/>
                    </a:lnTo>
                    <a:lnTo>
                      <a:pt x="56" y="33"/>
                    </a:lnTo>
                    <a:lnTo>
                      <a:pt x="0" y="33"/>
                    </a:lnTo>
                    <a:lnTo>
                      <a:pt x="188" y="33"/>
                    </a:lnTo>
                    <a:lnTo>
                      <a:pt x="119" y="33"/>
                    </a:lnTo>
                    <a:lnTo>
                      <a:pt x="120" y="32"/>
                    </a:lnTo>
                    <a:close/>
                    <a:moveTo>
                      <a:pt x="130" y="11"/>
                    </a:moveTo>
                    <a:lnTo>
                      <a:pt x="93" y="14"/>
                    </a:lnTo>
                    <a:lnTo>
                      <a:pt x="123" y="24"/>
                    </a:lnTo>
                    <a:lnTo>
                      <a:pt x="130" y="11"/>
                    </a:lnTo>
                    <a:close/>
                    <a:moveTo>
                      <a:pt x="231" y="0"/>
                    </a:moveTo>
                    <a:lnTo>
                      <a:pt x="207" y="3"/>
                    </a:lnTo>
                    <a:lnTo>
                      <a:pt x="222" y="8"/>
                    </a:lnTo>
                    <a:lnTo>
                      <a:pt x="23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5" name="Freeform 630"/>
              <p:cNvSpPr>
                <a:spLocks noEditPoints="1"/>
              </p:cNvSpPr>
              <p:nvPr userDrawn="1"/>
            </p:nvSpPr>
            <p:spPr bwMode="auto">
              <a:xfrm>
                <a:off x="1255" y="1452"/>
                <a:ext cx="231" cy="33"/>
              </a:xfrm>
              <a:custGeom>
                <a:avLst/>
                <a:gdLst>
                  <a:gd name="T0" fmla="*/ 120 w 231"/>
                  <a:gd name="T1" fmla="*/ 32 h 33"/>
                  <a:gd name="T2" fmla="*/ 57 w 231"/>
                  <a:gd name="T3" fmla="*/ 32 h 33"/>
                  <a:gd name="T4" fmla="*/ 56 w 231"/>
                  <a:gd name="T5" fmla="*/ 33 h 33"/>
                  <a:gd name="T6" fmla="*/ 54 w 231"/>
                  <a:gd name="T7" fmla="*/ 32 h 33"/>
                  <a:gd name="T8" fmla="*/ 52 w 231"/>
                  <a:gd name="T9" fmla="*/ 32 h 33"/>
                  <a:gd name="T10" fmla="*/ 56 w 231"/>
                  <a:gd name="T11" fmla="*/ 33 h 33"/>
                  <a:gd name="T12" fmla="*/ 0 w 231"/>
                  <a:gd name="T13" fmla="*/ 33 h 33"/>
                  <a:gd name="T14" fmla="*/ 188 w 231"/>
                  <a:gd name="T15" fmla="*/ 33 h 33"/>
                  <a:gd name="T16" fmla="*/ 119 w 231"/>
                  <a:gd name="T17" fmla="*/ 33 h 33"/>
                  <a:gd name="T18" fmla="*/ 120 w 231"/>
                  <a:gd name="T19" fmla="*/ 32 h 33"/>
                  <a:gd name="T20" fmla="*/ 130 w 231"/>
                  <a:gd name="T21" fmla="*/ 11 h 33"/>
                  <a:gd name="T22" fmla="*/ 93 w 231"/>
                  <a:gd name="T23" fmla="*/ 14 h 33"/>
                  <a:gd name="T24" fmla="*/ 123 w 231"/>
                  <a:gd name="T25" fmla="*/ 24 h 33"/>
                  <a:gd name="T26" fmla="*/ 130 w 231"/>
                  <a:gd name="T27" fmla="*/ 11 h 33"/>
                  <a:gd name="T28" fmla="*/ 231 w 231"/>
                  <a:gd name="T29" fmla="*/ 0 h 33"/>
                  <a:gd name="T30" fmla="*/ 207 w 231"/>
                  <a:gd name="T31" fmla="*/ 3 h 33"/>
                  <a:gd name="T32" fmla="*/ 222 w 231"/>
                  <a:gd name="T33" fmla="*/ 8 h 33"/>
                  <a:gd name="T34" fmla="*/ 231 w 231"/>
                  <a:gd name="T3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1" h="33">
                    <a:moveTo>
                      <a:pt x="120" y="32"/>
                    </a:moveTo>
                    <a:lnTo>
                      <a:pt x="57" y="32"/>
                    </a:lnTo>
                    <a:lnTo>
                      <a:pt x="56" y="33"/>
                    </a:lnTo>
                    <a:lnTo>
                      <a:pt x="54" y="32"/>
                    </a:lnTo>
                    <a:lnTo>
                      <a:pt x="52" y="32"/>
                    </a:lnTo>
                    <a:lnTo>
                      <a:pt x="56" y="33"/>
                    </a:lnTo>
                    <a:lnTo>
                      <a:pt x="0" y="33"/>
                    </a:lnTo>
                    <a:lnTo>
                      <a:pt x="188" y="33"/>
                    </a:lnTo>
                    <a:lnTo>
                      <a:pt x="119" y="33"/>
                    </a:lnTo>
                    <a:lnTo>
                      <a:pt x="120" y="32"/>
                    </a:lnTo>
                    <a:moveTo>
                      <a:pt x="130" y="11"/>
                    </a:moveTo>
                    <a:lnTo>
                      <a:pt x="93" y="14"/>
                    </a:lnTo>
                    <a:lnTo>
                      <a:pt x="123" y="24"/>
                    </a:lnTo>
                    <a:lnTo>
                      <a:pt x="130" y="11"/>
                    </a:lnTo>
                    <a:moveTo>
                      <a:pt x="231" y="0"/>
                    </a:moveTo>
                    <a:lnTo>
                      <a:pt x="207" y="3"/>
                    </a:lnTo>
                    <a:lnTo>
                      <a:pt x="222" y="8"/>
                    </a:lnTo>
                    <a:lnTo>
                      <a:pt x="2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6" name="Freeform 631"/>
              <p:cNvSpPr>
                <a:spLocks/>
              </p:cNvSpPr>
              <p:nvPr userDrawn="1"/>
            </p:nvSpPr>
            <p:spPr bwMode="auto">
              <a:xfrm>
                <a:off x="1045" y="1433"/>
                <a:ext cx="138" cy="52"/>
              </a:xfrm>
              <a:custGeom>
                <a:avLst/>
                <a:gdLst>
                  <a:gd name="T0" fmla="*/ 106 w 138"/>
                  <a:gd name="T1" fmla="*/ 0 h 52"/>
                  <a:gd name="T2" fmla="*/ 66 w 138"/>
                  <a:gd name="T3" fmla="*/ 19 h 52"/>
                  <a:gd name="T4" fmla="*/ 66 w 138"/>
                  <a:gd name="T5" fmla="*/ 19 h 52"/>
                  <a:gd name="T6" fmla="*/ 69 w 138"/>
                  <a:gd name="T7" fmla="*/ 50 h 52"/>
                  <a:gd name="T8" fmla="*/ 2 w 138"/>
                  <a:gd name="T9" fmla="*/ 51 h 52"/>
                  <a:gd name="T10" fmla="*/ 0 w 138"/>
                  <a:gd name="T11" fmla="*/ 52 h 52"/>
                  <a:gd name="T12" fmla="*/ 138 w 138"/>
                  <a:gd name="T13" fmla="*/ 52 h 52"/>
                  <a:gd name="T14" fmla="*/ 106 w 138"/>
                  <a:gd name="T1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8" h="52">
                    <a:moveTo>
                      <a:pt x="106" y="0"/>
                    </a:moveTo>
                    <a:lnTo>
                      <a:pt x="66" y="19"/>
                    </a:lnTo>
                    <a:lnTo>
                      <a:pt x="66" y="19"/>
                    </a:lnTo>
                    <a:lnTo>
                      <a:pt x="69" y="50"/>
                    </a:lnTo>
                    <a:lnTo>
                      <a:pt x="2" y="51"/>
                    </a:lnTo>
                    <a:lnTo>
                      <a:pt x="0" y="52"/>
                    </a:lnTo>
                    <a:lnTo>
                      <a:pt x="138" y="52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7" name="Freeform 632"/>
              <p:cNvSpPr>
                <a:spLocks/>
              </p:cNvSpPr>
              <p:nvPr userDrawn="1"/>
            </p:nvSpPr>
            <p:spPr bwMode="auto">
              <a:xfrm>
                <a:off x="1045" y="1433"/>
                <a:ext cx="138" cy="52"/>
              </a:xfrm>
              <a:custGeom>
                <a:avLst/>
                <a:gdLst>
                  <a:gd name="T0" fmla="*/ 106 w 138"/>
                  <a:gd name="T1" fmla="*/ 0 h 52"/>
                  <a:gd name="T2" fmla="*/ 66 w 138"/>
                  <a:gd name="T3" fmla="*/ 19 h 52"/>
                  <a:gd name="T4" fmla="*/ 66 w 138"/>
                  <a:gd name="T5" fmla="*/ 19 h 52"/>
                  <a:gd name="T6" fmla="*/ 69 w 138"/>
                  <a:gd name="T7" fmla="*/ 50 h 52"/>
                  <a:gd name="T8" fmla="*/ 2 w 138"/>
                  <a:gd name="T9" fmla="*/ 51 h 52"/>
                  <a:gd name="T10" fmla="*/ 0 w 138"/>
                  <a:gd name="T11" fmla="*/ 52 h 52"/>
                  <a:gd name="T12" fmla="*/ 138 w 138"/>
                  <a:gd name="T13" fmla="*/ 52 h 52"/>
                  <a:gd name="T14" fmla="*/ 106 w 138"/>
                  <a:gd name="T1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8" h="52">
                    <a:moveTo>
                      <a:pt x="106" y="0"/>
                    </a:moveTo>
                    <a:lnTo>
                      <a:pt x="66" y="19"/>
                    </a:lnTo>
                    <a:lnTo>
                      <a:pt x="66" y="19"/>
                    </a:lnTo>
                    <a:lnTo>
                      <a:pt x="69" y="50"/>
                    </a:lnTo>
                    <a:lnTo>
                      <a:pt x="2" y="51"/>
                    </a:lnTo>
                    <a:lnTo>
                      <a:pt x="0" y="52"/>
                    </a:lnTo>
                    <a:lnTo>
                      <a:pt x="138" y="52"/>
                    </a:lnTo>
                    <a:lnTo>
                      <a:pt x="10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8" name="Freeform 633"/>
              <p:cNvSpPr>
                <a:spLocks/>
              </p:cNvSpPr>
              <p:nvPr userDrawn="1"/>
            </p:nvSpPr>
            <p:spPr bwMode="auto">
              <a:xfrm>
                <a:off x="1385" y="1433"/>
                <a:ext cx="77" cy="30"/>
              </a:xfrm>
              <a:custGeom>
                <a:avLst/>
                <a:gdLst>
                  <a:gd name="T0" fmla="*/ 15 w 77"/>
                  <a:gd name="T1" fmla="*/ 0 h 30"/>
                  <a:gd name="T2" fmla="*/ 0 w 77"/>
                  <a:gd name="T3" fmla="*/ 30 h 30"/>
                  <a:gd name="T4" fmla="*/ 77 w 77"/>
                  <a:gd name="T5" fmla="*/ 22 h 30"/>
                  <a:gd name="T6" fmla="*/ 15 w 77"/>
                  <a:gd name="T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7" h="30">
                    <a:moveTo>
                      <a:pt x="15" y="0"/>
                    </a:moveTo>
                    <a:lnTo>
                      <a:pt x="0" y="30"/>
                    </a:lnTo>
                    <a:lnTo>
                      <a:pt x="77" y="22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9" name="Freeform 634"/>
              <p:cNvSpPr>
                <a:spLocks/>
              </p:cNvSpPr>
              <p:nvPr userDrawn="1"/>
            </p:nvSpPr>
            <p:spPr bwMode="auto">
              <a:xfrm>
                <a:off x="1385" y="1433"/>
                <a:ext cx="77" cy="30"/>
              </a:xfrm>
              <a:custGeom>
                <a:avLst/>
                <a:gdLst>
                  <a:gd name="T0" fmla="*/ 15 w 77"/>
                  <a:gd name="T1" fmla="*/ 0 h 30"/>
                  <a:gd name="T2" fmla="*/ 0 w 77"/>
                  <a:gd name="T3" fmla="*/ 30 h 30"/>
                  <a:gd name="T4" fmla="*/ 77 w 77"/>
                  <a:gd name="T5" fmla="*/ 22 h 30"/>
                  <a:gd name="T6" fmla="*/ 15 w 77"/>
                  <a:gd name="T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7" h="30">
                    <a:moveTo>
                      <a:pt x="15" y="0"/>
                    </a:moveTo>
                    <a:lnTo>
                      <a:pt x="0" y="30"/>
                    </a:lnTo>
                    <a:lnTo>
                      <a:pt x="77" y="22"/>
                    </a:lnTo>
                    <a:lnTo>
                      <a:pt x="1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0" name="Freeform 635"/>
              <p:cNvSpPr>
                <a:spLocks/>
              </p:cNvSpPr>
              <p:nvPr userDrawn="1"/>
            </p:nvSpPr>
            <p:spPr bwMode="auto">
              <a:xfrm>
                <a:off x="1443" y="1460"/>
                <a:ext cx="103" cy="25"/>
              </a:xfrm>
              <a:custGeom>
                <a:avLst/>
                <a:gdLst>
                  <a:gd name="T0" fmla="*/ 34 w 103"/>
                  <a:gd name="T1" fmla="*/ 0 h 25"/>
                  <a:gd name="T2" fmla="*/ 0 w 103"/>
                  <a:gd name="T3" fmla="*/ 25 h 25"/>
                  <a:gd name="T4" fmla="*/ 103 w 103"/>
                  <a:gd name="T5" fmla="*/ 25 h 25"/>
                  <a:gd name="T6" fmla="*/ 34 w 103"/>
                  <a:gd name="T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" h="25">
                    <a:moveTo>
                      <a:pt x="34" y="0"/>
                    </a:moveTo>
                    <a:lnTo>
                      <a:pt x="0" y="25"/>
                    </a:lnTo>
                    <a:lnTo>
                      <a:pt x="103" y="2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1" name="Freeform 636"/>
              <p:cNvSpPr>
                <a:spLocks/>
              </p:cNvSpPr>
              <p:nvPr userDrawn="1"/>
            </p:nvSpPr>
            <p:spPr bwMode="auto">
              <a:xfrm>
                <a:off x="1443" y="1460"/>
                <a:ext cx="103" cy="25"/>
              </a:xfrm>
              <a:custGeom>
                <a:avLst/>
                <a:gdLst>
                  <a:gd name="T0" fmla="*/ 34 w 103"/>
                  <a:gd name="T1" fmla="*/ 0 h 25"/>
                  <a:gd name="T2" fmla="*/ 0 w 103"/>
                  <a:gd name="T3" fmla="*/ 25 h 25"/>
                  <a:gd name="T4" fmla="*/ 103 w 103"/>
                  <a:gd name="T5" fmla="*/ 25 h 25"/>
                  <a:gd name="T6" fmla="*/ 34 w 103"/>
                  <a:gd name="T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" h="25">
                    <a:moveTo>
                      <a:pt x="34" y="0"/>
                    </a:moveTo>
                    <a:lnTo>
                      <a:pt x="0" y="25"/>
                    </a:lnTo>
                    <a:lnTo>
                      <a:pt x="103" y="25"/>
                    </a:lnTo>
                    <a:lnTo>
                      <a:pt x="3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2" name="Freeform 637"/>
              <p:cNvSpPr>
                <a:spLocks/>
              </p:cNvSpPr>
              <p:nvPr userDrawn="1"/>
            </p:nvSpPr>
            <p:spPr bwMode="auto">
              <a:xfrm>
                <a:off x="1374" y="1455"/>
                <a:ext cx="103" cy="30"/>
              </a:xfrm>
              <a:custGeom>
                <a:avLst/>
                <a:gdLst>
                  <a:gd name="T0" fmla="*/ 88 w 103"/>
                  <a:gd name="T1" fmla="*/ 0 h 30"/>
                  <a:gd name="T2" fmla="*/ 11 w 103"/>
                  <a:gd name="T3" fmla="*/ 8 h 30"/>
                  <a:gd name="T4" fmla="*/ 4 w 103"/>
                  <a:gd name="T5" fmla="*/ 21 h 30"/>
                  <a:gd name="T6" fmla="*/ 26 w 103"/>
                  <a:gd name="T7" fmla="*/ 29 h 30"/>
                  <a:gd name="T8" fmla="*/ 1 w 103"/>
                  <a:gd name="T9" fmla="*/ 29 h 30"/>
                  <a:gd name="T10" fmla="*/ 0 w 103"/>
                  <a:gd name="T11" fmla="*/ 30 h 30"/>
                  <a:gd name="T12" fmla="*/ 69 w 103"/>
                  <a:gd name="T13" fmla="*/ 30 h 30"/>
                  <a:gd name="T14" fmla="*/ 103 w 103"/>
                  <a:gd name="T15" fmla="*/ 5 h 30"/>
                  <a:gd name="T16" fmla="*/ 88 w 103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30">
                    <a:moveTo>
                      <a:pt x="88" y="0"/>
                    </a:moveTo>
                    <a:lnTo>
                      <a:pt x="11" y="8"/>
                    </a:lnTo>
                    <a:lnTo>
                      <a:pt x="4" y="21"/>
                    </a:lnTo>
                    <a:lnTo>
                      <a:pt x="26" y="29"/>
                    </a:lnTo>
                    <a:lnTo>
                      <a:pt x="1" y="29"/>
                    </a:lnTo>
                    <a:lnTo>
                      <a:pt x="0" y="30"/>
                    </a:lnTo>
                    <a:lnTo>
                      <a:pt x="69" y="30"/>
                    </a:lnTo>
                    <a:lnTo>
                      <a:pt x="103" y="5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3" name="Freeform 638"/>
              <p:cNvSpPr>
                <a:spLocks/>
              </p:cNvSpPr>
              <p:nvPr userDrawn="1"/>
            </p:nvSpPr>
            <p:spPr bwMode="auto">
              <a:xfrm>
                <a:off x="1374" y="1455"/>
                <a:ext cx="103" cy="30"/>
              </a:xfrm>
              <a:custGeom>
                <a:avLst/>
                <a:gdLst>
                  <a:gd name="T0" fmla="*/ 88 w 103"/>
                  <a:gd name="T1" fmla="*/ 0 h 30"/>
                  <a:gd name="T2" fmla="*/ 11 w 103"/>
                  <a:gd name="T3" fmla="*/ 8 h 30"/>
                  <a:gd name="T4" fmla="*/ 4 w 103"/>
                  <a:gd name="T5" fmla="*/ 21 h 30"/>
                  <a:gd name="T6" fmla="*/ 26 w 103"/>
                  <a:gd name="T7" fmla="*/ 29 h 30"/>
                  <a:gd name="T8" fmla="*/ 1 w 103"/>
                  <a:gd name="T9" fmla="*/ 29 h 30"/>
                  <a:gd name="T10" fmla="*/ 0 w 103"/>
                  <a:gd name="T11" fmla="*/ 30 h 30"/>
                  <a:gd name="T12" fmla="*/ 69 w 103"/>
                  <a:gd name="T13" fmla="*/ 30 h 30"/>
                  <a:gd name="T14" fmla="*/ 103 w 103"/>
                  <a:gd name="T15" fmla="*/ 5 h 30"/>
                  <a:gd name="T16" fmla="*/ 88 w 103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30">
                    <a:moveTo>
                      <a:pt x="88" y="0"/>
                    </a:moveTo>
                    <a:lnTo>
                      <a:pt x="11" y="8"/>
                    </a:lnTo>
                    <a:lnTo>
                      <a:pt x="4" y="21"/>
                    </a:lnTo>
                    <a:lnTo>
                      <a:pt x="26" y="29"/>
                    </a:lnTo>
                    <a:lnTo>
                      <a:pt x="1" y="29"/>
                    </a:lnTo>
                    <a:lnTo>
                      <a:pt x="0" y="30"/>
                    </a:lnTo>
                    <a:lnTo>
                      <a:pt x="69" y="30"/>
                    </a:lnTo>
                    <a:lnTo>
                      <a:pt x="103" y="5"/>
                    </a:lnTo>
                    <a:lnTo>
                      <a:pt x="8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4" name="Freeform 639"/>
              <p:cNvSpPr>
                <a:spLocks/>
              </p:cNvSpPr>
              <p:nvPr userDrawn="1"/>
            </p:nvSpPr>
            <p:spPr bwMode="auto">
              <a:xfrm>
                <a:off x="1573" y="1403"/>
                <a:ext cx="132" cy="82"/>
              </a:xfrm>
              <a:custGeom>
                <a:avLst/>
                <a:gdLst>
                  <a:gd name="T0" fmla="*/ 92 w 132"/>
                  <a:gd name="T1" fmla="*/ 0 h 82"/>
                  <a:gd name="T2" fmla="*/ 0 w 132"/>
                  <a:gd name="T3" fmla="*/ 63 h 82"/>
                  <a:gd name="T4" fmla="*/ 110 w 132"/>
                  <a:gd name="T5" fmla="*/ 82 h 82"/>
                  <a:gd name="T6" fmla="*/ 132 w 132"/>
                  <a:gd name="T7" fmla="*/ 44 h 82"/>
                  <a:gd name="T8" fmla="*/ 92 w 132"/>
                  <a:gd name="T9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82">
                    <a:moveTo>
                      <a:pt x="92" y="0"/>
                    </a:moveTo>
                    <a:lnTo>
                      <a:pt x="0" y="63"/>
                    </a:lnTo>
                    <a:lnTo>
                      <a:pt x="110" y="82"/>
                    </a:lnTo>
                    <a:lnTo>
                      <a:pt x="132" y="44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5" name="Freeform 640"/>
              <p:cNvSpPr>
                <a:spLocks/>
              </p:cNvSpPr>
              <p:nvPr userDrawn="1"/>
            </p:nvSpPr>
            <p:spPr bwMode="auto">
              <a:xfrm>
                <a:off x="1573" y="1403"/>
                <a:ext cx="132" cy="82"/>
              </a:xfrm>
              <a:custGeom>
                <a:avLst/>
                <a:gdLst>
                  <a:gd name="T0" fmla="*/ 92 w 132"/>
                  <a:gd name="T1" fmla="*/ 0 h 82"/>
                  <a:gd name="T2" fmla="*/ 0 w 132"/>
                  <a:gd name="T3" fmla="*/ 63 h 82"/>
                  <a:gd name="T4" fmla="*/ 110 w 132"/>
                  <a:gd name="T5" fmla="*/ 82 h 82"/>
                  <a:gd name="T6" fmla="*/ 132 w 132"/>
                  <a:gd name="T7" fmla="*/ 44 h 82"/>
                  <a:gd name="T8" fmla="*/ 92 w 132"/>
                  <a:gd name="T9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82">
                    <a:moveTo>
                      <a:pt x="92" y="0"/>
                    </a:moveTo>
                    <a:lnTo>
                      <a:pt x="0" y="63"/>
                    </a:lnTo>
                    <a:lnTo>
                      <a:pt x="110" y="82"/>
                    </a:lnTo>
                    <a:lnTo>
                      <a:pt x="132" y="44"/>
                    </a:lnTo>
                    <a:lnTo>
                      <a:pt x="9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6" name="Freeform 641"/>
              <p:cNvSpPr>
                <a:spLocks/>
              </p:cNvSpPr>
              <p:nvPr userDrawn="1"/>
            </p:nvSpPr>
            <p:spPr bwMode="auto">
              <a:xfrm>
                <a:off x="1683" y="1447"/>
                <a:ext cx="58" cy="38"/>
              </a:xfrm>
              <a:custGeom>
                <a:avLst/>
                <a:gdLst>
                  <a:gd name="T0" fmla="*/ 22 w 58"/>
                  <a:gd name="T1" fmla="*/ 0 h 38"/>
                  <a:gd name="T2" fmla="*/ 0 w 58"/>
                  <a:gd name="T3" fmla="*/ 38 h 38"/>
                  <a:gd name="T4" fmla="*/ 58 w 58"/>
                  <a:gd name="T5" fmla="*/ 38 h 38"/>
                  <a:gd name="T6" fmla="*/ 22 w 58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38">
                    <a:moveTo>
                      <a:pt x="22" y="0"/>
                    </a:moveTo>
                    <a:lnTo>
                      <a:pt x="0" y="38"/>
                    </a:lnTo>
                    <a:lnTo>
                      <a:pt x="58" y="38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7" name="Freeform 642"/>
              <p:cNvSpPr>
                <a:spLocks/>
              </p:cNvSpPr>
              <p:nvPr userDrawn="1"/>
            </p:nvSpPr>
            <p:spPr bwMode="auto">
              <a:xfrm>
                <a:off x="1683" y="1447"/>
                <a:ext cx="58" cy="38"/>
              </a:xfrm>
              <a:custGeom>
                <a:avLst/>
                <a:gdLst>
                  <a:gd name="T0" fmla="*/ 22 w 58"/>
                  <a:gd name="T1" fmla="*/ 0 h 38"/>
                  <a:gd name="T2" fmla="*/ 0 w 58"/>
                  <a:gd name="T3" fmla="*/ 38 h 38"/>
                  <a:gd name="T4" fmla="*/ 58 w 58"/>
                  <a:gd name="T5" fmla="*/ 38 h 38"/>
                  <a:gd name="T6" fmla="*/ 22 w 58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38">
                    <a:moveTo>
                      <a:pt x="22" y="0"/>
                    </a:moveTo>
                    <a:lnTo>
                      <a:pt x="0" y="38"/>
                    </a:lnTo>
                    <a:lnTo>
                      <a:pt x="58" y="38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8" name="Freeform 643"/>
              <p:cNvSpPr>
                <a:spLocks/>
              </p:cNvSpPr>
              <p:nvPr userDrawn="1"/>
            </p:nvSpPr>
            <p:spPr bwMode="auto">
              <a:xfrm>
                <a:off x="1546" y="1466"/>
                <a:ext cx="137" cy="19"/>
              </a:xfrm>
              <a:custGeom>
                <a:avLst/>
                <a:gdLst>
                  <a:gd name="T0" fmla="*/ 27 w 137"/>
                  <a:gd name="T1" fmla="*/ 0 h 19"/>
                  <a:gd name="T2" fmla="*/ 0 w 137"/>
                  <a:gd name="T3" fmla="*/ 19 h 19"/>
                  <a:gd name="T4" fmla="*/ 137 w 137"/>
                  <a:gd name="T5" fmla="*/ 19 h 19"/>
                  <a:gd name="T6" fmla="*/ 27 w 137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7" h="19">
                    <a:moveTo>
                      <a:pt x="27" y="0"/>
                    </a:moveTo>
                    <a:lnTo>
                      <a:pt x="0" y="19"/>
                    </a:lnTo>
                    <a:lnTo>
                      <a:pt x="137" y="19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9" name="Freeform 644"/>
              <p:cNvSpPr>
                <a:spLocks/>
              </p:cNvSpPr>
              <p:nvPr userDrawn="1"/>
            </p:nvSpPr>
            <p:spPr bwMode="auto">
              <a:xfrm>
                <a:off x="1546" y="1466"/>
                <a:ext cx="137" cy="19"/>
              </a:xfrm>
              <a:custGeom>
                <a:avLst/>
                <a:gdLst>
                  <a:gd name="T0" fmla="*/ 27 w 137"/>
                  <a:gd name="T1" fmla="*/ 0 h 19"/>
                  <a:gd name="T2" fmla="*/ 0 w 137"/>
                  <a:gd name="T3" fmla="*/ 19 h 19"/>
                  <a:gd name="T4" fmla="*/ 137 w 137"/>
                  <a:gd name="T5" fmla="*/ 19 h 19"/>
                  <a:gd name="T6" fmla="*/ 27 w 137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7" h="19">
                    <a:moveTo>
                      <a:pt x="27" y="0"/>
                    </a:moveTo>
                    <a:lnTo>
                      <a:pt x="0" y="19"/>
                    </a:lnTo>
                    <a:lnTo>
                      <a:pt x="137" y="19"/>
                    </a:lnTo>
                    <a:lnTo>
                      <a:pt x="2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0" name="Freeform 645"/>
              <p:cNvSpPr>
                <a:spLocks noEditPoints="1"/>
              </p:cNvSpPr>
              <p:nvPr userDrawn="1"/>
            </p:nvSpPr>
            <p:spPr bwMode="auto">
              <a:xfrm>
                <a:off x="913" y="1444"/>
                <a:ext cx="132" cy="41"/>
              </a:xfrm>
              <a:custGeom>
                <a:avLst/>
                <a:gdLst>
                  <a:gd name="T0" fmla="*/ 43 w 106"/>
                  <a:gd name="T1" fmla="*/ 13 h 33"/>
                  <a:gd name="T2" fmla="*/ 20 w 106"/>
                  <a:gd name="T3" fmla="*/ 33 h 33"/>
                  <a:gd name="T4" fmla="*/ 20 w 106"/>
                  <a:gd name="T5" fmla="*/ 33 h 33"/>
                  <a:gd name="T6" fmla="*/ 106 w 106"/>
                  <a:gd name="T7" fmla="*/ 33 h 33"/>
                  <a:gd name="T8" fmla="*/ 104 w 106"/>
                  <a:gd name="T9" fmla="*/ 32 h 33"/>
                  <a:gd name="T10" fmla="*/ 63 w 106"/>
                  <a:gd name="T11" fmla="*/ 33 h 33"/>
                  <a:gd name="T12" fmla="*/ 86 w 106"/>
                  <a:gd name="T13" fmla="*/ 26 h 33"/>
                  <a:gd name="T14" fmla="*/ 43 w 106"/>
                  <a:gd name="T15" fmla="*/ 13 h 33"/>
                  <a:gd name="T16" fmla="*/ 0 w 106"/>
                  <a:gd name="T17" fmla="*/ 0 h 33"/>
                  <a:gd name="T18" fmla="*/ 4 w 106"/>
                  <a:gd name="T19" fmla="*/ 7 h 33"/>
                  <a:gd name="T20" fmla="*/ 13 w 106"/>
                  <a:gd name="T21" fmla="*/ 4 h 33"/>
                  <a:gd name="T22" fmla="*/ 0 w 106"/>
                  <a:gd name="T2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6" h="33">
                    <a:moveTo>
                      <a:pt x="43" y="13"/>
                    </a:moveTo>
                    <a:cubicBezTo>
                      <a:pt x="35" y="20"/>
                      <a:pt x="28" y="26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86" y="26"/>
                      <a:pt x="86" y="26"/>
                      <a:pt x="86" y="26"/>
                    </a:cubicBezTo>
                    <a:cubicBezTo>
                      <a:pt x="43" y="13"/>
                      <a:pt x="43" y="13"/>
                      <a:pt x="43" y="13"/>
                    </a:cubicBezTo>
                    <a:moveTo>
                      <a:pt x="0" y="0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7" y="6"/>
                      <a:pt x="10" y="5"/>
                      <a:pt x="13" y="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1" name="Freeform 646"/>
              <p:cNvSpPr>
                <a:spLocks noEditPoints="1"/>
              </p:cNvSpPr>
              <p:nvPr userDrawn="1"/>
            </p:nvSpPr>
            <p:spPr bwMode="auto">
              <a:xfrm>
                <a:off x="831" y="1422"/>
                <a:ext cx="179" cy="63"/>
              </a:xfrm>
              <a:custGeom>
                <a:avLst/>
                <a:gdLst>
                  <a:gd name="T0" fmla="*/ 71 w 145"/>
                  <a:gd name="T1" fmla="*/ 25 h 51"/>
                  <a:gd name="T2" fmla="*/ 0 w 145"/>
                  <a:gd name="T3" fmla="*/ 49 h 51"/>
                  <a:gd name="T4" fmla="*/ 87 w 145"/>
                  <a:gd name="T5" fmla="*/ 51 h 51"/>
                  <a:gd name="T6" fmla="*/ 71 w 145"/>
                  <a:gd name="T7" fmla="*/ 25 h 51"/>
                  <a:gd name="T8" fmla="*/ 145 w 145"/>
                  <a:gd name="T9" fmla="*/ 0 h 51"/>
                  <a:gd name="T10" fmla="*/ 142 w 145"/>
                  <a:gd name="T11" fmla="*/ 1 h 51"/>
                  <a:gd name="T12" fmla="*/ 143 w 145"/>
                  <a:gd name="T13" fmla="*/ 2 h 51"/>
                  <a:gd name="T14" fmla="*/ 145 w 145"/>
                  <a:gd name="T1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5" h="51">
                    <a:moveTo>
                      <a:pt x="71" y="25"/>
                    </a:moveTo>
                    <a:cubicBezTo>
                      <a:pt x="47" y="33"/>
                      <a:pt x="23" y="41"/>
                      <a:pt x="0" y="49"/>
                    </a:cubicBezTo>
                    <a:cubicBezTo>
                      <a:pt x="87" y="51"/>
                      <a:pt x="87" y="51"/>
                      <a:pt x="87" y="51"/>
                    </a:cubicBezTo>
                    <a:cubicBezTo>
                      <a:pt x="71" y="25"/>
                      <a:pt x="71" y="25"/>
                      <a:pt x="71" y="25"/>
                    </a:cubicBezTo>
                    <a:moveTo>
                      <a:pt x="145" y="0"/>
                    </a:moveTo>
                    <a:cubicBezTo>
                      <a:pt x="144" y="0"/>
                      <a:pt x="143" y="0"/>
                      <a:pt x="142" y="1"/>
                    </a:cubicBezTo>
                    <a:cubicBezTo>
                      <a:pt x="143" y="2"/>
                      <a:pt x="143" y="2"/>
                      <a:pt x="143" y="2"/>
                    </a:cubicBezTo>
                    <a:cubicBezTo>
                      <a:pt x="143" y="1"/>
                      <a:pt x="144" y="0"/>
                      <a:pt x="14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2" name="Freeform 647"/>
              <p:cNvSpPr>
                <a:spLocks/>
              </p:cNvSpPr>
              <p:nvPr userDrawn="1"/>
            </p:nvSpPr>
            <p:spPr bwMode="auto">
              <a:xfrm>
                <a:off x="918" y="1449"/>
                <a:ext cx="49" cy="36"/>
              </a:xfrm>
              <a:custGeom>
                <a:avLst/>
                <a:gdLst>
                  <a:gd name="T0" fmla="*/ 9 w 39"/>
                  <a:gd name="T1" fmla="*/ 0 h 29"/>
                  <a:gd name="T2" fmla="*/ 0 w 39"/>
                  <a:gd name="T3" fmla="*/ 3 h 29"/>
                  <a:gd name="T4" fmla="*/ 16 w 39"/>
                  <a:gd name="T5" fmla="*/ 29 h 29"/>
                  <a:gd name="T6" fmla="*/ 39 w 39"/>
                  <a:gd name="T7" fmla="*/ 9 h 29"/>
                  <a:gd name="T8" fmla="*/ 9 w 39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29">
                    <a:moveTo>
                      <a:pt x="9" y="0"/>
                    </a:moveTo>
                    <a:cubicBezTo>
                      <a:pt x="6" y="1"/>
                      <a:pt x="3" y="2"/>
                      <a:pt x="0" y="3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24" y="22"/>
                      <a:pt x="31" y="16"/>
                      <a:pt x="39" y="9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3" name="Freeform 648"/>
              <p:cNvSpPr>
                <a:spLocks noEditPoints="1"/>
              </p:cNvSpPr>
              <p:nvPr userDrawn="1"/>
            </p:nvSpPr>
            <p:spPr bwMode="auto">
              <a:xfrm>
                <a:off x="756" y="1439"/>
                <a:ext cx="99" cy="44"/>
              </a:xfrm>
              <a:custGeom>
                <a:avLst/>
                <a:gdLst>
                  <a:gd name="T0" fmla="*/ 11 w 99"/>
                  <a:gd name="T1" fmla="*/ 0 h 44"/>
                  <a:gd name="T2" fmla="*/ 0 w 99"/>
                  <a:gd name="T3" fmla="*/ 0 h 44"/>
                  <a:gd name="T4" fmla="*/ 24 w 99"/>
                  <a:gd name="T5" fmla="*/ 14 h 44"/>
                  <a:gd name="T6" fmla="*/ 11 w 99"/>
                  <a:gd name="T7" fmla="*/ 0 h 44"/>
                  <a:gd name="T8" fmla="*/ 99 w 99"/>
                  <a:gd name="T9" fmla="*/ 0 h 44"/>
                  <a:gd name="T10" fmla="*/ 46 w 99"/>
                  <a:gd name="T11" fmla="*/ 27 h 44"/>
                  <a:gd name="T12" fmla="*/ 75 w 99"/>
                  <a:gd name="T13" fmla="*/ 44 h 44"/>
                  <a:gd name="T14" fmla="*/ 99 w 99"/>
                  <a:gd name="T1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9" h="44">
                    <a:moveTo>
                      <a:pt x="11" y="0"/>
                    </a:moveTo>
                    <a:lnTo>
                      <a:pt x="0" y="0"/>
                    </a:lnTo>
                    <a:lnTo>
                      <a:pt x="24" y="14"/>
                    </a:lnTo>
                    <a:lnTo>
                      <a:pt x="11" y="0"/>
                    </a:lnTo>
                    <a:close/>
                    <a:moveTo>
                      <a:pt x="99" y="0"/>
                    </a:moveTo>
                    <a:lnTo>
                      <a:pt x="46" y="27"/>
                    </a:lnTo>
                    <a:lnTo>
                      <a:pt x="75" y="44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4" name="Freeform 649"/>
              <p:cNvSpPr>
                <a:spLocks noEditPoints="1"/>
              </p:cNvSpPr>
              <p:nvPr userDrawn="1"/>
            </p:nvSpPr>
            <p:spPr bwMode="auto">
              <a:xfrm>
                <a:off x="756" y="1439"/>
                <a:ext cx="99" cy="44"/>
              </a:xfrm>
              <a:custGeom>
                <a:avLst/>
                <a:gdLst>
                  <a:gd name="T0" fmla="*/ 11 w 99"/>
                  <a:gd name="T1" fmla="*/ 0 h 44"/>
                  <a:gd name="T2" fmla="*/ 0 w 99"/>
                  <a:gd name="T3" fmla="*/ 0 h 44"/>
                  <a:gd name="T4" fmla="*/ 24 w 99"/>
                  <a:gd name="T5" fmla="*/ 14 h 44"/>
                  <a:gd name="T6" fmla="*/ 11 w 99"/>
                  <a:gd name="T7" fmla="*/ 0 h 44"/>
                  <a:gd name="T8" fmla="*/ 99 w 99"/>
                  <a:gd name="T9" fmla="*/ 0 h 44"/>
                  <a:gd name="T10" fmla="*/ 46 w 99"/>
                  <a:gd name="T11" fmla="*/ 27 h 44"/>
                  <a:gd name="T12" fmla="*/ 75 w 99"/>
                  <a:gd name="T13" fmla="*/ 44 h 44"/>
                  <a:gd name="T14" fmla="*/ 99 w 99"/>
                  <a:gd name="T1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9" h="44">
                    <a:moveTo>
                      <a:pt x="11" y="0"/>
                    </a:moveTo>
                    <a:lnTo>
                      <a:pt x="0" y="0"/>
                    </a:lnTo>
                    <a:lnTo>
                      <a:pt x="24" y="14"/>
                    </a:lnTo>
                    <a:lnTo>
                      <a:pt x="11" y="0"/>
                    </a:lnTo>
                    <a:moveTo>
                      <a:pt x="99" y="0"/>
                    </a:moveTo>
                    <a:lnTo>
                      <a:pt x="46" y="27"/>
                    </a:lnTo>
                    <a:lnTo>
                      <a:pt x="75" y="44"/>
                    </a:lnTo>
                    <a:lnTo>
                      <a:pt x="9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5" name="Freeform 650"/>
              <p:cNvSpPr>
                <a:spLocks/>
              </p:cNvSpPr>
              <p:nvPr userDrawn="1"/>
            </p:nvSpPr>
            <p:spPr bwMode="auto">
              <a:xfrm>
                <a:off x="1151" y="1433"/>
                <a:ext cx="116" cy="52"/>
              </a:xfrm>
              <a:custGeom>
                <a:avLst/>
                <a:gdLst>
                  <a:gd name="T0" fmla="*/ 0 w 116"/>
                  <a:gd name="T1" fmla="*/ 0 h 52"/>
                  <a:gd name="T2" fmla="*/ 32 w 116"/>
                  <a:gd name="T3" fmla="*/ 52 h 52"/>
                  <a:gd name="T4" fmla="*/ 116 w 116"/>
                  <a:gd name="T5" fmla="*/ 42 h 52"/>
                  <a:gd name="T6" fmla="*/ 113 w 116"/>
                  <a:gd name="T7" fmla="*/ 36 h 52"/>
                  <a:gd name="T8" fmla="*/ 0 w 116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52">
                    <a:moveTo>
                      <a:pt x="0" y="0"/>
                    </a:moveTo>
                    <a:lnTo>
                      <a:pt x="32" y="52"/>
                    </a:lnTo>
                    <a:lnTo>
                      <a:pt x="116" y="42"/>
                    </a:lnTo>
                    <a:lnTo>
                      <a:pt x="113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6" name="Freeform 651"/>
              <p:cNvSpPr>
                <a:spLocks/>
              </p:cNvSpPr>
              <p:nvPr userDrawn="1"/>
            </p:nvSpPr>
            <p:spPr bwMode="auto">
              <a:xfrm>
                <a:off x="1151" y="1433"/>
                <a:ext cx="116" cy="52"/>
              </a:xfrm>
              <a:custGeom>
                <a:avLst/>
                <a:gdLst>
                  <a:gd name="T0" fmla="*/ 0 w 116"/>
                  <a:gd name="T1" fmla="*/ 0 h 52"/>
                  <a:gd name="T2" fmla="*/ 32 w 116"/>
                  <a:gd name="T3" fmla="*/ 52 h 52"/>
                  <a:gd name="T4" fmla="*/ 116 w 116"/>
                  <a:gd name="T5" fmla="*/ 42 h 52"/>
                  <a:gd name="T6" fmla="*/ 113 w 116"/>
                  <a:gd name="T7" fmla="*/ 36 h 52"/>
                  <a:gd name="T8" fmla="*/ 0 w 116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52">
                    <a:moveTo>
                      <a:pt x="0" y="0"/>
                    </a:moveTo>
                    <a:lnTo>
                      <a:pt x="32" y="52"/>
                    </a:lnTo>
                    <a:lnTo>
                      <a:pt x="116" y="42"/>
                    </a:lnTo>
                    <a:lnTo>
                      <a:pt x="113" y="3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7" name="Freeform 652"/>
              <p:cNvSpPr>
                <a:spLocks/>
              </p:cNvSpPr>
              <p:nvPr userDrawn="1"/>
            </p:nvSpPr>
            <p:spPr bwMode="auto">
              <a:xfrm>
                <a:off x="1183" y="1475"/>
                <a:ext cx="128" cy="10"/>
              </a:xfrm>
              <a:custGeom>
                <a:avLst/>
                <a:gdLst>
                  <a:gd name="T0" fmla="*/ 84 w 128"/>
                  <a:gd name="T1" fmla="*/ 0 h 10"/>
                  <a:gd name="T2" fmla="*/ 0 w 128"/>
                  <a:gd name="T3" fmla="*/ 10 h 10"/>
                  <a:gd name="T4" fmla="*/ 60 w 128"/>
                  <a:gd name="T5" fmla="*/ 10 h 10"/>
                  <a:gd name="T6" fmla="*/ 62 w 128"/>
                  <a:gd name="T7" fmla="*/ 5 h 10"/>
                  <a:gd name="T8" fmla="*/ 72 w 128"/>
                  <a:gd name="T9" fmla="*/ 5 h 10"/>
                  <a:gd name="T10" fmla="*/ 72 w 128"/>
                  <a:gd name="T11" fmla="*/ 10 h 10"/>
                  <a:gd name="T12" fmla="*/ 128 w 128"/>
                  <a:gd name="T13" fmla="*/ 10 h 10"/>
                  <a:gd name="T14" fmla="*/ 124 w 128"/>
                  <a:gd name="T15" fmla="*/ 9 h 10"/>
                  <a:gd name="T16" fmla="*/ 89 w 128"/>
                  <a:gd name="T17" fmla="*/ 9 h 10"/>
                  <a:gd name="T18" fmla="*/ 84 w 128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8" h="10">
                    <a:moveTo>
                      <a:pt x="84" y="0"/>
                    </a:moveTo>
                    <a:lnTo>
                      <a:pt x="0" y="10"/>
                    </a:lnTo>
                    <a:lnTo>
                      <a:pt x="60" y="10"/>
                    </a:lnTo>
                    <a:lnTo>
                      <a:pt x="62" y="5"/>
                    </a:lnTo>
                    <a:lnTo>
                      <a:pt x="72" y="5"/>
                    </a:lnTo>
                    <a:lnTo>
                      <a:pt x="72" y="10"/>
                    </a:lnTo>
                    <a:lnTo>
                      <a:pt x="128" y="10"/>
                    </a:lnTo>
                    <a:lnTo>
                      <a:pt x="124" y="9"/>
                    </a:lnTo>
                    <a:lnTo>
                      <a:pt x="89" y="9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8" name="Freeform 653"/>
              <p:cNvSpPr>
                <a:spLocks/>
              </p:cNvSpPr>
              <p:nvPr userDrawn="1"/>
            </p:nvSpPr>
            <p:spPr bwMode="auto">
              <a:xfrm>
                <a:off x="1183" y="1475"/>
                <a:ext cx="128" cy="10"/>
              </a:xfrm>
              <a:custGeom>
                <a:avLst/>
                <a:gdLst>
                  <a:gd name="T0" fmla="*/ 84 w 128"/>
                  <a:gd name="T1" fmla="*/ 0 h 10"/>
                  <a:gd name="T2" fmla="*/ 0 w 128"/>
                  <a:gd name="T3" fmla="*/ 10 h 10"/>
                  <a:gd name="T4" fmla="*/ 60 w 128"/>
                  <a:gd name="T5" fmla="*/ 10 h 10"/>
                  <a:gd name="T6" fmla="*/ 62 w 128"/>
                  <a:gd name="T7" fmla="*/ 5 h 10"/>
                  <a:gd name="T8" fmla="*/ 72 w 128"/>
                  <a:gd name="T9" fmla="*/ 5 h 10"/>
                  <a:gd name="T10" fmla="*/ 72 w 128"/>
                  <a:gd name="T11" fmla="*/ 10 h 10"/>
                  <a:gd name="T12" fmla="*/ 128 w 128"/>
                  <a:gd name="T13" fmla="*/ 10 h 10"/>
                  <a:gd name="T14" fmla="*/ 124 w 128"/>
                  <a:gd name="T15" fmla="*/ 9 h 10"/>
                  <a:gd name="T16" fmla="*/ 89 w 128"/>
                  <a:gd name="T17" fmla="*/ 9 h 10"/>
                  <a:gd name="T18" fmla="*/ 84 w 128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8" h="10">
                    <a:moveTo>
                      <a:pt x="84" y="0"/>
                    </a:moveTo>
                    <a:lnTo>
                      <a:pt x="0" y="10"/>
                    </a:lnTo>
                    <a:lnTo>
                      <a:pt x="60" y="10"/>
                    </a:lnTo>
                    <a:lnTo>
                      <a:pt x="62" y="5"/>
                    </a:lnTo>
                    <a:lnTo>
                      <a:pt x="72" y="5"/>
                    </a:lnTo>
                    <a:lnTo>
                      <a:pt x="72" y="10"/>
                    </a:lnTo>
                    <a:lnTo>
                      <a:pt x="128" y="10"/>
                    </a:lnTo>
                    <a:lnTo>
                      <a:pt x="124" y="9"/>
                    </a:lnTo>
                    <a:lnTo>
                      <a:pt x="89" y="9"/>
                    </a:lnTo>
                    <a:lnTo>
                      <a:pt x="8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9" name="Freeform 654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"/>
              </a:xfrm>
              <a:custGeom>
                <a:avLst/>
                <a:gdLst>
                  <a:gd name="T0" fmla="*/ 12 w 12"/>
                  <a:gd name="T1" fmla="*/ 0 h 5"/>
                  <a:gd name="T2" fmla="*/ 2 w 12"/>
                  <a:gd name="T3" fmla="*/ 0 h 5"/>
                  <a:gd name="T4" fmla="*/ 0 w 12"/>
                  <a:gd name="T5" fmla="*/ 5 h 5"/>
                  <a:gd name="T6" fmla="*/ 12 w 12"/>
                  <a:gd name="T7" fmla="*/ 5 h 5"/>
                  <a:gd name="T8" fmla="*/ 12 w 12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5">
                    <a:moveTo>
                      <a:pt x="1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12" y="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0" name="Freeform 655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"/>
              </a:xfrm>
              <a:custGeom>
                <a:avLst/>
                <a:gdLst>
                  <a:gd name="T0" fmla="*/ 12 w 12"/>
                  <a:gd name="T1" fmla="*/ 0 h 5"/>
                  <a:gd name="T2" fmla="*/ 2 w 12"/>
                  <a:gd name="T3" fmla="*/ 0 h 5"/>
                  <a:gd name="T4" fmla="*/ 0 w 12"/>
                  <a:gd name="T5" fmla="*/ 5 h 5"/>
                  <a:gd name="T6" fmla="*/ 12 w 12"/>
                  <a:gd name="T7" fmla="*/ 5 h 5"/>
                  <a:gd name="T8" fmla="*/ 12 w 12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5">
                    <a:moveTo>
                      <a:pt x="1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12" y="5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1" name="Freeform 656"/>
              <p:cNvSpPr>
                <a:spLocks noEditPoints="1"/>
              </p:cNvSpPr>
              <p:nvPr userDrawn="1"/>
            </p:nvSpPr>
            <p:spPr bwMode="auto">
              <a:xfrm>
                <a:off x="1240" y="1432"/>
                <a:ext cx="108" cy="42"/>
              </a:xfrm>
              <a:custGeom>
                <a:avLst/>
                <a:gdLst>
                  <a:gd name="T0" fmla="*/ 103 w 108"/>
                  <a:gd name="T1" fmla="*/ 33 h 42"/>
                  <a:gd name="T2" fmla="*/ 99 w 108"/>
                  <a:gd name="T3" fmla="*/ 36 h 42"/>
                  <a:gd name="T4" fmla="*/ 108 w 108"/>
                  <a:gd name="T5" fmla="*/ 34 h 42"/>
                  <a:gd name="T6" fmla="*/ 103 w 108"/>
                  <a:gd name="T7" fmla="*/ 33 h 42"/>
                  <a:gd name="T8" fmla="*/ 0 w 108"/>
                  <a:gd name="T9" fmla="*/ 0 h 42"/>
                  <a:gd name="T10" fmla="*/ 24 w 108"/>
                  <a:gd name="T11" fmla="*/ 37 h 42"/>
                  <a:gd name="T12" fmla="*/ 39 w 108"/>
                  <a:gd name="T13" fmla="*/ 42 h 42"/>
                  <a:gd name="T14" fmla="*/ 64 w 108"/>
                  <a:gd name="T15" fmla="*/ 39 h 42"/>
                  <a:gd name="T16" fmla="*/ 55 w 108"/>
                  <a:gd name="T17" fmla="*/ 17 h 42"/>
                  <a:gd name="T18" fmla="*/ 0 w 108"/>
                  <a:gd name="T1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42">
                    <a:moveTo>
                      <a:pt x="103" y="33"/>
                    </a:moveTo>
                    <a:lnTo>
                      <a:pt x="99" y="36"/>
                    </a:lnTo>
                    <a:lnTo>
                      <a:pt x="108" y="34"/>
                    </a:lnTo>
                    <a:lnTo>
                      <a:pt x="103" y="33"/>
                    </a:lnTo>
                    <a:close/>
                    <a:moveTo>
                      <a:pt x="0" y="0"/>
                    </a:moveTo>
                    <a:lnTo>
                      <a:pt x="24" y="37"/>
                    </a:lnTo>
                    <a:lnTo>
                      <a:pt x="39" y="42"/>
                    </a:lnTo>
                    <a:lnTo>
                      <a:pt x="64" y="39"/>
                    </a:lnTo>
                    <a:lnTo>
                      <a:pt x="55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2" name="Freeform 657"/>
              <p:cNvSpPr>
                <a:spLocks noEditPoints="1"/>
              </p:cNvSpPr>
              <p:nvPr userDrawn="1"/>
            </p:nvSpPr>
            <p:spPr bwMode="auto">
              <a:xfrm>
                <a:off x="1240" y="1432"/>
                <a:ext cx="108" cy="42"/>
              </a:xfrm>
              <a:custGeom>
                <a:avLst/>
                <a:gdLst>
                  <a:gd name="T0" fmla="*/ 103 w 108"/>
                  <a:gd name="T1" fmla="*/ 33 h 42"/>
                  <a:gd name="T2" fmla="*/ 99 w 108"/>
                  <a:gd name="T3" fmla="*/ 36 h 42"/>
                  <a:gd name="T4" fmla="*/ 108 w 108"/>
                  <a:gd name="T5" fmla="*/ 34 h 42"/>
                  <a:gd name="T6" fmla="*/ 103 w 108"/>
                  <a:gd name="T7" fmla="*/ 33 h 42"/>
                  <a:gd name="T8" fmla="*/ 0 w 108"/>
                  <a:gd name="T9" fmla="*/ 0 h 42"/>
                  <a:gd name="T10" fmla="*/ 24 w 108"/>
                  <a:gd name="T11" fmla="*/ 37 h 42"/>
                  <a:gd name="T12" fmla="*/ 39 w 108"/>
                  <a:gd name="T13" fmla="*/ 42 h 42"/>
                  <a:gd name="T14" fmla="*/ 64 w 108"/>
                  <a:gd name="T15" fmla="*/ 39 h 42"/>
                  <a:gd name="T16" fmla="*/ 55 w 108"/>
                  <a:gd name="T17" fmla="*/ 17 h 42"/>
                  <a:gd name="T18" fmla="*/ 0 w 108"/>
                  <a:gd name="T1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42">
                    <a:moveTo>
                      <a:pt x="103" y="33"/>
                    </a:moveTo>
                    <a:lnTo>
                      <a:pt x="99" y="36"/>
                    </a:lnTo>
                    <a:lnTo>
                      <a:pt x="108" y="34"/>
                    </a:lnTo>
                    <a:lnTo>
                      <a:pt x="103" y="33"/>
                    </a:lnTo>
                    <a:moveTo>
                      <a:pt x="0" y="0"/>
                    </a:moveTo>
                    <a:lnTo>
                      <a:pt x="24" y="37"/>
                    </a:lnTo>
                    <a:lnTo>
                      <a:pt x="39" y="42"/>
                    </a:lnTo>
                    <a:lnTo>
                      <a:pt x="64" y="39"/>
                    </a:lnTo>
                    <a:lnTo>
                      <a:pt x="55" y="1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3" name="Freeform 658"/>
              <p:cNvSpPr>
                <a:spLocks noEditPoints="1"/>
              </p:cNvSpPr>
              <p:nvPr userDrawn="1"/>
            </p:nvSpPr>
            <p:spPr bwMode="auto">
              <a:xfrm>
                <a:off x="1279" y="1466"/>
                <a:ext cx="99" cy="18"/>
              </a:xfrm>
              <a:custGeom>
                <a:avLst/>
                <a:gdLst>
                  <a:gd name="T0" fmla="*/ 25 w 99"/>
                  <a:gd name="T1" fmla="*/ 5 h 18"/>
                  <a:gd name="T2" fmla="*/ 0 w 99"/>
                  <a:gd name="T3" fmla="*/ 8 h 18"/>
                  <a:gd name="T4" fmla="*/ 28 w 99"/>
                  <a:gd name="T5" fmla="*/ 18 h 18"/>
                  <a:gd name="T6" fmla="*/ 30 w 99"/>
                  <a:gd name="T7" fmla="*/ 18 h 18"/>
                  <a:gd name="T8" fmla="*/ 25 w 99"/>
                  <a:gd name="T9" fmla="*/ 5 h 18"/>
                  <a:gd name="T10" fmla="*/ 69 w 99"/>
                  <a:gd name="T11" fmla="*/ 0 h 18"/>
                  <a:gd name="T12" fmla="*/ 60 w 99"/>
                  <a:gd name="T13" fmla="*/ 2 h 18"/>
                  <a:gd name="T14" fmla="*/ 33 w 99"/>
                  <a:gd name="T15" fmla="*/ 18 h 18"/>
                  <a:gd name="T16" fmla="*/ 96 w 99"/>
                  <a:gd name="T17" fmla="*/ 18 h 18"/>
                  <a:gd name="T18" fmla="*/ 99 w 99"/>
                  <a:gd name="T19" fmla="*/ 10 h 18"/>
                  <a:gd name="T20" fmla="*/ 69 w 99"/>
                  <a:gd name="T2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18">
                    <a:moveTo>
                      <a:pt x="25" y="5"/>
                    </a:moveTo>
                    <a:lnTo>
                      <a:pt x="0" y="8"/>
                    </a:lnTo>
                    <a:lnTo>
                      <a:pt x="28" y="18"/>
                    </a:lnTo>
                    <a:lnTo>
                      <a:pt x="30" y="18"/>
                    </a:lnTo>
                    <a:lnTo>
                      <a:pt x="25" y="5"/>
                    </a:lnTo>
                    <a:close/>
                    <a:moveTo>
                      <a:pt x="69" y="0"/>
                    </a:moveTo>
                    <a:lnTo>
                      <a:pt x="60" y="2"/>
                    </a:lnTo>
                    <a:lnTo>
                      <a:pt x="33" y="18"/>
                    </a:lnTo>
                    <a:lnTo>
                      <a:pt x="96" y="18"/>
                    </a:lnTo>
                    <a:lnTo>
                      <a:pt x="99" y="10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4" name="Freeform 659"/>
              <p:cNvSpPr>
                <a:spLocks noEditPoints="1"/>
              </p:cNvSpPr>
              <p:nvPr userDrawn="1"/>
            </p:nvSpPr>
            <p:spPr bwMode="auto">
              <a:xfrm>
                <a:off x="1279" y="1466"/>
                <a:ext cx="99" cy="18"/>
              </a:xfrm>
              <a:custGeom>
                <a:avLst/>
                <a:gdLst>
                  <a:gd name="T0" fmla="*/ 25 w 99"/>
                  <a:gd name="T1" fmla="*/ 5 h 18"/>
                  <a:gd name="T2" fmla="*/ 0 w 99"/>
                  <a:gd name="T3" fmla="*/ 8 h 18"/>
                  <a:gd name="T4" fmla="*/ 28 w 99"/>
                  <a:gd name="T5" fmla="*/ 18 h 18"/>
                  <a:gd name="T6" fmla="*/ 30 w 99"/>
                  <a:gd name="T7" fmla="*/ 18 h 18"/>
                  <a:gd name="T8" fmla="*/ 25 w 99"/>
                  <a:gd name="T9" fmla="*/ 5 h 18"/>
                  <a:gd name="T10" fmla="*/ 69 w 99"/>
                  <a:gd name="T11" fmla="*/ 0 h 18"/>
                  <a:gd name="T12" fmla="*/ 60 w 99"/>
                  <a:gd name="T13" fmla="*/ 2 h 18"/>
                  <a:gd name="T14" fmla="*/ 33 w 99"/>
                  <a:gd name="T15" fmla="*/ 18 h 18"/>
                  <a:gd name="T16" fmla="*/ 96 w 99"/>
                  <a:gd name="T17" fmla="*/ 18 h 18"/>
                  <a:gd name="T18" fmla="*/ 99 w 99"/>
                  <a:gd name="T19" fmla="*/ 10 h 18"/>
                  <a:gd name="T20" fmla="*/ 69 w 99"/>
                  <a:gd name="T2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18">
                    <a:moveTo>
                      <a:pt x="25" y="5"/>
                    </a:moveTo>
                    <a:lnTo>
                      <a:pt x="0" y="8"/>
                    </a:lnTo>
                    <a:lnTo>
                      <a:pt x="28" y="18"/>
                    </a:lnTo>
                    <a:lnTo>
                      <a:pt x="30" y="18"/>
                    </a:lnTo>
                    <a:lnTo>
                      <a:pt x="25" y="5"/>
                    </a:lnTo>
                    <a:moveTo>
                      <a:pt x="69" y="0"/>
                    </a:moveTo>
                    <a:lnTo>
                      <a:pt x="60" y="2"/>
                    </a:lnTo>
                    <a:lnTo>
                      <a:pt x="33" y="18"/>
                    </a:lnTo>
                    <a:lnTo>
                      <a:pt x="96" y="18"/>
                    </a:lnTo>
                    <a:lnTo>
                      <a:pt x="99" y="10"/>
                    </a:lnTo>
                    <a:lnTo>
                      <a:pt x="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5" name="Freeform 660"/>
              <p:cNvSpPr>
                <a:spLocks/>
              </p:cNvSpPr>
              <p:nvPr userDrawn="1"/>
            </p:nvSpPr>
            <p:spPr bwMode="auto">
              <a:xfrm>
                <a:off x="1375" y="1476"/>
                <a:ext cx="25" cy="8"/>
              </a:xfrm>
              <a:custGeom>
                <a:avLst/>
                <a:gdLst>
                  <a:gd name="T0" fmla="*/ 3 w 25"/>
                  <a:gd name="T1" fmla="*/ 0 h 8"/>
                  <a:gd name="T2" fmla="*/ 0 w 25"/>
                  <a:gd name="T3" fmla="*/ 8 h 8"/>
                  <a:gd name="T4" fmla="*/ 25 w 25"/>
                  <a:gd name="T5" fmla="*/ 8 h 8"/>
                  <a:gd name="T6" fmla="*/ 3 w 25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8">
                    <a:moveTo>
                      <a:pt x="3" y="0"/>
                    </a:moveTo>
                    <a:lnTo>
                      <a:pt x="0" y="8"/>
                    </a:lnTo>
                    <a:lnTo>
                      <a:pt x="25" y="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6" name="Freeform 661"/>
              <p:cNvSpPr>
                <a:spLocks/>
              </p:cNvSpPr>
              <p:nvPr userDrawn="1"/>
            </p:nvSpPr>
            <p:spPr bwMode="auto">
              <a:xfrm>
                <a:off x="1375" y="1476"/>
                <a:ext cx="25" cy="8"/>
              </a:xfrm>
              <a:custGeom>
                <a:avLst/>
                <a:gdLst>
                  <a:gd name="T0" fmla="*/ 3 w 25"/>
                  <a:gd name="T1" fmla="*/ 0 h 8"/>
                  <a:gd name="T2" fmla="*/ 0 w 25"/>
                  <a:gd name="T3" fmla="*/ 8 h 8"/>
                  <a:gd name="T4" fmla="*/ 25 w 25"/>
                  <a:gd name="T5" fmla="*/ 8 h 8"/>
                  <a:gd name="T6" fmla="*/ 3 w 25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8">
                    <a:moveTo>
                      <a:pt x="3" y="0"/>
                    </a:moveTo>
                    <a:lnTo>
                      <a:pt x="0" y="8"/>
                    </a:lnTo>
                    <a:lnTo>
                      <a:pt x="25" y="8"/>
                    </a:ln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7" name="Freeform 662"/>
              <p:cNvSpPr>
                <a:spLocks/>
              </p:cNvSpPr>
              <p:nvPr userDrawn="1"/>
            </p:nvSpPr>
            <p:spPr bwMode="auto">
              <a:xfrm>
                <a:off x="1264" y="1469"/>
                <a:ext cx="15" cy="6"/>
              </a:xfrm>
              <a:custGeom>
                <a:avLst/>
                <a:gdLst>
                  <a:gd name="T0" fmla="*/ 0 w 15"/>
                  <a:gd name="T1" fmla="*/ 0 h 6"/>
                  <a:gd name="T2" fmla="*/ 3 w 15"/>
                  <a:gd name="T3" fmla="*/ 6 h 6"/>
                  <a:gd name="T4" fmla="*/ 15 w 15"/>
                  <a:gd name="T5" fmla="*/ 5 h 6"/>
                  <a:gd name="T6" fmla="*/ 0 w 15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3" y="6"/>
                    </a:lnTo>
                    <a:lnTo>
                      <a:pt x="15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8" name="Freeform 663"/>
              <p:cNvSpPr>
                <a:spLocks/>
              </p:cNvSpPr>
              <p:nvPr userDrawn="1"/>
            </p:nvSpPr>
            <p:spPr bwMode="auto">
              <a:xfrm>
                <a:off x="1264" y="1469"/>
                <a:ext cx="15" cy="6"/>
              </a:xfrm>
              <a:custGeom>
                <a:avLst/>
                <a:gdLst>
                  <a:gd name="T0" fmla="*/ 0 w 15"/>
                  <a:gd name="T1" fmla="*/ 0 h 6"/>
                  <a:gd name="T2" fmla="*/ 3 w 15"/>
                  <a:gd name="T3" fmla="*/ 6 h 6"/>
                  <a:gd name="T4" fmla="*/ 15 w 15"/>
                  <a:gd name="T5" fmla="*/ 5 h 6"/>
                  <a:gd name="T6" fmla="*/ 0 w 15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3" y="6"/>
                    </a:lnTo>
                    <a:lnTo>
                      <a:pt x="15" y="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9" name="Freeform 664"/>
              <p:cNvSpPr>
                <a:spLocks/>
              </p:cNvSpPr>
              <p:nvPr userDrawn="1"/>
            </p:nvSpPr>
            <p:spPr bwMode="auto">
              <a:xfrm>
                <a:off x="1267" y="1474"/>
                <a:ext cx="40" cy="10"/>
              </a:xfrm>
              <a:custGeom>
                <a:avLst/>
                <a:gdLst>
                  <a:gd name="T0" fmla="*/ 12 w 40"/>
                  <a:gd name="T1" fmla="*/ 0 h 10"/>
                  <a:gd name="T2" fmla="*/ 0 w 40"/>
                  <a:gd name="T3" fmla="*/ 1 h 10"/>
                  <a:gd name="T4" fmla="*/ 5 w 40"/>
                  <a:gd name="T5" fmla="*/ 10 h 10"/>
                  <a:gd name="T6" fmla="*/ 40 w 40"/>
                  <a:gd name="T7" fmla="*/ 10 h 10"/>
                  <a:gd name="T8" fmla="*/ 12 w 40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0">
                    <a:moveTo>
                      <a:pt x="12" y="0"/>
                    </a:moveTo>
                    <a:lnTo>
                      <a:pt x="0" y="1"/>
                    </a:lnTo>
                    <a:lnTo>
                      <a:pt x="5" y="10"/>
                    </a:lnTo>
                    <a:lnTo>
                      <a:pt x="40" y="1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0" name="Freeform 665"/>
              <p:cNvSpPr>
                <a:spLocks/>
              </p:cNvSpPr>
              <p:nvPr userDrawn="1"/>
            </p:nvSpPr>
            <p:spPr bwMode="auto">
              <a:xfrm>
                <a:off x="1267" y="1474"/>
                <a:ext cx="40" cy="10"/>
              </a:xfrm>
              <a:custGeom>
                <a:avLst/>
                <a:gdLst>
                  <a:gd name="T0" fmla="*/ 12 w 40"/>
                  <a:gd name="T1" fmla="*/ 0 h 10"/>
                  <a:gd name="T2" fmla="*/ 0 w 40"/>
                  <a:gd name="T3" fmla="*/ 1 h 10"/>
                  <a:gd name="T4" fmla="*/ 5 w 40"/>
                  <a:gd name="T5" fmla="*/ 10 h 10"/>
                  <a:gd name="T6" fmla="*/ 40 w 40"/>
                  <a:gd name="T7" fmla="*/ 10 h 10"/>
                  <a:gd name="T8" fmla="*/ 12 w 40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0">
                    <a:moveTo>
                      <a:pt x="12" y="0"/>
                    </a:moveTo>
                    <a:lnTo>
                      <a:pt x="0" y="1"/>
                    </a:lnTo>
                    <a:lnTo>
                      <a:pt x="5" y="10"/>
                    </a:lnTo>
                    <a:lnTo>
                      <a:pt x="40" y="10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1" name="Freeform 666"/>
              <p:cNvSpPr>
                <a:spLocks noEditPoints="1"/>
              </p:cNvSpPr>
              <p:nvPr userDrawn="1"/>
            </p:nvSpPr>
            <p:spPr bwMode="auto">
              <a:xfrm>
                <a:off x="710" y="1350"/>
                <a:ext cx="59" cy="89"/>
              </a:xfrm>
              <a:custGeom>
                <a:avLst/>
                <a:gdLst>
                  <a:gd name="T0" fmla="*/ 33 w 59"/>
                  <a:gd name="T1" fmla="*/ 61 h 89"/>
                  <a:gd name="T2" fmla="*/ 46 w 59"/>
                  <a:gd name="T3" fmla="*/ 89 h 89"/>
                  <a:gd name="T4" fmla="*/ 49 w 59"/>
                  <a:gd name="T5" fmla="*/ 79 h 89"/>
                  <a:gd name="T6" fmla="*/ 33 w 59"/>
                  <a:gd name="T7" fmla="*/ 61 h 89"/>
                  <a:gd name="T8" fmla="*/ 20 w 59"/>
                  <a:gd name="T9" fmla="*/ 15 h 89"/>
                  <a:gd name="T10" fmla="*/ 18 w 59"/>
                  <a:gd name="T11" fmla="*/ 34 h 89"/>
                  <a:gd name="T12" fmla="*/ 25 w 59"/>
                  <a:gd name="T13" fmla="*/ 47 h 89"/>
                  <a:gd name="T14" fmla="*/ 55 w 59"/>
                  <a:gd name="T15" fmla="*/ 58 h 89"/>
                  <a:gd name="T16" fmla="*/ 59 w 59"/>
                  <a:gd name="T17" fmla="*/ 43 h 89"/>
                  <a:gd name="T18" fmla="*/ 20 w 59"/>
                  <a:gd name="T19" fmla="*/ 15 h 89"/>
                  <a:gd name="T20" fmla="*/ 0 w 59"/>
                  <a:gd name="T21" fmla="*/ 0 h 89"/>
                  <a:gd name="T22" fmla="*/ 12 w 59"/>
                  <a:gd name="T23" fmla="*/ 22 h 89"/>
                  <a:gd name="T24" fmla="*/ 8 w 59"/>
                  <a:gd name="T25" fmla="*/ 6 h 89"/>
                  <a:gd name="T26" fmla="*/ 0 w 59"/>
                  <a:gd name="T2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9" h="89">
                    <a:moveTo>
                      <a:pt x="33" y="61"/>
                    </a:moveTo>
                    <a:lnTo>
                      <a:pt x="46" y="89"/>
                    </a:lnTo>
                    <a:lnTo>
                      <a:pt x="49" y="79"/>
                    </a:lnTo>
                    <a:lnTo>
                      <a:pt x="33" y="61"/>
                    </a:lnTo>
                    <a:close/>
                    <a:moveTo>
                      <a:pt x="20" y="15"/>
                    </a:moveTo>
                    <a:lnTo>
                      <a:pt x="18" y="34"/>
                    </a:lnTo>
                    <a:lnTo>
                      <a:pt x="25" y="47"/>
                    </a:lnTo>
                    <a:lnTo>
                      <a:pt x="55" y="58"/>
                    </a:lnTo>
                    <a:lnTo>
                      <a:pt x="59" y="43"/>
                    </a:lnTo>
                    <a:lnTo>
                      <a:pt x="20" y="15"/>
                    </a:lnTo>
                    <a:close/>
                    <a:moveTo>
                      <a:pt x="0" y="0"/>
                    </a:moveTo>
                    <a:lnTo>
                      <a:pt x="12" y="22"/>
                    </a:lnTo>
                    <a:lnTo>
                      <a:pt x="8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2" name="Freeform 667"/>
              <p:cNvSpPr>
                <a:spLocks noEditPoints="1"/>
              </p:cNvSpPr>
              <p:nvPr userDrawn="1"/>
            </p:nvSpPr>
            <p:spPr bwMode="auto">
              <a:xfrm>
                <a:off x="710" y="1350"/>
                <a:ext cx="59" cy="89"/>
              </a:xfrm>
              <a:custGeom>
                <a:avLst/>
                <a:gdLst>
                  <a:gd name="T0" fmla="*/ 33 w 59"/>
                  <a:gd name="T1" fmla="*/ 61 h 89"/>
                  <a:gd name="T2" fmla="*/ 46 w 59"/>
                  <a:gd name="T3" fmla="*/ 89 h 89"/>
                  <a:gd name="T4" fmla="*/ 49 w 59"/>
                  <a:gd name="T5" fmla="*/ 79 h 89"/>
                  <a:gd name="T6" fmla="*/ 33 w 59"/>
                  <a:gd name="T7" fmla="*/ 61 h 89"/>
                  <a:gd name="T8" fmla="*/ 20 w 59"/>
                  <a:gd name="T9" fmla="*/ 15 h 89"/>
                  <a:gd name="T10" fmla="*/ 18 w 59"/>
                  <a:gd name="T11" fmla="*/ 34 h 89"/>
                  <a:gd name="T12" fmla="*/ 25 w 59"/>
                  <a:gd name="T13" fmla="*/ 47 h 89"/>
                  <a:gd name="T14" fmla="*/ 55 w 59"/>
                  <a:gd name="T15" fmla="*/ 58 h 89"/>
                  <a:gd name="T16" fmla="*/ 59 w 59"/>
                  <a:gd name="T17" fmla="*/ 43 h 89"/>
                  <a:gd name="T18" fmla="*/ 20 w 59"/>
                  <a:gd name="T19" fmla="*/ 15 h 89"/>
                  <a:gd name="T20" fmla="*/ 0 w 59"/>
                  <a:gd name="T21" fmla="*/ 0 h 89"/>
                  <a:gd name="T22" fmla="*/ 12 w 59"/>
                  <a:gd name="T23" fmla="*/ 22 h 89"/>
                  <a:gd name="T24" fmla="*/ 8 w 59"/>
                  <a:gd name="T25" fmla="*/ 6 h 89"/>
                  <a:gd name="T26" fmla="*/ 0 w 59"/>
                  <a:gd name="T2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9" h="89">
                    <a:moveTo>
                      <a:pt x="33" y="61"/>
                    </a:moveTo>
                    <a:lnTo>
                      <a:pt x="46" y="89"/>
                    </a:lnTo>
                    <a:lnTo>
                      <a:pt x="49" y="79"/>
                    </a:lnTo>
                    <a:lnTo>
                      <a:pt x="33" y="61"/>
                    </a:lnTo>
                    <a:moveTo>
                      <a:pt x="20" y="15"/>
                    </a:moveTo>
                    <a:lnTo>
                      <a:pt x="18" y="34"/>
                    </a:lnTo>
                    <a:lnTo>
                      <a:pt x="25" y="47"/>
                    </a:lnTo>
                    <a:lnTo>
                      <a:pt x="55" y="58"/>
                    </a:lnTo>
                    <a:lnTo>
                      <a:pt x="59" y="43"/>
                    </a:lnTo>
                    <a:lnTo>
                      <a:pt x="20" y="15"/>
                    </a:lnTo>
                    <a:moveTo>
                      <a:pt x="0" y="0"/>
                    </a:moveTo>
                    <a:lnTo>
                      <a:pt x="12" y="22"/>
                    </a:lnTo>
                    <a:lnTo>
                      <a:pt x="8" y="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3" name="Freeform 668"/>
              <p:cNvSpPr>
                <a:spLocks/>
              </p:cNvSpPr>
              <p:nvPr userDrawn="1"/>
            </p:nvSpPr>
            <p:spPr bwMode="auto">
              <a:xfrm>
                <a:off x="699" y="1252"/>
                <a:ext cx="36" cy="98"/>
              </a:xfrm>
              <a:custGeom>
                <a:avLst/>
                <a:gdLst>
                  <a:gd name="T0" fmla="*/ 0 w 36"/>
                  <a:gd name="T1" fmla="*/ 0 h 98"/>
                  <a:gd name="T2" fmla="*/ 11 w 36"/>
                  <a:gd name="T3" fmla="*/ 98 h 98"/>
                  <a:gd name="T4" fmla="*/ 16 w 36"/>
                  <a:gd name="T5" fmla="*/ 89 h 98"/>
                  <a:gd name="T6" fmla="*/ 5 w 36"/>
                  <a:gd name="T7" fmla="*/ 42 h 98"/>
                  <a:gd name="T8" fmla="*/ 36 w 36"/>
                  <a:gd name="T9" fmla="*/ 50 h 98"/>
                  <a:gd name="T10" fmla="*/ 0 w 36"/>
                  <a:gd name="T11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98">
                    <a:moveTo>
                      <a:pt x="0" y="0"/>
                    </a:moveTo>
                    <a:lnTo>
                      <a:pt x="11" y="98"/>
                    </a:lnTo>
                    <a:lnTo>
                      <a:pt x="16" y="89"/>
                    </a:lnTo>
                    <a:lnTo>
                      <a:pt x="5" y="42"/>
                    </a:lnTo>
                    <a:lnTo>
                      <a:pt x="36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4" name="Freeform 669"/>
              <p:cNvSpPr>
                <a:spLocks/>
              </p:cNvSpPr>
              <p:nvPr userDrawn="1"/>
            </p:nvSpPr>
            <p:spPr bwMode="auto">
              <a:xfrm>
                <a:off x="699" y="1252"/>
                <a:ext cx="36" cy="98"/>
              </a:xfrm>
              <a:custGeom>
                <a:avLst/>
                <a:gdLst>
                  <a:gd name="T0" fmla="*/ 0 w 36"/>
                  <a:gd name="T1" fmla="*/ 0 h 98"/>
                  <a:gd name="T2" fmla="*/ 11 w 36"/>
                  <a:gd name="T3" fmla="*/ 98 h 98"/>
                  <a:gd name="T4" fmla="*/ 16 w 36"/>
                  <a:gd name="T5" fmla="*/ 89 h 98"/>
                  <a:gd name="T6" fmla="*/ 5 w 36"/>
                  <a:gd name="T7" fmla="*/ 42 h 98"/>
                  <a:gd name="T8" fmla="*/ 36 w 36"/>
                  <a:gd name="T9" fmla="*/ 50 h 98"/>
                  <a:gd name="T10" fmla="*/ 0 w 36"/>
                  <a:gd name="T11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98">
                    <a:moveTo>
                      <a:pt x="0" y="0"/>
                    </a:moveTo>
                    <a:lnTo>
                      <a:pt x="11" y="98"/>
                    </a:lnTo>
                    <a:lnTo>
                      <a:pt x="16" y="89"/>
                    </a:lnTo>
                    <a:lnTo>
                      <a:pt x="5" y="42"/>
                    </a:lnTo>
                    <a:lnTo>
                      <a:pt x="36" y="5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5" name="Freeform 670"/>
              <p:cNvSpPr>
                <a:spLocks noEditPoints="1"/>
              </p:cNvSpPr>
              <p:nvPr userDrawn="1"/>
            </p:nvSpPr>
            <p:spPr bwMode="auto">
              <a:xfrm>
                <a:off x="699" y="1132"/>
                <a:ext cx="86" cy="122"/>
              </a:xfrm>
              <a:custGeom>
                <a:avLst/>
                <a:gdLst>
                  <a:gd name="T0" fmla="*/ 28 w 69"/>
                  <a:gd name="T1" fmla="*/ 24 h 98"/>
                  <a:gd name="T2" fmla="*/ 7 w 69"/>
                  <a:gd name="T3" fmla="*/ 53 h 98"/>
                  <a:gd name="T4" fmla="*/ 0 w 69"/>
                  <a:gd name="T5" fmla="*/ 97 h 98"/>
                  <a:gd name="T6" fmla="*/ 69 w 69"/>
                  <a:gd name="T7" fmla="*/ 98 h 98"/>
                  <a:gd name="T8" fmla="*/ 28 w 69"/>
                  <a:gd name="T9" fmla="*/ 24 h 98"/>
                  <a:gd name="T10" fmla="*/ 15 w 69"/>
                  <a:gd name="T11" fmla="*/ 0 h 98"/>
                  <a:gd name="T12" fmla="*/ 9 w 69"/>
                  <a:gd name="T13" fmla="*/ 41 h 98"/>
                  <a:gd name="T14" fmla="*/ 18 w 69"/>
                  <a:gd name="T15" fmla="*/ 7 h 98"/>
                  <a:gd name="T16" fmla="*/ 15 w 69"/>
                  <a:gd name="T17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9" h="98">
                    <a:moveTo>
                      <a:pt x="28" y="24"/>
                    </a:moveTo>
                    <a:cubicBezTo>
                      <a:pt x="7" y="53"/>
                      <a:pt x="7" y="53"/>
                      <a:pt x="7" y="53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23" y="97"/>
                      <a:pt x="46" y="97"/>
                      <a:pt x="69" y="98"/>
                    </a:cubicBezTo>
                    <a:cubicBezTo>
                      <a:pt x="55" y="73"/>
                      <a:pt x="42" y="49"/>
                      <a:pt x="28" y="24"/>
                    </a:cubicBezTo>
                    <a:moveTo>
                      <a:pt x="15" y="0"/>
                    </a:moveTo>
                    <a:cubicBezTo>
                      <a:pt x="9" y="41"/>
                      <a:pt x="9" y="41"/>
                      <a:pt x="9" y="41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7" y="5"/>
                      <a:pt x="16" y="2"/>
                      <a:pt x="1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6" name="Freeform 671"/>
              <p:cNvSpPr>
                <a:spLocks noEditPoints="1"/>
              </p:cNvSpPr>
              <p:nvPr userDrawn="1"/>
            </p:nvSpPr>
            <p:spPr bwMode="auto">
              <a:xfrm>
                <a:off x="718" y="1038"/>
                <a:ext cx="51" cy="94"/>
              </a:xfrm>
              <a:custGeom>
                <a:avLst/>
                <a:gdLst>
                  <a:gd name="T0" fmla="*/ 17 w 51"/>
                  <a:gd name="T1" fmla="*/ 55 h 94"/>
                  <a:gd name="T2" fmla="*/ 0 w 51"/>
                  <a:gd name="T3" fmla="*/ 94 h 94"/>
                  <a:gd name="T4" fmla="*/ 7 w 51"/>
                  <a:gd name="T5" fmla="*/ 92 h 94"/>
                  <a:gd name="T6" fmla="*/ 17 w 51"/>
                  <a:gd name="T7" fmla="*/ 55 h 94"/>
                  <a:gd name="T8" fmla="*/ 43 w 51"/>
                  <a:gd name="T9" fmla="*/ 0 h 94"/>
                  <a:gd name="T10" fmla="*/ 17 w 51"/>
                  <a:gd name="T11" fmla="*/ 55 h 94"/>
                  <a:gd name="T12" fmla="*/ 51 w 51"/>
                  <a:gd name="T13" fmla="*/ 76 h 94"/>
                  <a:gd name="T14" fmla="*/ 43 w 51"/>
                  <a:gd name="T1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94">
                    <a:moveTo>
                      <a:pt x="17" y="55"/>
                    </a:moveTo>
                    <a:lnTo>
                      <a:pt x="0" y="94"/>
                    </a:lnTo>
                    <a:lnTo>
                      <a:pt x="7" y="92"/>
                    </a:lnTo>
                    <a:lnTo>
                      <a:pt x="17" y="55"/>
                    </a:lnTo>
                    <a:close/>
                    <a:moveTo>
                      <a:pt x="43" y="0"/>
                    </a:moveTo>
                    <a:lnTo>
                      <a:pt x="17" y="55"/>
                    </a:lnTo>
                    <a:lnTo>
                      <a:pt x="51" y="76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7" name="Freeform 672"/>
              <p:cNvSpPr>
                <a:spLocks noEditPoints="1"/>
              </p:cNvSpPr>
              <p:nvPr userDrawn="1"/>
            </p:nvSpPr>
            <p:spPr bwMode="auto">
              <a:xfrm>
                <a:off x="718" y="1038"/>
                <a:ext cx="51" cy="94"/>
              </a:xfrm>
              <a:custGeom>
                <a:avLst/>
                <a:gdLst>
                  <a:gd name="T0" fmla="*/ 17 w 51"/>
                  <a:gd name="T1" fmla="*/ 55 h 94"/>
                  <a:gd name="T2" fmla="*/ 0 w 51"/>
                  <a:gd name="T3" fmla="*/ 94 h 94"/>
                  <a:gd name="T4" fmla="*/ 7 w 51"/>
                  <a:gd name="T5" fmla="*/ 92 h 94"/>
                  <a:gd name="T6" fmla="*/ 17 w 51"/>
                  <a:gd name="T7" fmla="*/ 55 h 94"/>
                  <a:gd name="T8" fmla="*/ 43 w 51"/>
                  <a:gd name="T9" fmla="*/ 0 h 94"/>
                  <a:gd name="T10" fmla="*/ 17 w 51"/>
                  <a:gd name="T11" fmla="*/ 55 h 94"/>
                  <a:gd name="T12" fmla="*/ 51 w 51"/>
                  <a:gd name="T13" fmla="*/ 76 h 94"/>
                  <a:gd name="T14" fmla="*/ 43 w 51"/>
                  <a:gd name="T1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94">
                    <a:moveTo>
                      <a:pt x="17" y="55"/>
                    </a:moveTo>
                    <a:lnTo>
                      <a:pt x="0" y="94"/>
                    </a:lnTo>
                    <a:lnTo>
                      <a:pt x="7" y="92"/>
                    </a:lnTo>
                    <a:lnTo>
                      <a:pt x="17" y="55"/>
                    </a:lnTo>
                    <a:moveTo>
                      <a:pt x="43" y="0"/>
                    </a:moveTo>
                    <a:lnTo>
                      <a:pt x="17" y="55"/>
                    </a:lnTo>
                    <a:lnTo>
                      <a:pt x="51" y="76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8" name="Freeform 673"/>
              <p:cNvSpPr>
                <a:spLocks/>
              </p:cNvSpPr>
              <p:nvPr userDrawn="1"/>
            </p:nvSpPr>
            <p:spPr bwMode="auto">
              <a:xfrm>
                <a:off x="718" y="749"/>
                <a:ext cx="51" cy="95"/>
              </a:xfrm>
              <a:custGeom>
                <a:avLst/>
                <a:gdLst>
                  <a:gd name="T0" fmla="*/ 43 w 51"/>
                  <a:gd name="T1" fmla="*/ 0 h 95"/>
                  <a:gd name="T2" fmla="*/ 0 w 51"/>
                  <a:gd name="T3" fmla="*/ 95 h 95"/>
                  <a:gd name="T4" fmla="*/ 51 w 51"/>
                  <a:gd name="T5" fmla="*/ 76 h 95"/>
                  <a:gd name="T6" fmla="*/ 43 w 51"/>
                  <a:gd name="T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5">
                    <a:moveTo>
                      <a:pt x="43" y="0"/>
                    </a:moveTo>
                    <a:lnTo>
                      <a:pt x="0" y="95"/>
                    </a:lnTo>
                    <a:lnTo>
                      <a:pt x="51" y="76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9" name="Freeform 674"/>
              <p:cNvSpPr>
                <a:spLocks/>
              </p:cNvSpPr>
              <p:nvPr userDrawn="1"/>
            </p:nvSpPr>
            <p:spPr bwMode="auto">
              <a:xfrm>
                <a:off x="718" y="749"/>
                <a:ext cx="51" cy="95"/>
              </a:xfrm>
              <a:custGeom>
                <a:avLst/>
                <a:gdLst>
                  <a:gd name="T0" fmla="*/ 43 w 51"/>
                  <a:gd name="T1" fmla="*/ 0 h 95"/>
                  <a:gd name="T2" fmla="*/ 0 w 51"/>
                  <a:gd name="T3" fmla="*/ 95 h 95"/>
                  <a:gd name="T4" fmla="*/ 51 w 51"/>
                  <a:gd name="T5" fmla="*/ 76 h 95"/>
                  <a:gd name="T6" fmla="*/ 43 w 51"/>
                  <a:gd name="T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5">
                    <a:moveTo>
                      <a:pt x="43" y="0"/>
                    </a:moveTo>
                    <a:lnTo>
                      <a:pt x="0" y="95"/>
                    </a:lnTo>
                    <a:lnTo>
                      <a:pt x="51" y="76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0" name="Freeform 675"/>
              <p:cNvSpPr>
                <a:spLocks/>
              </p:cNvSpPr>
              <p:nvPr userDrawn="1"/>
            </p:nvSpPr>
            <p:spPr bwMode="auto">
              <a:xfrm>
                <a:off x="802" y="1146"/>
                <a:ext cx="52" cy="94"/>
              </a:xfrm>
              <a:custGeom>
                <a:avLst/>
                <a:gdLst>
                  <a:gd name="T0" fmla="*/ 43 w 52"/>
                  <a:gd name="T1" fmla="*/ 0 h 94"/>
                  <a:gd name="T2" fmla="*/ 0 w 52"/>
                  <a:gd name="T3" fmla="*/ 94 h 94"/>
                  <a:gd name="T4" fmla="*/ 52 w 52"/>
                  <a:gd name="T5" fmla="*/ 77 h 94"/>
                  <a:gd name="T6" fmla="*/ 43 w 52"/>
                  <a:gd name="T7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" h="94">
                    <a:moveTo>
                      <a:pt x="43" y="0"/>
                    </a:moveTo>
                    <a:lnTo>
                      <a:pt x="0" y="94"/>
                    </a:lnTo>
                    <a:lnTo>
                      <a:pt x="52" y="77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1" name="Freeform 676"/>
              <p:cNvSpPr>
                <a:spLocks/>
              </p:cNvSpPr>
              <p:nvPr userDrawn="1"/>
            </p:nvSpPr>
            <p:spPr bwMode="auto">
              <a:xfrm>
                <a:off x="802" y="1146"/>
                <a:ext cx="52" cy="94"/>
              </a:xfrm>
              <a:custGeom>
                <a:avLst/>
                <a:gdLst>
                  <a:gd name="T0" fmla="*/ 43 w 52"/>
                  <a:gd name="T1" fmla="*/ 0 h 94"/>
                  <a:gd name="T2" fmla="*/ 0 w 52"/>
                  <a:gd name="T3" fmla="*/ 94 h 94"/>
                  <a:gd name="T4" fmla="*/ 52 w 52"/>
                  <a:gd name="T5" fmla="*/ 77 h 94"/>
                  <a:gd name="T6" fmla="*/ 43 w 52"/>
                  <a:gd name="T7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" h="94">
                    <a:moveTo>
                      <a:pt x="43" y="0"/>
                    </a:moveTo>
                    <a:lnTo>
                      <a:pt x="0" y="94"/>
                    </a:lnTo>
                    <a:lnTo>
                      <a:pt x="52" y="77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2" name="Freeform 677"/>
              <p:cNvSpPr>
                <a:spLocks noEditPoints="1"/>
              </p:cNvSpPr>
              <p:nvPr userDrawn="1"/>
            </p:nvSpPr>
            <p:spPr bwMode="auto">
              <a:xfrm>
                <a:off x="761" y="961"/>
                <a:ext cx="88" cy="77"/>
              </a:xfrm>
              <a:custGeom>
                <a:avLst/>
                <a:gdLst>
                  <a:gd name="T0" fmla="*/ 69 w 71"/>
                  <a:gd name="T1" fmla="*/ 50 h 62"/>
                  <a:gd name="T2" fmla="*/ 66 w 71"/>
                  <a:gd name="T3" fmla="*/ 57 h 62"/>
                  <a:gd name="T4" fmla="*/ 71 w 71"/>
                  <a:gd name="T5" fmla="*/ 57 h 62"/>
                  <a:gd name="T6" fmla="*/ 69 w 71"/>
                  <a:gd name="T7" fmla="*/ 50 h 62"/>
                  <a:gd name="T8" fmla="*/ 56 w 71"/>
                  <a:gd name="T9" fmla="*/ 0 h 62"/>
                  <a:gd name="T10" fmla="*/ 0 w 71"/>
                  <a:gd name="T11" fmla="*/ 62 h 62"/>
                  <a:gd name="T12" fmla="*/ 32 w 71"/>
                  <a:gd name="T13" fmla="*/ 60 h 62"/>
                  <a:gd name="T14" fmla="*/ 56 w 71"/>
                  <a:gd name="T15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62">
                    <a:moveTo>
                      <a:pt x="69" y="50"/>
                    </a:moveTo>
                    <a:cubicBezTo>
                      <a:pt x="66" y="57"/>
                      <a:pt x="66" y="57"/>
                      <a:pt x="66" y="57"/>
                    </a:cubicBezTo>
                    <a:cubicBezTo>
                      <a:pt x="68" y="57"/>
                      <a:pt x="70" y="57"/>
                      <a:pt x="71" y="57"/>
                    </a:cubicBezTo>
                    <a:cubicBezTo>
                      <a:pt x="71" y="55"/>
                      <a:pt x="70" y="52"/>
                      <a:pt x="69" y="50"/>
                    </a:cubicBezTo>
                    <a:moveTo>
                      <a:pt x="56" y="0"/>
                    </a:moveTo>
                    <a:cubicBezTo>
                      <a:pt x="0" y="62"/>
                      <a:pt x="0" y="62"/>
                      <a:pt x="0" y="62"/>
                    </a:cubicBezTo>
                    <a:cubicBezTo>
                      <a:pt x="10" y="61"/>
                      <a:pt x="21" y="60"/>
                      <a:pt x="32" y="60"/>
                    </a:cubicBezTo>
                    <a:cubicBezTo>
                      <a:pt x="56" y="0"/>
                      <a:pt x="56" y="0"/>
                      <a:pt x="5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3" name="Freeform 678"/>
              <p:cNvSpPr>
                <a:spLocks/>
              </p:cNvSpPr>
              <p:nvPr userDrawn="1"/>
            </p:nvSpPr>
            <p:spPr bwMode="auto">
              <a:xfrm>
                <a:off x="831" y="904"/>
                <a:ext cx="92" cy="57"/>
              </a:xfrm>
              <a:custGeom>
                <a:avLst/>
                <a:gdLst>
                  <a:gd name="T0" fmla="*/ 92 w 92"/>
                  <a:gd name="T1" fmla="*/ 0 h 57"/>
                  <a:gd name="T2" fmla="*/ 0 w 92"/>
                  <a:gd name="T3" fmla="*/ 57 h 57"/>
                  <a:gd name="T4" fmla="*/ 53 w 92"/>
                  <a:gd name="T5" fmla="*/ 24 h 57"/>
                  <a:gd name="T6" fmla="*/ 44 w 92"/>
                  <a:gd name="T7" fmla="*/ 48 h 57"/>
                  <a:gd name="T8" fmla="*/ 92 w 92"/>
                  <a:gd name="T9" fmla="*/ 38 h 57"/>
                  <a:gd name="T10" fmla="*/ 92 w 92"/>
                  <a:gd name="T11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57">
                    <a:moveTo>
                      <a:pt x="92" y="0"/>
                    </a:moveTo>
                    <a:lnTo>
                      <a:pt x="0" y="57"/>
                    </a:lnTo>
                    <a:lnTo>
                      <a:pt x="53" y="24"/>
                    </a:lnTo>
                    <a:lnTo>
                      <a:pt x="44" y="48"/>
                    </a:lnTo>
                    <a:lnTo>
                      <a:pt x="92" y="3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4" name="Freeform 679"/>
              <p:cNvSpPr>
                <a:spLocks/>
              </p:cNvSpPr>
              <p:nvPr userDrawn="1"/>
            </p:nvSpPr>
            <p:spPr bwMode="auto">
              <a:xfrm>
                <a:off x="831" y="904"/>
                <a:ext cx="92" cy="57"/>
              </a:xfrm>
              <a:custGeom>
                <a:avLst/>
                <a:gdLst>
                  <a:gd name="T0" fmla="*/ 92 w 92"/>
                  <a:gd name="T1" fmla="*/ 0 h 57"/>
                  <a:gd name="T2" fmla="*/ 0 w 92"/>
                  <a:gd name="T3" fmla="*/ 57 h 57"/>
                  <a:gd name="T4" fmla="*/ 53 w 92"/>
                  <a:gd name="T5" fmla="*/ 24 h 57"/>
                  <a:gd name="T6" fmla="*/ 44 w 92"/>
                  <a:gd name="T7" fmla="*/ 48 h 57"/>
                  <a:gd name="T8" fmla="*/ 92 w 92"/>
                  <a:gd name="T9" fmla="*/ 38 h 57"/>
                  <a:gd name="T10" fmla="*/ 92 w 92"/>
                  <a:gd name="T11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57">
                    <a:moveTo>
                      <a:pt x="92" y="0"/>
                    </a:moveTo>
                    <a:lnTo>
                      <a:pt x="0" y="57"/>
                    </a:lnTo>
                    <a:lnTo>
                      <a:pt x="53" y="24"/>
                    </a:lnTo>
                    <a:lnTo>
                      <a:pt x="44" y="48"/>
                    </a:lnTo>
                    <a:lnTo>
                      <a:pt x="92" y="38"/>
                    </a:lnTo>
                    <a:lnTo>
                      <a:pt x="9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5" name="Freeform 680"/>
              <p:cNvSpPr>
                <a:spLocks noEditPoints="1"/>
              </p:cNvSpPr>
              <p:nvPr userDrawn="1"/>
            </p:nvSpPr>
            <p:spPr bwMode="auto">
              <a:xfrm>
                <a:off x="923" y="871"/>
                <a:ext cx="114" cy="71"/>
              </a:xfrm>
              <a:custGeom>
                <a:avLst/>
                <a:gdLst>
                  <a:gd name="T0" fmla="*/ 65 w 114"/>
                  <a:gd name="T1" fmla="*/ 14 h 71"/>
                  <a:gd name="T2" fmla="*/ 0 w 114"/>
                  <a:gd name="T3" fmla="*/ 33 h 71"/>
                  <a:gd name="T4" fmla="*/ 0 w 114"/>
                  <a:gd name="T5" fmla="*/ 71 h 71"/>
                  <a:gd name="T6" fmla="*/ 86 w 114"/>
                  <a:gd name="T7" fmla="*/ 17 h 71"/>
                  <a:gd name="T8" fmla="*/ 65 w 114"/>
                  <a:gd name="T9" fmla="*/ 14 h 71"/>
                  <a:gd name="T10" fmla="*/ 114 w 114"/>
                  <a:gd name="T11" fmla="*/ 0 h 71"/>
                  <a:gd name="T12" fmla="*/ 82 w 114"/>
                  <a:gd name="T13" fmla="*/ 10 h 71"/>
                  <a:gd name="T14" fmla="*/ 103 w 114"/>
                  <a:gd name="T15" fmla="*/ 6 h 71"/>
                  <a:gd name="T16" fmla="*/ 114 w 114"/>
                  <a:gd name="T1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4" h="71">
                    <a:moveTo>
                      <a:pt x="65" y="14"/>
                    </a:moveTo>
                    <a:lnTo>
                      <a:pt x="0" y="33"/>
                    </a:lnTo>
                    <a:lnTo>
                      <a:pt x="0" y="71"/>
                    </a:lnTo>
                    <a:lnTo>
                      <a:pt x="86" y="17"/>
                    </a:lnTo>
                    <a:lnTo>
                      <a:pt x="65" y="14"/>
                    </a:lnTo>
                    <a:close/>
                    <a:moveTo>
                      <a:pt x="114" y="0"/>
                    </a:moveTo>
                    <a:lnTo>
                      <a:pt x="82" y="10"/>
                    </a:lnTo>
                    <a:lnTo>
                      <a:pt x="103" y="6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6" name="Freeform 681"/>
              <p:cNvSpPr>
                <a:spLocks noEditPoints="1"/>
              </p:cNvSpPr>
              <p:nvPr userDrawn="1"/>
            </p:nvSpPr>
            <p:spPr bwMode="auto">
              <a:xfrm>
                <a:off x="923" y="871"/>
                <a:ext cx="114" cy="71"/>
              </a:xfrm>
              <a:custGeom>
                <a:avLst/>
                <a:gdLst>
                  <a:gd name="T0" fmla="*/ 65 w 114"/>
                  <a:gd name="T1" fmla="*/ 14 h 71"/>
                  <a:gd name="T2" fmla="*/ 0 w 114"/>
                  <a:gd name="T3" fmla="*/ 33 h 71"/>
                  <a:gd name="T4" fmla="*/ 0 w 114"/>
                  <a:gd name="T5" fmla="*/ 71 h 71"/>
                  <a:gd name="T6" fmla="*/ 86 w 114"/>
                  <a:gd name="T7" fmla="*/ 17 h 71"/>
                  <a:gd name="T8" fmla="*/ 65 w 114"/>
                  <a:gd name="T9" fmla="*/ 14 h 71"/>
                  <a:gd name="T10" fmla="*/ 114 w 114"/>
                  <a:gd name="T11" fmla="*/ 0 h 71"/>
                  <a:gd name="T12" fmla="*/ 82 w 114"/>
                  <a:gd name="T13" fmla="*/ 10 h 71"/>
                  <a:gd name="T14" fmla="*/ 103 w 114"/>
                  <a:gd name="T15" fmla="*/ 6 h 71"/>
                  <a:gd name="T16" fmla="*/ 114 w 114"/>
                  <a:gd name="T1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4" h="71">
                    <a:moveTo>
                      <a:pt x="65" y="14"/>
                    </a:moveTo>
                    <a:lnTo>
                      <a:pt x="0" y="33"/>
                    </a:lnTo>
                    <a:lnTo>
                      <a:pt x="0" y="71"/>
                    </a:lnTo>
                    <a:lnTo>
                      <a:pt x="86" y="17"/>
                    </a:lnTo>
                    <a:lnTo>
                      <a:pt x="65" y="14"/>
                    </a:lnTo>
                    <a:moveTo>
                      <a:pt x="114" y="0"/>
                    </a:moveTo>
                    <a:lnTo>
                      <a:pt x="82" y="10"/>
                    </a:lnTo>
                    <a:lnTo>
                      <a:pt x="103" y="6"/>
                    </a:lnTo>
                    <a:lnTo>
                      <a:pt x="1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7" name="Freeform 682"/>
              <p:cNvSpPr>
                <a:spLocks/>
              </p:cNvSpPr>
              <p:nvPr userDrawn="1"/>
            </p:nvSpPr>
            <p:spPr bwMode="auto">
              <a:xfrm>
                <a:off x="437" y="1001"/>
                <a:ext cx="114" cy="71"/>
              </a:xfrm>
              <a:custGeom>
                <a:avLst/>
                <a:gdLst>
                  <a:gd name="T0" fmla="*/ 114 w 114"/>
                  <a:gd name="T1" fmla="*/ 0 h 71"/>
                  <a:gd name="T2" fmla="*/ 0 w 114"/>
                  <a:gd name="T3" fmla="*/ 32 h 71"/>
                  <a:gd name="T4" fmla="*/ 0 w 114"/>
                  <a:gd name="T5" fmla="*/ 71 h 71"/>
                  <a:gd name="T6" fmla="*/ 114 w 114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4" h="71">
                    <a:moveTo>
                      <a:pt x="114" y="0"/>
                    </a:moveTo>
                    <a:lnTo>
                      <a:pt x="0" y="32"/>
                    </a:lnTo>
                    <a:lnTo>
                      <a:pt x="0" y="71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8" name="Freeform 683"/>
              <p:cNvSpPr>
                <a:spLocks/>
              </p:cNvSpPr>
              <p:nvPr userDrawn="1"/>
            </p:nvSpPr>
            <p:spPr bwMode="auto">
              <a:xfrm>
                <a:off x="437" y="1001"/>
                <a:ext cx="114" cy="71"/>
              </a:xfrm>
              <a:custGeom>
                <a:avLst/>
                <a:gdLst>
                  <a:gd name="T0" fmla="*/ 114 w 114"/>
                  <a:gd name="T1" fmla="*/ 0 h 71"/>
                  <a:gd name="T2" fmla="*/ 0 w 114"/>
                  <a:gd name="T3" fmla="*/ 32 h 71"/>
                  <a:gd name="T4" fmla="*/ 0 w 114"/>
                  <a:gd name="T5" fmla="*/ 71 h 71"/>
                  <a:gd name="T6" fmla="*/ 114 w 114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4" h="71">
                    <a:moveTo>
                      <a:pt x="114" y="0"/>
                    </a:moveTo>
                    <a:lnTo>
                      <a:pt x="0" y="32"/>
                    </a:lnTo>
                    <a:lnTo>
                      <a:pt x="0" y="71"/>
                    </a:lnTo>
                    <a:lnTo>
                      <a:pt x="1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9" name="Freeform 684"/>
              <p:cNvSpPr>
                <a:spLocks noEditPoints="1"/>
              </p:cNvSpPr>
              <p:nvPr userDrawn="1"/>
            </p:nvSpPr>
            <p:spPr bwMode="auto">
              <a:xfrm>
                <a:off x="1037" y="867"/>
                <a:ext cx="131" cy="40"/>
              </a:xfrm>
              <a:custGeom>
                <a:avLst/>
                <a:gdLst>
                  <a:gd name="T0" fmla="*/ 48 w 131"/>
                  <a:gd name="T1" fmla="*/ 3 h 40"/>
                  <a:gd name="T2" fmla="*/ 0 w 131"/>
                  <a:gd name="T3" fmla="*/ 4 h 40"/>
                  <a:gd name="T4" fmla="*/ 8 w 131"/>
                  <a:gd name="T5" fmla="*/ 8 h 40"/>
                  <a:gd name="T6" fmla="*/ 48 w 131"/>
                  <a:gd name="T7" fmla="*/ 3 h 40"/>
                  <a:gd name="T8" fmla="*/ 131 w 131"/>
                  <a:gd name="T9" fmla="*/ 0 h 40"/>
                  <a:gd name="T10" fmla="*/ 66 w 131"/>
                  <a:gd name="T11" fmla="*/ 3 h 40"/>
                  <a:gd name="T12" fmla="*/ 66 w 131"/>
                  <a:gd name="T13" fmla="*/ 40 h 40"/>
                  <a:gd name="T14" fmla="*/ 131 w 131"/>
                  <a:gd name="T1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40">
                    <a:moveTo>
                      <a:pt x="48" y="3"/>
                    </a:moveTo>
                    <a:lnTo>
                      <a:pt x="0" y="4"/>
                    </a:lnTo>
                    <a:lnTo>
                      <a:pt x="8" y="8"/>
                    </a:lnTo>
                    <a:lnTo>
                      <a:pt x="48" y="3"/>
                    </a:lnTo>
                    <a:close/>
                    <a:moveTo>
                      <a:pt x="131" y="0"/>
                    </a:moveTo>
                    <a:lnTo>
                      <a:pt x="66" y="3"/>
                    </a:lnTo>
                    <a:lnTo>
                      <a:pt x="66" y="4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0" name="Freeform 685"/>
              <p:cNvSpPr>
                <a:spLocks noEditPoints="1"/>
              </p:cNvSpPr>
              <p:nvPr userDrawn="1"/>
            </p:nvSpPr>
            <p:spPr bwMode="auto">
              <a:xfrm>
                <a:off x="1037" y="867"/>
                <a:ext cx="131" cy="40"/>
              </a:xfrm>
              <a:custGeom>
                <a:avLst/>
                <a:gdLst>
                  <a:gd name="T0" fmla="*/ 48 w 131"/>
                  <a:gd name="T1" fmla="*/ 3 h 40"/>
                  <a:gd name="T2" fmla="*/ 0 w 131"/>
                  <a:gd name="T3" fmla="*/ 4 h 40"/>
                  <a:gd name="T4" fmla="*/ 8 w 131"/>
                  <a:gd name="T5" fmla="*/ 8 h 40"/>
                  <a:gd name="T6" fmla="*/ 48 w 131"/>
                  <a:gd name="T7" fmla="*/ 3 h 40"/>
                  <a:gd name="T8" fmla="*/ 131 w 131"/>
                  <a:gd name="T9" fmla="*/ 0 h 40"/>
                  <a:gd name="T10" fmla="*/ 66 w 131"/>
                  <a:gd name="T11" fmla="*/ 3 h 40"/>
                  <a:gd name="T12" fmla="*/ 66 w 131"/>
                  <a:gd name="T13" fmla="*/ 40 h 40"/>
                  <a:gd name="T14" fmla="*/ 131 w 131"/>
                  <a:gd name="T1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40">
                    <a:moveTo>
                      <a:pt x="48" y="3"/>
                    </a:moveTo>
                    <a:lnTo>
                      <a:pt x="0" y="4"/>
                    </a:lnTo>
                    <a:lnTo>
                      <a:pt x="8" y="8"/>
                    </a:lnTo>
                    <a:lnTo>
                      <a:pt x="48" y="3"/>
                    </a:lnTo>
                    <a:moveTo>
                      <a:pt x="131" y="0"/>
                    </a:moveTo>
                    <a:lnTo>
                      <a:pt x="66" y="3"/>
                    </a:lnTo>
                    <a:lnTo>
                      <a:pt x="66" y="40"/>
                    </a:lnTo>
                    <a:lnTo>
                      <a:pt x="1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1" name="Freeform 686"/>
              <p:cNvSpPr>
                <a:spLocks noEditPoints="1"/>
              </p:cNvSpPr>
              <p:nvPr userDrawn="1"/>
            </p:nvSpPr>
            <p:spPr bwMode="auto">
              <a:xfrm>
                <a:off x="1427" y="372"/>
                <a:ext cx="113" cy="27"/>
              </a:xfrm>
              <a:custGeom>
                <a:avLst/>
                <a:gdLst>
                  <a:gd name="T0" fmla="*/ 86 w 91"/>
                  <a:gd name="T1" fmla="*/ 13 h 22"/>
                  <a:gd name="T2" fmla="*/ 76 w 91"/>
                  <a:gd name="T3" fmla="*/ 17 h 22"/>
                  <a:gd name="T4" fmla="*/ 91 w 91"/>
                  <a:gd name="T5" fmla="*/ 16 h 22"/>
                  <a:gd name="T6" fmla="*/ 86 w 91"/>
                  <a:gd name="T7" fmla="*/ 13 h 22"/>
                  <a:gd name="T8" fmla="*/ 67 w 91"/>
                  <a:gd name="T9" fmla="*/ 0 h 22"/>
                  <a:gd name="T10" fmla="*/ 0 w 91"/>
                  <a:gd name="T11" fmla="*/ 22 h 22"/>
                  <a:gd name="T12" fmla="*/ 47 w 91"/>
                  <a:gd name="T13" fmla="*/ 19 h 22"/>
                  <a:gd name="T14" fmla="*/ 67 w 91"/>
                  <a:gd name="T15" fmla="*/ 0 h 22"/>
                  <a:gd name="T16" fmla="*/ 67 w 91"/>
                  <a:gd name="T17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" h="22">
                    <a:moveTo>
                      <a:pt x="86" y="13"/>
                    </a:moveTo>
                    <a:cubicBezTo>
                      <a:pt x="83" y="14"/>
                      <a:pt x="79" y="16"/>
                      <a:pt x="76" y="17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86" y="13"/>
                      <a:pt x="86" y="13"/>
                      <a:pt x="86" y="13"/>
                    </a:cubicBezTo>
                    <a:moveTo>
                      <a:pt x="67" y="0"/>
                    </a:moveTo>
                    <a:cubicBezTo>
                      <a:pt x="0" y="22"/>
                      <a:pt x="0" y="22"/>
                      <a:pt x="0" y="22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54" y="13"/>
                      <a:pt x="61" y="6"/>
                      <a:pt x="67" y="0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2" name="Freeform 687"/>
              <p:cNvSpPr>
                <a:spLocks/>
              </p:cNvSpPr>
              <p:nvPr userDrawn="1"/>
            </p:nvSpPr>
            <p:spPr bwMode="auto">
              <a:xfrm>
                <a:off x="1485" y="372"/>
                <a:ext cx="48" cy="24"/>
              </a:xfrm>
              <a:custGeom>
                <a:avLst/>
                <a:gdLst>
                  <a:gd name="T0" fmla="*/ 20 w 39"/>
                  <a:gd name="T1" fmla="*/ 0 h 19"/>
                  <a:gd name="T2" fmla="*/ 20 w 39"/>
                  <a:gd name="T3" fmla="*/ 0 h 19"/>
                  <a:gd name="T4" fmla="*/ 0 w 39"/>
                  <a:gd name="T5" fmla="*/ 19 h 19"/>
                  <a:gd name="T6" fmla="*/ 29 w 39"/>
                  <a:gd name="T7" fmla="*/ 17 h 19"/>
                  <a:gd name="T8" fmla="*/ 39 w 39"/>
                  <a:gd name="T9" fmla="*/ 13 h 19"/>
                  <a:gd name="T10" fmla="*/ 20 w 39"/>
                  <a:gd name="T11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19">
                    <a:moveTo>
                      <a:pt x="20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14" y="6"/>
                      <a:pt x="7" y="13"/>
                      <a:pt x="0" y="19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32" y="16"/>
                      <a:pt x="36" y="14"/>
                      <a:pt x="39" y="13"/>
                    </a:cubicBezTo>
                    <a:cubicBezTo>
                      <a:pt x="20" y="0"/>
                      <a:pt x="20" y="0"/>
                      <a:pt x="2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3" name="Freeform 688"/>
              <p:cNvSpPr>
                <a:spLocks/>
              </p:cNvSpPr>
              <p:nvPr userDrawn="1"/>
            </p:nvSpPr>
            <p:spPr bwMode="auto">
              <a:xfrm>
                <a:off x="1360" y="399"/>
                <a:ext cx="67" cy="65"/>
              </a:xfrm>
              <a:custGeom>
                <a:avLst/>
                <a:gdLst>
                  <a:gd name="T0" fmla="*/ 67 w 67"/>
                  <a:gd name="T1" fmla="*/ 0 h 65"/>
                  <a:gd name="T2" fmla="*/ 1 w 67"/>
                  <a:gd name="T3" fmla="*/ 36 h 65"/>
                  <a:gd name="T4" fmla="*/ 0 w 67"/>
                  <a:gd name="T5" fmla="*/ 39 h 65"/>
                  <a:gd name="T6" fmla="*/ 14 w 67"/>
                  <a:gd name="T7" fmla="*/ 65 h 65"/>
                  <a:gd name="T8" fmla="*/ 67 w 67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65">
                    <a:moveTo>
                      <a:pt x="67" y="0"/>
                    </a:moveTo>
                    <a:lnTo>
                      <a:pt x="1" y="36"/>
                    </a:lnTo>
                    <a:lnTo>
                      <a:pt x="0" y="39"/>
                    </a:lnTo>
                    <a:lnTo>
                      <a:pt x="14" y="65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4" name="Freeform 689"/>
              <p:cNvSpPr>
                <a:spLocks/>
              </p:cNvSpPr>
              <p:nvPr userDrawn="1"/>
            </p:nvSpPr>
            <p:spPr bwMode="auto">
              <a:xfrm>
                <a:off x="1360" y="399"/>
                <a:ext cx="67" cy="65"/>
              </a:xfrm>
              <a:custGeom>
                <a:avLst/>
                <a:gdLst>
                  <a:gd name="T0" fmla="*/ 67 w 67"/>
                  <a:gd name="T1" fmla="*/ 0 h 65"/>
                  <a:gd name="T2" fmla="*/ 1 w 67"/>
                  <a:gd name="T3" fmla="*/ 36 h 65"/>
                  <a:gd name="T4" fmla="*/ 0 w 67"/>
                  <a:gd name="T5" fmla="*/ 39 h 65"/>
                  <a:gd name="T6" fmla="*/ 14 w 67"/>
                  <a:gd name="T7" fmla="*/ 65 h 65"/>
                  <a:gd name="T8" fmla="*/ 67 w 67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65">
                    <a:moveTo>
                      <a:pt x="67" y="0"/>
                    </a:moveTo>
                    <a:lnTo>
                      <a:pt x="1" y="36"/>
                    </a:lnTo>
                    <a:lnTo>
                      <a:pt x="0" y="39"/>
                    </a:lnTo>
                    <a:lnTo>
                      <a:pt x="14" y="65"/>
                    </a:lnTo>
                    <a:lnTo>
                      <a:pt x="6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5" name="Freeform 690"/>
              <p:cNvSpPr>
                <a:spLocks/>
              </p:cNvSpPr>
              <p:nvPr userDrawn="1"/>
            </p:nvSpPr>
            <p:spPr bwMode="auto">
              <a:xfrm>
                <a:off x="1360" y="435"/>
                <a:ext cx="1" cy="3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2 h 3"/>
                  <a:gd name="T4" fmla="*/ 0 w 1"/>
                  <a:gd name="T5" fmla="*/ 3 h 3"/>
                  <a:gd name="T6" fmla="*/ 1 w 1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0" y="2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6" name="Freeform 691"/>
              <p:cNvSpPr>
                <a:spLocks/>
              </p:cNvSpPr>
              <p:nvPr userDrawn="1"/>
            </p:nvSpPr>
            <p:spPr bwMode="auto">
              <a:xfrm>
                <a:off x="1360" y="435"/>
                <a:ext cx="1" cy="3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2 h 3"/>
                  <a:gd name="T4" fmla="*/ 0 w 1"/>
                  <a:gd name="T5" fmla="*/ 3 h 3"/>
                  <a:gd name="T6" fmla="*/ 1 w 1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0" y="2"/>
                    </a:lnTo>
                    <a:lnTo>
                      <a:pt x="0" y="3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7" name="Freeform 692"/>
              <p:cNvSpPr>
                <a:spLocks/>
              </p:cNvSpPr>
              <p:nvPr userDrawn="1"/>
            </p:nvSpPr>
            <p:spPr bwMode="auto">
              <a:xfrm>
                <a:off x="1726" y="85"/>
                <a:ext cx="67" cy="64"/>
              </a:xfrm>
              <a:custGeom>
                <a:avLst/>
                <a:gdLst>
                  <a:gd name="T0" fmla="*/ 67 w 67"/>
                  <a:gd name="T1" fmla="*/ 0 h 64"/>
                  <a:gd name="T2" fmla="*/ 0 w 67"/>
                  <a:gd name="T3" fmla="*/ 37 h 64"/>
                  <a:gd name="T4" fmla="*/ 15 w 67"/>
                  <a:gd name="T5" fmla="*/ 64 h 64"/>
                  <a:gd name="T6" fmla="*/ 67 w 67"/>
                  <a:gd name="T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4">
                    <a:moveTo>
                      <a:pt x="67" y="0"/>
                    </a:moveTo>
                    <a:lnTo>
                      <a:pt x="0" y="37"/>
                    </a:lnTo>
                    <a:lnTo>
                      <a:pt x="15" y="64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8" name="Freeform 693"/>
              <p:cNvSpPr>
                <a:spLocks/>
              </p:cNvSpPr>
              <p:nvPr userDrawn="1"/>
            </p:nvSpPr>
            <p:spPr bwMode="auto">
              <a:xfrm>
                <a:off x="1726" y="85"/>
                <a:ext cx="67" cy="64"/>
              </a:xfrm>
              <a:custGeom>
                <a:avLst/>
                <a:gdLst>
                  <a:gd name="T0" fmla="*/ 67 w 67"/>
                  <a:gd name="T1" fmla="*/ 0 h 64"/>
                  <a:gd name="T2" fmla="*/ 0 w 67"/>
                  <a:gd name="T3" fmla="*/ 37 h 64"/>
                  <a:gd name="T4" fmla="*/ 15 w 67"/>
                  <a:gd name="T5" fmla="*/ 64 h 64"/>
                  <a:gd name="T6" fmla="*/ 67 w 67"/>
                  <a:gd name="T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4">
                    <a:moveTo>
                      <a:pt x="67" y="0"/>
                    </a:moveTo>
                    <a:lnTo>
                      <a:pt x="0" y="37"/>
                    </a:lnTo>
                    <a:lnTo>
                      <a:pt x="15" y="64"/>
                    </a:lnTo>
                    <a:lnTo>
                      <a:pt x="6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9" name="Freeform 694"/>
              <p:cNvSpPr>
                <a:spLocks noEditPoints="1"/>
              </p:cNvSpPr>
              <p:nvPr userDrawn="1"/>
            </p:nvSpPr>
            <p:spPr bwMode="auto">
              <a:xfrm>
                <a:off x="1302" y="439"/>
                <a:ext cx="58" cy="68"/>
              </a:xfrm>
              <a:custGeom>
                <a:avLst/>
                <a:gdLst>
                  <a:gd name="T0" fmla="*/ 41 w 47"/>
                  <a:gd name="T1" fmla="*/ 2 h 55"/>
                  <a:gd name="T2" fmla="*/ 0 w 47"/>
                  <a:gd name="T3" fmla="*/ 36 h 55"/>
                  <a:gd name="T4" fmla="*/ 8 w 47"/>
                  <a:gd name="T5" fmla="*/ 39 h 55"/>
                  <a:gd name="T6" fmla="*/ 41 w 47"/>
                  <a:gd name="T7" fmla="*/ 2 h 55"/>
                  <a:gd name="T8" fmla="*/ 47 w 47"/>
                  <a:gd name="T9" fmla="*/ 0 h 55"/>
                  <a:gd name="T10" fmla="*/ 26 w 47"/>
                  <a:gd name="T11" fmla="*/ 47 h 55"/>
                  <a:gd name="T12" fmla="*/ 45 w 47"/>
                  <a:gd name="T13" fmla="*/ 55 h 55"/>
                  <a:gd name="T14" fmla="*/ 47 w 47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5">
                    <a:moveTo>
                      <a:pt x="41" y="2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3" y="37"/>
                      <a:pt x="5" y="38"/>
                      <a:pt x="8" y="39"/>
                    </a:cubicBezTo>
                    <a:cubicBezTo>
                      <a:pt x="41" y="2"/>
                      <a:pt x="41" y="2"/>
                      <a:pt x="41" y="2"/>
                    </a:cubicBezTo>
                    <a:moveTo>
                      <a:pt x="47" y="0"/>
                    </a:moveTo>
                    <a:cubicBezTo>
                      <a:pt x="26" y="47"/>
                      <a:pt x="26" y="47"/>
                      <a:pt x="26" y="47"/>
                    </a:cubicBezTo>
                    <a:cubicBezTo>
                      <a:pt x="32" y="50"/>
                      <a:pt x="39" y="52"/>
                      <a:pt x="45" y="55"/>
                    </a:cubicBezTo>
                    <a:cubicBezTo>
                      <a:pt x="45" y="37"/>
                      <a:pt x="46" y="18"/>
                      <a:pt x="4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0" name="Freeform 695"/>
              <p:cNvSpPr>
                <a:spLocks/>
              </p:cNvSpPr>
              <p:nvPr userDrawn="1"/>
            </p:nvSpPr>
            <p:spPr bwMode="auto">
              <a:xfrm>
                <a:off x="1312" y="437"/>
                <a:ext cx="48" cy="60"/>
              </a:xfrm>
              <a:custGeom>
                <a:avLst/>
                <a:gdLst>
                  <a:gd name="T0" fmla="*/ 39 w 39"/>
                  <a:gd name="T1" fmla="*/ 0 h 49"/>
                  <a:gd name="T2" fmla="*/ 33 w 39"/>
                  <a:gd name="T3" fmla="*/ 4 h 49"/>
                  <a:gd name="T4" fmla="*/ 0 w 39"/>
                  <a:gd name="T5" fmla="*/ 41 h 49"/>
                  <a:gd name="T6" fmla="*/ 18 w 39"/>
                  <a:gd name="T7" fmla="*/ 49 h 49"/>
                  <a:gd name="T8" fmla="*/ 39 w 39"/>
                  <a:gd name="T9" fmla="*/ 2 h 49"/>
                  <a:gd name="T10" fmla="*/ 39 w 39"/>
                  <a:gd name="T11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49">
                    <a:moveTo>
                      <a:pt x="39" y="0"/>
                    </a:moveTo>
                    <a:cubicBezTo>
                      <a:pt x="33" y="4"/>
                      <a:pt x="33" y="4"/>
                      <a:pt x="33" y="4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6" y="44"/>
                      <a:pt x="12" y="46"/>
                      <a:pt x="18" y="49"/>
                    </a:cubicBezTo>
                    <a:cubicBezTo>
                      <a:pt x="39" y="2"/>
                      <a:pt x="39" y="2"/>
                      <a:pt x="39" y="2"/>
                    </a:cubicBezTo>
                    <a:cubicBezTo>
                      <a:pt x="39" y="1"/>
                      <a:pt x="39" y="0"/>
                      <a:pt x="3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1" name="Freeform 696"/>
              <p:cNvSpPr>
                <a:spLocks/>
              </p:cNvSpPr>
              <p:nvPr userDrawn="1"/>
            </p:nvSpPr>
            <p:spPr bwMode="auto">
              <a:xfrm>
                <a:off x="1189" y="154"/>
                <a:ext cx="59" cy="72"/>
              </a:xfrm>
              <a:custGeom>
                <a:avLst/>
                <a:gdLst>
                  <a:gd name="T0" fmla="*/ 47 w 47"/>
                  <a:gd name="T1" fmla="*/ 0 h 58"/>
                  <a:gd name="T2" fmla="*/ 0 w 47"/>
                  <a:gd name="T3" fmla="*/ 38 h 58"/>
                  <a:gd name="T4" fmla="*/ 45 w 47"/>
                  <a:gd name="T5" fmla="*/ 58 h 58"/>
                  <a:gd name="T6" fmla="*/ 47 w 47"/>
                  <a:gd name="T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" h="58">
                    <a:moveTo>
                      <a:pt x="47" y="0"/>
                    </a:moveTo>
                    <a:cubicBezTo>
                      <a:pt x="0" y="38"/>
                      <a:pt x="0" y="38"/>
                      <a:pt x="0" y="38"/>
                    </a:cubicBezTo>
                    <a:cubicBezTo>
                      <a:pt x="15" y="45"/>
                      <a:pt x="30" y="51"/>
                      <a:pt x="45" y="58"/>
                    </a:cubicBezTo>
                    <a:cubicBezTo>
                      <a:pt x="46" y="38"/>
                      <a:pt x="46" y="19"/>
                      <a:pt x="4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2" name="Freeform 697"/>
              <p:cNvSpPr>
                <a:spLocks/>
              </p:cNvSpPr>
              <p:nvPr userDrawn="1"/>
            </p:nvSpPr>
            <p:spPr bwMode="auto">
              <a:xfrm>
                <a:off x="1234" y="484"/>
                <a:ext cx="77" cy="85"/>
              </a:xfrm>
              <a:custGeom>
                <a:avLst/>
                <a:gdLst>
                  <a:gd name="T0" fmla="*/ 68 w 77"/>
                  <a:gd name="T1" fmla="*/ 0 h 85"/>
                  <a:gd name="T2" fmla="*/ 0 w 77"/>
                  <a:gd name="T3" fmla="*/ 85 h 85"/>
                  <a:gd name="T4" fmla="*/ 77 w 77"/>
                  <a:gd name="T5" fmla="*/ 54 h 85"/>
                  <a:gd name="T6" fmla="*/ 75 w 77"/>
                  <a:gd name="T7" fmla="*/ 49 h 85"/>
                  <a:gd name="T8" fmla="*/ 10 w 77"/>
                  <a:gd name="T9" fmla="*/ 78 h 85"/>
                  <a:gd name="T10" fmla="*/ 70 w 77"/>
                  <a:gd name="T11" fmla="*/ 12 h 85"/>
                  <a:gd name="T12" fmla="*/ 68 w 77"/>
                  <a:gd name="T13" fmla="*/ 0 h 85"/>
                  <a:gd name="T14" fmla="*/ 68 w 77"/>
                  <a:gd name="T15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" h="85">
                    <a:moveTo>
                      <a:pt x="68" y="0"/>
                    </a:moveTo>
                    <a:lnTo>
                      <a:pt x="0" y="85"/>
                    </a:lnTo>
                    <a:lnTo>
                      <a:pt x="77" y="54"/>
                    </a:lnTo>
                    <a:lnTo>
                      <a:pt x="75" y="49"/>
                    </a:lnTo>
                    <a:lnTo>
                      <a:pt x="10" y="78"/>
                    </a:lnTo>
                    <a:lnTo>
                      <a:pt x="70" y="12"/>
                    </a:lnTo>
                    <a:lnTo>
                      <a:pt x="68" y="0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3" name="Freeform 698"/>
              <p:cNvSpPr>
                <a:spLocks/>
              </p:cNvSpPr>
              <p:nvPr userDrawn="1"/>
            </p:nvSpPr>
            <p:spPr bwMode="auto">
              <a:xfrm>
                <a:off x="1234" y="484"/>
                <a:ext cx="77" cy="85"/>
              </a:xfrm>
              <a:custGeom>
                <a:avLst/>
                <a:gdLst>
                  <a:gd name="T0" fmla="*/ 68 w 77"/>
                  <a:gd name="T1" fmla="*/ 0 h 85"/>
                  <a:gd name="T2" fmla="*/ 0 w 77"/>
                  <a:gd name="T3" fmla="*/ 85 h 85"/>
                  <a:gd name="T4" fmla="*/ 77 w 77"/>
                  <a:gd name="T5" fmla="*/ 54 h 85"/>
                  <a:gd name="T6" fmla="*/ 75 w 77"/>
                  <a:gd name="T7" fmla="*/ 49 h 85"/>
                  <a:gd name="T8" fmla="*/ 10 w 77"/>
                  <a:gd name="T9" fmla="*/ 78 h 85"/>
                  <a:gd name="T10" fmla="*/ 70 w 77"/>
                  <a:gd name="T11" fmla="*/ 12 h 85"/>
                  <a:gd name="T12" fmla="*/ 68 w 77"/>
                  <a:gd name="T13" fmla="*/ 0 h 85"/>
                  <a:gd name="T14" fmla="*/ 68 w 77"/>
                  <a:gd name="T15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" h="85">
                    <a:moveTo>
                      <a:pt x="68" y="0"/>
                    </a:moveTo>
                    <a:lnTo>
                      <a:pt x="0" y="85"/>
                    </a:lnTo>
                    <a:lnTo>
                      <a:pt x="77" y="54"/>
                    </a:lnTo>
                    <a:lnTo>
                      <a:pt x="75" y="49"/>
                    </a:lnTo>
                    <a:lnTo>
                      <a:pt x="10" y="78"/>
                    </a:lnTo>
                    <a:lnTo>
                      <a:pt x="70" y="12"/>
                    </a:lnTo>
                    <a:lnTo>
                      <a:pt x="68" y="0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4" name="Freeform 699"/>
              <p:cNvSpPr>
                <a:spLocks/>
              </p:cNvSpPr>
              <p:nvPr userDrawn="1"/>
            </p:nvSpPr>
            <p:spPr bwMode="auto">
              <a:xfrm>
                <a:off x="1244" y="496"/>
                <a:ext cx="65" cy="66"/>
              </a:xfrm>
              <a:custGeom>
                <a:avLst/>
                <a:gdLst>
                  <a:gd name="T0" fmla="*/ 60 w 65"/>
                  <a:gd name="T1" fmla="*/ 0 h 66"/>
                  <a:gd name="T2" fmla="*/ 0 w 65"/>
                  <a:gd name="T3" fmla="*/ 66 h 66"/>
                  <a:gd name="T4" fmla="*/ 65 w 65"/>
                  <a:gd name="T5" fmla="*/ 37 h 66"/>
                  <a:gd name="T6" fmla="*/ 60 w 65"/>
                  <a:gd name="T7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66">
                    <a:moveTo>
                      <a:pt x="60" y="0"/>
                    </a:moveTo>
                    <a:lnTo>
                      <a:pt x="0" y="66"/>
                    </a:lnTo>
                    <a:lnTo>
                      <a:pt x="65" y="37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5" name="Freeform 700"/>
              <p:cNvSpPr>
                <a:spLocks/>
              </p:cNvSpPr>
              <p:nvPr userDrawn="1"/>
            </p:nvSpPr>
            <p:spPr bwMode="auto">
              <a:xfrm>
                <a:off x="1244" y="496"/>
                <a:ext cx="65" cy="66"/>
              </a:xfrm>
              <a:custGeom>
                <a:avLst/>
                <a:gdLst>
                  <a:gd name="T0" fmla="*/ 60 w 65"/>
                  <a:gd name="T1" fmla="*/ 0 h 66"/>
                  <a:gd name="T2" fmla="*/ 0 w 65"/>
                  <a:gd name="T3" fmla="*/ 66 h 66"/>
                  <a:gd name="T4" fmla="*/ 65 w 65"/>
                  <a:gd name="T5" fmla="*/ 37 h 66"/>
                  <a:gd name="T6" fmla="*/ 60 w 65"/>
                  <a:gd name="T7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66">
                    <a:moveTo>
                      <a:pt x="60" y="0"/>
                    </a:moveTo>
                    <a:lnTo>
                      <a:pt x="0" y="66"/>
                    </a:lnTo>
                    <a:lnTo>
                      <a:pt x="65" y="37"/>
                    </a:lnTo>
                    <a:lnTo>
                      <a:pt x="6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6" name="Freeform 701"/>
              <p:cNvSpPr>
                <a:spLocks noEditPoints="1"/>
              </p:cNvSpPr>
              <p:nvPr userDrawn="1"/>
            </p:nvSpPr>
            <p:spPr bwMode="auto">
              <a:xfrm>
                <a:off x="1188" y="569"/>
                <a:ext cx="133" cy="102"/>
              </a:xfrm>
              <a:custGeom>
                <a:avLst/>
                <a:gdLst>
                  <a:gd name="T0" fmla="*/ 82 w 107"/>
                  <a:gd name="T1" fmla="*/ 27 h 82"/>
                  <a:gd name="T2" fmla="*/ 74 w 107"/>
                  <a:gd name="T3" fmla="*/ 54 h 82"/>
                  <a:gd name="T4" fmla="*/ 107 w 107"/>
                  <a:gd name="T5" fmla="*/ 41 h 82"/>
                  <a:gd name="T6" fmla="*/ 82 w 107"/>
                  <a:gd name="T7" fmla="*/ 27 h 82"/>
                  <a:gd name="T8" fmla="*/ 37 w 107"/>
                  <a:gd name="T9" fmla="*/ 0 h 82"/>
                  <a:gd name="T10" fmla="*/ 0 w 107"/>
                  <a:gd name="T11" fmla="*/ 82 h 82"/>
                  <a:gd name="T12" fmla="*/ 0 w 107"/>
                  <a:gd name="T13" fmla="*/ 82 h 82"/>
                  <a:gd name="T14" fmla="*/ 28 w 107"/>
                  <a:gd name="T15" fmla="*/ 71 h 82"/>
                  <a:gd name="T16" fmla="*/ 37 w 107"/>
                  <a:gd name="T17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7" h="82">
                    <a:moveTo>
                      <a:pt x="82" y="27"/>
                    </a:moveTo>
                    <a:cubicBezTo>
                      <a:pt x="74" y="54"/>
                      <a:pt x="74" y="54"/>
                      <a:pt x="74" y="54"/>
                    </a:cubicBezTo>
                    <a:cubicBezTo>
                      <a:pt x="85" y="49"/>
                      <a:pt x="96" y="45"/>
                      <a:pt x="107" y="41"/>
                    </a:cubicBezTo>
                    <a:cubicBezTo>
                      <a:pt x="98" y="36"/>
                      <a:pt x="90" y="31"/>
                      <a:pt x="82" y="27"/>
                    </a:cubicBezTo>
                    <a:moveTo>
                      <a:pt x="37" y="0"/>
                    </a:moveTo>
                    <a:cubicBezTo>
                      <a:pt x="37" y="0"/>
                      <a:pt x="1" y="77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9" y="78"/>
                      <a:pt x="19" y="74"/>
                      <a:pt x="28" y="71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7" name="Freeform 702"/>
              <p:cNvSpPr>
                <a:spLocks/>
              </p:cNvSpPr>
              <p:nvPr userDrawn="1"/>
            </p:nvSpPr>
            <p:spPr bwMode="auto">
              <a:xfrm>
                <a:off x="1170" y="671"/>
                <a:ext cx="49" cy="82"/>
              </a:xfrm>
              <a:custGeom>
                <a:avLst/>
                <a:gdLst>
                  <a:gd name="T0" fmla="*/ 15 w 40"/>
                  <a:gd name="T1" fmla="*/ 0 h 67"/>
                  <a:gd name="T2" fmla="*/ 0 w 40"/>
                  <a:gd name="T3" fmla="*/ 67 h 67"/>
                  <a:gd name="T4" fmla="*/ 40 w 40"/>
                  <a:gd name="T5" fmla="*/ 18 h 67"/>
                  <a:gd name="T6" fmla="*/ 40 w 40"/>
                  <a:gd name="T7" fmla="*/ 14 h 67"/>
                  <a:gd name="T8" fmla="*/ 15 w 40"/>
                  <a:gd name="T9" fmla="*/ 0 h 67"/>
                  <a:gd name="T10" fmla="*/ 15 w 40"/>
                  <a:gd name="T11" fmla="*/ 0 h 67"/>
                  <a:gd name="T12" fmla="*/ 15 w 40"/>
                  <a:gd name="T13" fmla="*/ 0 h 67"/>
                  <a:gd name="T14" fmla="*/ 15 w 40"/>
                  <a:gd name="T1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67">
                    <a:moveTo>
                      <a:pt x="15" y="0"/>
                    </a:moveTo>
                    <a:cubicBezTo>
                      <a:pt x="10" y="22"/>
                      <a:pt x="5" y="44"/>
                      <a:pt x="0" y="67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0" y="14"/>
                      <a:pt x="40" y="14"/>
                      <a:pt x="40" y="14"/>
                    </a:cubicBezTo>
                    <a:cubicBezTo>
                      <a:pt x="32" y="9"/>
                      <a:pt x="23" y="4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8" name="Freeform 703"/>
              <p:cNvSpPr>
                <a:spLocks noEditPoints="1"/>
              </p:cNvSpPr>
              <p:nvPr userDrawn="1"/>
            </p:nvSpPr>
            <p:spPr bwMode="auto">
              <a:xfrm>
                <a:off x="1170" y="690"/>
                <a:ext cx="91" cy="63"/>
              </a:xfrm>
              <a:custGeom>
                <a:avLst/>
                <a:gdLst>
                  <a:gd name="T0" fmla="*/ 0 w 74"/>
                  <a:gd name="T1" fmla="*/ 51 h 51"/>
                  <a:gd name="T2" fmla="*/ 0 w 74"/>
                  <a:gd name="T3" fmla="*/ 51 h 51"/>
                  <a:gd name="T4" fmla="*/ 0 w 74"/>
                  <a:gd name="T5" fmla="*/ 51 h 51"/>
                  <a:gd name="T6" fmla="*/ 0 w 74"/>
                  <a:gd name="T7" fmla="*/ 51 h 51"/>
                  <a:gd name="T8" fmla="*/ 0 w 74"/>
                  <a:gd name="T9" fmla="*/ 51 h 51"/>
                  <a:gd name="T10" fmla="*/ 44 w 74"/>
                  <a:gd name="T11" fmla="*/ 0 h 51"/>
                  <a:gd name="T12" fmla="*/ 40 w 74"/>
                  <a:gd name="T13" fmla="*/ 2 h 51"/>
                  <a:gd name="T14" fmla="*/ 52 w 74"/>
                  <a:gd name="T15" fmla="*/ 27 h 51"/>
                  <a:gd name="T16" fmla="*/ 74 w 74"/>
                  <a:gd name="T17" fmla="*/ 17 h 51"/>
                  <a:gd name="T18" fmla="*/ 44 w 74"/>
                  <a:gd name="T1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51">
                    <a:moveTo>
                      <a:pt x="0" y="51"/>
                    </a:moveTo>
                    <a:cubicBezTo>
                      <a:pt x="0" y="51"/>
                      <a:pt x="0" y="51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moveTo>
                      <a:pt x="44" y="0"/>
                    </a:moveTo>
                    <a:cubicBezTo>
                      <a:pt x="40" y="2"/>
                      <a:pt x="40" y="2"/>
                      <a:pt x="40" y="2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9" y="24"/>
                      <a:pt x="67" y="20"/>
                      <a:pt x="74" y="17"/>
                    </a:cubicBezTo>
                    <a:cubicBezTo>
                      <a:pt x="64" y="11"/>
                      <a:pt x="54" y="6"/>
                      <a:pt x="4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9" name="Freeform 704"/>
              <p:cNvSpPr>
                <a:spLocks/>
              </p:cNvSpPr>
              <p:nvPr userDrawn="1"/>
            </p:nvSpPr>
            <p:spPr bwMode="auto">
              <a:xfrm>
                <a:off x="904" y="705"/>
                <a:ext cx="92" cy="83"/>
              </a:xfrm>
              <a:custGeom>
                <a:avLst/>
                <a:gdLst>
                  <a:gd name="T0" fmla="*/ 15 w 75"/>
                  <a:gd name="T1" fmla="*/ 0 h 67"/>
                  <a:gd name="T2" fmla="*/ 0 w 75"/>
                  <a:gd name="T3" fmla="*/ 67 h 67"/>
                  <a:gd name="T4" fmla="*/ 75 w 75"/>
                  <a:gd name="T5" fmla="*/ 33 h 67"/>
                  <a:gd name="T6" fmla="*/ 15 w 75"/>
                  <a:gd name="T7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67">
                    <a:moveTo>
                      <a:pt x="15" y="0"/>
                    </a:moveTo>
                    <a:cubicBezTo>
                      <a:pt x="10" y="22"/>
                      <a:pt x="5" y="44"/>
                      <a:pt x="0" y="67"/>
                    </a:cubicBezTo>
                    <a:cubicBezTo>
                      <a:pt x="25" y="56"/>
                      <a:pt x="50" y="44"/>
                      <a:pt x="75" y="33"/>
                    </a:cubicBezTo>
                    <a:cubicBezTo>
                      <a:pt x="55" y="22"/>
                      <a:pt x="35" y="11"/>
                      <a:pt x="1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0" name="Freeform 705"/>
              <p:cNvSpPr>
                <a:spLocks/>
              </p:cNvSpPr>
              <p:nvPr userDrawn="1"/>
            </p:nvSpPr>
            <p:spPr bwMode="auto">
              <a:xfrm>
                <a:off x="1168" y="753"/>
                <a:ext cx="59" cy="132"/>
              </a:xfrm>
              <a:custGeom>
                <a:avLst/>
                <a:gdLst>
                  <a:gd name="T0" fmla="*/ 1 w 47"/>
                  <a:gd name="T1" fmla="*/ 0 h 106"/>
                  <a:gd name="T2" fmla="*/ 0 w 47"/>
                  <a:gd name="T3" fmla="*/ 92 h 106"/>
                  <a:gd name="T4" fmla="*/ 47 w 47"/>
                  <a:gd name="T5" fmla="*/ 106 h 106"/>
                  <a:gd name="T6" fmla="*/ 27 w 47"/>
                  <a:gd name="T7" fmla="*/ 60 h 106"/>
                  <a:gd name="T8" fmla="*/ 1 w 47"/>
                  <a:gd name="T9" fmla="*/ 77 h 106"/>
                  <a:gd name="T10" fmla="*/ 1 w 47"/>
                  <a:gd name="T11" fmla="*/ 0 h 106"/>
                  <a:gd name="T12" fmla="*/ 1 w 47"/>
                  <a:gd name="T13" fmla="*/ 0 h 106"/>
                  <a:gd name="T14" fmla="*/ 1 w 47"/>
                  <a:gd name="T15" fmla="*/ 0 h 106"/>
                  <a:gd name="T16" fmla="*/ 1 w 47"/>
                  <a:gd name="T17" fmla="*/ 0 h 106"/>
                  <a:gd name="T18" fmla="*/ 1 w 47"/>
                  <a:gd name="T1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106">
                    <a:moveTo>
                      <a:pt x="1" y="0"/>
                    </a:moveTo>
                    <a:cubicBezTo>
                      <a:pt x="0" y="92"/>
                      <a:pt x="0" y="92"/>
                      <a:pt x="0" y="92"/>
                    </a:cubicBezTo>
                    <a:cubicBezTo>
                      <a:pt x="16" y="97"/>
                      <a:pt x="31" y="101"/>
                      <a:pt x="47" y="106"/>
                    </a:cubicBezTo>
                    <a:cubicBezTo>
                      <a:pt x="40" y="91"/>
                      <a:pt x="34" y="75"/>
                      <a:pt x="27" y="60"/>
                    </a:cubicBezTo>
                    <a:cubicBezTo>
                      <a:pt x="19" y="66"/>
                      <a:pt x="10" y="71"/>
                      <a:pt x="1" y="77"/>
                    </a:cubicBezTo>
                    <a:cubicBezTo>
                      <a:pt x="1" y="51"/>
                      <a:pt x="1" y="25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1" name="Freeform 706"/>
              <p:cNvSpPr>
                <a:spLocks/>
              </p:cNvSpPr>
              <p:nvPr userDrawn="1"/>
            </p:nvSpPr>
            <p:spPr bwMode="auto">
              <a:xfrm>
                <a:off x="1682" y="380"/>
                <a:ext cx="80" cy="64"/>
              </a:xfrm>
              <a:custGeom>
                <a:avLst/>
                <a:gdLst>
                  <a:gd name="T0" fmla="*/ 19 w 80"/>
                  <a:gd name="T1" fmla="*/ 0 h 64"/>
                  <a:gd name="T2" fmla="*/ 0 w 80"/>
                  <a:gd name="T3" fmla="*/ 7 h 64"/>
                  <a:gd name="T4" fmla="*/ 72 w 80"/>
                  <a:gd name="T5" fmla="*/ 64 h 64"/>
                  <a:gd name="T6" fmla="*/ 73 w 80"/>
                  <a:gd name="T7" fmla="*/ 64 h 64"/>
                  <a:gd name="T8" fmla="*/ 80 w 80"/>
                  <a:gd name="T9" fmla="*/ 33 h 64"/>
                  <a:gd name="T10" fmla="*/ 40 w 80"/>
                  <a:gd name="T11" fmla="*/ 5 h 64"/>
                  <a:gd name="T12" fmla="*/ 19 w 80"/>
                  <a:gd name="T13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64">
                    <a:moveTo>
                      <a:pt x="19" y="0"/>
                    </a:moveTo>
                    <a:lnTo>
                      <a:pt x="0" y="7"/>
                    </a:lnTo>
                    <a:lnTo>
                      <a:pt x="72" y="64"/>
                    </a:lnTo>
                    <a:lnTo>
                      <a:pt x="73" y="64"/>
                    </a:lnTo>
                    <a:lnTo>
                      <a:pt x="80" y="33"/>
                    </a:lnTo>
                    <a:lnTo>
                      <a:pt x="40" y="5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2" name="Freeform 707"/>
              <p:cNvSpPr>
                <a:spLocks/>
              </p:cNvSpPr>
              <p:nvPr userDrawn="1"/>
            </p:nvSpPr>
            <p:spPr bwMode="auto">
              <a:xfrm>
                <a:off x="1682" y="380"/>
                <a:ext cx="80" cy="64"/>
              </a:xfrm>
              <a:custGeom>
                <a:avLst/>
                <a:gdLst>
                  <a:gd name="T0" fmla="*/ 19 w 80"/>
                  <a:gd name="T1" fmla="*/ 0 h 64"/>
                  <a:gd name="T2" fmla="*/ 0 w 80"/>
                  <a:gd name="T3" fmla="*/ 7 h 64"/>
                  <a:gd name="T4" fmla="*/ 72 w 80"/>
                  <a:gd name="T5" fmla="*/ 64 h 64"/>
                  <a:gd name="T6" fmla="*/ 73 w 80"/>
                  <a:gd name="T7" fmla="*/ 64 h 64"/>
                  <a:gd name="T8" fmla="*/ 80 w 80"/>
                  <a:gd name="T9" fmla="*/ 33 h 64"/>
                  <a:gd name="T10" fmla="*/ 40 w 80"/>
                  <a:gd name="T11" fmla="*/ 5 h 64"/>
                  <a:gd name="T12" fmla="*/ 19 w 80"/>
                  <a:gd name="T13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64">
                    <a:moveTo>
                      <a:pt x="19" y="0"/>
                    </a:moveTo>
                    <a:lnTo>
                      <a:pt x="0" y="7"/>
                    </a:lnTo>
                    <a:lnTo>
                      <a:pt x="72" y="64"/>
                    </a:lnTo>
                    <a:lnTo>
                      <a:pt x="73" y="64"/>
                    </a:lnTo>
                    <a:lnTo>
                      <a:pt x="80" y="33"/>
                    </a:lnTo>
                    <a:lnTo>
                      <a:pt x="40" y="5"/>
                    </a:lnTo>
                    <a:lnTo>
                      <a:pt x="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3" name="Freeform 708"/>
              <p:cNvSpPr>
                <a:spLocks/>
              </p:cNvSpPr>
              <p:nvPr userDrawn="1"/>
            </p:nvSpPr>
            <p:spPr bwMode="auto">
              <a:xfrm>
                <a:off x="1722" y="385"/>
                <a:ext cx="45" cy="28"/>
              </a:xfrm>
              <a:custGeom>
                <a:avLst/>
                <a:gdLst>
                  <a:gd name="T0" fmla="*/ 0 w 45"/>
                  <a:gd name="T1" fmla="*/ 0 h 28"/>
                  <a:gd name="T2" fmla="*/ 40 w 45"/>
                  <a:gd name="T3" fmla="*/ 28 h 28"/>
                  <a:gd name="T4" fmla="*/ 45 w 45"/>
                  <a:gd name="T5" fmla="*/ 11 h 28"/>
                  <a:gd name="T6" fmla="*/ 0 w 45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28">
                    <a:moveTo>
                      <a:pt x="0" y="0"/>
                    </a:moveTo>
                    <a:lnTo>
                      <a:pt x="40" y="28"/>
                    </a:lnTo>
                    <a:lnTo>
                      <a:pt x="45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4" name="Freeform 709"/>
              <p:cNvSpPr>
                <a:spLocks/>
              </p:cNvSpPr>
              <p:nvPr userDrawn="1"/>
            </p:nvSpPr>
            <p:spPr bwMode="auto">
              <a:xfrm>
                <a:off x="1722" y="385"/>
                <a:ext cx="45" cy="28"/>
              </a:xfrm>
              <a:custGeom>
                <a:avLst/>
                <a:gdLst>
                  <a:gd name="T0" fmla="*/ 0 w 45"/>
                  <a:gd name="T1" fmla="*/ 0 h 28"/>
                  <a:gd name="T2" fmla="*/ 40 w 45"/>
                  <a:gd name="T3" fmla="*/ 28 h 28"/>
                  <a:gd name="T4" fmla="*/ 45 w 45"/>
                  <a:gd name="T5" fmla="*/ 11 h 28"/>
                  <a:gd name="T6" fmla="*/ 0 w 45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28">
                    <a:moveTo>
                      <a:pt x="0" y="0"/>
                    </a:moveTo>
                    <a:lnTo>
                      <a:pt x="40" y="28"/>
                    </a:lnTo>
                    <a:lnTo>
                      <a:pt x="45" y="1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5" name="Freeform 710"/>
              <p:cNvSpPr>
                <a:spLocks/>
              </p:cNvSpPr>
              <p:nvPr userDrawn="1"/>
            </p:nvSpPr>
            <p:spPr bwMode="auto">
              <a:xfrm>
                <a:off x="1657" y="369"/>
                <a:ext cx="44" cy="18"/>
              </a:xfrm>
              <a:custGeom>
                <a:avLst/>
                <a:gdLst>
                  <a:gd name="T0" fmla="*/ 0 w 44"/>
                  <a:gd name="T1" fmla="*/ 0 h 18"/>
                  <a:gd name="T2" fmla="*/ 25 w 44"/>
                  <a:gd name="T3" fmla="*/ 18 h 18"/>
                  <a:gd name="T4" fmla="*/ 44 w 44"/>
                  <a:gd name="T5" fmla="*/ 11 h 18"/>
                  <a:gd name="T6" fmla="*/ 0 w 44"/>
                  <a:gd name="T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18">
                    <a:moveTo>
                      <a:pt x="0" y="0"/>
                    </a:moveTo>
                    <a:lnTo>
                      <a:pt x="25" y="18"/>
                    </a:lnTo>
                    <a:lnTo>
                      <a:pt x="44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6" name="Freeform 711"/>
              <p:cNvSpPr>
                <a:spLocks/>
              </p:cNvSpPr>
              <p:nvPr userDrawn="1"/>
            </p:nvSpPr>
            <p:spPr bwMode="auto">
              <a:xfrm>
                <a:off x="1657" y="369"/>
                <a:ext cx="44" cy="18"/>
              </a:xfrm>
              <a:custGeom>
                <a:avLst/>
                <a:gdLst>
                  <a:gd name="T0" fmla="*/ 0 w 44"/>
                  <a:gd name="T1" fmla="*/ 0 h 18"/>
                  <a:gd name="T2" fmla="*/ 25 w 44"/>
                  <a:gd name="T3" fmla="*/ 18 h 18"/>
                  <a:gd name="T4" fmla="*/ 44 w 44"/>
                  <a:gd name="T5" fmla="*/ 11 h 18"/>
                  <a:gd name="T6" fmla="*/ 0 w 44"/>
                  <a:gd name="T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18">
                    <a:moveTo>
                      <a:pt x="0" y="0"/>
                    </a:moveTo>
                    <a:lnTo>
                      <a:pt x="25" y="18"/>
                    </a:lnTo>
                    <a:lnTo>
                      <a:pt x="44" y="1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7" name="Freeform 712"/>
              <p:cNvSpPr>
                <a:spLocks/>
              </p:cNvSpPr>
              <p:nvPr userDrawn="1"/>
            </p:nvSpPr>
            <p:spPr bwMode="auto">
              <a:xfrm>
                <a:off x="1754" y="444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lnTo>
                      <a:pt x="0" y="0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8" name="Freeform 713"/>
              <p:cNvSpPr>
                <a:spLocks/>
              </p:cNvSpPr>
              <p:nvPr userDrawn="1"/>
            </p:nvSpPr>
            <p:spPr bwMode="auto">
              <a:xfrm>
                <a:off x="1754" y="444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lnTo>
                      <a:pt x="0" y="0"/>
                    </a:lnTo>
                    <a:lnTo>
                      <a:pt x="1" y="1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9" name="Freeform 714"/>
              <p:cNvSpPr>
                <a:spLocks/>
              </p:cNvSpPr>
              <p:nvPr userDrawn="1"/>
            </p:nvSpPr>
            <p:spPr bwMode="auto">
              <a:xfrm>
                <a:off x="1691" y="-169"/>
                <a:ext cx="110" cy="78"/>
              </a:xfrm>
              <a:custGeom>
                <a:avLst/>
                <a:gdLst>
                  <a:gd name="T0" fmla="*/ 0 w 110"/>
                  <a:gd name="T1" fmla="*/ 0 h 78"/>
                  <a:gd name="T2" fmla="*/ 97 w 110"/>
                  <a:gd name="T3" fmla="*/ 78 h 78"/>
                  <a:gd name="T4" fmla="*/ 110 w 110"/>
                  <a:gd name="T5" fmla="*/ 29 h 78"/>
                  <a:gd name="T6" fmla="*/ 0 w 110"/>
                  <a:gd name="T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8">
                    <a:moveTo>
                      <a:pt x="0" y="0"/>
                    </a:moveTo>
                    <a:lnTo>
                      <a:pt x="97" y="78"/>
                    </a:lnTo>
                    <a:lnTo>
                      <a:pt x="11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0" name="Freeform 715"/>
              <p:cNvSpPr>
                <a:spLocks/>
              </p:cNvSpPr>
              <p:nvPr userDrawn="1"/>
            </p:nvSpPr>
            <p:spPr bwMode="auto">
              <a:xfrm>
                <a:off x="1691" y="-169"/>
                <a:ext cx="110" cy="78"/>
              </a:xfrm>
              <a:custGeom>
                <a:avLst/>
                <a:gdLst>
                  <a:gd name="T0" fmla="*/ 0 w 110"/>
                  <a:gd name="T1" fmla="*/ 0 h 78"/>
                  <a:gd name="T2" fmla="*/ 97 w 110"/>
                  <a:gd name="T3" fmla="*/ 78 h 78"/>
                  <a:gd name="T4" fmla="*/ 110 w 110"/>
                  <a:gd name="T5" fmla="*/ 29 h 78"/>
                  <a:gd name="T6" fmla="*/ 0 w 110"/>
                  <a:gd name="T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8">
                    <a:moveTo>
                      <a:pt x="0" y="0"/>
                    </a:moveTo>
                    <a:lnTo>
                      <a:pt x="97" y="78"/>
                    </a:lnTo>
                    <a:lnTo>
                      <a:pt x="110" y="2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1" name="Freeform 716"/>
              <p:cNvSpPr>
                <a:spLocks/>
              </p:cNvSpPr>
              <p:nvPr userDrawn="1"/>
            </p:nvSpPr>
            <p:spPr bwMode="auto">
              <a:xfrm>
                <a:off x="1495" y="491"/>
                <a:ext cx="110" cy="77"/>
              </a:xfrm>
              <a:custGeom>
                <a:avLst/>
                <a:gdLst>
                  <a:gd name="T0" fmla="*/ 0 w 110"/>
                  <a:gd name="T1" fmla="*/ 0 h 77"/>
                  <a:gd name="T2" fmla="*/ 98 w 110"/>
                  <a:gd name="T3" fmla="*/ 77 h 77"/>
                  <a:gd name="T4" fmla="*/ 110 w 110"/>
                  <a:gd name="T5" fmla="*/ 29 h 77"/>
                  <a:gd name="T6" fmla="*/ 0 w 110"/>
                  <a:gd name="T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7">
                    <a:moveTo>
                      <a:pt x="0" y="0"/>
                    </a:moveTo>
                    <a:lnTo>
                      <a:pt x="98" y="77"/>
                    </a:lnTo>
                    <a:lnTo>
                      <a:pt x="11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2" name="Freeform 717"/>
              <p:cNvSpPr>
                <a:spLocks/>
              </p:cNvSpPr>
              <p:nvPr userDrawn="1"/>
            </p:nvSpPr>
            <p:spPr bwMode="auto">
              <a:xfrm>
                <a:off x="1495" y="491"/>
                <a:ext cx="110" cy="77"/>
              </a:xfrm>
              <a:custGeom>
                <a:avLst/>
                <a:gdLst>
                  <a:gd name="T0" fmla="*/ 0 w 110"/>
                  <a:gd name="T1" fmla="*/ 0 h 77"/>
                  <a:gd name="T2" fmla="*/ 98 w 110"/>
                  <a:gd name="T3" fmla="*/ 77 h 77"/>
                  <a:gd name="T4" fmla="*/ 110 w 110"/>
                  <a:gd name="T5" fmla="*/ 29 h 77"/>
                  <a:gd name="T6" fmla="*/ 0 w 110"/>
                  <a:gd name="T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7">
                    <a:moveTo>
                      <a:pt x="0" y="0"/>
                    </a:moveTo>
                    <a:lnTo>
                      <a:pt x="98" y="77"/>
                    </a:lnTo>
                    <a:lnTo>
                      <a:pt x="110" y="2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3" name="Freeform 718"/>
              <p:cNvSpPr>
                <a:spLocks/>
              </p:cNvSpPr>
              <p:nvPr userDrawn="1"/>
            </p:nvSpPr>
            <p:spPr bwMode="auto">
              <a:xfrm>
                <a:off x="1452" y="1296"/>
                <a:ext cx="69" cy="127"/>
              </a:xfrm>
              <a:custGeom>
                <a:avLst/>
                <a:gdLst>
                  <a:gd name="T0" fmla="*/ 0 w 69"/>
                  <a:gd name="T1" fmla="*/ 0 h 127"/>
                  <a:gd name="T2" fmla="*/ 62 w 69"/>
                  <a:gd name="T3" fmla="*/ 127 h 127"/>
                  <a:gd name="T4" fmla="*/ 69 w 69"/>
                  <a:gd name="T5" fmla="*/ 47 h 127"/>
                  <a:gd name="T6" fmla="*/ 0 w 69"/>
                  <a:gd name="T7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127">
                    <a:moveTo>
                      <a:pt x="0" y="0"/>
                    </a:moveTo>
                    <a:lnTo>
                      <a:pt x="62" y="127"/>
                    </a:lnTo>
                    <a:lnTo>
                      <a:pt x="69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4" name="Freeform 719"/>
              <p:cNvSpPr>
                <a:spLocks/>
              </p:cNvSpPr>
              <p:nvPr userDrawn="1"/>
            </p:nvSpPr>
            <p:spPr bwMode="auto">
              <a:xfrm>
                <a:off x="1452" y="1296"/>
                <a:ext cx="69" cy="127"/>
              </a:xfrm>
              <a:custGeom>
                <a:avLst/>
                <a:gdLst>
                  <a:gd name="T0" fmla="*/ 0 w 69"/>
                  <a:gd name="T1" fmla="*/ 0 h 127"/>
                  <a:gd name="T2" fmla="*/ 62 w 69"/>
                  <a:gd name="T3" fmla="*/ 127 h 127"/>
                  <a:gd name="T4" fmla="*/ 69 w 69"/>
                  <a:gd name="T5" fmla="*/ 47 h 127"/>
                  <a:gd name="T6" fmla="*/ 0 w 69"/>
                  <a:gd name="T7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127">
                    <a:moveTo>
                      <a:pt x="0" y="0"/>
                    </a:moveTo>
                    <a:lnTo>
                      <a:pt x="62" y="127"/>
                    </a:lnTo>
                    <a:lnTo>
                      <a:pt x="69" y="4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5" name="Freeform 720"/>
              <p:cNvSpPr>
                <a:spLocks/>
              </p:cNvSpPr>
              <p:nvPr userDrawn="1"/>
            </p:nvSpPr>
            <p:spPr bwMode="auto">
              <a:xfrm>
                <a:off x="1540" y="361"/>
                <a:ext cx="104" cy="42"/>
              </a:xfrm>
              <a:custGeom>
                <a:avLst/>
                <a:gdLst>
                  <a:gd name="T0" fmla="*/ 69 w 104"/>
                  <a:gd name="T1" fmla="*/ 0 h 42"/>
                  <a:gd name="T2" fmla="*/ 69 w 104"/>
                  <a:gd name="T3" fmla="*/ 0 h 42"/>
                  <a:gd name="T4" fmla="*/ 69 w 104"/>
                  <a:gd name="T5" fmla="*/ 0 h 42"/>
                  <a:gd name="T6" fmla="*/ 0 w 104"/>
                  <a:gd name="T7" fmla="*/ 31 h 42"/>
                  <a:gd name="T8" fmla="*/ 104 w 104"/>
                  <a:gd name="T9" fmla="*/ 42 h 42"/>
                  <a:gd name="T10" fmla="*/ 69 w 104"/>
                  <a:gd name="T11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42">
                    <a:moveTo>
                      <a:pt x="69" y="0"/>
                    </a:moveTo>
                    <a:lnTo>
                      <a:pt x="69" y="0"/>
                    </a:lnTo>
                    <a:lnTo>
                      <a:pt x="69" y="0"/>
                    </a:lnTo>
                    <a:lnTo>
                      <a:pt x="0" y="31"/>
                    </a:lnTo>
                    <a:lnTo>
                      <a:pt x="104" y="4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6" name="Freeform 721"/>
              <p:cNvSpPr>
                <a:spLocks/>
              </p:cNvSpPr>
              <p:nvPr userDrawn="1"/>
            </p:nvSpPr>
            <p:spPr bwMode="auto">
              <a:xfrm>
                <a:off x="1540" y="361"/>
                <a:ext cx="104" cy="42"/>
              </a:xfrm>
              <a:custGeom>
                <a:avLst/>
                <a:gdLst>
                  <a:gd name="T0" fmla="*/ 69 w 104"/>
                  <a:gd name="T1" fmla="*/ 0 h 42"/>
                  <a:gd name="T2" fmla="*/ 69 w 104"/>
                  <a:gd name="T3" fmla="*/ 0 h 42"/>
                  <a:gd name="T4" fmla="*/ 69 w 104"/>
                  <a:gd name="T5" fmla="*/ 0 h 42"/>
                  <a:gd name="T6" fmla="*/ 0 w 104"/>
                  <a:gd name="T7" fmla="*/ 31 h 42"/>
                  <a:gd name="T8" fmla="*/ 104 w 104"/>
                  <a:gd name="T9" fmla="*/ 42 h 42"/>
                  <a:gd name="T10" fmla="*/ 69 w 104"/>
                  <a:gd name="T11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42">
                    <a:moveTo>
                      <a:pt x="69" y="0"/>
                    </a:moveTo>
                    <a:lnTo>
                      <a:pt x="69" y="0"/>
                    </a:lnTo>
                    <a:lnTo>
                      <a:pt x="69" y="0"/>
                    </a:lnTo>
                    <a:lnTo>
                      <a:pt x="0" y="31"/>
                    </a:lnTo>
                    <a:lnTo>
                      <a:pt x="104" y="42"/>
                    </a:lnTo>
                    <a:lnTo>
                      <a:pt x="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7" name="Freeform 722"/>
              <p:cNvSpPr>
                <a:spLocks noEditPoints="1"/>
              </p:cNvSpPr>
              <p:nvPr userDrawn="1"/>
            </p:nvSpPr>
            <p:spPr bwMode="auto">
              <a:xfrm>
                <a:off x="1234" y="538"/>
                <a:ext cx="77" cy="119"/>
              </a:xfrm>
              <a:custGeom>
                <a:avLst/>
                <a:gdLst>
                  <a:gd name="T0" fmla="*/ 37 w 62"/>
                  <a:gd name="T1" fmla="*/ 79 h 96"/>
                  <a:gd name="T2" fmla="*/ 25 w 62"/>
                  <a:gd name="T3" fmla="*/ 83 h 96"/>
                  <a:gd name="T4" fmla="*/ 31 w 62"/>
                  <a:gd name="T5" fmla="*/ 96 h 96"/>
                  <a:gd name="T6" fmla="*/ 37 w 62"/>
                  <a:gd name="T7" fmla="*/ 79 h 96"/>
                  <a:gd name="T8" fmla="*/ 62 w 62"/>
                  <a:gd name="T9" fmla="*/ 0 h 96"/>
                  <a:gd name="T10" fmla="*/ 0 w 62"/>
                  <a:gd name="T11" fmla="*/ 25 h 96"/>
                  <a:gd name="T12" fmla="*/ 45 w 62"/>
                  <a:gd name="T13" fmla="*/ 52 h 96"/>
                  <a:gd name="T14" fmla="*/ 62 w 62"/>
                  <a:gd name="T1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96">
                    <a:moveTo>
                      <a:pt x="37" y="79"/>
                    </a:moveTo>
                    <a:cubicBezTo>
                      <a:pt x="33" y="80"/>
                      <a:pt x="29" y="81"/>
                      <a:pt x="25" y="83"/>
                    </a:cubicBezTo>
                    <a:cubicBezTo>
                      <a:pt x="31" y="96"/>
                      <a:pt x="31" y="96"/>
                      <a:pt x="31" y="96"/>
                    </a:cubicBezTo>
                    <a:cubicBezTo>
                      <a:pt x="37" y="79"/>
                      <a:pt x="37" y="79"/>
                      <a:pt x="37" y="79"/>
                    </a:cubicBezTo>
                    <a:moveTo>
                      <a:pt x="62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15" y="34"/>
                      <a:pt x="30" y="43"/>
                      <a:pt x="45" y="52"/>
                    </a:cubicBezTo>
                    <a:cubicBezTo>
                      <a:pt x="62" y="0"/>
                      <a:pt x="62" y="0"/>
                      <a:pt x="6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8" name="Freeform 723"/>
              <p:cNvSpPr>
                <a:spLocks/>
              </p:cNvSpPr>
              <p:nvPr userDrawn="1"/>
            </p:nvSpPr>
            <p:spPr bwMode="auto">
              <a:xfrm>
                <a:off x="1234" y="569"/>
                <a:ext cx="56" cy="72"/>
              </a:xfrm>
              <a:custGeom>
                <a:avLst/>
                <a:gdLst>
                  <a:gd name="T0" fmla="*/ 0 w 45"/>
                  <a:gd name="T1" fmla="*/ 0 h 58"/>
                  <a:gd name="T2" fmla="*/ 25 w 45"/>
                  <a:gd name="T3" fmla="*/ 58 h 58"/>
                  <a:gd name="T4" fmla="*/ 37 w 45"/>
                  <a:gd name="T5" fmla="*/ 54 h 58"/>
                  <a:gd name="T6" fmla="*/ 45 w 45"/>
                  <a:gd name="T7" fmla="*/ 27 h 58"/>
                  <a:gd name="T8" fmla="*/ 0 w 45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58">
                    <a:moveTo>
                      <a:pt x="0" y="0"/>
                    </a:moveTo>
                    <a:cubicBezTo>
                      <a:pt x="25" y="58"/>
                      <a:pt x="25" y="58"/>
                      <a:pt x="25" y="58"/>
                    </a:cubicBezTo>
                    <a:cubicBezTo>
                      <a:pt x="29" y="56"/>
                      <a:pt x="33" y="55"/>
                      <a:pt x="37" y="54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30" y="18"/>
                      <a:pt x="15" y="9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9" name="Freeform 724"/>
              <p:cNvSpPr>
                <a:spLocks/>
              </p:cNvSpPr>
              <p:nvPr userDrawn="1"/>
            </p:nvSpPr>
            <p:spPr bwMode="auto">
              <a:xfrm>
                <a:off x="1219" y="641"/>
                <a:ext cx="53" cy="49"/>
              </a:xfrm>
              <a:custGeom>
                <a:avLst/>
                <a:gdLst>
                  <a:gd name="T0" fmla="*/ 37 w 43"/>
                  <a:gd name="T1" fmla="*/ 0 h 40"/>
                  <a:gd name="T2" fmla="*/ 3 w 43"/>
                  <a:gd name="T3" fmla="*/ 13 h 40"/>
                  <a:gd name="T4" fmla="*/ 0 w 43"/>
                  <a:gd name="T5" fmla="*/ 38 h 40"/>
                  <a:gd name="T6" fmla="*/ 4 w 43"/>
                  <a:gd name="T7" fmla="*/ 40 h 40"/>
                  <a:gd name="T8" fmla="*/ 43 w 43"/>
                  <a:gd name="T9" fmla="*/ 13 h 40"/>
                  <a:gd name="T10" fmla="*/ 37 w 43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40">
                    <a:moveTo>
                      <a:pt x="37" y="0"/>
                    </a:moveTo>
                    <a:cubicBezTo>
                      <a:pt x="26" y="4"/>
                      <a:pt x="15" y="8"/>
                      <a:pt x="3" y="1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39"/>
                      <a:pt x="2" y="39"/>
                      <a:pt x="4" y="40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0" name="Freeform 725"/>
              <p:cNvSpPr>
                <a:spLocks/>
              </p:cNvSpPr>
              <p:nvPr userDrawn="1"/>
            </p:nvSpPr>
            <p:spPr bwMode="auto">
              <a:xfrm>
                <a:off x="1223" y="569"/>
                <a:ext cx="42" cy="88"/>
              </a:xfrm>
              <a:custGeom>
                <a:avLst/>
                <a:gdLst>
                  <a:gd name="T0" fmla="*/ 9 w 34"/>
                  <a:gd name="T1" fmla="*/ 0 h 71"/>
                  <a:gd name="T2" fmla="*/ 9 w 34"/>
                  <a:gd name="T3" fmla="*/ 0 h 71"/>
                  <a:gd name="T4" fmla="*/ 0 w 34"/>
                  <a:gd name="T5" fmla="*/ 71 h 71"/>
                  <a:gd name="T6" fmla="*/ 34 w 34"/>
                  <a:gd name="T7" fmla="*/ 58 h 71"/>
                  <a:gd name="T8" fmla="*/ 9 w 34"/>
                  <a:gd name="T9" fmla="*/ 0 h 71"/>
                  <a:gd name="T10" fmla="*/ 9 w 34"/>
                  <a:gd name="T11" fmla="*/ 0 h 71"/>
                  <a:gd name="T12" fmla="*/ 9 w 34"/>
                  <a:gd name="T13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71">
                    <a:moveTo>
                      <a:pt x="9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12" y="66"/>
                      <a:pt x="23" y="62"/>
                      <a:pt x="34" y="58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1" name="Freeform 726"/>
              <p:cNvSpPr>
                <a:spLocks/>
              </p:cNvSpPr>
              <p:nvPr userDrawn="1"/>
            </p:nvSpPr>
            <p:spPr bwMode="auto">
              <a:xfrm>
                <a:off x="1219" y="688"/>
                <a:ext cx="5" cy="5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4 h 4"/>
                  <a:gd name="T4" fmla="*/ 4 w 4"/>
                  <a:gd name="T5" fmla="*/ 2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1"/>
                      <a:pt x="1" y="1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2" name="Freeform 727"/>
              <p:cNvSpPr>
                <a:spLocks/>
              </p:cNvSpPr>
              <p:nvPr userDrawn="1"/>
            </p:nvSpPr>
            <p:spPr bwMode="auto">
              <a:xfrm>
                <a:off x="1170" y="724"/>
                <a:ext cx="75" cy="29"/>
              </a:xfrm>
              <a:custGeom>
                <a:avLst/>
                <a:gdLst>
                  <a:gd name="T0" fmla="*/ 52 w 61"/>
                  <a:gd name="T1" fmla="*/ 0 h 24"/>
                  <a:gd name="T2" fmla="*/ 0 w 61"/>
                  <a:gd name="T3" fmla="*/ 24 h 24"/>
                  <a:gd name="T4" fmla="*/ 61 w 61"/>
                  <a:gd name="T5" fmla="*/ 19 h 24"/>
                  <a:gd name="T6" fmla="*/ 52 w 61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" h="24">
                    <a:moveTo>
                      <a:pt x="52" y="0"/>
                    </a:moveTo>
                    <a:cubicBezTo>
                      <a:pt x="35" y="8"/>
                      <a:pt x="17" y="16"/>
                      <a:pt x="0" y="24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52" y="0"/>
                      <a:pt x="52" y="0"/>
                      <a:pt x="5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3" name="Freeform 728"/>
              <p:cNvSpPr>
                <a:spLocks/>
              </p:cNvSpPr>
              <p:nvPr userDrawn="1"/>
            </p:nvSpPr>
            <p:spPr bwMode="auto">
              <a:xfrm>
                <a:off x="1170" y="693"/>
                <a:ext cx="64" cy="60"/>
              </a:xfrm>
              <a:custGeom>
                <a:avLst/>
                <a:gdLst>
                  <a:gd name="T0" fmla="*/ 40 w 52"/>
                  <a:gd name="T1" fmla="*/ 0 h 49"/>
                  <a:gd name="T2" fmla="*/ 0 w 52"/>
                  <a:gd name="T3" fmla="*/ 49 h 49"/>
                  <a:gd name="T4" fmla="*/ 0 w 52"/>
                  <a:gd name="T5" fmla="*/ 49 h 49"/>
                  <a:gd name="T6" fmla="*/ 52 w 52"/>
                  <a:gd name="T7" fmla="*/ 25 h 49"/>
                  <a:gd name="T8" fmla="*/ 40 w 52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49">
                    <a:moveTo>
                      <a:pt x="40" y="0"/>
                    </a:moveTo>
                    <a:cubicBezTo>
                      <a:pt x="0" y="49"/>
                      <a:pt x="0" y="49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17" y="41"/>
                      <a:pt x="35" y="33"/>
                      <a:pt x="52" y="25"/>
                    </a:cubicBez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4" name="Freeform 729"/>
              <p:cNvSpPr>
                <a:spLocks/>
              </p:cNvSpPr>
              <p:nvPr userDrawn="1"/>
            </p:nvSpPr>
            <p:spPr bwMode="auto">
              <a:xfrm>
                <a:off x="1170" y="753"/>
                <a:ext cx="73" cy="75"/>
              </a:xfrm>
              <a:custGeom>
                <a:avLst/>
                <a:gdLst>
                  <a:gd name="T0" fmla="*/ 0 w 59"/>
                  <a:gd name="T1" fmla="*/ 0 h 60"/>
                  <a:gd name="T2" fmla="*/ 0 w 59"/>
                  <a:gd name="T3" fmla="*/ 0 h 60"/>
                  <a:gd name="T4" fmla="*/ 26 w 59"/>
                  <a:gd name="T5" fmla="*/ 60 h 60"/>
                  <a:gd name="T6" fmla="*/ 59 w 59"/>
                  <a:gd name="T7" fmla="*/ 38 h 60"/>
                  <a:gd name="T8" fmla="*/ 0 w 59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6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" y="20"/>
                      <a:pt x="17" y="40"/>
                      <a:pt x="26" y="60"/>
                    </a:cubicBezTo>
                    <a:cubicBezTo>
                      <a:pt x="37" y="53"/>
                      <a:pt x="48" y="46"/>
                      <a:pt x="59" y="38"/>
                    </a:cubicBezTo>
                    <a:cubicBezTo>
                      <a:pt x="39" y="25"/>
                      <a:pt x="20" y="13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5" name="Freeform 730"/>
              <p:cNvSpPr>
                <a:spLocks/>
              </p:cNvSpPr>
              <p:nvPr userDrawn="1"/>
            </p:nvSpPr>
            <p:spPr bwMode="auto">
              <a:xfrm>
                <a:off x="1170" y="753"/>
                <a:ext cx="32" cy="96"/>
              </a:xfrm>
              <a:custGeom>
                <a:avLst/>
                <a:gdLst>
                  <a:gd name="T0" fmla="*/ 0 w 26"/>
                  <a:gd name="T1" fmla="*/ 0 h 77"/>
                  <a:gd name="T2" fmla="*/ 0 w 26"/>
                  <a:gd name="T3" fmla="*/ 77 h 77"/>
                  <a:gd name="T4" fmla="*/ 26 w 26"/>
                  <a:gd name="T5" fmla="*/ 60 h 77"/>
                  <a:gd name="T6" fmla="*/ 0 w 26"/>
                  <a:gd name="T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" h="77">
                    <a:moveTo>
                      <a:pt x="0" y="0"/>
                    </a:moveTo>
                    <a:cubicBezTo>
                      <a:pt x="0" y="25"/>
                      <a:pt x="0" y="51"/>
                      <a:pt x="0" y="77"/>
                    </a:cubicBezTo>
                    <a:cubicBezTo>
                      <a:pt x="9" y="71"/>
                      <a:pt x="18" y="66"/>
                      <a:pt x="26" y="60"/>
                    </a:cubicBezTo>
                    <a:cubicBezTo>
                      <a:pt x="17" y="40"/>
                      <a:pt x="9" y="2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6" name="Freeform 731"/>
              <p:cNvSpPr>
                <a:spLocks/>
              </p:cNvSpPr>
              <p:nvPr userDrawn="1"/>
            </p:nvSpPr>
            <p:spPr bwMode="auto">
              <a:xfrm>
                <a:off x="1328" y="635"/>
                <a:ext cx="67" cy="68"/>
              </a:xfrm>
              <a:custGeom>
                <a:avLst/>
                <a:gdLst>
                  <a:gd name="T0" fmla="*/ 42 w 67"/>
                  <a:gd name="T1" fmla="*/ 0 h 68"/>
                  <a:gd name="T2" fmla="*/ 0 w 67"/>
                  <a:gd name="T3" fmla="*/ 68 h 68"/>
                  <a:gd name="T4" fmla="*/ 67 w 67"/>
                  <a:gd name="T5" fmla="*/ 10 h 68"/>
                  <a:gd name="T6" fmla="*/ 42 w 67"/>
                  <a:gd name="T7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8">
                    <a:moveTo>
                      <a:pt x="42" y="0"/>
                    </a:moveTo>
                    <a:lnTo>
                      <a:pt x="0" y="68"/>
                    </a:lnTo>
                    <a:lnTo>
                      <a:pt x="67" y="10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7" name="Freeform 732"/>
              <p:cNvSpPr>
                <a:spLocks/>
              </p:cNvSpPr>
              <p:nvPr userDrawn="1"/>
            </p:nvSpPr>
            <p:spPr bwMode="auto">
              <a:xfrm>
                <a:off x="1328" y="635"/>
                <a:ext cx="67" cy="68"/>
              </a:xfrm>
              <a:custGeom>
                <a:avLst/>
                <a:gdLst>
                  <a:gd name="T0" fmla="*/ 42 w 67"/>
                  <a:gd name="T1" fmla="*/ 0 h 68"/>
                  <a:gd name="T2" fmla="*/ 0 w 67"/>
                  <a:gd name="T3" fmla="*/ 68 h 68"/>
                  <a:gd name="T4" fmla="*/ 67 w 67"/>
                  <a:gd name="T5" fmla="*/ 10 h 68"/>
                  <a:gd name="T6" fmla="*/ 42 w 67"/>
                  <a:gd name="T7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8">
                    <a:moveTo>
                      <a:pt x="42" y="0"/>
                    </a:moveTo>
                    <a:lnTo>
                      <a:pt x="0" y="68"/>
                    </a:lnTo>
                    <a:lnTo>
                      <a:pt x="67" y="10"/>
                    </a:lnTo>
                    <a:lnTo>
                      <a:pt x="4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8" name="Freeform 733"/>
              <p:cNvSpPr>
                <a:spLocks noEditPoints="1"/>
              </p:cNvSpPr>
              <p:nvPr userDrawn="1"/>
            </p:nvSpPr>
            <p:spPr bwMode="auto">
              <a:xfrm>
                <a:off x="980" y="867"/>
                <a:ext cx="123" cy="40"/>
              </a:xfrm>
              <a:custGeom>
                <a:avLst/>
                <a:gdLst>
                  <a:gd name="T0" fmla="*/ 25 w 123"/>
                  <a:gd name="T1" fmla="*/ 14 h 40"/>
                  <a:gd name="T2" fmla="*/ 0 w 123"/>
                  <a:gd name="T3" fmla="*/ 16 h 40"/>
                  <a:gd name="T4" fmla="*/ 8 w 123"/>
                  <a:gd name="T5" fmla="*/ 18 h 40"/>
                  <a:gd name="T6" fmla="*/ 25 w 123"/>
                  <a:gd name="T7" fmla="*/ 14 h 40"/>
                  <a:gd name="T8" fmla="*/ 65 w 123"/>
                  <a:gd name="T9" fmla="*/ 8 h 40"/>
                  <a:gd name="T10" fmla="*/ 46 w 123"/>
                  <a:gd name="T11" fmla="*/ 10 h 40"/>
                  <a:gd name="T12" fmla="*/ 29 w 123"/>
                  <a:gd name="T13" fmla="*/ 21 h 40"/>
                  <a:gd name="T14" fmla="*/ 123 w 123"/>
                  <a:gd name="T15" fmla="*/ 40 h 40"/>
                  <a:gd name="T16" fmla="*/ 65 w 123"/>
                  <a:gd name="T17" fmla="*/ 8 h 40"/>
                  <a:gd name="T18" fmla="*/ 123 w 123"/>
                  <a:gd name="T19" fmla="*/ 0 h 40"/>
                  <a:gd name="T20" fmla="*/ 105 w 123"/>
                  <a:gd name="T21" fmla="*/ 3 h 40"/>
                  <a:gd name="T22" fmla="*/ 123 w 123"/>
                  <a:gd name="T23" fmla="*/ 3 h 40"/>
                  <a:gd name="T24" fmla="*/ 123 w 123"/>
                  <a:gd name="T2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40">
                    <a:moveTo>
                      <a:pt x="25" y="14"/>
                    </a:moveTo>
                    <a:lnTo>
                      <a:pt x="0" y="16"/>
                    </a:lnTo>
                    <a:lnTo>
                      <a:pt x="8" y="18"/>
                    </a:lnTo>
                    <a:lnTo>
                      <a:pt x="25" y="14"/>
                    </a:lnTo>
                    <a:close/>
                    <a:moveTo>
                      <a:pt x="65" y="8"/>
                    </a:moveTo>
                    <a:lnTo>
                      <a:pt x="46" y="10"/>
                    </a:lnTo>
                    <a:lnTo>
                      <a:pt x="29" y="21"/>
                    </a:lnTo>
                    <a:lnTo>
                      <a:pt x="123" y="40"/>
                    </a:lnTo>
                    <a:lnTo>
                      <a:pt x="65" y="8"/>
                    </a:lnTo>
                    <a:close/>
                    <a:moveTo>
                      <a:pt x="123" y="0"/>
                    </a:moveTo>
                    <a:lnTo>
                      <a:pt x="105" y="3"/>
                    </a:lnTo>
                    <a:lnTo>
                      <a:pt x="123" y="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9" name="Freeform 734"/>
              <p:cNvSpPr>
                <a:spLocks noEditPoints="1"/>
              </p:cNvSpPr>
              <p:nvPr userDrawn="1"/>
            </p:nvSpPr>
            <p:spPr bwMode="auto">
              <a:xfrm>
                <a:off x="980" y="867"/>
                <a:ext cx="123" cy="40"/>
              </a:xfrm>
              <a:custGeom>
                <a:avLst/>
                <a:gdLst>
                  <a:gd name="T0" fmla="*/ 25 w 123"/>
                  <a:gd name="T1" fmla="*/ 14 h 40"/>
                  <a:gd name="T2" fmla="*/ 0 w 123"/>
                  <a:gd name="T3" fmla="*/ 16 h 40"/>
                  <a:gd name="T4" fmla="*/ 8 w 123"/>
                  <a:gd name="T5" fmla="*/ 18 h 40"/>
                  <a:gd name="T6" fmla="*/ 25 w 123"/>
                  <a:gd name="T7" fmla="*/ 14 h 40"/>
                  <a:gd name="T8" fmla="*/ 65 w 123"/>
                  <a:gd name="T9" fmla="*/ 8 h 40"/>
                  <a:gd name="T10" fmla="*/ 46 w 123"/>
                  <a:gd name="T11" fmla="*/ 10 h 40"/>
                  <a:gd name="T12" fmla="*/ 29 w 123"/>
                  <a:gd name="T13" fmla="*/ 21 h 40"/>
                  <a:gd name="T14" fmla="*/ 123 w 123"/>
                  <a:gd name="T15" fmla="*/ 40 h 40"/>
                  <a:gd name="T16" fmla="*/ 65 w 123"/>
                  <a:gd name="T17" fmla="*/ 8 h 40"/>
                  <a:gd name="T18" fmla="*/ 123 w 123"/>
                  <a:gd name="T19" fmla="*/ 0 h 40"/>
                  <a:gd name="T20" fmla="*/ 105 w 123"/>
                  <a:gd name="T21" fmla="*/ 3 h 40"/>
                  <a:gd name="T22" fmla="*/ 123 w 123"/>
                  <a:gd name="T23" fmla="*/ 3 h 40"/>
                  <a:gd name="T24" fmla="*/ 123 w 123"/>
                  <a:gd name="T2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40">
                    <a:moveTo>
                      <a:pt x="25" y="14"/>
                    </a:moveTo>
                    <a:lnTo>
                      <a:pt x="0" y="16"/>
                    </a:lnTo>
                    <a:lnTo>
                      <a:pt x="8" y="18"/>
                    </a:lnTo>
                    <a:lnTo>
                      <a:pt x="25" y="14"/>
                    </a:lnTo>
                    <a:moveTo>
                      <a:pt x="65" y="8"/>
                    </a:moveTo>
                    <a:lnTo>
                      <a:pt x="46" y="10"/>
                    </a:lnTo>
                    <a:lnTo>
                      <a:pt x="29" y="21"/>
                    </a:lnTo>
                    <a:lnTo>
                      <a:pt x="123" y="40"/>
                    </a:lnTo>
                    <a:lnTo>
                      <a:pt x="65" y="8"/>
                    </a:lnTo>
                    <a:moveTo>
                      <a:pt x="123" y="0"/>
                    </a:moveTo>
                    <a:lnTo>
                      <a:pt x="105" y="3"/>
                    </a:lnTo>
                    <a:lnTo>
                      <a:pt x="123" y="3"/>
                    </a:lnTo>
                    <a:lnTo>
                      <a:pt x="12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0" name="Freeform 735"/>
              <p:cNvSpPr>
                <a:spLocks/>
              </p:cNvSpPr>
              <p:nvPr userDrawn="1"/>
            </p:nvSpPr>
            <p:spPr bwMode="auto">
              <a:xfrm>
                <a:off x="988" y="877"/>
                <a:ext cx="38" cy="11"/>
              </a:xfrm>
              <a:custGeom>
                <a:avLst/>
                <a:gdLst>
                  <a:gd name="T0" fmla="*/ 38 w 38"/>
                  <a:gd name="T1" fmla="*/ 0 h 11"/>
                  <a:gd name="T2" fmla="*/ 17 w 38"/>
                  <a:gd name="T3" fmla="*/ 4 h 11"/>
                  <a:gd name="T4" fmla="*/ 0 w 38"/>
                  <a:gd name="T5" fmla="*/ 8 h 11"/>
                  <a:gd name="T6" fmla="*/ 21 w 38"/>
                  <a:gd name="T7" fmla="*/ 11 h 11"/>
                  <a:gd name="T8" fmla="*/ 38 w 38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1">
                    <a:moveTo>
                      <a:pt x="38" y="0"/>
                    </a:moveTo>
                    <a:lnTo>
                      <a:pt x="17" y="4"/>
                    </a:lnTo>
                    <a:lnTo>
                      <a:pt x="0" y="8"/>
                    </a:lnTo>
                    <a:lnTo>
                      <a:pt x="21" y="11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1" name="Freeform 736"/>
              <p:cNvSpPr>
                <a:spLocks/>
              </p:cNvSpPr>
              <p:nvPr userDrawn="1"/>
            </p:nvSpPr>
            <p:spPr bwMode="auto">
              <a:xfrm>
                <a:off x="988" y="877"/>
                <a:ext cx="38" cy="11"/>
              </a:xfrm>
              <a:custGeom>
                <a:avLst/>
                <a:gdLst>
                  <a:gd name="T0" fmla="*/ 38 w 38"/>
                  <a:gd name="T1" fmla="*/ 0 h 11"/>
                  <a:gd name="T2" fmla="*/ 17 w 38"/>
                  <a:gd name="T3" fmla="*/ 4 h 11"/>
                  <a:gd name="T4" fmla="*/ 0 w 38"/>
                  <a:gd name="T5" fmla="*/ 8 h 11"/>
                  <a:gd name="T6" fmla="*/ 21 w 38"/>
                  <a:gd name="T7" fmla="*/ 11 h 11"/>
                  <a:gd name="T8" fmla="*/ 38 w 38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1">
                    <a:moveTo>
                      <a:pt x="38" y="0"/>
                    </a:moveTo>
                    <a:lnTo>
                      <a:pt x="17" y="4"/>
                    </a:lnTo>
                    <a:lnTo>
                      <a:pt x="0" y="8"/>
                    </a:lnTo>
                    <a:lnTo>
                      <a:pt x="21" y="11"/>
                    </a:lnTo>
                    <a:lnTo>
                      <a:pt x="3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2" name="Freeform 737"/>
              <p:cNvSpPr>
                <a:spLocks/>
              </p:cNvSpPr>
              <p:nvPr userDrawn="1"/>
            </p:nvSpPr>
            <p:spPr bwMode="auto">
              <a:xfrm>
                <a:off x="1045" y="870"/>
                <a:ext cx="58" cy="37"/>
              </a:xfrm>
              <a:custGeom>
                <a:avLst/>
                <a:gdLst>
                  <a:gd name="T0" fmla="*/ 58 w 58"/>
                  <a:gd name="T1" fmla="*/ 0 h 37"/>
                  <a:gd name="T2" fmla="*/ 40 w 58"/>
                  <a:gd name="T3" fmla="*/ 0 h 37"/>
                  <a:gd name="T4" fmla="*/ 0 w 58"/>
                  <a:gd name="T5" fmla="*/ 5 h 37"/>
                  <a:gd name="T6" fmla="*/ 58 w 58"/>
                  <a:gd name="T7" fmla="*/ 37 h 37"/>
                  <a:gd name="T8" fmla="*/ 58 w 58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37">
                    <a:moveTo>
                      <a:pt x="58" y="0"/>
                    </a:moveTo>
                    <a:lnTo>
                      <a:pt x="40" y="0"/>
                    </a:lnTo>
                    <a:lnTo>
                      <a:pt x="0" y="5"/>
                    </a:lnTo>
                    <a:lnTo>
                      <a:pt x="58" y="37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3" name="Freeform 738"/>
              <p:cNvSpPr>
                <a:spLocks/>
              </p:cNvSpPr>
              <p:nvPr userDrawn="1"/>
            </p:nvSpPr>
            <p:spPr bwMode="auto">
              <a:xfrm>
                <a:off x="1045" y="870"/>
                <a:ext cx="58" cy="37"/>
              </a:xfrm>
              <a:custGeom>
                <a:avLst/>
                <a:gdLst>
                  <a:gd name="T0" fmla="*/ 58 w 58"/>
                  <a:gd name="T1" fmla="*/ 0 h 37"/>
                  <a:gd name="T2" fmla="*/ 40 w 58"/>
                  <a:gd name="T3" fmla="*/ 0 h 37"/>
                  <a:gd name="T4" fmla="*/ 0 w 58"/>
                  <a:gd name="T5" fmla="*/ 5 h 37"/>
                  <a:gd name="T6" fmla="*/ 58 w 58"/>
                  <a:gd name="T7" fmla="*/ 37 h 37"/>
                  <a:gd name="T8" fmla="*/ 58 w 58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37">
                    <a:moveTo>
                      <a:pt x="58" y="0"/>
                    </a:moveTo>
                    <a:lnTo>
                      <a:pt x="40" y="0"/>
                    </a:lnTo>
                    <a:lnTo>
                      <a:pt x="0" y="5"/>
                    </a:lnTo>
                    <a:lnTo>
                      <a:pt x="58" y="37"/>
                    </a:lnTo>
                    <a:lnTo>
                      <a:pt x="5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4" name="Freeform 739"/>
              <p:cNvSpPr>
                <a:spLocks noEditPoints="1"/>
              </p:cNvSpPr>
              <p:nvPr userDrawn="1"/>
            </p:nvSpPr>
            <p:spPr bwMode="auto">
              <a:xfrm>
                <a:off x="831" y="952"/>
                <a:ext cx="44" cy="85"/>
              </a:xfrm>
              <a:custGeom>
                <a:avLst/>
                <a:gdLst>
                  <a:gd name="T0" fmla="*/ 10 w 36"/>
                  <a:gd name="T1" fmla="*/ 65 h 69"/>
                  <a:gd name="T2" fmla="*/ 8 w 36"/>
                  <a:gd name="T3" fmla="*/ 66 h 69"/>
                  <a:gd name="T4" fmla="*/ 9 w 36"/>
                  <a:gd name="T5" fmla="*/ 69 h 69"/>
                  <a:gd name="T6" fmla="*/ 10 w 36"/>
                  <a:gd name="T7" fmla="*/ 65 h 69"/>
                  <a:gd name="T8" fmla="*/ 36 w 36"/>
                  <a:gd name="T9" fmla="*/ 0 h 69"/>
                  <a:gd name="T10" fmla="*/ 0 w 36"/>
                  <a:gd name="T11" fmla="*/ 8 h 69"/>
                  <a:gd name="T12" fmla="*/ 13 w 36"/>
                  <a:gd name="T13" fmla="*/ 58 h 69"/>
                  <a:gd name="T14" fmla="*/ 36 w 36"/>
                  <a:gd name="T15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" h="69">
                    <a:moveTo>
                      <a:pt x="10" y="65"/>
                    </a:moveTo>
                    <a:cubicBezTo>
                      <a:pt x="9" y="66"/>
                      <a:pt x="9" y="66"/>
                      <a:pt x="8" y="66"/>
                    </a:cubicBezTo>
                    <a:cubicBezTo>
                      <a:pt x="9" y="69"/>
                      <a:pt x="9" y="69"/>
                      <a:pt x="9" y="69"/>
                    </a:cubicBezTo>
                    <a:cubicBezTo>
                      <a:pt x="10" y="65"/>
                      <a:pt x="10" y="65"/>
                      <a:pt x="10" y="65"/>
                    </a:cubicBezTo>
                    <a:moveTo>
                      <a:pt x="36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4" y="24"/>
                      <a:pt x="9" y="41"/>
                      <a:pt x="13" y="58"/>
                    </a:cubicBezTo>
                    <a:cubicBezTo>
                      <a:pt x="36" y="0"/>
                      <a:pt x="36" y="0"/>
                      <a:pt x="3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5" name="Freeform 740"/>
              <p:cNvSpPr>
                <a:spLocks/>
              </p:cNvSpPr>
              <p:nvPr userDrawn="1"/>
            </p:nvSpPr>
            <p:spPr bwMode="auto">
              <a:xfrm>
                <a:off x="831" y="961"/>
                <a:ext cx="16" cy="72"/>
              </a:xfrm>
              <a:custGeom>
                <a:avLst/>
                <a:gdLst>
                  <a:gd name="T0" fmla="*/ 0 w 13"/>
                  <a:gd name="T1" fmla="*/ 0 h 58"/>
                  <a:gd name="T2" fmla="*/ 8 w 13"/>
                  <a:gd name="T3" fmla="*/ 58 h 58"/>
                  <a:gd name="T4" fmla="*/ 10 w 13"/>
                  <a:gd name="T5" fmla="*/ 57 h 58"/>
                  <a:gd name="T6" fmla="*/ 13 w 13"/>
                  <a:gd name="T7" fmla="*/ 50 h 58"/>
                  <a:gd name="T8" fmla="*/ 0 w 13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58">
                    <a:moveTo>
                      <a:pt x="0" y="0"/>
                    </a:moveTo>
                    <a:cubicBezTo>
                      <a:pt x="8" y="58"/>
                      <a:pt x="8" y="58"/>
                      <a:pt x="8" y="58"/>
                    </a:cubicBezTo>
                    <a:cubicBezTo>
                      <a:pt x="9" y="58"/>
                      <a:pt x="9" y="58"/>
                      <a:pt x="10" y="57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9" y="33"/>
                      <a:pt x="4" y="16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6" name="Freeform 741"/>
              <p:cNvSpPr>
                <a:spLocks/>
              </p:cNvSpPr>
              <p:nvPr userDrawn="1"/>
            </p:nvSpPr>
            <p:spPr bwMode="auto">
              <a:xfrm>
                <a:off x="831" y="928"/>
                <a:ext cx="53" cy="33"/>
              </a:xfrm>
              <a:custGeom>
                <a:avLst/>
                <a:gdLst>
                  <a:gd name="T0" fmla="*/ 53 w 53"/>
                  <a:gd name="T1" fmla="*/ 0 h 33"/>
                  <a:gd name="T2" fmla="*/ 0 w 53"/>
                  <a:gd name="T3" fmla="*/ 33 h 33"/>
                  <a:gd name="T4" fmla="*/ 44 w 53"/>
                  <a:gd name="T5" fmla="*/ 24 h 33"/>
                  <a:gd name="T6" fmla="*/ 53 w 53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3">
                    <a:moveTo>
                      <a:pt x="53" y="0"/>
                    </a:moveTo>
                    <a:lnTo>
                      <a:pt x="0" y="33"/>
                    </a:lnTo>
                    <a:lnTo>
                      <a:pt x="44" y="24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7" name="Freeform 742"/>
              <p:cNvSpPr>
                <a:spLocks/>
              </p:cNvSpPr>
              <p:nvPr userDrawn="1"/>
            </p:nvSpPr>
            <p:spPr bwMode="auto">
              <a:xfrm>
                <a:off x="831" y="928"/>
                <a:ext cx="53" cy="33"/>
              </a:xfrm>
              <a:custGeom>
                <a:avLst/>
                <a:gdLst>
                  <a:gd name="T0" fmla="*/ 53 w 53"/>
                  <a:gd name="T1" fmla="*/ 0 h 33"/>
                  <a:gd name="T2" fmla="*/ 0 w 53"/>
                  <a:gd name="T3" fmla="*/ 33 h 33"/>
                  <a:gd name="T4" fmla="*/ 44 w 53"/>
                  <a:gd name="T5" fmla="*/ 24 h 33"/>
                  <a:gd name="T6" fmla="*/ 53 w 53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3">
                    <a:moveTo>
                      <a:pt x="53" y="0"/>
                    </a:moveTo>
                    <a:lnTo>
                      <a:pt x="0" y="33"/>
                    </a:lnTo>
                    <a:lnTo>
                      <a:pt x="44" y="24"/>
                    </a:lnTo>
                    <a:lnTo>
                      <a:pt x="5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8" name="Freeform 743"/>
              <p:cNvSpPr>
                <a:spLocks/>
              </p:cNvSpPr>
              <p:nvPr userDrawn="1"/>
            </p:nvSpPr>
            <p:spPr bwMode="auto">
              <a:xfrm>
                <a:off x="1037" y="1452"/>
                <a:ext cx="74" cy="32"/>
              </a:xfrm>
              <a:custGeom>
                <a:avLst/>
                <a:gdLst>
                  <a:gd name="T0" fmla="*/ 74 w 74"/>
                  <a:gd name="T1" fmla="*/ 0 h 32"/>
                  <a:gd name="T2" fmla="*/ 0 w 74"/>
                  <a:gd name="T3" fmla="*/ 21 h 32"/>
                  <a:gd name="T4" fmla="*/ 8 w 74"/>
                  <a:gd name="T5" fmla="*/ 32 h 32"/>
                  <a:gd name="T6" fmla="*/ 10 w 74"/>
                  <a:gd name="T7" fmla="*/ 32 h 32"/>
                  <a:gd name="T8" fmla="*/ 74 w 74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32">
                    <a:moveTo>
                      <a:pt x="74" y="0"/>
                    </a:moveTo>
                    <a:lnTo>
                      <a:pt x="0" y="21"/>
                    </a:lnTo>
                    <a:lnTo>
                      <a:pt x="8" y="32"/>
                    </a:lnTo>
                    <a:lnTo>
                      <a:pt x="10" y="32"/>
                    </a:ln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9" name="Freeform 744"/>
              <p:cNvSpPr>
                <a:spLocks/>
              </p:cNvSpPr>
              <p:nvPr userDrawn="1"/>
            </p:nvSpPr>
            <p:spPr bwMode="auto">
              <a:xfrm>
                <a:off x="1037" y="1452"/>
                <a:ext cx="74" cy="32"/>
              </a:xfrm>
              <a:custGeom>
                <a:avLst/>
                <a:gdLst>
                  <a:gd name="T0" fmla="*/ 74 w 74"/>
                  <a:gd name="T1" fmla="*/ 0 h 32"/>
                  <a:gd name="T2" fmla="*/ 0 w 74"/>
                  <a:gd name="T3" fmla="*/ 21 h 32"/>
                  <a:gd name="T4" fmla="*/ 8 w 74"/>
                  <a:gd name="T5" fmla="*/ 32 h 32"/>
                  <a:gd name="T6" fmla="*/ 10 w 74"/>
                  <a:gd name="T7" fmla="*/ 32 h 32"/>
                  <a:gd name="T8" fmla="*/ 74 w 74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32">
                    <a:moveTo>
                      <a:pt x="74" y="0"/>
                    </a:moveTo>
                    <a:lnTo>
                      <a:pt x="0" y="21"/>
                    </a:lnTo>
                    <a:lnTo>
                      <a:pt x="8" y="32"/>
                    </a:lnTo>
                    <a:lnTo>
                      <a:pt x="10" y="32"/>
                    </a:lnTo>
                    <a:lnTo>
                      <a:pt x="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0" name="Freeform 745"/>
              <p:cNvSpPr>
                <a:spLocks/>
              </p:cNvSpPr>
              <p:nvPr userDrawn="1"/>
            </p:nvSpPr>
            <p:spPr bwMode="auto">
              <a:xfrm>
                <a:off x="1047" y="1452"/>
                <a:ext cx="67" cy="32"/>
              </a:xfrm>
              <a:custGeom>
                <a:avLst/>
                <a:gdLst>
                  <a:gd name="T0" fmla="*/ 64 w 67"/>
                  <a:gd name="T1" fmla="*/ 0 h 32"/>
                  <a:gd name="T2" fmla="*/ 64 w 67"/>
                  <a:gd name="T3" fmla="*/ 0 h 32"/>
                  <a:gd name="T4" fmla="*/ 0 w 67"/>
                  <a:gd name="T5" fmla="*/ 32 h 32"/>
                  <a:gd name="T6" fmla="*/ 67 w 67"/>
                  <a:gd name="T7" fmla="*/ 31 h 32"/>
                  <a:gd name="T8" fmla="*/ 64 w 67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32">
                    <a:moveTo>
                      <a:pt x="64" y="0"/>
                    </a:moveTo>
                    <a:lnTo>
                      <a:pt x="64" y="0"/>
                    </a:lnTo>
                    <a:lnTo>
                      <a:pt x="0" y="32"/>
                    </a:lnTo>
                    <a:lnTo>
                      <a:pt x="67" y="31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1" name="Freeform 746"/>
              <p:cNvSpPr>
                <a:spLocks/>
              </p:cNvSpPr>
              <p:nvPr userDrawn="1"/>
            </p:nvSpPr>
            <p:spPr bwMode="auto">
              <a:xfrm>
                <a:off x="1047" y="1452"/>
                <a:ext cx="67" cy="32"/>
              </a:xfrm>
              <a:custGeom>
                <a:avLst/>
                <a:gdLst>
                  <a:gd name="T0" fmla="*/ 64 w 67"/>
                  <a:gd name="T1" fmla="*/ 0 h 32"/>
                  <a:gd name="T2" fmla="*/ 64 w 67"/>
                  <a:gd name="T3" fmla="*/ 0 h 32"/>
                  <a:gd name="T4" fmla="*/ 0 w 67"/>
                  <a:gd name="T5" fmla="*/ 32 h 32"/>
                  <a:gd name="T6" fmla="*/ 67 w 67"/>
                  <a:gd name="T7" fmla="*/ 31 h 32"/>
                  <a:gd name="T8" fmla="*/ 64 w 67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32">
                    <a:moveTo>
                      <a:pt x="64" y="0"/>
                    </a:moveTo>
                    <a:lnTo>
                      <a:pt x="64" y="0"/>
                    </a:lnTo>
                    <a:lnTo>
                      <a:pt x="0" y="32"/>
                    </a:lnTo>
                    <a:lnTo>
                      <a:pt x="67" y="31"/>
                    </a:lnTo>
                    <a:lnTo>
                      <a:pt x="6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2" name="Freeform 747"/>
              <p:cNvSpPr>
                <a:spLocks/>
              </p:cNvSpPr>
              <p:nvPr userDrawn="1"/>
            </p:nvSpPr>
            <p:spPr bwMode="auto">
              <a:xfrm>
                <a:off x="991" y="1476"/>
                <a:ext cx="51" cy="9"/>
              </a:xfrm>
              <a:custGeom>
                <a:avLst/>
                <a:gdLst>
                  <a:gd name="T0" fmla="*/ 29 w 51"/>
                  <a:gd name="T1" fmla="*/ 0 h 9"/>
                  <a:gd name="T2" fmla="*/ 0 w 51"/>
                  <a:gd name="T3" fmla="*/ 9 h 9"/>
                  <a:gd name="T4" fmla="*/ 51 w 51"/>
                  <a:gd name="T5" fmla="*/ 8 h 9"/>
                  <a:gd name="T6" fmla="*/ 29 w 51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">
                    <a:moveTo>
                      <a:pt x="29" y="0"/>
                    </a:moveTo>
                    <a:lnTo>
                      <a:pt x="0" y="9"/>
                    </a:lnTo>
                    <a:lnTo>
                      <a:pt x="51" y="8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3" name="Freeform 748"/>
              <p:cNvSpPr>
                <a:spLocks/>
              </p:cNvSpPr>
              <p:nvPr userDrawn="1"/>
            </p:nvSpPr>
            <p:spPr bwMode="auto">
              <a:xfrm>
                <a:off x="991" y="1476"/>
                <a:ext cx="51" cy="9"/>
              </a:xfrm>
              <a:custGeom>
                <a:avLst/>
                <a:gdLst>
                  <a:gd name="T0" fmla="*/ 29 w 51"/>
                  <a:gd name="T1" fmla="*/ 0 h 9"/>
                  <a:gd name="T2" fmla="*/ 0 w 51"/>
                  <a:gd name="T3" fmla="*/ 9 h 9"/>
                  <a:gd name="T4" fmla="*/ 51 w 51"/>
                  <a:gd name="T5" fmla="*/ 8 h 9"/>
                  <a:gd name="T6" fmla="*/ 29 w 51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">
                    <a:moveTo>
                      <a:pt x="29" y="0"/>
                    </a:moveTo>
                    <a:lnTo>
                      <a:pt x="0" y="9"/>
                    </a:lnTo>
                    <a:lnTo>
                      <a:pt x="51" y="8"/>
                    </a:lnTo>
                    <a:lnTo>
                      <a:pt x="2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4" name="Freeform 749"/>
              <p:cNvSpPr>
                <a:spLocks/>
              </p:cNvSpPr>
              <p:nvPr userDrawn="1"/>
            </p:nvSpPr>
            <p:spPr bwMode="auto">
              <a:xfrm>
                <a:off x="704" y="1294"/>
                <a:ext cx="31" cy="47"/>
              </a:xfrm>
              <a:custGeom>
                <a:avLst/>
                <a:gdLst>
                  <a:gd name="T0" fmla="*/ 0 w 31"/>
                  <a:gd name="T1" fmla="*/ 0 h 47"/>
                  <a:gd name="T2" fmla="*/ 11 w 31"/>
                  <a:gd name="T3" fmla="*/ 47 h 47"/>
                  <a:gd name="T4" fmla="*/ 31 w 31"/>
                  <a:gd name="T5" fmla="*/ 8 h 47"/>
                  <a:gd name="T6" fmla="*/ 0 w 31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47">
                    <a:moveTo>
                      <a:pt x="0" y="0"/>
                    </a:moveTo>
                    <a:lnTo>
                      <a:pt x="11" y="47"/>
                    </a:lnTo>
                    <a:lnTo>
                      <a:pt x="31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5" name="Freeform 750"/>
              <p:cNvSpPr>
                <a:spLocks/>
              </p:cNvSpPr>
              <p:nvPr userDrawn="1"/>
            </p:nvSpPr>
            <p:spPr bwMode="auto">
              <a:xfrm>
                <a:off x="704" y="1294"/>
                <a:ext cx="31" cy="47"/>
              </a:xfrm>
              <a:custGeom>
                <a:avLst/>
                <a:gdLst>
                  <a:gd name="T0" fmla="*/ 0 w 31"/>
                  <a:gd name="T1" fmla="*/ 0 h 47"/>
                  <a:gd name="T2" fmla="*/ 11 w 31"/>
                  <a:gd name="T3" fmla="*/ 47 h 47"/>
                  <a:gd name="T4" fmla="*/ 31 w 31"/>
                  <a:gd name="T5" fmla="*/ 8 h 47"/>
                  <a:gd name="T6" fmla="*/ 0 w 31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47">
                    <a:moveTo>
                      <a:pt x="0" y="0"/>
                    </a:moveTo>
                    <a:lnTo>
                      <a:pt x="11" y="47"/>
                    </a:lnTo>
                    <a:lnTo>
                      <a:pt x="31" y="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6" name="Freeform 751"/>
              <p:cNvSpPr>
                <a:spLocks/>
              </p:cNvSpPr>
              <p:nvPr userDrawn="1"/>
            </p:nvSpPr>
            <p:spPr bwMode="auto">
              <a:xfrm>
                <a:off x="722" y="1372"/>
                <a:ext cx="6" cy="23"/>
              </a:xfrm>
              <a:custGeom>
                <a:avLst/>
                <a:gdLst>
                  <a:gd name="T0" fmla="*/ 0 w 6"/>
                  <a:gd name="T1" fmla="*/ 0 h 23"/>
                  <a:gd name="T2" fmla="*/ 5 w 6"/>
                  <a:gd name="T3" fmla="*/ 23 h 23"/>
                  <a:gd name="T4" fmla="*/ 6 w 6"/>
                  <a:gd name="T5" fmla="*/ 12 h 23"/>
                  <a:gd name="T6" fmla="*/ 0 w 6"/>
                  <a:gd name="T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3">
                    <a:moveTo>
                      <a:pt x="0" y="0"/>
                    </a:moveTo>
                    <a:lnTo>
                      <a:pt x="5" y="23"/>
                    </a:lnTo>
                    <a:lnTo>
                      <a:pt x="6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7" name="Freeform 752"/>
              <p:cNvSpPr>
                <a:spLocks/>
              </p:cNvSpPr>
              <p:nvPr userDrawn="1"/>
            </p:nvSpPr>
            <p:spPr bwMode="auto">
              <a:xfrm>
                <a:off x="722" y="1372"/>
                <a:ext cx="6" cy="23"/>
              </a:xfrm>
              <a:custGeom>
                <a:avLst/>
                <a:gdLst>
                  <a:gd name="T0" fmla="*/ 0 w 6"/>
                  <a:gd name="T1" fmla="*/ 0 h 23"/>
                  <a:gd name="T2" fmla="*/ 5 w 6"/>
                  <a:gd name="T3" fmla="*/ 23 h 23"/>
                  <a:gd name="T4" fmla="*/ 6 w 6"/>
                  <a:gd name="T5" fmla="*/ 12 h 23"/>
                  <a:gd name="T6" fmla="*/ 0 w 6"/>
                  <a:gd name="T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3">
                    <a:moveTo>
                      <a:pt x="0" y="0"/>
                    </a:moveTo>
                    <a:lnTo>
                      <a:pt x="5" y="23"/>
                    </a:lnTo>
                    <a:lnTo>
                      <a:pt x="6" y="1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8" name="Freeform 753"/>
              <p:cNvSpPr>
                <a:spLocks/>
              </p:cNvSpPr>
              <p:nvPr userDrawn="1"/>
            </p:nvSpPr>
            <p:spPr bwMode="auto">
              <a:xfrm>
                <a:off x="718" y="1356"/>
                <a:ext cx="12" cy="28"/>
              </a:xfrm>
              <a:custGeom>
                <a:avLst/>
                <a:gdLst>
                  <a:gd name="T0" fmla="*/ 0 w 12"/>
                  <a:gd name="T1" fmla="*/ 0 h 28"/>
                  <a:gd name="T2" fmla="*/ 4 w 12"/>
                  <a:gd name="T3" fmla="*/ 16 h 28"/>
                  <a:gd name="T4" fmla="*/ 10 w 12"/>
                  <a:gd name="T5" fmla="*/ 28 h 28"/>
                  <a:gd name="T6" fmla="*/ 12 w 12"/>
                  <a:gd name="T7" fmla="*/ 9 h 28"/>
                  <a:gd name="T8" fmla="*/ 0 w 1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8">
                    <a:moveTo>
                      <a:pt x="0" y="0"/>
                    </a:moveTo>
                    <a:lnTo>
                      <a:pt x="4" y="16"/>
                    </a:lnTo>
                    <a:lnTo>
                      <a:pt x="10" y="28"/>
                    </a:lnTo>
                    <a:lnTo>
                      <a:pt x="12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9" name="Freeform 754"/>
              <p:cNvSpPr>
                <a:spLocks/>
              </p:cNvSpPr>
              <p:nvPr userDrawn="1"/>
            </p:nvSpPr>
            <p:spPr bwMode="auto">
              <a:xfrm>
                <a:off x="718" y="1356"/>
                <a:ext cx="12" cy="28"/>
              </a:xfrm>
              <a:custGeom>
                <a:avLst/>
                <a:gdLst>
                  <a:gd name="T0" fmla="*/ 0 w 12"/>
                  <a:gd name="T1" fmla="*/ 0 h 28"/>
                  <a:gd name="T2" fmla="*/ 4 w 12"/>
                  <a:gd name="T3" fmla="*/ 16 h 28"/>
                  <a:gd name="T4" fmla="*/ 10 w 12"/>
                  <a:gd name="T5" fmla="*/ 28 h 28"/>
                  <a:gd name="T6" fmla="*/ 12 w 12"/>
                  <a:gd name="T7" fmla="*/ 9 h 28"/>
                  <a:gd name="T8" fmla="*/ 0 w 1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8">
                    <a:moveTo>
                      <a:pt x="0" y="0"/>
                    </a:moveTo>
                    <a:lnTo>
                      <a:pt x="4" y="16"/>
                    </a:lnTo>
                    <a:lnTo>
                      <a:pt x="10" y="28"/>
                    </a:lnTo>
                    <a:lnTo>
                      <a:pt x="12" y="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0" name="Freeform 755"/>
              <p:cNvSpPr>
                <a:spLocks noEditPoints="1"/>
              </p:cNvSpPr>
              <p:nvPr userDrawn="1"/>
            </p:nvSpPr>
            <p:spPr bwMode="auto">
              <a:xfrm>
                <a:off x="727" y="1395"/>
                <a:ext cx="128" cy="75"/>
              </a:xfrm>
              <a:custGeom>
                <a:avLst/>
                <a:gdLst>
                  <a:gd name="T0" fmla="*/ 53 w 128"/>
                  <a:gd name="T1" fmla="*/ 58 h 75"/>
                  <a:gd name="T2" fmla="*/ 69 w 128"/>
                  <a:gd name="T3" fmla="*/ 75 h 75"/>
                  <a:gd name="T4" fmla="*/ 75 w 128"/>
                  <a:gd name="T5" fmla="*/ 71 h 75"/>
                  <a:gd name="T6" fmla="*/ 53 w 128"/>
                  <a:gd name="T7" fmla="*/ 58 h 75"/>
                  <a:gd name="T8" fmla="*/ 38 w 128"/>
                  <a:gd name="T9" fmla="*/ 13 h 75"/>
                  <a:gd name="T10" fmla="*/ 32 w 128"/>
                  <a:gd name="T11" fmla="*/ 34 h 75"/>
                  <a:gd name="T12" fmla="*/ 40 w 128"/>
                  <a:gd name="T13" fmla="*/ 44 h 75"/>
                  <a:gd name="T14" fmla="*/ 128 w 128"/>
                  <a:gd name="T15" fmla="*/ 44 h 75"/>
                  <a:gd name="T16" fmla="*/ 38 w 128"/>
                  <a:gd name="T17" fmla="*/ 13 h 75"/>
                  <a:gd name="T18" fmla="*/ 0 w 128"/>
                  <a:gd name="T19" fmla="*/ 0 h 75"/>
                  <a:gd name="T20" fmla="*/ 16 w 128"/>
                  <a:gd name="T21" fmla="*/ 16 h 75"/>
                  <a:gd name="T22" fmla="*/ 8 w 128"/>
                  <a:gd name="T23" fmla="*/ 2 h 75"/>
                  <a:gd name="T24" fmla="*/ 0 w 128"/>
                  <a:gd name="T2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75">
                    <a:moveTo>
                      <a:pt x="53" y="58"/>
                    </a:moveTo>
                    <a:lnTo>
                      <a:pt x="69" y="75"/>
                    </a:lnTo>
                    <a:lnTo>
                      <a:pt x="75" y="71"/>
                    </a:lnTo>
                    <a:lnTo>
                      <a:pt x="53" y="58"/>
                    </a:lnTo>
                    <a:close/>
                    <a:moveTo>
                      <a:pt x="38" y="13"/>
                    </a:moveTo>
                    <a:lnTo>
                      <a:pt x="32" y="34"/>
                    </a:lnTo>
                    <a:lnTo>
                      <a:pt x="40" y="44"/>
                    </a:lnTo>
                    <a:lnTo>
                      <a:pt x="128" y="44"/>
                    </a:lnTo>
                    <a:lnTo>
                      <a:pt x="38" y="13"/>
                    </a:lnTo>
                    <a:close/>
                    <a:moveTo>
                      <a:pt x="0" y="0"/>
                    </a:moveTo>
                    <a:lnTo>
                      <a:pt x="16" y="16"/>
                    </a:lnTo>
                    <a:lnTo>
                      <a:pt x="8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1" name="Freeform 756"/>
              <p:cNvSpPr>
                <a:spLocks noEditPoints="1"/>
              </p:cNvSpPr>
              <p:nvPr userDrawn="1"/>
            </p:nvSpPr>
            <p:spPr bwMode="auto">
              <a:xfrm>
                <a:off x="727" y="1395"/>
                <a:ext cx="128" cy="75"/>
              </a:xfrm>
              <a:custGeom>
                <a:avLst/>
                <a:gdLst>
                  <a:gd name="T0" fmla="*/ 53 w 128"/>
                  <a:gd name="T1" fmla="*/ 58 h 75"/>
                  <a:gd name="T2" fmla="*/ 69 w 128"/>
                  <a:gd name="T3" fmla="*/ 75 h 75"/>
                  <a:gd name="T4" fmla="*/ 75 w 128"/>
                  <a:gd name="T5" fmla="*/ 71 h 75"/>
                  <a:gd name="T6" fmla="*/ 53 w 128"/>
                  <a:gd name="T7" fmla="*/ 58 h 75"/>
                  <a:gd name="T8" fmla="*/ 38 w 128"/>
                  <a:gd name="T9" fmla="*/ 13 h 75"/>
                  <a:gd name="T10" fmla="*/ 32 w 128"/>
                  <a:gd name="T11" fmla="*/ 34 h 75"/>
                  <a:gd name="T12" fmla="*/ 40 w 128"/>
                  <a:gd name="T13" fmla="*/ 44 h 75"/>
                  <a:gd name="T14" fmla="*/ 128 w 128"/>
                  <a:gd name="T15" fmla="*/ 44 h 75"/>
                  <a:gd name="T16" fmla="*/ 38 w 128"/>
                  <a:gd name="T17" fmla="*/ 13 h 75"/>
                  <a:gd name="T18" fmla="*/ 0 w 128"/>
                  <a:gd name="T19" fmla="*/ 0 h 75"/>
                  <a:gd name="T20" fmla="*/ 16 w 128"/>
                  <a:gd name="T21" fmla="*/ 16 h 75"/>
                  <a:gd name="T22" fmla="*/ 8 w 128"/>
                  <a:gd name="T23" fmla="*/ 2 h 75"/>
                  <a:gd name="T24" fmla="*/ 0 w 128"/>
                  <a:gd name="T2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75">
                    <a:moveTo>
                      <a:pt x="53" y="58"/>
                    </a:moveTo>
                    <a:lnTo>
                      <a:pt x="69" y="75"/>
                    </a:lnTo>
                    <a:lnTo>
                      <a:pt x="75" y="71"/>
                    </a:lnTo>
                    <a:lnTo>
                      <a:pt x="53" y="58"/>
                    </a:lnTo>
                    <a:moveTo>
                      <a:pt x="38" y="13"/>
                    </a:moveTo>
                    <a:lnTo>
                      <a:pt x="32" y="34"/>
                    </a:lnTo>
                    <a:lnTo>
                      <a:pt x="40" y="44"/>
                    </a:lnTo>
                    <a:lnTo>
                      <a:pt x="128" y="44"/>
                    </a:lnTo>
                    <a:lnTo>
                      <a:pt x="38" y="13"/>
                    </a:lnTo>
                    <a:moveTo>
                      <a:pt x="0" y="0"/>
                    </a:moveTo>
                    <a:lnTo>
                      <a:pt x="16" y="16"/>
                    </a:lnTo>
                    <a:lnTo>
                      <a:pt x="8" y="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2" name="Freeform 757"/>
              <p:cNvSpPr>
                <a:spLocks/>
              </p:cNvSpPr>
              <p:nvPr userDrawn="1"/>
            </p:nvSpPr>
            <p:spPr bwMode="auto">
              <a:xfrm>
                <a:off x="767" y="1439"/>
                <a:ext cx="88" cy="27"/>
              </a:xfrm>
              <a:custGeom>
                <a:avLst/>
                <a:gdLst>
                  <a:gd name="T0" fmla="*/ 88 w 88"/>
                  <a:gd name="T1" fmla="*/ 0 h 27"/>
                  <a:gd name="T2" fmla="*/ 0 w 88"/>
                  <a:gd name="T3" fmla="*/ 0 h 27"/>
                  <a:gd name="T4" fmla="*/ 13 w 88"/>
                  <a:gd name="T5" fmla="*/ 14 h 27"/>
                  <a:gd name="T6" fmla="*/ 35 w 88"/>
                  <a:gd name="T7" fmla="*/ 27 h 27"/>
                  <a:gd name="T8" fmla="*/ 88 w 8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27">
                    <a:moveTo>
                      <a:pt x="88" y="0"/>
                    </a:moveTo>
                    <a:lnTo>
                      <a:pt x="0" y="0"/>
                    </a:lnTo>
                    <a:lnTo>
                      <a:pt x="13" y="14"/>
                    </a:lnTo>
                    <a:lnTo>
                      <a:pt x="35" y="27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3" name="Freeform 758"/>
              <p:cNvSpPr>
                <a:spLocks/>
              </p:cNvSpPr>
              <p:nvPr userDrawn="1"/>
            </p:nvSpPr>
            <p:spPr bwMode="auto">
              <a:xfrm>
                <a:off x="767" y="1439"/>
                <a:ext cx="88" cy="27"/>
              </a:xfrm>
              <a:custGeom>
                <a:avLst/>
                <a:gdLst>
                  <a:gd name="T0" fmla="*/ 88 w 88"/>
                  <a:gd name="T1" fmla="*/ 0 h 27"/>
                  <a:gd name="T2" fmla="*/ 0 w 88"/>
                  <a:gd name="T3" fmla="*/ 0 h 27"/>
                  <a:gd name="T4" fmla="*/ 13 w 88"/>
                  <a:gd name="T5" fmla="*/ 14 h 27"/>
                  <a:gd name="T6" fmla="*/ 35 w 88"/>
                  <a:gd name="T7" fmla="*/ 27 h 27"/>
                  <a:gd name="T8" fmla="*/ 88 w 8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27">
                    <a:moveTo>
                      <a:pt x="88" y="0"/>
                    </a:moveTo>
                    <a:lnTo>
                      <a:pt x="0" y="0"/>
                    </a:lnTo>
                    <a:lnTo>
                      <a:pt x="13" y="14"/>
                    </a:lnTo>
                    <a:lnTo>
                      <a:pt x="35" y="27"/>
                    </a:lnTo>
                    <a:lnTo>
                      <a:pt x="8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4" name="Freeform 759"/>
              <p:cNvSpPr>
                <a:spLocks/>
              </p:cNvSpPr>
              <p:nvPr userDrawn="1"/>
            </p:nvSpPr>
            <p:spPr bwMode="auto">
              <a:xfrm>
                <a:off x="735" y="139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8 w 30"/>
                  <a:gd name="T3" fmla="*/ 14 h 32"/>
                  <a:gd name="T4" fmla="*/ 24 w 30"/>
                  <a:gd name="T5" fmla="*/ 32 h 32"/>
                  <a:gd name="T6" fmla="*/ 30 w 30"/>
                  <a:gd name="T7" fmla="*/ 11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8" y="14"/>
                    </a:lnTo>
                    <a:lnTo>
                      <a:pt x="24" y="32"/>
                    </a:lnTo>
                    <a:lnTo>
                      <a:pt x="30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5" name="Freeform 760"/>
              <p:cNvSpPr>
                <a:spLocks/>
              </p:cNvSpPr>
              <p:nvPr userDrawn="1"/>
            </p:nvSpPr>
            <p:spPr bwMode="auto">
              <a:xfrm>
                <a:off x="735" y="139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8 w 30"/>
                  <a:gd name="T3" fmla="*/ 14 h 32"/>
                  <a:gd name="T4" fmla="*/ 24 w 30"/>
                  <a:gd name="T5" fmla="*/ 32 h 32"/>
                  <a:gd name="T6" fmla="*/ 30 w 30"/>
                  <a:gd name="T7" fmla="*/ 11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8" y="14"/>
                    </a:lnTo>
                    <a:lnTo>
                      <a:pt x="24" y="32"/>
                    </a:lnTo>
                    <a:lnTo>
                      <a:pt x="30" y="1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6" name="Freeform 761"/>
              <p:cNvSpPr>
                <a:spLocks/>
              </p:cNvSpPr>
              <p:nvPr userDrawn="1"/>
            </p:nvSpPr>
            <p:spPr bwMode="auto">
              <a:xfrm>
                <a:off x="831" y="1439"/>
                <a:ext cx="82" cy="44"/>
              </a:xfrm>
              <a:custGeom>
                <a:avLst/>
                <a:gdLst>
                  <a:gd name="T0" fmla="*/ 24 w 82"/>
                  <a:gd name="T1" fmla="*/ 0 h 44"/>
                  <a:gd name="T2" fmla="*/ 24 w 82"/>
                  <a:gd name="T3" fmla="*/ 0 h 44"/>
                  <a:gd name="T4" fmla="*/ 0 w 82"/>
                  <a:gd name="T5" fmla="*/ 44 h 44"/>
                  <a:gd name="T6" fmla="*/ 82 w 82"/>
                  <a:gd name="T7" fmla="*/ 5 h 44"/>
                  <a:gd name="T8" fmla="*/ 24 w 82"/>
                  <a:gd name="T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44">
                    <a:moveTo>
                      <a:pt x="24" y="0"/>
                    </a:moveTo>
                    <a:lnTo>
                      <a:pt x="24" y="0"/>
                    </a:lnTo>
                    <a:lnTo>
                      <a:pt x="0" y="44"/>
                    </a:lnTo>
                    <a:lnTo>
                      <a:pt x="82" y="5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7" name="Freeform 762"/>
              <p:cNvSpPr>
                <a:spLocks/>
              </p:cNvSpPr>
              <p:nvPr userDrawn="1"/>
            </p:nvSpPr>
            <p:spPr bwMode="auto">
              <a:xfrm>
                <a:off x="831" y="1439"/>
                <a:ext cx="82" cy="44"/>
              </a:xfrm>
              <a:custGeom>
                <a:avLst/>
                <a:gdLst>
                  <a:gd name="T0" fmla="*/ 24 w 82"/>
                  <a:gd name="T1" fmla="*/ 0 h 44"/>
                  <a:gd name="T2" fmla="*/ 24 w 82"/>
                  <a:gd name="T3" fmla="*/ 0 h 44"/>
                  <a:gd name="T4" fmla="*/ 0 w 82"/>
                  <a:gd name="T5" fmla="*/ 44 h 44"/>
                  <a:gd name="T6" fmla="*/ 82 w 82"/>
                  <a:gd name="T7" fmla="*/ 5 h 44"/>
                  <a:gd name="T8" fmla="*/ 24 w 82"/>
                  <a:gd name="T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44">
                    <a:moveTo>
                      <a:pt x="24" y="0"/>
                    </a:moveTo>
                    <a:lnTo>
                      <a:pt x="24" y="0"/>
                    </a:lnTo>
                    <a:lnTo>
                      <a:pt x="0" y="44"/>
                    </a:lnTo>
                    <a:lnTo>
                      <a:pt x="82" y="5"/>
                    </a:lnTo>
                    <a:lnTo>
                      <a:pt x="2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8" name="Freeform 763"/>
              <p:cNvSpPr>
                <a:spLocks noEditPoints="1"/>
              </p:cNvSpPr>
              <p:nvPr userDrawn="1"/>
            </p:nvSpPr>
            <p:spPr bwMode="auto">
              <a:xfrm>
                <a:off x="704" y="1093"/>
                <a:ext cx="65" cy="110"/>
              </a:xfrm>
              <a:custGeom>
                <a:avLst/>
                <a:gdLst>
                  <a:gd name="T0" fmla="*/ 5 w 52"/>
                  <a:gd name="T1" fmla="*/ 73 h 89"/>
                  <a:gd name="T2" fmla="*/ 0 w 52"/>
                  <a:gd name="T3" fmla="*/ 89 h 89"/>
                  <a:gd name="T4" fmla="*/ 3 w 52"/>
                  <a:gd name="T5" fmla="*/ 85 h 89"/>
                  <a:gd name="T6" fmla="*/ 5 w 52"/>
                  <a:gd name="T7" fmla="*/ 73 h 89"/>
                  <a:gd name="T8" fmla="*/ 52 w 52"/>
                  <a:gd name="T9" fmla="*/ 17 h 89"/>
                  <a:gd name="T10" fmla="*/ 17 w 52"/>
                  <a:gd name="T11" fmla="*/ 30 h 89"/>
                  <a:gd name="T12" fmla="*/ 14 w 52"/>
                  <a:gd name="T13" fmla="*/ 39 h 89"/>
                  <a:gd name="T14" fmla="*/ 24 w 52"/>
                  <a:gd name="T15" fmla="*/ 56 h 89"/>
                  <a:gd name="T16" fmla="*/ 52 w 52"/>
                  <a:gd name="T17" fmla="*/ 17 h 89"/>
                  <a:gd name="T18" fmla="*/ 25 w 52"/>
                  <a:gd name="T19" fmla="*/ 0 h 89"/>
                  <a:gd name="T20" fmla="*/ 25 w 52"/>
                  <a:gd name="T21" fmla="*/ 0 h 89"/>
                  <a:gd name="T22" fmla="*/ 25 w 52"/>
                  <a:gd name="T23" fmla="*/ 0 h 89"/>
                  <a:gd name="T24" fmla="*/ 25 w 52"/>
                  <a:gd name="T25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89">
                    <a:moveTo>
                      <a:pt x="5" y="73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3" y="85"/>
                      <a:pt x="3" y="85"/>
                      <a:pt x="3" y="85"/>
                    </a:cubicBezTo>
                    <a:cubicBezTo>
                      <a:pt x="5" y="73"/>
                      <a:pt x="5" y="73"/>
                      <a:pt x="5" y="73"/>
                    </a:cubicBezTo>
                    <a:moveTo>
                      <a:pt x="52" y="17"/>
                    </a:moveTo>
                    <a:cubicBezTo>
                      <a:pt x="17" y="30"/>
                      <a:pt x="17" y="30"/>
                      <a:pt x="17" y="30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8" y="44"/>
                      <a:pt x="21" y="50"/>
                      <a:pt x="24" y="56"/>
                    </a:cubicBezTo>
                    <a:cubicBezTo>
                      <a:pt x="52" y="17"/>
                      <a:pt x="52" y="17"/>
                      <a:pt x="52" y="17"/>
                    </a:cubicBezTo>
                    <a:moveTo>
                      <a:pt x="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0"/>
                      <a:pt x="25" y="0"/>
                      <a:pt x="2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9" name="Freeform 764"/>
              <p:cNvSpPr>
                <a:spLocks/>
              </p:cNvSpPr>
              <p:nvPr userDrawn="1"/>
            </p:nvSpPr>
            <p:spPr bwMode="auto">
              <a:xfrm>
                <a:off x="708" y="1141"/>
                <a:ext cx="26" cy="57"/>
              </a:xfrm>
              <a:custGeom>
                <a:avLst/>
                <a:gdLst>
                  <a:gd name="T0" fmla="*/ 11 w 21"/>
                  <a:gd name="T1" fmla="*/ 0 h 46"/>
                  <a:gd name="T2" fmla="*/ 2 w 21"/>
                  <a:gd name="T3" fmla="*/ 34 h 46"/>
                  <a:gd name="T4" fmla="*/ 0 w 21"/>
                  <a:gd name="T5" fmla="*/ 46 h 46"/>
                  <a:gd name="T6" fmla="*/ 21 w 21"/>
                  <a:gd name="T7" fmla="*/ 17 h 46"/>
                  <a:gd name="T8" fmla="*/ 11 w 21"/>
                  <a:gd name="T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46">
                    <a:moveTo>
                      <a:pt x="11" y="0"/>
                    </a:moveTo>
                    <a:cubicBezTo>
                      <a:pt x="2" y="34"/>
                      <a:pt x="2" y="34"/>
                      <a:pt x="2" y="34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18" y="11"/>
                      <a:pt x="15" y="5"/>
                      <a:pt x="11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0" name="Freeform 765"/>
              <p:cNvSpPr>
                <a:spLocks/>
              </p:cNvSpPr>
              <p:nvPr userDrawn="1"/>
            </p:nvSpPr>
            <p:spPr bwMode="auto">
              <a:xfrm>
                <a:off x="725" y="1093"/>
                <a:ext cx="44" cy="37"/>
              </a:xfrm>
              <a:custGeom>
                <a:avLst/>
                <a:gdLst>
                  <a:gd name="T0" fmla="*/ 10 w 44"/>
                  <a:gd name="T1" fmla="*/ 0 h 37"/>
                  <a:gd name="T2" fmla="*/ 10 w 44"/>
                  <a:gd name="T3" fmla="*/ 0 h 37"/>
                  <a:gd name="T4" fmla="*/ 0 w 44"/>
                  <a:gd name="T5" fmla="*/ 37 h 37"/>
                  <a:gd name="T6" fmla="*/ 44 w 44"/>
                  <a:gd name="T7" fmla="*/ 21 h 37"/>
                  <a:gd name="T8" fmla="*/ 10 w 44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7">
                    <a:moveTo>
                      <a:pt x="10" y="0"/>
                    </a:moveTo>
                    <a:lnTo>
                      <a:pt x="10" y="0"/>
                    </a:lnTo>
                    <a:lnTo>
                      <a:pt x="0" y="37"/>
                    </a:lnTo>
                    <a:lnTo>
                      <a:pt x="44" y="2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1" name="Freeform 766"/>
              <p:cNvSpPr>
                <a:spLocks/>
              </p:cNvSpPr>
              <p:nvPr userDrawn="1"/>
            </p:nvSpPr>
            <p:spPr bwMode="auto">
              <a:xfrm>
                <a:off x="725" y="1093"/>
                <a:ext cx="44" cy="37"/>
              </a:xfrm>
              <a:custGeom>
                <a:avLst/>
                <a:gdLst>
                  <a:gd name="T0" fmla="*/ 10 w 44"/>
                  <a:gd name="T1" fmla="*/ 0 h 37"/>
                  <a:gd name="T2" fmla="*/ 10 w 44"/>
                  <a:gd name="T3" fmla="*/ 0 h 37"/>
                  <a:gd name="T4" fmla="*/ 0 w 44"/>
                  <a:gd name="T5" fmla="*/ 37 h 37"/>
                  <a:gd name="T6" fmla="*/ 44 w 44"/>
                  <a:gd name="T7" fmla="*/ 21 h 37"/>
                  <a:gd name="T8" fmla="*/ 10 w 44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7">
                    <a:moveTo>
                      <a:pt x="10" y="0"/>
                    </a:moveTo>
                    <a:lnTo>
                      <a:pt x="10" y="0"/>
                    </a:lnTo>
                    <a:lnTo>
                      <a:pt x="0" y="37"/>
                    </a:lnTo>
                    <a:lnTo>
                      <a:pt x="44" y="21"/>
                    </a:lnTo>
                    <a:lnTo>
                      <a:pt x="1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2" name="Freeform 767"/>
              <p:cNvSpPr>
                <a:spLocks noEditPoints="1"/>
              </p:cNvSpPr>
              <p:nvPr userDrawn="1"/>
            </p:nvSpPr>
            <p:spPr bwMode="auto">
              <a:xfrm>
                <a:off x="1978" y="414"/>
                <a:ext cx="76" cy="76"/>
              </a:xfrm>
              <a:custGeom>
                <a:avLst/>
                <a:gdLst>
                  <a:gd name="T0" fmla="*/ 70 w 76"/>
                  <a:gd name="T1" fmla="*/ 18 h 76"/>
                  <a:gd name="T2" fmla="*/ 42 w 76"/>
                  <a:gd name="T3" fmla="*/ 29 h 76"/>
                  <a:gd name="T4" fmla="*/ 0 w 76"/>
                  <a:gd name="T5" fmla="*/ 76 h 76"/>
                  <a:gd name="T6" fmla="*/ 76 w 76"/>
                  <a:gd name="T7" fmla="*/ 50 h 76"/>
                  <a:gd name="T8" fmla="*/ 70 w 76"/>
                  <a:gd name="T9" fmla="*/ 18 h 76"/>
                  <a:gd name="T10" fmla="*/ 68 w 76"/>
                  <a:gd name="T11" fmla="*/ 0 h 76"/>
                  <a:gd name="T12" fmla="*/ 68 w 76"/>
                  <a:gd name="T13" fmla="*/ 0 h 76"/>
                  <a:gd name="T14" fmla="*/ 68 w 76"/>
                  <a:gd name="T15" fmla="*/ 0 h 76"/>
                  <a:gd name="T16" fmla="*/ 68 w 76"/>
                  <a:gd name="T17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76">
                    <a:moveTo>
                      <a:pt x="70" y="18"/>
                    </a:moveTo>
                    <a:lnTo>
                      <a:pt x="42" y="29"/>
                    </a:lnTo>
                    <a:lnTo>
                      <a:pt x="0" y="76"/>
                    </a:lnTo>
                    <a:lnTo>
                      <a:pt x="76" y="50"/>
                    </a:lnTo>
                    <a:lnTo>
                      <a:pt x="70" y="18"/>
                    </a:lnTo>
                    <a:close/>
                    <a:moveTo>
                      <a:pt x="68" y="0"/>
                    </a:moveTo>
                    <a:lnTo>
                      <a:pt x="68" y="0"/>
                    </a:lnTo>
                    <a:lnTo>
                      <a:pt x="68" y="0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3" name="Freeform 768"/>
              <p:cNvSpPr>
                <a:spLocks noEditPoints="1"/>
              </p:cNvSpPr>
              <p:nvPr userDrawn="1"/>
            </p:nvSpPr>
            <p:spPr bwMode="auto">
              <a:xfrm>
                <a:off x="1978" y="414"/>
                <a:ext cx="76" cy="76"/>
              </a:xfrm>
              <a:custGeom>
                <a:avLst/>
                <a:gdLst>
                  <a:gd name="T0" fmla="*/ 70 w 76"/>
                  <a:gd name="T1" fmla="*/ 18 h 76"/>
                  <a:gd name="T2" fmla="*/ 42 w 76"/>
                  <a:gd name="T3" fmla="*/ 29 h 76"/>
                  <a:gd name="T4" fmla="*/ 0 w 76"/>
                  <a:gd name="T5" fmla="*/ 76 h 76"/>
                  <a:gd name="T6" fmla="*/ 76 w 76"/>
                  <a:gd name="T7" fmla="*/ 50 h 76"/>
                  <a:gd name="T8" fmla="*/ 70 w 76"/>
                  <a:gd name="T9" fmla="*/ 18 h 76"/>
                  <a:gd name="T10" fmla="*/ 68 w 76"/>
                  <a:gd name="T11" fmla="*/ 0 h 76"/>
                  <a:gd name="T12" fmla="*/ 68 w 76"/>
                  <a:gd name="T13" fmla="*/ 0 h 76"/>
                  <a:gd name="T14" fmla="*/ 68 w 76"/>
                  <a:gd name="T15" fmla="*/ 0 h 76"/>
                  <a:gd name="T16" fmla="*/ 68 w 76"/>
                  <a:gd name="T17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76">
                    <a:moveTo>
                      <a:pt x="70" y="18"/>
                    </a:moveTo>
                    <a:lnTo>
                      <a:pt x="42" y="29"/>
                    </a:lnTo>
                    <a:lnTo>
                      <a:pt x="0" y="76"/>
                    </a:lnTo>
                    <a:lnTo>
                      <a:pt x="76" y="50"/>
                    </a:lnTo>
                    <a:lnTo>
                      <a:pt x="70" y="18"/>
                    </a:lnTo>
                    <a:moveTo>
                      <a:pt x="68" y="0"/>
                    </a:moveTo>
                    <a:lnTo>
                      <a:pt x="68" y="0"/>
                    </a:lnTo>
                    <a:lnTo>
                      <a:pt x="68" y="0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4" name="Freeform 769"/>
              <p:cNvSpPr>
                <a:spLocks/>
              </p:cNvSpPr>
              <p:nvPr userDrawn="1"/>
            </p:nvSpPr>
            <p:spPr bwMode="auto">
              <a:xfrm>
                <a:off x="2020" y="414"/>
                <a:ext cx="28" cy="29"/>
              </a:xfrm>
              <a:custGeom>
                <a:avLst/>
                <a:gdLst>
                  <a:gd name="T0" fmla="*/ 26 w 28"/>
                  <a:gd name="T1" fmla="*/ 0 h 29"/>
                  <a:gd name="T2" fmla="*/ 26 w 28"/>
                  <a:gd name="T3" fmla="*/ 0 h 29"/>
                  <a:gd name="T4" fmla="*/ 0 w 28"/>
                  <a:gd name="T5" fmla="*/ 29 h 29"/>
                  <a:gd name="T6" fmla="*/ 28 w 28"/>
                  <a:gd name="T7" fmla="*/ 18 h 29"/>
                  <a:gd name="T8" fmla="*/ 26 w 28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9">
                    <a:moveTo>
                      <a:pt x="26" y="0"/>
                    </a:moveTo>
                    <a:lnTo>
                      <a:pt x="26" y="0"/>
                    </a:lnTo>
                    <a:lnTo>
                      <a:pt x="0" y="29"/>
                    </a:lnTo>
                    <a:lnTo>
                      <a:pt x="28" y="18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5" name="Freeform 770"/>
              <p:cNvSpPr>
                <a:spLocks/>
              </p:cNvSpPr>
              <p:nvPr userDrawn="1"/>
            </p:nvSpPr>
            <p:spPr bwMode="auto">
              <a:xfrm>
                <a:off x="2020" y="414"/>
                <a:ext cx="28" cy="29"/>
              </a:xfrm>
              <a:custGeom>
                <a:avLst/>
                <a:gdLst>
                  <a:gd name="T0" fmla="*/ 26 w 28"/>
                  <a:gd name="T1" fmla="*/ 0 h 29"/>
                  <a:gd name="T2" fmla="*/ 26 w 28"/>
                  <a:gd name="T3" fmla="*/ 0 h 29"/>
                  <a:gd name="T4" fmla="*/ 0 w 28"/>
                  <a:gd name="T5" fmla="*/ 29 h 29"/>
                  <a:gd name="T6" fmla="*/ 28 w 28"/>
                  <a:gd name="T7" fmla="*/ 18 h 29"/>
                  <a:gd name="T8" fmla="*/ 26 w 28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9">
                    <a:moveTo>
                      <a:pt x="26" y="0"/>
                    </a:moveTo>
                    <a:lnTo>
                      <a:pt x="26" y="0"/>
                    </a:lnTo>
                    <a:lnTo>
                      <a:pt x="0" y="29"/>
                    </a:lnTo>
                    <a:lnTo>
                      <a:pt x="28" y="18"/>
                    </a:lnTo>
                    <a:lnTo>
                      <a:pt x="2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6" name="Freeform 771"/>
              <p:cNvSpPr>
                <a:spLocks noEditPoints="1"/>
              </p:cNvSpPr>
              <p:nvPr userDrawn="1"/>
            </p:nvSpPr>
            <p:spPr bwMode="auto">
              <a:xfrm>
                <a:off x="2209" y="262"/>
                <a:ext cx="107" cy="74"/>
              </a:xfrm>
              <a:custGeom>
                <a:avLst/>
                <a:gdLst>
                  <a:gd name="T0" fmla="*/ 0 w 107"/>
                  <a:gd name="T1" fmla="*/ 40 h 74"/>
                  <a:gd name="T2" fmla="*/ 0 w 107"/>
                  <a:gd name="T3" fmla="*/ 40 h 74"/>
                  <a:gd name="T4" fmla="*/ 0 w 107"/>
                  <a:gd name="T5" fmla="*/ 40 h 74"/>
                  <a:gd name="T6" fmla="*/ 0 w 107"/>
                  <a:gd name="T7" fmla="*/ 40 h 74"/>
                  <a:gd name="T8" fmla="*/ 107 w 107"/>
                  <a:gd name="T9" fmla="*/ 0 h 74"/>
                  <a:gd name="T10" fmla="*/ 45 w 107"/>
                  <a:gd name="T11" fmla="*/ 22 h 74"/>
                  <a:gd name="T12" fmla="*/ 19 w 107"/>
                  <a:gd name="T13" fmla="*/ 74 h 74"/>
                  <a:gd name="T14" fmla="*/ 107 w 107"/>
                  <a:gd name="T15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7" h="74">
                    <a:moveTo>
                      <a:pt x="0" y="40"/>
                    </a:moveTo>
                    <a:lnTo>
                      <a:pt x="0" y="40"/>
                    </a:lnTo>
                    <a:lnTo>
                      <a:pt x="0" y="40"/>
                    </a:lnTo>
                    <a:lnTo>
                      <a:pt x="0" y="40"/>
                    </a:lnTo>
                    <a:close/>
                    <a:moveTo>
                      <a:pt x="107" y="0"/>
                    </a:moveTo>
                    <a:lnTo>
                      <a:pt x="45" y="22"/>
                    </a:lnTo>
                    <a:lnTo>
                      <a:pt x="19" y="74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7" name="Freeform 772"/>
              <p:cNvSpPr>
                <a:spLocks noEditPoints="1"/>
              </p:cNvSpPr>
              <p:nvPr userDrawn="1"/>
            </p:nvSpPr>
            <p:spPr bwMode="auto">
              <a:xfrm>
                <a:off x="2209" y="262"/>
                <a:ext cx="107" cy="74"/>
              </a:xfrm>
              <a:custGeom>
                <a:avLst/>
                <a:gdLst>
                  <a:gd name="T0" fmla="*/ 0 w 107"/>
                  <a:gd name="T1" fmla="*/ 40 h 74"/>
                  <a:gd name="T2" fmla="*/ 0 w 107"/>
                  <a:gd name="T3" fmla="*/ 40 h 74"/>
                  <a:gd name="T4" fmla="*/ 0 w 107"/>
                  <a:gd name="T5" fmla="*/ 40 h 74"/>
                  <a:gd name="T6" fmla="*/ 0 w 107"/>
                  <a:gd name="T7" fmla="*/ 40 h 74"/>
                  <a:gd name="T8" fmla="*/ 107 w 107"/>
                  <a:gd name="T9" fmla="*/ 0 h 74"/>
                  <a:gd name="T10" fmla="*/ 45 w 107"/>
                  <a:gd name="T11" fmla="*/ 22 h 74"/>
                  <a:gd name="T12" fmla="*/ 19 w 107"/>
                  <a:gd name="T13" fmla="*/ 74 h 74"/>
                  <a:gd name="T14" fmla="*/ 107 w 107"/>
                  <a:gd name="T15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7" h="74">
                    <a:moveTo>
                      <a:pt x="0" y="40"/>
                    </a:moveTo>
                    <a:lnTo>
                      <a:pt x="0" y="40"/>
                    </a:lnTo>
                    <a:lnTo>
                      <a:pt x="0" y="40"/>
                    </a:lnTo>
                    <a:lnTo>
                      <a:pt x="0" y="40"/>
                    </a:lnTo>
                    <a:moveTo>
                      <a:pt x="107" y="0"/>
                    </a:moveTo>
                    <a:lnTo>
                      <a:pt x="45" y="22"/>
                    </a:lnTo>
                    <a:lnTo>
                      <a:pt x="19" y="74"/>
                    </a:lnTo>
                    <a:lnTo>
                      <a:pt x="1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8" name="Freeform 773"/>
              <p:cNvSpPr>
                <a:spLocks/>
              </p:cNvSpPr>
              <p:nvPr userDrawn="1"/>
            </p:nvSpPr>
            <p:spPr bwMode="auto">
              <a:xfrm>
                <a:off x="2209" y="284"/>
                <a:ext cx="45" cy="52"/>
              </a:xfrm>
              <a:custGeom>
                <a:avLst/>
                <a:gdLst>
                  <a:gd name="T0" fmla="*/ 45 w 45"/>
                  <a:gd name="T1" fmla="*/ 0 h 52"/>
                  <a:gd name="T2" fmla="*/ 0 w 45"/>
                  <a:gd name="T3" fmla="*/ 18 h 52"/>
                  <a:gd name="T4" fmla="*/ 0 w 45"/>
                  <a:gd name="T5" fmla="*/ 18 h 52"/>
                  <a:gd name="T6" fmla="*/ 19 w 45"/>
                  <a:gd name="T7" fmla="*/ 52 h 52"/>
                  <a:gd name="T8" fmla="*/ 45 w 45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52">
                    <a:moveTo>
                      <a:pt x="45" y="0"/>
                    </a:moveTo>
                    <a:lnTo>
                      <a:pt x="0" y="18"/>
                    </a:lnTo>
                    <a:lnTo>
                      <a:pt x="0" y="18"/>
                    </a:lnTo>
                    <a:lnTo>
                      <a:pt x="19" y="5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9" name="Freeform 774"/>
              <p:cNvSpPr>
                <a:spLocks/>
              </p:cNvSpPr>
              <p:nvPr userDrawn="1"/>
            </p:nvSpPr>
            <p:spPr bwMode="auto">
              <a:xfrm>
                <a:off x="2209" y="284"/>
                <a:ext cx="45" cy="52"/>
              </a:xfrm>
              <a:custGeom>
                <a:avLst/>
                <a:gdLst>
                  <a:gd name="T0" fmla="*/ 45 w 45"/>
                  <a:gd name="T1" fmla="*/ 0 h 52"/>
                  <a:gd name="T2" fmla="*/ 0 w 45"/>
                  <a:gd name="T3" fmla="*/ 18 h 52"/>
                  <a:gd name="T4" fmla="*/ 0 w 45"/>
                  <a:gd name="T5" fmla="*/ 18 h 52"/>
                  <a:gd name="T6" fmla="*/ 19 w 45"/>
                  <a:gd name="T7" fmla="*/ 52 h 52"/>
                  <a:gd name="T8" fmla="*/ 45 w 45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52">
                    <a:moveTo>
                      <a:pt x="45" y="0"/>
                    </a:moveTo>
                    <a:lnTo>
                      <a:pt x="0" y="18"/>
                    </a:lnTo>
                    <a:lnTo>
                      <a:pt x="0" y="18"/>
                    </a:lnTo>
                    <a:lnTo>
                      <a:pt x="19" y="52"/>
                    </a:lnTo>
                    <a:lnTo>
                      <a:pt x="4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0" name="Freeform 775"/>
              <p:cNvSpPr>
                <a:spLocks/>
              </p:cNvSpPr>
              <p:nvPr userDrawn="1"/>
            </p:nvSpPr>
            <p:spPr bwMode="auto">
              <a:xfrm>
                <a:off x="769" y="1033"/>
                <a:ext cx="73" cy="81"/>
              </a:xfrm>
              <a:custGeom>
                <a:avLst/>
                <a:gdLst>
                  <a:gd name="T0" fmla="*/ 58 w 59"/>
                  <a:gd name="T1" fmla="*/ 0 h 65"/>
                  <a:gd name="T2" fmla="*/ 26 w 59"/>
                  <a:gd name="T3" fmla="*/ 2 h 65"/>
                  <a:gd name="T4" fmla="*/ 0 w 59"/>
                  <a:gd name="T5" fmla="*/ 65 h 65"/>
                  <a:gd name="T6" fmla="*/ 59 w 59"/>
                  <a:gd name="T7" fmla="*/ 3 h 65"/>
                  <a:gd name="T8" fmla="*/ 58 w 59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65">
                    <a:moveTo>
                      <a:pt x="58" y="0"/>
                    </a:moveTo>
                    <a:cubicBezTo>
                      <a:pt x="47" y="0"/>
                      <a:pt x="36" y="1"/>
                      <a:pt x="26" y="2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8" y="0"/>
                      <a:pt x="58" y="0"/>
                      <a:pt x="58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1" name="Freeform 776"/>
              <p:cNvSpPr>
                <a:spLocks/>
              </p:cNvSpPr>
              <p:nvPr userDrawn="1"/>
            </p:nvSpPr>
            <p:spPr bwMode="auto">
              <a:xfrm>
                <a:off x="801" y="961"/>
                <a:ext cx="39" cy="75"/>
              </a:xfrm>
              <a:custGeom>
                <a:avLst/>
                <a:gdLst>
                  <a:gd name="T0" fmla="*/ 24 w 32"/>
                  <a:gd name="T1" fmla="*/ 0 h 60"/>
                  <a:gd name="T2" fmla="*/ 24 w 32"/>
                  <a:gd name="T3" fmla="*/ 0 h 60"/>
                  <a:gd name="T4" fmla="*/ 0 w 32"/>
                  <a:gd name="T5" fmla="*/ 60 h 60"/>
                  <a:gd name="T6" fmla="*/ 32 w 32"/>
                  <a:gd name="T7" fmla="*/ 58 h 60"/>
                  <a:gd name="T8" fmla="*/ 24 w 32"/>
                  <a:gd name="T9" fmla="*/ 0 h 60"/>
                  <a:gd name="T10" fmla="*/ 24 w 32"/>
                  <a:gd name="T11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60">
                    <a:moveTo>
                      <a:pt x="24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10" y="59"/>
                      <a:pt x="21" y="58"/>
                      <a:pt x="32" y="5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2" name="Freeform 777"/>
              <p:cNvSpPr>
                <a:spLocks noEditPoints="1"/>
              </p:cNvSpPr>
              <p:nvPr userDrawn="1"/>
            </p:nvSpPr>
            <p:spPr bwMode="auto">
              <a:xfrm>
                <a:off x="913" y="1381"/>
                <a:ext cx="124" cy="95"/>
              </a:xfrm>
              <a:custGeom>
                <a:avLst/>
                <a:gdLst>
                  <a:gd name="T0" fmla="*/ 76 w 100"/>
                  <a:gd name="T1" fmla="*/ 35 h 77"/>
                  <a:gd name="T2" fmla="*/ 43 w 100"/>
                  <a:gd name="T3" fmla="*/ 64 h 77"/>
                  <a:gd name="T4" fmla="*/ 86 w 100"/>
                  <a:gd name="T5" fmla="*/ 77 h 77"/>
                  <a:gd name="T6" fmla="*/ 100 w 100"/>
                  <a:gd name="T7" fmla="*/ 74 h 77"/>
                  <a:gd name="T8" fmla="*/ 76 w 100"/>
                  <a:gd name="T9" fmla="*/ 35 h 77"/>
                  <a:gd name="T10" fmla="*/ 54 w 100"/>
                  <a:gd name="T11" fmla="*/ 0 h 77"/>
                  <a:gd name="T12" fmla="*/ 0 w 100"/>
                  <a:gd name="T13" fmla="*/ 51 h 77"/>
                  <a:gd name="T14" fmla="*/ 13 w 100"/>
                  <a:gd name="T15" fmla="*/ 55 h 77"/>
                  <a:gd name="T16" fmla="*/ 75 w 100"/>
                  <a:gd name="T17" fmla="*/ 34 h 77"/>
                  <a:gd name="T18" fmla="*/ 54 w 100"/>
                  <a:gd name="T1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77">
                    <a:moveTo>
                      <a:pt x="76" y="35"/>
                    </a:moveTo>
                    <a:cubicBezTo>
                      <a:pt x="65" y="44"/>
                      <a:pt x="54" y="54"/>
                      <a:pt x="43" y="64"/>
                    </a:cubicBezTo>
                    <a:cubicBezTo>
                      <a:pt x="86" y="77"/>
                      <a:pt x="86" y="77"/>
                      <a:pt x="86" y="77"/>
                    </a:cubicBezTo>
                    <a:cubicBezTo>
                      <a:pt x="100" y="74"/>
                      <a:pt x="100" y="74"/>
                      <a:pt x="100" y="74"/>
                    </a:cubicBezTo>
                    <a:cubicBezTo>
                      <a:pt x="76" y="35"/>
                      <a:pt x="76" y="35"/>
                      <a:pt x="76" y="35"/>
                    </a:cubicBezTo>
                    <a:moveTo>
                      <a:pt x="54" y="0"/>
                    </a:moveTo>
                    <a:cubicBezTo>
                      <a:pt x="0" y="51"/>
                      <a:pt x="0" y="51"/>
                      <a:pt x="0" y="51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34" y="48"/>
                      <a:pt x="54" y="41"/>
                      <a:pt x="75" y="34"/>
                    </a:cubicBezTo>
                    <a:cubicBezTo>
                      <a:pt x="54" y="0"/>
                      <a:pt x="54" y="0"/>
                      <a:pt x="5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3" name="Freeform 778"/>
              <p:cNvSpPr>
                <a:spLocks/>
              </p:cNvSpPr>
              <p:nvPr userDrawn="1"/>
            </p:nvSpPr>
            <p:spPr bwMode="auto">
              <a:xfrm>
                <a:off x="930" y="1423"/>
                <a:ext cx="77" cy="37"/>
              </a:xfrm>
              <a:custGeom>
                <a:avLst/>
                <a:gdLst>
                  <a:gd name="T0" fmla="*/ 62 w 63"/>
                  <a:gd name="T1" fmla="*/ 0 h 30"/>
                  <a:gd name="T2" fmla="*/ 0 w 63"/>
                  <a:gd name="T3" fmla="*/ 21 h 30"/>
                  <a:gd name="T4" fmla="*/ 30 w 63"/>
                  <a:gd name="T5" fmla="*/ 30 h 30"/>
                  <a:gd name="T6" fmla="*/ 63 w 63"/>
                  <a:gd name="T7" fmla="*/ 1 h 30"/>
                  <a:gd name="T8" fmla="*/ 62 w 63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30">
                    <a:moveTo>
                      <a:pt x="62" y="0"/>
                    </a:moveTo>
                    <a:cubicBezTo>
                      <a:pt x="41" y="7"/>
                      <a:pt x="21" y="14"/>
                      <a:pt x="0" y="21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41" y="20"/>
                      <a:pt x="52" y="10"/>
                      <a:pt x="63" y="1"/>
                    </a:cubicBezTo>
                    <a:cubicBezTo>
                      <a:pt x="62" y="0"/>
                      <a:pt x="62" y="0"/>
                      <a:pt x="62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4" name="Freeform 779"/>
              <p:cNvSpPr>
                <a:spLocks/>
              </p:cNvSpPr>
              <p:nvPr userDrawn="1"/>
            </p:nvSpPr>
            <p:spPr bwMode="auto">
              <a:xfrm>
                <a:off x="1042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3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5" name="Freeform 780"/>
              <p:cNvSpPr>
                <a:spLocks/>
              </p:cNvSpPr>
              <p:nvPr userDrawn="1"/>
            </p:nvSpPr>
            <p:spPr bwMode="auto">
              <a:xfrm>
                <a:off x="1042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3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6" name="Freeform 781"/>
              <p:cNvSpPr>
                <a:spLocks/>
              </p:cNvSpPr>
              <p:nvPr userDrawn="1"/>
            </p:nvSpPr>
            <p:spPr bwMode="auto">
              <a:xfrm>
                <a:off x="1020" y="1473"/>
                <a:ext cx="25" cy="11"/>
              </a:xfrm>
              <a:custGeom>
                <a:avLst/>
                <a:gdLst>
                  <a:gd name="T0" fmla="*/ 17 w 25"/>
                  <a:gd name="T1" fmla="*/ 0 h 11"/>
                  <a:gd name="T2" fmla="*/ 0 w 25"/>
                  <a:gd name="T3" fmla="*/ 3 h 11"/>
                  <a:gd name="T4" fmla="*/ 22 w 25"/>
                  <a:gd name="T5" fmla="*/ 11 h 11"/>
                  <a:gd name="T6" fmla="*/ 25 w 25"/>
                  <a:gd name="T7" fmla="*/ 11 h 11"/>
                  <a:gd name="T8" fmla="*/ 17 w 25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1">
                    <a:moveTo>
                      <a:pt x="17" y="0"/>
                    </a:moveTo>
                    <a:lnTo>
                      <a:pt x="0" y="3"/>
                    </a:lnTo>
                    <a:lnTo>
                      <a:pt x="22" y="11"/>
                    </a:lnTo>
                    <a:lnTo>
                      <a:pt x="25" y="11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7" name="Freeform 782"/>
              <p:cNvSpPr>
                <a:spLocks/>
              </p:cNvSpPr>
              <p:nvPr userDrawn="1"/>
            </p:nvSpPr>
            <p:spPr bwMode="auto">
              <a:xfrm>
                <a:off x="1020" y="1473"/>
                <a:ext cx="25" cy="11"/>
              </a:xfrm>
              <a:custGeom>
                <a:avLst/>
                <a:gdLst>
                  <a:gd name="T0" fmla="*/ 17 w 25"/>
                  <a:gd name="T1" fmla="*/ 0 h 11"/>
                  <a:gd name="T2" fmla="*/ 0 w 25"/>
                  <a:gd name="T3" fmla="*/ 3 h 11"/>
                  <a:gd name="T4" fmla="*/ 22 w 25"/>
                  <a:gd name="T5" fmla="*/ 11 h 11"/>
                  <a:gd name="T6" fmla="*/ 25 w 25"/>
                  <a:gd name="T7" fmla="*/ 11 h 11"/>
                  <a:gd name="T8" fmla="*/ 17 w 25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1">
                    <a:moveTo>
                      <a:pt x="17" y="0"/>
                    </a:moveTo>
                    <a:lnTo>
                      <a:pt x="0" y="3"/>
                    </a:lnTo>
                    <a:lnTo>
                      <a:pt x="22" y="11"/>
                    </a:lnTo>
                    <a:lnTo>
                      <a:pt x="25" y="11"/>
                    </a:lnTo>
                    <a:lnTo>
                      <a:pt x="1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8" name="Freeform 783"/>
              <p:cNvSpPr>
                <a:spLocks noEditPoints="1"/>
              </p:cNvSpPr>
              <p:nvPr userDrawn="1"/>
            </p:nvSpPr>
            <p:spPr bwMode="auto">
              <a:xfrm>
                <a:off x="710" y="1302"/>
                <a:ext cx="59" cy="91"/>
              </a:xfrm>
              <a:custGeom>
                <a:avLst/>
                <a:gdLst>
                  <a:gd name="T0" fmla="*/ 5 w 59"/>
                  <a:gd name="T1" fmla="*/ 39 h 91"/>
                  <a:gd name="T2" fmla="*/ 0 w 59"/>
                  <a:gd name="T3" fmla="*/ 48 h 91"/>
                  <a:gd name="T4" fmla="*/ 8 w 59"/>
                  <a:gd name="T5" fmla="*/ 54 h 91"/>
                  <a:gd name="T6" fmla="*/ 5 w 59"/>
                  <a:gd name="T7" fmla="*/ 39 h 91"/>
                  <a:gd name="T8" fmla="*/ 25 w 59"/>
                  <a:gd name="T9" fmla="*/ 0 h 91"/>
                  <a:gd name="T10" fmla="*/ 25 w 59"/>
                  <a:gd name="T11" fmla="*/ 0 h 91"/>
                  <a:gd name="T12" fmla="*/ 20 w 59"/>
                  <a:gd name="T13" fmla="*/ 63 h 91"/>
                  <a:gd name="T14" fmla="*/ 59 w 59"/>
                  <a:gd name="T15" fmla="*/ 91 h 91"/>
                  <a:gd name="T16" fmla="*/ 25 w 59"/>
                  <a:gd name="T1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91">
                    <a:moveTo>
                      <a:pt x="5" y="39"/>
                    </a:moveTo>
                    <a:lnTo>
                      <a:pt x="0" y="48"/>
                    </a:lnTo>
                    <a:lnTo>
                      <a:pt x="8" y="54"/>
                    </a:lnTo>
                    <a:lnTo>
                      <a:pt x="5" y="39"/>
                    </a:lnTo>
                    <a:close/>
                    <a:moveTo>
                      <a:pt x="25" y="0"/>
                    </a:moveTo>
                    <a:lnTo>
                      <a:pt x="25" y="0"/>
                    </a:lnTo>
                    <a:lnTo>
                      <a:pt x="20" y="63"/>
                    </a:lnTo>
                    <a:lnTo>
                      <a:pt x="59" y="91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9" name="Freeform 784"/>
              <p:cNvSpPr>
                <a:spLocks noEditPoints="1"/>
              </p:cNvSpPr>
              <p:nvPr userDrawn="1"/>
            </p:nvSpPr>
            <p:spPr bwMode="auto">
              <a:xfrm>
                <a:off x="710" y="1302"/>
                <a:ext cx="59" cy="91"/>
              </a:xfrm>
              <a:custGeom>
                <a:avLst/>
                <a:gdLst>
                  <a:gd name="T0" fmla="*/ 5 w 59"/>
                  <a:gd name="T1" fmla="*/ 39 h 91"/>
                  <a:gd name="T2" fmla="*/ 0 w 59"/>
                  <a:gd name="T3" fmla="*/ 48 h 91"/>
                  <a:gd name="T4" fmla="*/ 8 w 59"/>
                  <a:gd name="T5" fmla="*/ 54 h 91"/>
                  <a:gd name="T6" fmla="*/ 5 w 59"/>
                  <a:gd name="T7" fmla="*/ 39 h 91"/>
                  <a:gd name="T8" fmla="*/ 25 w 59"/>
                  <a:gd name="T9" fmla="*/ 0 h 91"/>
                  <a:gd name="T10" fmla="*/ 25 w 59"/>
                  <a:gd name="T11" fmla="*/ 0 h 91"/>
                  <a:gd name="T12" fmla="*/ 20 w 59"/>
                  <a:gd name="T13" fmla="*/ 63 h 91"/>
                  <a:gd name="T14" fmla="*/ 59 w 59"/>
                  <a:gd name="T15" fmla="*/ 91 h 91"/>
                  <a:gd name="T16" fmla="*/ 25 w 59"/>
                  <a:gd name="T1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91">
                    <a:moveTo>
                      <a:pt x="5" y="39"/>
                    </a:moveTo>
                    <a:lnTo>
                      <a:pt x="0" y="48"/>
                    </a:lnTo>
                    <a:lnTo>
                      <a:pt x="8" y="54"/>
                    </a:lnTo>
                    <a:lnTo>
                      <a:pt x="5" y="39"/>
                    </a:lnTo>
                    <a:moveTo>
                      <a:pt x="25" y="0"/>
                    </a:moveTo>
                    <a:lnTo>
                      <a:pt x="25" y="0"/>
                    </a:lnTo>
                    <a:lnTo>
                      <a:pt x="20" y="63"/>
                    </a:lnTo>
                    <a:lnTo>
                      <a:pt x="59" y="91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0" name="Freeform 785"/>
              <p:cNvSpPr>
                <a:spLocks/>
              </p:cNvSpPr>
              <p:nvPr userDrawn="1"/>
            </p:nvSpPr>
            <p:spPr bwMode="auto">
              <a:xfrm>
                <a:off x="715" y="1302"/>
                <a:ext cx="20" cy="63"/>
              </a:xfrm>
              <a:custGeom>
                <a:avLst/>
                <a:gdLst>
                  <a:gd name="T0" fmla="*/ 20 w 20"/>
                  <a:gd name="T1" fmla="*/ 0 h 63"/>
                  <a:gd name="T2" fmla="*/ 0 w 20"/>
                  <a:gd name="T3" fmla="*/ 39 h 63"/>
                  <a:gd name="T4" fmla="*/ 3 w 20"/>
                  <a:gd name="T5" fmla="*/ 54 h 63"/>
                  <a:gd name="T6" fmla="*/ 15 w 20"/>
                  <a:gd name="T7" fmla="*/ 63 h 63"/>
                  <a:gd name="T8" fmla="*/ 20 w 20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63">
                    <a:moveTo>
                      <a:pt x="20" y="0"/>
                    </a:moveTo>
                    <a:lnTo>
                      <a:pt x="0" y="39"/>
                    </a:lnTo>
                    <a:lnTo>
                      <a:pt x="3" y="54"/>
                    </a:lnTo>
                    <a:lnTo>
                      <a:pt x="15" y="63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1" name="Freeform 786"/>
              <p:cNvSpPr>
                <a:spLocks/>
              </p:cNvSpPr>
              <p:nvPr userDrawn="1"/>
            </p:nvSpPr>
            <p:spPr bwMode="auto">
              <a:xfrm>
                <a:off x="715" y="1302"/>
                <a:ext cx="20" cy="63"/>
              </a:xfrm>
              <a:custGeom>
                <a:avLst/>
                <a:gdLst>
                  <a:gd name="T0" fmla="*/ 20 w 20"/>
                  <a:gd name="T1" fmla="*/ 0 h 63"/>
                  <a:gd name="T2" fmla="*/ 0 w 20"/>
                  <a:gd name="T3" fmla="*/ 39 h 63"/>
                  <a:gd name="T4" fmla="*/ 3 w 20"/>
                  <a:gd name="T5" fmla="*/ 54 h 63"/>
                  <a:gd name="T6" fmla="*/ 15 w 20"/>
                  <a:gd name="T7" fmla="*/ 63 h 63"/>
                  <a:gd name="T8" fmla="*/ 20 w 20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63">
                    <a:moveTo>
                      <a:pt x="20" y="0"/>
                    </a:moveTo>
                    <a:lnTo>
                      <a:pt x="0" y="39"/>
                    </a:lnTo>
                    <a:lnTo>
                      <a:pt x="3" y="54"/>
                    </a:lnTo>
                    <a:lnTo>
                      <a:pt x="15" y="63"/>
                    </a:lnTo>
                    <a:lnTo>
                      <a:pt x="2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2" name="Freeform 787"/>
              <p:cNvSpPr>
                <a:spLocks/>
              </p:cNvSpPr>
              <p:nvPr userDrawn="1"/>
            </p:nvSpPr>
            <p:spPr bwMode="auto">
              <a:xfrm>
                <a:off x="1257" y="1369"/>
                <a:ext cx="143" cy="96"/>
              </a:xfrm>
              <a:custGeom>
                <a:avLst/>
                <a:gdLst>
                  <a:gd name="T0" fmla="*/ 0 w 143"/>
                  <a:gd name="T1" fmla="*/ 0 h 96"/>
                  <a:gd name="T2" fmla="*/ 38 w 143"/>
                  <a:gd name="T3" fmla="*/ 80 h 96"/>
                  <a:gd name="T4" fmla="*/ 86 w 143"/>
                  <a:gd name="T5" fmla="*/ 96 h 96"/>
                  <a:gd name="T6" fmla="*/ 143 w 143"/>
                  <a:gd name="T7" fmla="*/ 64 h 96"/>
                  <a:gd name="T8" fmla="*/ 0 w 143"/>
                  <a:gd name="T9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96">
                    <a:moveTo>
                      <a:pt x="0" y="0"/>
                    </a:moveTo>
                    <a:lnTo>
                      <a:pt x="38" y="80"/>
                    </a:lnTo>
                    <a:lnTo>
                      <a:pt x="86" y="96"/>
                    </a:lnTo>
                    <a:lnTo>
                      <a:pt x="143" y="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3" name="Freeform 788"/>
              <p:cNvSpPr>
                <a:spLocks/>
              </p:cNvSpPr>
              <p:nvPr userDrawn="1"/>
            </p:nvSpPr>
            <p:spPr bwMode="auto">
              <a:xfrm>
                <a:off x="1257" y="1369"/>
                <a:ext cx="143" cy="96"/>
              </a:xfrm>
              <a:custGeom>
                <a:avLst/>
                <a:gdLst>
                  <a:gd name="T0" fmla="*/ 0 w 143"/>
                  <a:gd name="T1" fmla="*/ 0 h 96"/>
                  <a:gd name="T2" fmla="*/ 38 w 143"/>
                  <a:gd name="T3" fmla="*/ 80 h 96"/>
                  <a:gd name="T4" fmla="*/ 86 w 143"/>
                  <a:gd name="T5" fmla="*/ 96 h 96"/>
                  <a:gd name="T6" fmla="*/ 143 w 143"/>
                  <a:gd name="T7" fmla="*/ 64 h 96"/>
                  <a:gd name="T8" fmla="*/ 0 w 143"/>
                  <a:gd name="T9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96">
                    <a:moveTo>
                      <a:pt x="0" y="0"/>
                    </a:moveTo>
                    <a:lnTo>
                      <a:pt x="38" y="80"/>
                    </a:lnTo>
                    <a:lnTo>
                      <a:pt x="86" y="96"/>
                    </a:lnTo>
                    <a:lnTo>
                      <a:pt x="143" y="6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4" name="Freeform 789"/>
              <p:cNvSpPr>
                <a:spLocks/>
              </p:cNvSpPr>
              <p:nvPr userDrawn="1"/>
            </p:nvSpPr>
            <p:spPr bwMode="auto">
              <a:xfrm>
                <a:off x="1309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2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5" name="Freeform 790"/>
              <p:cNvSpPr>
                <a:spLocks/>
              </p:cNvSpPr>
              <p:nvPr userDrawn="1"/>
            </p:nvSpPr>
            <p:spPr bwMode="auto">
              <a:xfrm>
                <a:off x="1309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2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2" y="1"/>
                    </a:ln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6" name="Freeform 791"/>
              <p:cNvSpPr>
                <a:spLocks/>
              </p:cNvSpPr>
              <p:nvPr userDrawn="1"/>
            </p:nvSpPr>
            <p:spPr bwMode="auto">
              <a:xfrm>
                <a:off x="1295" y="1449"/>
                <a:ext cx="48" cy="22"/>
              </a:xfrm>
              <a:custGeom>
                <a:avLst/>
                <a:gdLst>
                  <a:gd name="T0" fmla="*/ 0 w 48"/>
                  <a:gd name="T1" fmla="*/ 0 h 22"/>
                  <a:gd name="T2" fmla="*/ 9 w 48"/>
                  <a:gd name="T3" fmla="*/ 22 h 22"/>
                  <a:gd name="T4" fmla="*/ 44 w 48"/>
                  <a:gd name="T5" fmla="*/ 19 h 22"/>
                  <a:gd name="T6" fmla="*/ 48 w 48"/>
                  <a:gd name="T7" fmla="*/ 16 h 22"/>
                  <a:gd name="T8" fmla="*/ 0 w 48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22">
                    <a:moveTo>
                      <a:pt x="0" y="0"/>
                    </a:moveTo>
                    <a:lnTo>
                      <a:pt x="9" y="22"/>
                    </a:lnTo>
                    <a:lnTo>
                      <a:pt x="44" y="19"/>
                    </a:lnTo>
                    <a:lnTo>
                      <a:pt x="48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7" name="Freeform 792"/>
              <p:cNvSpPr>
                <a:spLocks/>
              </p:cNvSpPr>
              <p:nvPr userDrawn="1"/>
            </p:nvSpPr>
            <p:spPr bwMode="auto">
              <a:xfrm>
                <a:off x="1295" y="1449"/>
                <a:ext cx="48" cy="22"/>
              </a:xfrm>
              <a:custGeom>
                <a:avLst/>
                <a:gdLst>
                  <a:gd name="T0" fmla="*/ 0 w 48"/>
                  <a:gd name="T1" fmla="*/ 0 h 22"/>
                  <a:gd name="T2" fmla="*/ 9 w 48"/>
                  <a:gd name="T3" fmla="*/ 22 h 22"/>
                  <a:gd name="T4" fmla="*/ 44 w 48"/>
                  <a:gd name="T5" fmla="*/ 19 h 22"/>
                  <a:gd name="T6" fmla="*/ 48 w 48"/>
                  <a:gd name="T7" fmla="*/ 16 h 22"/>
                  <a:gd name="T8" fmla="*/ 0 w 48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22">
                    <a:moveTo>
                      <a:pt x="0" y="0"/>
                    </a:moveTo>
                    <a:lnTo>
                      <a:pt x="9" y="22"/>
                    </a:lnTo>
                    <a:lnTo>
                      <a:pt x="44" y="19"/>
                    </a:lnTo>
                    <a:lnTo>
                      <a:pt x="48" y="1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8" name="Freeform 793"/>
              <p:cNvSpPr>
                <a:spLocks/>
              </p:cNvSpPr>
              <p:nvPr userDrawn="1"/>
            </p:nvSpPr>
            <p:spPr bwMode="auto">
              <a:xfrm>
                <a:off x="1304" y="1468"/>
                <a:ext cx="35" cy="16"/>
              </a:xfrm>
              <a:custGeom>
                <a:avLst/>
                <a:gdLst>
                  <a:gd name="T0" fmla="*/ 35 w 35"/>
                  <a:gd name="T1" fmla="*/ 0 h 16"/>
                  <a:gd name="T2" fmla="*/ 0 w 35"/>
                  <a:gd name="T3" fmla="*/ 3 h 16"/>
                  <a:gd name="T4" fmla="*/ 5 w 35"/>
                  <a:gd name="T5" fmla="*/ 16 h 16"/>
                  <a:gd name="T6" fmla="*/ 8 w 35"/>
                  <a:gd name="T7" fmla="*/ 16 h 16"/>
                  <a:gd name="T8" fmla="*/ 35 w 35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6">
                    <a:moveTo>
                      <a:pt x="35" y="0"/>
                    </a:moveTo>
                    <a:lnTo>
                      <a:pt x="0" y="3"/>
                    </a:lnTo>
                    <a:lnTo>
                      <a:pt x="5" y="16"/>
                    </a:lnTo>
                    <a:lnTo>
                      <a:pt x="8" y="16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9" name="Freeform 794"/>
              <p:cNvSpPr>
                <a:spLocks/>
              </p:cNvSpPr>
              <p:nvPr userDrawn="1"/>
            </p:nvSpPr>
            <p:spPr bwMode="auto">
              <a:xfrm>
                <a:off x="1304" y="1468"/>
                <a:ext cx="35" cy="16"/>
              </a:xfrm>
              <a:custGeom>
                <a:avLst/>
                <a:gdLst>
                  <a:gd name="T0" fmla="*/ 35 w 35"/>
                  <a:gd name="T1" fmla="*/ 0 h 16"/>
                  <a:gd name="T2" fmla="*/ 0 w 35"/>
                  <a:gd name="T3" fmla="*/ 3 h 16"/>
                  <a:gd name="T4" fmla="*/ 5 w 35"/>
                  <a:gd name="T5" fmla="*/ 16 h 16"/>
                  <a:gd name="T6" fmla="*/ 8 w 35"/>
                  <a:gd name="T7" fmla="*/ 16 h 16"/>
                  <a:gd name="T8" fmla="*/ 35 w 35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6">
                    <a:moveTo>
                      <a:pt x="35" y="0"/>
                    </a:moveTo>
                    <a:lnTo>
                      <a:pt x="0" y="3"/>
                    </a:lnTo>
                    <a:lnTo>
                      <a:pt x="5" y="16"/>
                    </a:lnTo>
                    <a:lnTo>
                      <a:pt x="8" y="16"/>
                    </a:lnTo>
                    <a:lnTo>
                      <a:pt x="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0" name="Freeform 795"/>
              <p:cNvSpPr>
                <a:spLocks/>
              </p:cNvSpPr>
              <p:nvPr userDrawn="1"/>
            </p:nvSpPr>
            <p:spPr bwMode="auto">
              <a:xfrm>
                <a:off x="1099" y="982"/>
                <a:ext cx="94" cy="67"/>
              </a:xfrm>
              <a:custGeom>
                <a:avLst/>
                <a:gdLst>
                  <a:gd name="T0" fmla="*/ 94 w 94"/>
                  <a:gd name="T1" fmla="*/ 0 h 67"/>
                  <a:gd name="T2" fmla="*/ 0 w 94"/>
                  <a:gd name="T3" fmla="*/ 67 h 67"/>
                  <a:gd name="T4" fmla="*/ 62 w 94"/>
                  <a:gd name="T5" fmla="*/ 50 h 67"/>
                  <a:gd name="T6" fmla="*/ 94 w 94"/>
                  <a:gd name="T7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67">
                    <a:moveTo>
                      <a:pt x="94" y="0"/>
                    </a:moveTo>
                    <a:lnTo>
                      <a:pt x="0" y="67"/>
                    </a:lnTo>
                    <a:lnTo>
                      <a:pt x="62" y="5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1" name="Freeform 796"/>
              <p:cNvSpPr>
                <a:spLocks/>
              </p:cNvSpPr>
              <p:nvPr userDrawn="1"/>
            </p:nvSpPr>
            <p:spPr bwMode="auto">
              <a:xfrm>
                <a:off x="1099" y="982"/>
                <a:ext cx="94" cy="67"/>
              </a:xfrm>
              <a:custGeom>
                <a:avLst/>
                <a:gdLst>
                  <a:gd name="T0" fmla="*/ 94 w 94"/>
                  <a:gd name="T1" fmla="*/ 0 h 67"/>
                  <a:gd name="T2" fmla="*/ 0 w 94"/>
                  <a:gd name="T3" fmla="*/ 67 h 67"/>
                  <a:gd name="T4" fmla="*/ 62 w 94"/>
                  <a:gd name="T5" fmla="*/ 50 h 67"/>
                  <a:gd name="T6" fmla="*/ 94 w 94"/>
                  <a:gd name="T7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67">
                    <a:moveTo>
                      <a:pt x="94" y="0"/>
                    </a:moveTo>
                    <a:lnTo>
                      <a:pt x="0" y="67"/>
                    </a:lnTo>
                    <a:lnTo>
                      <a:pt x="62" y="50"/>
                    </a:lnTo>
                    <a:lnTo>
                      <a:pt x="9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2" name="Freeform 797"/>
              <p:cNvSpPr>
                <a:spLocks/>
              </p:cNvSpPr>
              <p:nvPr userDrawn="1"/>
            </p:nvSpPr>
            <p:spPr bwMode="auto">
              <a:xfrm>
                <a:off x="1199" y="1059"/>
                <a:ext cx="119" cy="79"/>
              </a:xfrm>
              <a:custGeom>
                <a:avLst/>
                <a:gdLst>
                  <a:gd name="T0" fmla="*/ 119 w 119"/>
                  <a:gd name="T1" fmla="*/ 0 h 79"/>
                  <a:gd name="T2" fmla="*/ 0 w 119"/>
                  <a:gd name="T3" fmla="*/ 39 h 79"/>
                  <a:gd name="T4" fmla="*/ 115 w 119"/>
                  <a:gd name="T5" fmla="*/ 79 h 79"/>
                  <a:gd name="T6" fmla="*/ 119 w 119"/>
                  <a:gd name="T7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9" h="79">
                    <a:moveTo>
                      <a:pt x="119" y="0"/>
                    </a:moveTo>
                    <a:lnTo>
                      <a:pt x="0" y="39"/>
                    </a:lnTo>
                    <a:lnTo>
                      <a:pt x="115" y="7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3" name="Freeform 798"/>
              <p:cNvSpPr>
                <a:spLocks/>
              </p:cNvSpPr>
              <p:nvPr userDrawn="1"/>
            </p:nvSpPr>
            <p:spPr bwMode="auto">
              <a:xfrm>
                <a:off x="1199" y="1059"/>
                <a:ext cx="119" cy="79"/>
              </a:xfrm>
              <a:custGeom>
                <a:avLst/>
                <a:gdLst>
                  <a:gd name="T0" fmla="*/ 119 w 119"/>
                  <a:gd name="T1" fmla="*/ 0 h 79"/>
                  <a:gd name="T2" fmla="*/ 0 w 119"/>
                  <a:gd name="T3" fmla="*/ 39 h 79"/>
                  <a:gd name="T4" fmla="*/ 115 w 119"/>
                  <a:gd name="T5" fmla="*/ 79 h 79"/>
                  <a:gd name="T6" fmla="*/ 119 w 119"/>
                  <a:gd name="T7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9" h="79">
                    <a:moveTo>
                      <a:pt x="119" y="0"/>
                    </a:moveTo>
                    <a:lnTo>
                      <a:pt x="0" y="39"/>
                    </a:lnTo>
                    <a:lnTo>
                      <a:pt x="115" y="79"/>
                    </a:lnTo>
                    <a:lnTo>
                      <a:pt x="1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4" name="Freeform 799"/>
              <p:cNvSpPr>
                <a:spLocks noEditPoints="1"/>
              </p:cNvSpPr>
              <p:nvPr userDrawn="1"/>
            </p:nvSpPr>
            <p:spPr bwMode="auto">
              <a:xfrm>
                <a:off x="1161" y="953"/>
                <a:ext cx="139" cy="79"/>
              </a:xfrm>
              <a:custGeom>
                <a:avLst/>
                <a:gdLst>
                  <a:gd name="T0" fmla="*/ 61 w 112"/>
                  <a:gd name="T1" fmla="*/ 14 h 64"/>
                  <a:gd name="T2" fmla="*/ 26 w 112"/>
                  <a:gd name="T3" fmla="*/ 24 h 64"/>
                  <a:gd name="T4" fmla="*/ 0 w 112"/>
                  <a:gd name="T5" fmla="*/ 64 h 64"/>
                  <a:gd name="T6" fmla="*/ 74 w 112"/>
                  <a:gd name="T7" fmla="*/ 22 h 64"/>
                  <a:gd name="T8" fmla="*/ 61 w 112"/>
                  <a:gd name="T9" fmla="*/ 14 h 64"/>
                  <a:gd name="T10" fmla="*/ 112 w 112"/>
                  <a:gd name="T11" fmla="*/ 0 h 64"/>
                  <a:gd name="T12" fmla="*/ 81 w 112"/>
                  <a:gd name="T13" fmla="*/ 9 h 64"/>
                  <a:gd name="T14" fmla="*/ 101 w 112"/>
                  <a:gd name="T15" fmla="*/ 7 h 64"/>
                  <a:gd name="T16" fmla="*/ 112 w 112"/>
                  <a:gd name="T1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2" h="64">
                    <a:moveTo>
                      <a:pt x="61" y="1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74" y="22"/>
                      <a:pt x="74" y="22"/>
                      <a:pt x="74" y="22"/>
                    </a:cubicBezTo>
                    <a:cubicBezTo>
                      <a:pt x="70" y="20"/>
                      <a:pt x="65" y="17"/>
                      <a:pt x="61" y="14"/>
                    </a:cubicBezTo>
                    <a:moveTo>
                      <a:pt x="112" y="0"/>
                    </a:moveTo>
                    <a:cubicBezTo>
                      <a:pt x="81" y="9"/>
                      <a:pt x="81" y="9"/>
                      <a:pt x="81" y="9"/>
                    </a:cubicBezTo>
                    <a:cubicBezTo>
                      <a:pt x="101" y="7"/>
                      <a:pt x="101" y="7"/>
                      <a:pt x="101" y="7"/>
                    </a:cubicBezTo>
                    <a:cubicBezTo>
                      <a:pt x="112" y="0"/>
                      <a:pt x="112" y="0"/>
                      <a:pt x="11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5" name="Freeform 800"/>
              <p:cNvSpPr>
                <a:spLocks noEditPoints="1"/>
              </p:cNvSpPr>
              <p:nvPr userDrawn="1"/>
            </p:nvSpPr>
            <p:spPr bwMode="auto">
              <a:xfrm>
                <a:off x="1300" y="953"/>
                <a:ext cx="105" cy="28"/>
              </a:xfrm>
              <a:custGeom>
                <a:avLst/>
                <a:gdLst>
                  <a:gd name="T0" fmla="*/ 45 w 85"/>
                  <a:gd name="T1" fmla="*/ 3 h 23"/>
                  <a:gd name="T2" fmla="*/ 38 w 85"/>
                  <a:gd name="T3" fmla="*/ 23 h 23"/>
                  <a:gd name="T4" fmla="*/ 85 w 85"/>
                  <a:gd name="T5" fmla="*/ 7 h 23"/>
                  <a:gd name="T6" fmla="*/ 45 w 85"/>
                  <a:gd name="T7" fmla="*/ 3 h 23"/>
                  <a:gd name="T8" fmla="*/ 0 w 85"/>
                  <a:gd name="T9" fmla="*/ 0 h 23"/>
                  <a:gd name="T10" fmla="*/ 5 w 85"/>
                  <a:gd name="T11" fmla="*/ 5 h 23"/>
                  <a:gd name="T12" fmla="*/ 29 w 85"/>
                  <a:gd name="T13" fmla="*/ 2 h 23"/>
                  <a:gd name="T14" fmla="*/ 0 w 85"/>
                  <a:gd name="T1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5" h="23">
                    <a:moveTo>
                      <a:pt x="45" y="3"/>
                    </a:moveTo>
                    <a:cubicBezTo>
                      <a:pt x="43" y="10"/>
                      <a:pt x="40" y="16"/>
                      <a:pt x="38" y="23"/>
                    </a:cubicBezTo>
                    <a:cubicBezTo>
                      <a:pt x="85" y="7"/>
                      <a:pt x="85" y="7"/>
                      <a:pt x="85" y="7"/>
                    </a:cubicBezTo>
                    <a:cubicBezTo>
                      <a:pt x="82" y="6"/>
                      <a:pt x="64" y="4"/>
                      <a:pt x="45" y="3"/>
                    </a:cubicBezTo>
                    <a:moveTo>
                      <a:pt x="0" y="0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14" y="1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6" name="Freeform 801"/>
              <p:cNvSpPr>
                <a:spLocks noEditPoints="1"/>
              </p:cNvSpPr>
              <p:nvPr userDrawn="1"/>
            </p:nvSpPr>
            <p:spPr bwMode="auto">
              <a:xfrm>
                <a:off x="1231" y="953"/>
                <a:ext cx="125" cy="73"/>
              </a:xfrm>
              <a:custGeom>
                <a:avLst/>
                <a:gdLst>
                  <a:gd name="T0" fmla="*/ 80 w 101"/>
                  <a:gd name="T1" fmla="*/ 27 h 59"/>
                  <a:gd name="T2" fmla="*/ 42 w 101"/>
                  <a:gd name="T3" fmla="*/ 37 h 59"/>
                  <a:gd name="T4" fmla="*/ 78 w 101"/>
                  <a:gd name="T5" fmla="*/ 59 h 59"/>
                  <a:gd name="T6" fmla="*/ 89 w 101"/>
                  <a:gd name="T7" fmla="*/ 31 h 59"/>
                  <a:gd name="T8" fmla="*/ 80 w 101"/>
                  <a:gd name="T9" fmla="*/ 27 h 59"/>
                  <a:gd name="T10" fmla="*/ 93 w 101"/>
                  <a:gd name="T11" fmla="*/ 23 h 59"/>
                  <a:gd name="T12" fmla="*/ 80 w 101"/>
                  <a:gd name="T13" fmla="*/ 27 h 59"/>
                  <a:gd name="T14" fmla="*/ 91 w 101"/>
                  <a:gd name="T15" fmla="*/ 27 h 59"/>
                  <a:gd name="T16" fmla="*/ 93 w 101"/>
                  <a:gd name="T17" fmla="*/ 23 h 59"/>
                  <a:gd name="T18" fmla="*/ 24 w 101"/>
                  <a:gd name="T19" fmla="*/ 9 h 59"/>
                  <a:gd name="T20" fmla="*/ 0 w 101"/>
                  <a:gd name="T21" fmla="*/ 12 h 59"/>
                  <a:gd name="T22" fmla="*/ 4 w 101"/>
                  <a:gd name="T23" fmla="*/ 14 h 59"/>
                  <a:gd name="T24" fmla="*/ 24 w 101"/>
                  <a:gd name="T25" fmla="*/ 9 h 59"/>
                  <a:gd name="T26" fmla="*/ 101 w 101"/>
                  <a:gd name="T27" fmla="*/ 0 h 59"/>
                  <a:gd name="T28" fmla="*/ 84 w 101"/>
                  <a:gd name="T29" fmla="*/ 2 h 59"/>
                  <a:gd name="T30" fmla="*/ 100 w 101"/>
                  <a:gd name="T31" fmla="*/ 3 h 59"/>
                  <a:gd name="T32" fmla="*/ 101 w 101"/>
                  <a:gd name="T3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1" h="59">
                    <a:moveTo>
                      <a:pt x="80" y="27"/>
                    </a:moveTo>
                    <a:cubicBezTo>
                      <a:pt x="42" y="37"/>
                      <a:pt x="42" y="37"/>
                      <a:pt x="42" y="37"/>
                    </a:cubicBezTo>
                    <a:cubicBezTo>
                      <a:pt x="54" y="45"/>
                      <a:pt x="66" y="52"/>
                      <a:pt x="78" y="59"/>
                    </a:cubicBezTo>
                    <a:cubicBezTo>
                      <a:pt x="82" y="50"/>
                      <a:pt x="86" y="40"/>
                      <a:pt x="89" y="31"/>
                    </a:cubicBezTo>
                    <a:cubicBezTo>
                      <a:pt x="80" y="27"/>
                      <a:pt x="80" y="27"/>
                      <a:pt x="80" y="27"/>
                    </a:cubicBezTo>
                    <a:moveTo>
                      <a:pt x="93" y="23"/>
                    </a:moveTo>
                    <a:cubicBezTo>
                      <a:pt x="80" y="27"/>
                      <a:pt x="80" y="27"/>
                      <a:pt x="80" y="27"/>
                    </a:cubicBezTo>
                    <a:cubicBezTo>
                      <a:pt x="91" y="27"/>
                      <a:pt x="91" y="27"/>
                      <a:pt x="91" y="27"/>
                    </a:cubicBezTo>
                    <a:cubicBezTo>
                      <a:pt x="91" y="26"/>
                      <a:pt x="92" y="24"/>
                      <a:pt x="93" y="23"/>
                    </a:cubicBezTo>
                    <a:moveTo>
                      <a:pt x="24" y="9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" y="13"/>
                      <a:pt x="3" y="14"/>
                      <a:pt x="4" y="14"/>
                    </a:cubicBezTo>
                    <a:cubicBezTo>
                      <a:pt x="24" y="9"/>
                      <a:pt x="24" y="9"/>
                      <a:pt x="24" y="9"/>
                    </a:cubicBezTo>
                    <a:moveTo>
                      <a:pt x="101" y="0"/>
                    </a:moveTo>
                    <a:cubicBezTo>
                      <a:pt x="84" y="2"/>
                      <a:pt x="84" y="2"/>
                      <a:pt x="84" y="2"/>
                    </a:cubicBezTo>
                    <a:cubicBezTo>
                      <a:pt x="89" y="2"/>
                      <a:pt x="95" y="3"/>
                      <a:pt x="100" y="3"/>
                    </a:cubicBezTo>
                    <a:cubicBezTo>
                      <a:pt x="101" y="2"/>
                      <a:pt x="101" y="1"/>
                      <a:pt x="101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7" name="Freeform 802"/>
              <p:cNvSpPr>
                <a:spLocks/>
              </p:cNvSpPr>
              <p:nvPr userDrawn="1"/>
            </p:nvSpPr>
            <p:spPr bwMode="auto">
              <a:xfrm>
                <a:off x="1236" y="961"/>
                <a:ext cx="50" cy="19"/>
              </a:xfrm>
              <a:custGeom>
                <a:avLst/>
                <a:gdLst>
                  <a:gd name="T0" fmla="*/ 40 w 40"/>
                  <a:gd name="T1" fmla="*/ 0 h 15"/>
                  <a:gd name="T2" fmla="*/ 20 w 40"/>
                  <a:gd name="T3" fmla="*/ 2 h 15"/>
                  <a:gd name="T4" fmla="*/ 0 w 40"/>
                  <a:gd name="T5" fmla="*/ 7 h 15"/>
                  <a:gd name="T6" fmla="*/ 13 w 40"/>
                  <a:gd name="T7" fmla="*/ 15 h 15"/>
                  <a:gd name="T8" fmla="*/ 40 w 40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5">
                    <a:moveTo>
                      <a:pt x="40" y="0"/>
                    </a:moveTo>
                    <a:cubicBezTo>
                      <a:pt x="20" y="2"/>
                      <a:pt x="20" y="2"/>
                      <a:pt x="20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4" y="10"/>
                      <a:pt x="9" y="13"/>
                      <a:pt x="13" y="15"/>
                    </a:cubicBez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8" name="Freeform 803"/>
              <p:cNvSpPr>
                <a:spLocks/>
              </p:cNvSpPr>
              <p:nvPr userDrawn="1"/>
            </p:nvSpPr>
            <p:spPr bwMode="auto">
              <a:xfrm>
                <a:off x="1306" y="955"/>
                <a:ext cx="49" cy="31"/>
              </a:xfrm>
              <a:custGeom>
                <a:avLst/>
                <a:gdLst>
                  <a:gd name="T0" fmla="*/ 24 w 40"/>
                  <a:gd name="T1" fmla="*/ 0 h 25"/>
                  <a:gd name="T2" fmla="*/ 0 w 40"/>
                  <a:gd name="T3" fmla="*/ 3 h 25"/>
                  <a:gd name="T4" fmla="*/ 20 w 40"/>
                  <a:gd name="T5" fmla="*/ 25 h 25"/>
                  <a:gd name="T6" fmla="*/ 33 w 40"/>
                  <a:gd name="T7" fmla="*/ 21 h 25"/>
                  <a:gd name="T8" fmla="*/ 40 w 40"/>
                  <a:gd name="T9" fmla="*/ 1 h 25"/>
                  <a:gd name="T10" fmla="*/ 24 w 40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" h="25">
                    <a:moveTo>
                      <a:pt x="24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20" y="25"/>
                      <a:pt x="20" y="25"/>
                      <a:pt x="20" y="25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5" y="14"/>
                      <a:pt x="38" y="8"/>
                      <a:pt x="40" y="1"/>
                    </a:cubicBezTo>
                    <a:cubicBezTo>
                      <a:pt x="35" y="1"/>
                      <a:pt x="29" y="0"/>
                      <a:pt x="24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9" name="Freeform 804"/>
              <p:cNvSpPr>
                <a:spLocks/>
              </p:cNvSpPr>
              <p:nvPr userDrawn="1"/>
            </p:nvSpPr>
            <p:spPr bwMode="auto">
              <a:xfrm>
                <a:off x="1405" y="961"/>
                <a:ext cx="90" cy="34"/>
              </a:xfrm>
              <a:custGeom>
                <a:avLst/>
                <a:gdLst>
                  <a:gd name="T0" fmla="*/ 0 w 73"/>
                  <a:gd name="T1" fmla="*/ 0 h 27"/>
                  <a:gd name="T2" fmla="*/ 5 w 73"/>
                  <a:gd name="T3" fmla="*/ 24 h 27"/>
                  <a:gd name="T4" fmla="*/ 73 w 73"/>
                  <a:gd name="T5" fmla="*/ 27 h 27"/>
                  <a:gd name="T6" fmla="*/ 0 w 73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27">
                    <a:moveTo>
                      <a:pt x="0" y="0"/>
                    </a:moveTo>
                    <a:cubicBezTo>
                      <a:pt x="2" y="8"/>
                      <a:pt x="4" y="16"/>
                      <a:pt x="5" y="24"/>
                    </a:cubicBezTo>
                    <a:cubicBezTo>
                      <a:pt x="73" y="27"/>
                      <a:pt x="73" y="27"/>
                      <a:pt x="73" y="2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0" name="Freeform 805"/>
              <p:cNvSpPr>
                <a:spLocks/>
              </p:cNvSpPr>
              <p:nvPr userDrawn="1"/>
            </p:nvSpPr>
            <p:spPr bwMode="auto">
              <a:xfrm>
                <a:off x="1342" y="986"/>
                <a:ext cx="153" cy="57"/>
              </a:xfrm>
              <a:custGeom>
                <a:avLst/>
                <a:gdLst>
                  <a:gd name="T0" fmla="*/ 2 w 124"/>
                  <a:gd name="T1" fmla="*/ 0 h 46"/>
                  <a:gd name="T2" fmla="*/ 0 w 124"/>
                  <a:gd name="T3" fmla="*/ 4 h 46"/>
                  <a:gd name="T4" fmla="*/ 97 w 124"/>
                  <a:gd name="T5" fmla="*/ 46 h 46"/>
                  <a:gd name="T6" fmla="*/ 124 w 124"/>
                  <a:gd name="T7" fmla="*/ 7 h 46"/>
                  <a:gd name="T8" fmla="*/ 62 w 124"/>
                  <a:gd name="T9" fmla="*/ 30 h 46"/>
                  <a:gd name="T10" fmla="*/ 56 w 124"/>
                  <a:gd name="T11" fmla="*/ 4 h 46"/>
                  <a:gd name="T12" fmla="*/ 2 w 124"/>
                  <a:gd name="T13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4" h="46">
                    <a:moveTo>
                      <a:pt x="2" y="0"/>
                    </a:moveTo>
                    <a:cubicBezTo>
                      <a:pt x="1" y="2"/>
                      <a:pt x="1" y="3"/>
                      <a:pt x="0" y="4"/>
                    </a:cubicBezTo>
                    <a:cubicBezTo>
                      <a:pt x="97" y="46"/>
                      <a:pt x="97" y="46"/>
                      <a:pt x="97" y="46"/>
                    </a:cubicBezTo>
                    <a:cubicBezTo>
                      <a:pt x="124" y="7"/>
                      <a:pt x="124" y="7"/>
                      <a:pt x="124" y="7"/>
                    </a:cubicBezTo>
                    <a:cubicBezTo>
                      <a:pt x="103" y="15"/>
                      <a:pt x="82" y="23"/>
                      <a:pt x="62" y="30"/>
                    </a:cubicBezTo>
                    <a:cubicBezTo>
                      <a:pt x="60" y="21"/>
                      <a:pt x="58" y="13"/>
                      <a:pt x="56" y="4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1" name="Freeform 806"/>
              <p:cNvSpPr>
                <a:spLocks/>
              </p:cNvSpPr>
              <p:nvPr userDrawn="1"/>
            </p:nvSpPr>
            <p:spPr bwMode="auto">
              <a:xfrm>
                <a:off x="1330" y="986"/>
                <a:ext cx="14" cy="5"/>
              </a:xfrm>
              <a:custGeom>
                <a:avLst/>
                <a:gdLst>
                  <a:gd name="T0" fmla="*/ 0 w 11"/>
                  <a:gd name="T1" fmla="*/ 0 h 4"/>
                  <a:gd name="T2" fmla="*/ 0 w 11"/>
                  <a:gd name="T3" fmla="*/ 0 h 4"/>
                  <a:gd name="T4" fmla="*/ 9 w 11"/>
                  <a:gd name="T5" fmla="*/ 4 h 4"/>
                  <a:gd name="T6" fmla="*/ 11 w 11"/>
                  <a:gd name="T7" fmla="*/ 0 h 4"/>
                  <a:gd name="T8" fmla="*/ 0 w 1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3"/>
                      <a:pt x="10" y="2"/>
                      <a:pt x="1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2" name="Freeform 807"/>
              <p:cNvSpPr>
                <a:spLocks/>
              </p:cNvSpPr>
              <p:nvPr userDrawn="1"/>
            </p:nvSpPr>
            <p:spPr bwMode="auto">
              <a:xfrm>
                <a:off x="1411" y="991"/>
                <a:ext cx="84" cy="32"/>
              </a:xfrm>
              <a:custGeom>
                <a:avLst/>
                <a:gdLst>
                  <a:gd name="T0" fmla="*/ 0 w 68"/>
                  <a:gd name="T1" fmla="*/ 0 h 26"/>
                  <a:gd name="T2" fmla="*/ 6 w 68"/>
                  <a:gd name="T3" fmla="*/ 26 h 26"/>
                  <a:gd name="T4" fmla="*/ 68 w 68"/>
                  <a:gd name="T5" fmla="*/ 3 h 26"/>
                  <a:gd name="T6" fmla="*/ 68 w 68"/>
                  <a:gd name="T7" fmla="*/ 3 h 26"/>
                  <a:gd name="T8" fmla="*/ 0 w 68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26">
                    <a:moveTo>
                      <a:pt x="0" y="0"/>
                    </a:moveTo>
                    <a:cubicBezTo>
                      <a:pt x="2" y="9"/>
                      <a:pt x="4" y="17"/>
                      <a:pt x="6" y="26"/>
                    </a:cubicBezTo>
                    <a:cubicBezTo>
                      <a:pt x="26" y="19"/>
                      <a:pt x="47" y="11"/>
                      <a:pt x="68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2" name="Group 1009"/>
            <p:cNvGrpSpPr>
              <a:grpSpLocks/>
            </p:cNvGrpSpPr>
            <p:nvPr userDrawn="1"/>
          </p:nvGrpSpPr>
          <p:grpSpPr bwMode="auto">
            <a:xfrm>
              <a:off x="1196976" y="-138113"/>
              <a:ext cx="4010025" cy="2497138"/>
              <a:chOff x="754" y="-87"/>
              <a:chExt cx="2526" cy="1573"/>
            </a:xfrm>
          </p:grpSpPr>
          <p:sp>
            <p:nvSpPr>
              <p:cNvPr id="373" name="Freeform 809"/>
              <p:cNvSpPr>
                <a:spLocks noEditPoints="1"/>
              </p:cNvSpPr>
              <p:nvPr userDrawn="1"/>
            </p:nvSpPr>
            <p:spPr bwMode="auto">
              <a:xfrm>
                <a:off x="1161" y="953"/>
                <a:ext cx="145" cy="79"/>
              </a:xfrm>
              <a:custGeom>
                <a:avLst/>
                <a:gdLst>
                  <a:gd name="T0" fmla="*/ 74 w 117"/>
                  <a:gd name="T1" fmla="*/ 22 h 64"/>
                  <a:gd name="T2" fmla="*/ 0 w 117"/>
                  <a:gd name="T3" fmla="*/ 64 h 64"/>
                  <a:gd name="T4" fmla="*/ 99 w 117"/>
                  <a:gd name="T5" fmla="*/ 37 h 64"/>
                  <a:gd name="T6" fmla="*/ 74 w 117"/>
                  <a:gd name="T7" fmla="*/ 22 h 64"/>
                  <a:gd name="T8" fmla="*/ 112 w 117"/>
                  <a:gd name="T9" fmla="*/ 0 h 64"/>
                  <a:gd name="T10" fmla="*/ 112 w 117"/>
                  <a:gd name="T11" fmla="*/ 0 h 64"/>
                  <a:gd name="T12" fmla="*/ 101 w 117"/>
                  <a:gd name="T13" fmla="*/ 7 h 64"/>
                  <a:gd name="T14" fmla="*/ 117 w 117"/>
                  <a:gd name="T15" fmla="*/ 5 h 64"/>
                  <a:gd name="T16" fmla="*/ 112 w 117"/>
                  <a:gd name="T17" fmla="*/ 0 h 64"/>
                  <a:gd name="T18" fmla="*/ 112 w 117"/>
                  <a:gd name="T1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7" h="64">
                    <a:moveTo>
                      <a:pt x="74" y="22"/>
                    </a:moveTo>
                    <a:cubicBezTo>
                      <a:pt x="0" y="64"/>
                      <a:pt x="0" y="64"/>
                      <a:pt x="0" y="64"/>
                    </a:cubicBezTo>
                    <a:cubicBezTo>
                      <a:pt x="99" y="37"/>
                      <a:pt x="99" y="37"/>
                      <a:pt x="99" y="37"/>
                    </a:cubicBezTo>
                    <a:cubicBezTo>
                      <a:pt x="91" y="32"/>
                      <a:pt x="82" y="27"/>
                      <a:pt x="74" y="22"/>
                    </a:cubicBezTo>
                    <a:moveTo>
                      <a:pt x="112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01" y="7"/>
                      <a:pt x="101" y="7"/>
                      <a:pt x="101" y="7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0"/>
                      <a:pt x="112" y="0"/>
                      <a:pt x="11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4" name="Freeform 810"/>
              <p:cNvSpPr>
                <a:spLocks/>
              </p:cNvSpPr>
              <p:nvPr userDrawn="1"/>
            </p:nvSpPr>
            <p:spPr bwMode="auto">
              <a:xfrm>
                <a:off x="1253" y="959"/>
                <a:ext cx="77" cy="40"/>
              </a:xfrm>
              <a:custGeom>
                <a:avLst/>
                <a:gdLst>
                  <a:gd name="T0" fmla="*/ 43 w 63"/>
                  <a:gd name="T1" fmla="*/ 0 h 32"/>
                  <a:gd name="T2" fmla="*/ 27 w 63"/>
                  <a:gd name="T3" fmla="*/ 2 h 32"/>
                  <a:gd name="T4" fmla="*/ 0 w 63"/>
                  <a:gd name="T5" fmla="*/ 17 h 32"/>
                  <a:gd name="T6" fmla="*/ 25 w 63"/>
                  <a:gd name="T7" fmla="*/ 32 h 32"/>
                  <a:gd name="T8" fmla="*/ 63 w 63"/>
                  <a:gd name="T9" fmla="*/ 22 h 32"/>
                  <a:gd name="T10" fmla="*/ 43 w 63"/>
                  <a:gd name="T11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" h="32">
                    <a:moveTo>
                      <a:pt x="43" y="0"/>
                    </a:moveTo>
                    <a:cubicBezTo>
                      <a:pt x="27" y="2"/>
                      <a:pt x="27" y="2"/>
                      <a:pt x="27" y="2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8" y="22"/>
                      <a:pt x="17" y="27"/>
                      <a:pt x="25" y="32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5" name="Freeform 811"/>
              <p:cNvSpPr>
                <a:spLocks/>
              </p:cNvSpPr>
              <p:nvPr userDrawn="1"/>
            </p:nvSpPr>
            <p:spPr bwMode="auto">
              <a:xfrm>
                <a:off x="2385" y="871"/>
                <a:ext cx="47" cy="103"/>
              </a:xfrm>
              <a:custGeom>
                <a:avLst/>
                <a:gdLst>
                  <a:gd name="T0" fmla="*/ 0 w 38"/>
                  <a:gd name="T1" fmla="*/ 0 h 83"/>
                  <a:gd name="T2" fmla="*/ 9 w 38"/>
                  <a:gd name="T3" fmla="*/ 82 h 83"/>
                  <a:gd name="T4" fmla="*/ 9 w 38"/>
                  <a:gd name="T5" fmla="*/ 83 h 83"/>
                  <a:gd name="T6" fmla="*/ 38 w 38"/>
                  <a:gd name="T7" fmla="*/ 63 h 83"/>
                  <a:gd name="T8" fmla="*/ 38 w 38"/>
                  <a:gd name="T9" fmla="*/ 63 h 83"/>
                  <a:gd name="T10" fmla="*/ 0 w 38"/>
                  <a:gd name="T11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" h="83">
                    <a:moveTo>
                      <a:pt x="0" y="0"/>
                    </a:moveTo>
                    <a:cubicBezTo>
                      <a:pt x="0" y="0"/>
                      <a:pt x="10" y="78"/>
                      <a:pt x="9" y="82"/>
                    </a:cubicBezTo>
                    <a:cubicBezTo>
                      <a:pt x="9" y="83"/>
                      <a:pt x="9" y="83"/>
                      <a:pt x="9" y="83"/>
                    </a:cubicBezTo>
                    <a:cubicBezTo>
                      <a:pt x="12" y="83"/>
                      <a:pt x="38" y="63"/>
                      <a:pt x="38" y="63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6" name="Freeform 812"/>
              <p:cNvSpPr>
                <a:spLocks/>
              </p:cNvSpPr>
              <p:nvPr userDrawn="1"/>
            </p:nvSpPr>
            <p:spPr bwMode="auto">
              <a:xfrm>
                <a:off x="2222" y="724"/>
                <a:ext cx="96" cy="119"/>
              </a:xfrm>
              <a:custGeom>
                <a:avLst/>
                <a:gdLst>
                  <a:gd name="T0" fmla="*/ 0 w 96"/>
                  <a:gd name="T1" fmla="*/ 0 h 119"/>
                  <a:gd name="T2" fmla="*/ 11 w 96"/>
                  <a:gd name="T3" fmla="*/ 12 h 119"/>
                  <a:gd name="T4" fmla="*/ 54 w 96"/>
                  <a:gd name="T5" fmla="*/ 39 h 119"/>
                  <a:gd name="T6" fmla="*/ 44 w 96"/>
                  <a:gd name="T7" fmla="*/ 54 h 119"/>
                  <a:gd name="T8" fmla="*/ 96 w 96"/>
                  <a:gd name="T9" fmla="*/ 119 h 119"/>
                  <a:gd name="T10" fmla="*/ 87 w 96"/>
                  <a:gd name="T11" fmla="*/ 64 h 119"/>
                  <a:gd name="T12" fmla="*/ 0 w 96"/>
                  <a:gd name="T13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19">
                    <a:moveTo>
                      <a:pt x="0" y="0"/>
                    </a:moveTo>
                    <a:lnTo>
                      <a:pt x="11" y="12"/>
                    </a:lnTo>
                    <a:lnTo>
                      <a:pt x="54" y="39"/>
                    </a:lnTo>
                    <a:lnTo>
                      <a:pt x="44" y="54"/>
                    </a:lnTo>
                    <a:lnTo>
                      <a:pt x="96" y="119"/>
                    </a:lnTo>
                    <a:lnTo>
                      <a:pt x="87" y="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7" name="Freeform 813"/>
              <p:cNvSpPr>
                <a:spLocks/>
              </p:cNvSpPr>
              <p:nvPr userDrawn="1"/>
            </p:nvSpPr>
            <p:spPr bwMode="auto">
              <a:xfrm>
                <a:off x="2222" y="724"/>
                <a:ext cx="96" cy="119"/>
              </a:xfrm>
              <a:custGeom>
                <a:avLst/>
                <a:gdLst>
                  <a:gd name="T0" fmla="*/ 0 w 96"/>
                  <a:gd name="T1" fmla="*/ 0 h 119"/>
                  <a:gd name="T2" fmla="*/ 11 w 96"/>
                  <a:gd name="T3" fmla="*/ 12 h 119"/>
                  <a:gd name="T4" fmla="*/ 54 w 96"/>
                  <a:gd name="T5" fmla="*/ 39 h 119"/>
                  <a:gd name="T6" fmla="*/ 44 w 96"/>
                  <a:gd name="T7" fmla="*/ 54 h 119"/>
                  <a:gd name="T8" fmla="*/ 96 w 96"/>
                  <a:gd name="T9" fmla="*/ 119 h 119"/>
                  <a:gd name="T10" fmla="*/ 87 w 96"/>
                  <a:gd name="T11" fmla="*/ 64 h 119"/>
                  <a:gd name="T12" fmla="*/ 0 w 96"/>
                  <a:gd name="T13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19">
                    <a:moveTo>
                      <a:pt x="0" y="0"/>
                    </a:moveTo>
                    <a:lnTo>
                      <a:pt x="11" y="12"/>
                    </a:lnTo>
                    <a:lnTo>
                      <a:pt x="54" y="39"/>
                    </a:lnTo>
                    <a:lnTo>
                      <a:pt x="44" y="54"/>
                    </a:lnTo>
                    <a:lnTo>
                      <a:pt x="96" y="119"/>
                    </a:lnTo>
                    <a:lnTo>
                      <a:pt x="87" y="6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8" name="Freeform 814"/>
              <p:cNvSpPr>
                <a:spLocks/>
              </p:cNvSpPr>
              <p:nvPr userDrawn="1"/>
            </p:nvSpPr>
            <p:spPr bwMode="auto">
              <a:xfrm>
                <a:off x="2121" y="673"/>
                <a:ext cx="101" cy="53"/>
              </a:xfrm>
              <a:custGeom>
                <a:avLst/>
                <a:gdLst>
                  <a:gd name="T0" fmla="*/ 0 w 101"/>
                  <a:gd name="T1" fmla="*/ 0 h 53"/>
                  <a:gd name="T2" fmla="*/ 24 w 101"/>
                  <a:gd name="T3" fmla="*/ 53 h 53"/>
                  <a:gd name="T4" fmla="*/ 68 w 101"/>
                  <a:gd name="T5" fmla="*/ 52 h 53"/>
                  <a:gd name="T6" fmla="*/ 50 w 101"/>
                  <a:gd name="T7" fmla="*/ 25 h 53"/>
                  <a:gd name="T8" fmla="*/ 91 w 101"/>
                  <a:gd name="T9" fmla="*/ 51 h 53"/>
                  <a:gd name="T10" fmla="*/ 101 w 101"/>
                  <a:gd name="T11" fmla="*/ 51 h 53"/>
                  <a:gd name="T12" fmla="*/ 0 w 101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53">
                    <a:moveTo>
                      <a:pt x="0" y="0"/>
                    </a:moveTo>
                    <a:lnTo>
                      <a:pt x="24" y="53"/>
                    </a:lnTo>
                    <a:lnTo>
                      <a:pt x="68" y="52"/>
                    </a:lnTo>
                    <a:lnTo>
                      <a:pt x="50" y="25"/>
                    </a:lnTo>
                    <a:lnTo>
                      <a:pt x="91" y="51"/>
                    </a:lnTo>
                    <a:lnTo>
                      <a:pt x="101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9" name="Freeform 815"/>
              <p:cNvSpPr>
                <a:spLocks/>
              </p:cNvSpPr>
              <p:nvPr userDrawn="1"/>
            </p:nvSpPr>
            <p:spPr bwMode="auto">
              <a:xfrm>
                <a:off x="2121" y="673"/>
                <a:ext cx="101" cy="53"/>
              </a:xfrm>
              <a:custGeom>
                <a:avLst/>
                <a:gdLst>
                  <a:gd name="T0" fmla="*/ 0 w 101"/>
                  <a:gd name="T1" fmla="*/ 0 h 53"/>
                  <a:gd name="T2" fmla="*/ 24 w 101"/>
                  <a:gd name="T3" fmla="*/ 53 h 53"/>
                  <a:gd name="T4" fmla="*/ 68 w 101"/>
                  <a:gd name="T5" fmla="*/ 52 h 53"/>
                  <a:gd name="T6" fmla="*/ 50 w 101"/>
                  <a:gd name="T7" fmla="*/ 25 h 53"/>
                  <a:gd name="T8" fmla="*/ 91 w 101"/>
                  <a:gd name="T9" fmla="*/ 51 h 53"/>
                  <a:gd name="T10" fmla="*/ 101 w 101"/>
                  <a:gd name="T11" fmla="*/ 51 h 53"/>
                  <a:gd name="T12" fmla="*/ 0 w 101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53">
                    <a:moveTo>
                      <a:pt x="0" y="0"/>
                    </a:moveTo>
                    <a:lnTo>
                      <a:pt x="24" y="53"/>
                    </a:lnTo>
                    <a:lnTo>
                      <a:pt x="68" y="52"/>
                    </a:lnTo>
                    <a:lnTo>
                      <a:pt x="50" y="25"/>
                    </a:lnTo>
                    <a:lnTo>
                      <a:pt x="91" y="51"/>
                    </a:lnTo>
                    <a:lnTo>
                      <a:pt x="101" y="5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0" name="Freeform 816"/>
              <p:cNvSpPr>
                <a:spLocks/>
              </p:cNvSpPr>
              <p:nvPr userDrawn="1"/>
            </p:nvSpPr>
            <p:spPr bwMode="auto">
              <a:xfrm>
                <a:off x="1938" y="777"/>
                <a:ext cx="100" cy="53"/>
              </a:xfrm>
              <a:custGeom>
                <a:avLst/>
                <a:gdLst>
                  <a:gd name="T0" fmla="*/ 0 w 100"/>
                  <a:gd name="T1" fmla="*/ 0 h 53"/>
                  <a:gd name="T2" fmla="*/ 24 w 100"/>
                  <a:gd name="T3" fmla="*/ 53 h 53"/>
                  <a:gd name="T4" fmla="*/ 100 w 100"/>
                  <a:gd name="T5" fmla="*/ 51 h 53"/>
                  <a:gd name="T6" fmla="*/ 0 w 100"/>
                  <a:gd name="T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3">
                    <a:moveTo>
                      <a:pt x="0" y="0"/>
                    </a:moveTo>
                    <a:lnTo>
                      <a:pt x="24" y="53"/>
                    </a:lnTo>
                    <a:lnTo>
                      <a:pt x="100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1" name="Freeform 817"/>
              <p:cNvSpPr>
                <a:spLocks/>
              </p:cNvSpPr>
              <p:nvPr userDrawn="1"/>
            </p:nvSpPr>
            <p:spPr bwMode="auto">
              <a:xfrm>
                <a:off x="1938" y="777"/>
                <a:ext cx="100" cy="53"/>
              </a:xfrm>
              <a:custGeom>
                <a:avLst/>
                <a:gdLst>
                  <a:gd name="T0" fmla="*/ 0 w 100"/>
                  <a:gd name="T1" fmla="*/ 0 h 53"/>
                  <a:gd name="T2" fmla="*/ 24 w 100"/>
                  <a:gd name="T3" fmla="*/ 53 h 53"/>
                  <a:gd name="T4" fmla="*/ 100 w 100"/>
                  <a:gd name="T5" fmla="*/ 51 h 53"/>
                  <a:gd name="T6" fmla="*/ 0 w 100"/>
                  <a:gd name="T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3">
                    <a:moveTo>
                      <a:pt x="0" y="0"/>
                    </a:moveTo>
                    <a:lnTo>
                      <a:pt x="24" y="53"/>
                    </a:lnTo>
                    <a:lnTo>
                      <a:pt x="100" y="5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2" name="Freeform 818"/>
              <p:cNvSpPr>
                <a:spLocks/>
              </p:cNvSpPr>
              <p:nvPr userDrawn="1"/>
            </p:nvSpPr>
            <p:spPr bwMode="auto">
              <a:xfrm>
                <a:off x="1081" y="-13"/>
                <a:ext cx="100" cy="52"/>
              </a:xfrm>
              <a:custGeom>
                <a:avLst/>
                <a:gdLst>
                  <a:gd name="T0" fmla="*/ 0 w 100"/>
                  <a:gd name="T1" fmla="*/ 0 h 52"/>
                  <a:gd name="T2" fmla="*/ 22 w 100"/>
                  <a:gd name="T3" fmla="*/ 52 h 52"/>
                  <a:gd name="T4" fmla="*/ 100 w 100"/>
                  <a:gd name="T5" fmla="*/ 50 h 52"/>
                  <a:gd name="T6" fmla="*/ 0 w 100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2">
                    <a:moveTo>
                      <a:pt x="0" y="0"/>
                    </a:moveTo>
                    <a:lnTo>
                      <a:pt x="22" y="52"/>
                    </a:lnTo>
                    <a:lnTo>
                      <a:pt x="10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3" name="Freeform 819"/>
              <p:cNvSpPr>
                <a:spLocks/>
              </p:cNvSpPr>
              <p:nvPr userDrawn="1"/>
            </p:nvSpPr>
            <p:spPr bwMode="auto">
              <a:xfrm>
                <a:off x="1081" y="-13"/>
                <a:ext cx="100" cy="52"/>
              </a:xfrm>
              <a:custGeom>
                <a:avLst/>
                <a:gdLst>
                  <a:gd name="T0" fmla="*/ 0 w 100"/>
                  <a:gd name="T1" fmla="*/ 0 h 52"/>
                  <a:gd name="T2" fmla="*/ 22 w 100"/>
                  <a:gd name="T3" fmla="*/ 52 h 52"/>
                  <a:gd name="T4" fmla="*/ 100 w 100"/>
                  <a:gd name="T5" fmla="*/ 50 h 52"/>
                  <a:gd name="T6" fmla="*/ 0 w 100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2">
                    <a:moveTo>
                      <a:pt x="0" y="0"/>
                    </a:moveTo>
                    <a:lnTo>
                      <a:pt x="22" y="52"/>
                    </a:lnTo>
                    <a:lnTo>
                      <a:pt x="100" y="5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4" name="Freeform 820"/>
              <p:cNvSpPr>
                <a:spLocks/>
              </p:cNvSpPr>
              <p:nvPr userDrawn="1"/>
            </p:nvSpPr>
            <p:spPr bwMode="auto">
              <a:xfrm>
                <a:off x="2015" y="650"/>
                <a:ext cx="106" cy="28"/>
              </a:xfrm>
              <a:custGeom>
                <a:avLst/>
                <a:gdLst>
                  <a:gd name="T0" fmla="*/ 0 w 106"/>
                  <a:gd name="T1" fmla="*/ 0 h 28"/>
                  <a:gd name="T2" fmla="*/ 23 w 106"/>
                  <a:gd name="T3" fmla="*/ 28 h 28"/>
                  <a:gd name="T4" fmla="*/ 106 w 106"/>
                  <a:gd name="T5" fmla="*/ 23 h 28"/>
                  <a:gd name="T6" fmla="*/ 0 w 106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6" h="28">
                    <a:moveTo>
                      <a:pt x="0" y="0"/>
                    </a:moveTo>
                    <a:lnTo>
                      <a:pt x="23" y="28"/>
                    </a:lnTo>
                    <a:lnTo>
                      <a:pt x="106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5" name="Freeform 821"/>
              <p:cNvSpPr>
                <a:spLocks/>
              </p:cNvSpPr>
              <p:nvPr userDrawn="1"/>
            </p:nvSpPr>
            <p:spPr bwMode="auto">
              <a:xfrm>
                <a:off x="2015" y="650"/>
                <a:ext cx="106" cy="28"/>
              </a:xfrm>
              <a:custGeom>
                <a:avLst/>
                <a:gdLst>
                  <a:gd name="T0" fmla="*/ 0 w 106"/>
                  <a:gd name="T1" fmla="*/ 0 h 28"/>
                  <a:gd name="T2" fmla="*/ 23 w 106"/>
                  <a:gd name="T3" fmla="*/ 28 h 28"/>
                  <a:gd name="T4" fmla="*/ 106 w 106"/>
                  <a:gd name="T5" fmla="*/ 23 h 28"/>
                  <a:gd name="T6" fmla="*/ 0 w 106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6" h="28">
                    <a:moveTo>
                      <a:pt x="0" y="0"/>
                    </a:moveTo>
                    <a:lnTo>
                      <a:pt x="23" y="28"/>
                    </a:lnTo>
                    <a:lnTo>
                      <a:pt x="106" y="2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6" name="Freeform 822"/>
              <p:cNvSpPr>
                <a:spLocks/>
              </p:cNvSpPr>
              <p:nvPr userDrawn="1"/>
            </p:nvSpPr>
            <p:spPr bwMode="auto">
              <a:xfrm>
                <a:off x="1918" y="646"/>
                <a:ext cx="97" cy="37"/>
              </a:xfrm>
              <a:custGeom>
                <a:avLst/>
                <a:gdLst>
                  <a:gd name="T0" fmla="*/ 0 w 78"/>
                  <a:gd name="T1" fmla="*/ 0 h 30"/>
                  <a:gd name="T2" fmla="*/ 12 w 78"/>
                  <a:gd name="T3" fmla="*/ 5 h 30"/>
                  <a:gd name="T4" fmla="*/ 14 w 78"/>
                  <a:gd name="T5" fmla="*/ 5 h 30"/>
                  <a:gd name="T6" fmla="*/ 14 w 78"/>
                  <a:gd name="T7" fmla="*/ 5 h 30"/>
                  <a:gd name="T8" fmla="*/ 72 w 78"/>
                  <a:gd name="T9" fmla="*/ 30 h 30"/>
                  <a:gd name="T10" fmla="*/ 78 w 78"/>
                  <a:gd name="T11" fmla="*/ 3 h 30"/>
                  <a:gd name="T12" fmla="*/ 0 w 78"/>
                  <a:gd name="T13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30">
                    <a:moveTo>
                      <a:pt x="0" y="0"/>
                    </a:moveTo>
                    <a:cubicBezTo>
                      <a:pt x="4" y="1"/>
                      <a:pt x="8" y="3"/>
                      <a:pt x="12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33" y="13"/>
                      <a:pt x="52" y="21"/>
                      <a:pt x="72" y="30"/>
                    </a:cubicBezTo>
                    <a:cubicBezTo>
                      <a:pt x="74" y="21"/>
                      <a:pt x="76" y="12"/>
                      <a:pt x="78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7" name="Freeform 823"/>
              <p:cNvSpPr>
                <a:spLocks/>
              </p:cNvSpPr>
              <p:nvPr userDrawn="1"/>
            </p:nvSpPr>
            <p:spPr bwMode="auto">
              <a:xfrm>
                <a:off x="1837" y="652"/>
                <a:ext cx="99" cy="48"/>
              </a:xfrm>
              <a:custGeom>
                <a:avLst/>
                <a:gdLst>
                  <a:gd name="T0" fmla="*/ 78 w 80"/>
                  <a:gd name="T1" fmla="*/ 0 h 39"/>
                  <a:gd name="T2" fmla="*/ 0 w 80"/>
                  <a:gd name="T3" fmla="*/ 3 h 39"/>
                  <a:gd name="T4" fmla="*/ 60 w 80"/>
                  <a:gd name="T5" fmla="*/ 39 h 39"/>
                  <a:gd name="T6" fmla="*/ 80 w 80"/>
                  <a:gd name="T7" fmla="*/ 0 h 39"/>
                  <a:gd name="T8" fmla="*/ 78 w 80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9">
                    <a:moveTo>
                      <a:pt x="78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20" y="15"/>
                      <a:pt x="40" y="27"/>
                      <a:pt x="60" y="39"/>
                    </a:cubicBezTo>
                    <a:cubicBezTo>
                      <a:pt x="67" y="26"/>
                      <a:pt x="73" y="13"/>
                      <a:pt x="80" y="0"/>
                    </a:cubicBezTo>
                    <a:cubicBezTo>
                      <a:pt x="79" y="0"/>
                      <a:pt x="79" y="0"/>
                      <a:pt x="78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8" name="Freeform 824"/>
              <p:cNvSpPr>
                <a:spLocks/>
              </p:cNvSpPr>
              <p:nvPr userDrawn="1"/>
            </p:nvSpPr>
            <p:spPr bwMode="auto">
              <a:xfrm>
                <a:off x="1933" y="652"/>
                <a:ext cx="3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9" name="Freeform 825"/>
              <p:cNvSpPr>
                <a:spLocks/>
              </p:cNvSpPr>
              <p:nvPr userDrawn="1"/>
            </p:nvSpPr>
            <p:spPr bwMode="auto">
              <a:xfrm>
                <a:off x="1785" y="746"/>
                <a:ext cx="81" cy="50"/>
              </a:xfrm>
              <a:custGeom>
                <a:avLst/>
                <a:gdLst>
                  <a:gd name="T0" fmla="*/ 66 w 66"/>
                  <a:gd name="T1" fmla="*/ 0 h 40"/>
                  <a:gd name="T2" fmla="*/ 0 w 66"/>
                  <a:gd name="T3" fmla="*/ 9 h 40"/>
                  <a:gd name="T4" fmla="*/ 47 w 66"/>
                  <a:gd name="T5" fmla="*/ 40 h 40"/>
                  <a:gd name="T6" fmla="*/ 66 w 66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40">
                    <a:moveTo>
                      <a:pt x="66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6" y="20"/>
                      <a:pt x="31" y="30"/>
                      <a:pt x="47" y="40"/>
                    </a:cubicBezTo>
                    <a:cubicBezTo>
                      <a:pt x="53" y="27"/>
                      <a:pt x="59" y="14"/>
                      <a:pt x="6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0" name="Freeform 826"/>
              <p:cNvSpPr>
                <a:spLocks/>
              </p:cNvSpPr>
              <p:nvPr userDrawn="1"/>
            </p:nvSpPr>
            <p:spPr bwMode="auto">
              <a:xfrm>
                <a:off x="1778" y="656"/>
                <a:ext cx="65" cy="31"/>
              </a:xfrm>
              <a:custGeom>
                <a:avLst/>
                <a:gdLst>
                  <a:gd name="T0" fmla="*/ 59 w 65"/>
                  <a:gd name="T1" fmla="*/ 0 h 31"/>
                  <a:gd name="T2" fmla="*/ 0 w 65"/>
                  <a:gd name="T3" fmla="*/ 18 h 31"/>
                  <a:gd name="T4" fmla="*/ 10 w 65"/>
                  <a:gd name="T5" fmla="*/ 27 h 31"/>
                  <a:gd name="T6" fmla="*/ 65 w 65"/>
                  <a:gd name="T7" fmla="*/ 31 h 31"/>
                  <a:gd name="T8" fmla="*/ 59 w 65"/>
                  <a:gd name="T9" fmla="*/ 0 h 31"/>
                  <a:gd name="T10" fmla="*/ 59 w 65"/>
                  <a:gd name="T11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31">
                    <a:moveTo>
                      <a:pt x="59" y="0"/>
                    </a:moveTo>
                    <a:lnTo>
                      <a:pt x="0" y="18"/>
                    </a:lnTo>
                    <a:lnTo>
                      <a:pt x="10" y="27"/>
                    </a:lnTo>
                    <a:lnTo>
                      <a:pt x="65" y="31"/>
                    </a:lnTo>
                    <a:lnTo>
                      <a:pt x="59" y="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1" name="Freeform 827"/>
              <p:cNvSpPr>
                <a:spLocks/>
              </p:cNvSpPr>
              <p:nvPr userDrawn="1"/>
            </p:nvSpPr>
            <p:spPr bwMode="auto">
              <a:xfrm>
                <a:off x="1778" y="656"/>
                <a:ext cx="65" cy="31"/>
              </a:xfrm>
              <a:custGeom>
                <a:avLst/>
                <a:gdLst>
                  <a:gd name="T0" fmla="*/ 59 w 65"/>
                  <a:gd name="T1" fmla="*/ 0 h 31"/>
                  <a:gd name="T2" fmla="*/ 0 w 65"/>
                  <a:gd name="T3" fmla="*/ 18 h 31"/>
                  <a:gd name="T4" fmla="*/ 10 w 65"/>
                  <a:gd name="T5" fmla="*/ 27 h 31"/>
                  <a:gd name="T6" fmla="*/ 65 w 65"/>
                  <a:gd name="T7" fmla="*/ 31 h 31"/>
                  <a:gd name="T8" fmla="*/ 59 w 65"/>
                  <a:gd name="T9" fmla="*/ 0 h 31"/>
                  <a:gd name="T10" fmla="*/ 59 w 65"/>
                  <a:gd name="T11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31">
                    <a:moveTo>
                      <a:pt x="59" y="0"/>
                    </a:moveTo>
                    <a:lnTo>
                      <a:pt x="0" y="18"/>
                    </a:lnTo>
                    <a:lnTo>
                      <a:pt x="10" y="27"/>
                    </a:lnTo>
                    <a:lnTo>
                      <a:pt x="65" y="31"/>
                    </a:lnTo>
                    <a:lnTo>
                      <a:pt x="59" y="0"/>
                    </a:lnTo>
                    <a:lnTo>
                      <a:pt x="5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2" name="Freeform 828"/>
              <p:cNvSpPr>
                <a:spLocks/>
              </p:cNvSpPr>
              <p:nvPr userDrawn="1"/>
            </p:nvSpPr>
            <p:spPr bwMode="auto">
              <a:xfrm>
                <a:off x="1760" y="679"/>
                <a:ext cx="5" cy="1"/>
              </a:xfrm>
              <a:custGeom>
                <a:avLst/>
                <a:gdLst>
                  <a:gd name="T0" fmla="*/ 4 w 4"/>
                  <a:gd name="T1" fmla="*/ 0 h 1"/>
                  <a:gd name="T2" fmla="*/ 0 w 4"/>
                  <a:gd name="T3" fmla="*/ 1 h 1"/>
                  <a:gd name="T4" fmla="*/ 2 w 4"/>
                  <a:gd name="T5" fmla="*/ 1 h 1"/>
                  <a:gd name="T6" fmla="*/ 4 w 4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3" y="0"/>
                      <a:pt x="3" y="0"/>
                      <a:pt x="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3" name="Freeform 829"/>
              <p:cNvSpPr>
                <a:spLocks/>
              </p:cNvSpPr>
              <p:nvPr userDrawn="1"/>
            </p:nvSpPr>
            <p:spPr bwMode="auto">
              <a:xfrm>
                <a:off x="1580" y="737"/>
                <a:ext cx="81" cy="113"/>
              </a:xfrm>
              <a:custGeom>
                <a:avLst/>
                <a:gdLst>
                  <a:gd name="T0" fmla="*/ 65 w 65"/>
                  <a:gd name="T1" fmla="*/ 0 h 91"/>
                  <a:gd name="T2" fmla="*/ 0 w 65"/>
                  <a:gd name="T3" fmla="*/ 64 h 91"/>
                  <a:gd name="T4" fmla="*/ 20 w 65"/>
                  <a:gd name="T5" fmla="*/ 91 h 91"/>
                  <a:gd name="T6" fmla="*/ 50 w 65"/>
                  <a:gd name="T7" fmla="*/ 30 h 91"/>
                  <a:gd name="T8" fmla="*/ 25 w 65"/>
                  <a:gd name="T9" fmla="*/ 39 h 91"/>
                  <a:gd name="T10" fmla="*/ 58 w 65"/>
                  <a:gd name="T11" fmla="*/ 13 h 91"/>
                  <a:gd name="T12" fmla="*/ 65 w 65"/>
                  <a:gd name="T13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91">
                    <a:moveTo>
                      <a:pt x="65" y="0"/>
                    </a:moveTo>
                    <a:cubicBezTo>
                      <a:pt x="65" y="0"/>
                      <a:pt x="3" y="60"/>
                      <a:pt x="0" y="64"/>
                    </a:cubicBezTo>
                    <a:cubicBezTo>
                      <a:pt x="20" y="91"/>
                      <a:pt x="20" y="91"/>
                      <a:pt x="20" y="91"/>
                    </a:cubicBezTo>
                    <a:cubicBezTo>
                      <a:pt x="50" y="30"/>
                      <a:pt x="50" y="30"/>
                      <a:pt x="50" y="30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58" y="13"/>
                      <a:pt x="58" y="13"/>
                      <a:pt x="58" y="13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4" name="Freeform 830"/>
              <p:cNvSpPr>
                <a:spLocks/>
              </p:cNvSpPr>
              <p:nvPr userDrawn="1"/>
            </p:nvSpPr>
            <p:spPr bwMode="auto">
              <a:xfrm>
                <a:off x="1535" y="817"/>
                <a:ext cx="70" cy="71"/>
              </a:xfrm>
              <a:custGeom>
                <a:avLst/>
                <a:gdLst>
                  <a:gd name="T0" fmla="*/ 37 w 57"/>
                  <a:gd name="T1" fmla="*/ 0 h 58"/>
                  <a:gd name="T2" fmla="*/ 0 w 57"/>
                  <a:gd name="T3" fmla="*/ 58 h 58"/>
                  <a:gd name="T4" fmla="*/ 57 w 57"/>
                  <a:gd name="T5" fmla="*/ 27 h 58"/>
                  <a:gd name="T6" fmla="*/ 37 w 57"/>
                  <a:gd name="T7" fmla="*/ 0 h 58"/>
                  <a:gd name="T8" fmla="*/ 37 w 57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8">
                    <a:moveTo>
                      <a:pt x="37" y="0"/>
                    </a:moveTo>
                    <a:cubicBezTo>
                      <a:pt x="37" y="0"/>
                      <a:pt x="1" y="55"/>
                      <a:pt x="0" y="58"/>
                    </a:cubicBezTo>
                    <a:cubicBezTo>
                      <a:pt x="57" y="27"/>
                      <a:pt x="57" y="27"/>
                      <a:pt x="57" y="27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5" name="Freeform 831"/>
              <p:cNvSpPr>
                <a:spLocks/>
              </p:cNvSpPr>
              <p:nvPr userDrawn="1"/>
            </p:nvSpPr>
            <p:spPr bwMode="auto">
              <a:xfrm>
                <a:off x="1496" y="888"/>
                <a:ext cx="39" cy="108"/>
              </a:xfrm>
              <a:custGeom>
                <a:avLst/>
                <a:gdLst>
                  <a:gd name="T0" fmla="*/ 39 w 39"/>
                  <a:gd name="T1" fmla="*/ 0 h 108"/>
                  <a:gd name="T2" fmla="*/ 0 w 39"/>
                  <a:gd name="T3" fmla="*/ 108 h 108"/>
                  <a:gd name="T4" fmla="*/ 36 w 39"/>
                  <a:gd name="T5" fmla="*/ 90 h 108"/>
                  <a:gd name="T6" fmla="*/ 39 w 39"/>
                  <a:gd name="T7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9" h="108">
                    <a:moveTo>
                      <a:pt x="39" y="0"/>
                    </a:moveTo>
                    <a:lnTo>
                      <a:pt x="0" y="108"/>
                    </a:lnTo>
                    <a:lnTo>
                      <a:pt x="36" y="90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6" name="Freeform 832"/>
              <p:cNvSpPr>
                <a:spLocks/>
              </p:cNvSpPr>
              <p:nvPr userDrawn="1"/>
            </p:nvSpPr>
            <p:spPr bwMode="auto">
              <a:xfrm>
                <a:off x="1496" y="888"/>
                <a:ext cx="39" cy="108"/>
              </a:xfrm>
              <a:custGeom>
                <a:avLst/>
                <a:gdLst>
                  <a:gd name="T0" fmla="*/ 39 w 39"/>
                  <a:gd name="T1" fmla="*/ 0 h 108"/>
                  <a:gd name="T2" fmla="*/ 0 w 39"/>
                  <a:gd name="T3" fmla="*/ 108 h 108"/>
                  <a:gd name="T4" fmla="*/ 36 w 39"/>
                  <a:gd name="T5" fmla="*/ 90 h 108"/>
                  <a:gd name="T6" fmla="*/ 39 w 39"/>
                  <a:gd name="T7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9" h="108">
                    <a:moveTo>
                      <a:pt x="39" y="0"/>
                    </a:moveTo>
                    <a:lnTo>
                      <a:pt x="0" y="108"/>
                    </a:lnTo>
                    <a:lnTo>
                      <a:pt x="36" y="90"/>
                    </a:lnTo>
                    <a:lnTo>
                      <a:pt x="3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7" name="Freeform 833"/>
              <p:cNvSpPr>
                <a:spLocks/>
              </p:cNvSpPr>
              <p:nvPr userDrawn="1"/>
            </p:nvSpPr>
            <p:spPr bwMode="auto">
              <a:xfrm>
                <a:off x="2189" y="724"/>
                <a:ext cx="77" cy="81"/>
              </a:xfrm>
              <a:custGeom>
                <a:avLst/>
                <a:gdLst>
                  <a:gd name="T0" fmla="*/ 23 w 77"/>
                  <a:gd name="T1" fmla="*/ 0 h 81"/>
                  <a:gd name="T2" fmla="*/ 0 w 77"/>
                  <a:gd name="T3" fmla="*/ 1 h 81"/>
                  <a:gd name="T4" fmla="*/ 58 w 77"/>
                  <a:gd name="T5" fmla="*/ 81 h 81"/>
                  <a:gd name="T6" fmla="*/ 77 w 77"/>
                  <a:gd name="T7" fmla="*/ 54 h 81"/>
                  <a:gd name="T8" fmla="*/ 44 w 77"/>
                  <a:gd name="T9" fmla="*/ 12 h 81"/>
                  <a:gd name="T10" fmla="*/ 23 w 77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81">
                    <a:moveTo>
                      <a:pt x="23" y="0"/>
                    </a:moveTo>
                    <a:lnTo>
                      <a:pt x="0" y="1"/>
                    </a:lnTo>
                    <a:lnTo>
                      <a:pt x="58" y="81"/>
                    </a:lnTo>
                    <a:lnTo>
                      <a:pt x="77" y="54"/>
                    </a:lnTo>
                    <a:lnTo>
                      <a:pt x="44" y="12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8" name="Freeform 834"/>
              <p:cNvSpPr>
                <a:spLocks/>
              </p:cNvSpPr>
              <p:nvPr userDrawn="1"/>
            </p:nvSpPr>
            <p:spPr bwMode="auto">
              <a:xfrm>
                <a:off x="2189" y="724"/>
                <a:ext cx="77" cy="81"/>
              </a:xfrm>
              <a:custGeom>
                <a:avLst/>
                <a:gdLst>
                  <a:gd name="T0" fmla="*/ 23 w 77"/>
                  <a:gd name="T1" fmla="*/ 0 h 81"/>
                  <a:gd name="T2" fmla="*/ 0 w 77"/>
                  <a:gd name="T3" fmla="*/ 1 h 81"/>
                  <a:gd name="T4" fmla="*/ 58 w 77"/>
                  <a:gd name="T5" fmla="*/ 81 h 81"/>
                  <a:gd name="T6" fmla="*/ 77 w 77"/>
                  <a:gd name="T7" fmla="*/ 54 h 81"/>
                  <a:gd name="T8" fmla="*/ 44 w 77"/>
                  <a:gd name="T9" fmla="*/ 12 h 81"/>
                  <a:gd name="T10" fmla="*/ 23 w 77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81">
                    <a:moveTo>
                      <a:pt x="23" y="0"/>
                    </a:moveTo>
                    <a:lnTo>
                      <a:pt x="0" y="1"/>
                    </a:lnTo>
                    <a:lnTo>
                      <a:pt x="58" y="81"/>
                    </a:lnTo>
                    <a:lnTo>
                      <a:pt x="77" y="54"/>
                    </a:lnTo>
                    <a:lnTo>
                      <a:pt x="44" y="12"/>
                    </a:lnTo>
                    <a:lnTo>
                      <a:pt x="2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9" name="Freeform 835"/>
              <p:cNvSpPr>
                <a:spLocks/>
              </p:cNvSpPr>
              <p:nvPr userDrawn="1"/>
            </p:nvSpPr>
            <p:spPr bwMode="auto">
              <a:xfrm>
                <a:off x="2233" y="736"/>
                <a:ext cx="43" cy="42"/>
              </a:xfrm>
              <a:custGeom>
                <a:avLst/>
                <a:gdLst>
                  <a:gd name="T0" fmla="*/ 0 w 43"/>
                  <a:gd name="T1" fmla="*/ 0 h 42"/>
                  <a:gd name="T2" fmla="*/ 33 w 43"/>
                  <a:gd name="T3" fmla="*/ 42 h 42"/>
                  <a:gd name="T4" fmla="*/ 43 w 43"/>
                  <a:gd name="T5" fmla="*/ 27 h 42"/>
                  <a:gd name="T6" fmla="*/ 0 w 43"/>
                  <a:gd name="T7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42">
                    <a:moveTo>
                      <a:pt x="0" y="0"/>
                    </a:moveTo>
                    <a:lnTo>
                      <a:pt x="33" y="42"/>
                    </a:lnTo>
                    <a:lnTo>
                      <a:pt x="43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0" name="Freeform 836"/>
              <p:cNvSpPr>
                <a:spLocks/>
              </p:cNvSpPr>
              <p:nvPr userDrawn="1"/>
            </p:nvSpPr>
            <p:spPr bwMode="auto">
              <a:xfrm>
                <a:off x="2233" y="736"/>
                <a:ext cx="43" cy="42"/>
              </a:xfrm>
              <a:custGeom>
                <a:avLst/>
                <a:gdLst>
                  <a:gd name="T0" fmla="*/ 0 w 43"/>
                  <a:gd name="T1" fmla="*/ 0 h 42"/>
                  <a:gd name="T2" fmla="*/ 33 w 43"/>
                  <a:gd name="T3" fmla="*/ 42 h 42"/>
                  <a:gd name="T4" fmla="*/ 43 w 43"/>
                  <a:gd name="T5" fmla="*/ 27 h 42"/>
                  <a:gd name="T6" fmla="*/ 0 w 43"/>
                  <a:gd name="T7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42">
                    <a:moveTo>
                      <a:pt x="0" y="0"/>
                    </a:moveTo>
                    <a:lnTo>
                      <a:pt x="33" y="42"/>
                    </a:lnTo>
                    <a:lnTo>
                      <a:pt x="43" y="2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1" name="Freeform 837"/>
              <p:cNvSpPr>
                <a:spLocks/>
              </p:cNvSpPr>
              <p:nvPr userDrawn="1"/>
            </p:nvSpPr>
            <p:spPr bwMode="auto">
              <a:xfrm>
                <a:off x="2171" y="698"/>
                <a:ext cx="41" cy="27"/>
              </a:xfrm>
              <a:custGeom>
                <a:avLst/>
                <a:gdLst>
                  <a:gd name="T0" fmla="*/ 0 w 41"/>
                  <a:gd name="T1" fmla="*/ 0 h 27"/>
                  <a:gd name="T2" fmla="*/ 18 w 41"/>
                  <a:gd name="T3" fmla="*/ 27 h 27"/>
                  <a:gd name="T4" fmla="*/ 41 w 41"/>
                  <a:gd name="T5" fmla="*/ 26 h 27"/>
                  <a:gd name="T6" fmla="*/ 0 w 4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27">
                    <a:moveTo>
                      <a:pt x="0" y="0"/>
                    </a:moveTo>
                    <a:lnTo>
                      <a:pt x="18" y="27"/>
                    </a:lnTo>
                    <a:lnTo>
                      <a:pt x="41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2" name="Freeform 838"/>
              <p:cNvSpPr>
                <a:spLocks/>
              </p:cNvSpPr>
              <p:nvPr userDrawn="1"/>
            </p:nvSpPr>
            <p:spPr bwMode="auto">
              <a:xfrm>
                <a:off x="2171" y="698"/>
                <a:ext cx="41" cy="27"/>
              </a:xfrm>
              <a:custGeom>
                <a:avLst/>
                <a:gdLst>
                  <a:gd name="T0" fmla="*/ 0 w 41"/>
                  <a:gd name="T1" fmla="*/ 0 h 27"/>
                  <a:gd name="T2" fmla="*/ 18 w 41"/>
                  <a:gd name="T3" fmla="*/ 27 h 27"/>
                  <a:gd name="T4" fmla="*/ 41 w 41"/>
                  <a:gd name="T5" fmla="*/ 26 h 27"/>
                  <a:gd name="T6" fmla="*/ 0 w 4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27">
                    <a:moveTo>
                      <a:pt x="0" y="0"/>
                    </a:moveTo>
                    <a:lnTo>
                      <a:pt x="18" y="27"/>
                    </a:lnTo>
                    <a:lnTo>
                      <a:pt x="41" y="2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3" name="Freeform 839"/>
              <p:cNvSpPr>
                <a:spLocks noEditPoints="1"/>
              </p:cNvSpPr>
              <p:nvPr userDrawn="1"/>
            </p:nvSpPr>
            <p:spPr bwMode="auto">
              <a:xfrm>
                <a:off x="1642" y="705"/>
                <a:ext cx="109" cy="70"/>
              </a:xfrm>
              <a:custGeom>
                <a:avLst/>
                <a:gdLst>
                  <a:gd name="T0" fmla="*/ 73 w 88"/>
                  <a:gd name="T1" fmla="*/ 11 h 56"/>
                  <a:gd name="T2" fmla="*/ 34 w 88"/>
                  <a:gd name="T3" fmla="*/ 20 h 56"/>
                  <a:gd name="T4" fmla="*/ 8 w 88"/>
                  <a:gd name="T5" fmla="*/ 39 h 56"/>
                  <a:gd name="T6" fmla="*/ 0 w 88"/>
                  <a:gd name="T7" fmla="*/ 56 h 56"/>
                  <a:gd name="T8" fmla="*/ 88 w 88"/>
                  <a:gd name="T9" fmla="*/ 25 h 56"/>
                  <a:gd name="T10" fmla="*/ 73 w 88"/>
                  <a:gd name="T11" fmla="*/ 11 h 56"/>
                  <a:gd name="T12" fmla="*/ 60 w 88"/>
                  <a:gd name="T13" fmla="*/ 0 h 56"/>
                  <a:gd name="T14" fmla="*/ 52 w 88"/>
                  <a:gd name="T15" fmla="*/ 7 h 56"/>
                  <a:gd name="T16" fmla="*/ 61 w 88"/>
                  <a:gd name="T17" fmla="*/ 1 h 56"/>
                  <a:gd name="T18" fmla="*/ 60 w 88"/>
                  <a:gd name="T19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56">
                    <a:moveTo>
                      <a:pt x="73" y="11"/>
                    </a:moveTo>
                    <a:cubicBezTo>
                      <a:pt x="60" y="14"/>
                      <a:pt x="47" y="17"/>
                      <a:pt x="34" y="20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88" y="25"/>
                      <a:pt x="88" y="25"/>
                      <a:pt x="88" y="25"/>
                    </a:cubicBezTo>
                    <a:cubicBezTo>
                      <a:pt x="73" y="11"/>
                      <a:pt x="73" y="11"/>
                      <a:pt x="73" y="11"/>
                    </a:cubicBezTo>
                    <a:moveTo>
                      <a:pt x="60" y="0"/>
                    </a:moveTo>
                    <a:cubicBezTo>
                      <a:pt x="52" y="7"/>
                      <a:pt x="52" y="7"/>
                      <a:pt x="52" y="7"/>
                    </a:cubicBezTo>
                    <a:cubicBezTo>
                      <a:pt x="55" y="5"/>
                      <a:pt x="58" y="3"/>
                      <a:pt x="61" y="1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4" name="Freeform 840"/>
              <p:cNvSpPr>
                <a:spLocks/>
              </p:cNvSpPr>
              <p:nvPr userDrawn="1"/>
            </p:nvSpPr>
            <p:spPr bwMode="auto">
              <a:xfrm>
                <a:off x="1611" y="753"/>
                <a:ext cx="41" cy="33"/>
              </a:xfrm>
              <a:custGeom>
                <a:avLst/>
                <a:gdLst>
                  <a:gd name="T0" fmla="*/ 41 w 41"/>
                  <a:gd name="T1" fmla="*/ 0 h 33"/>
                  <a:gd name="T2" fmla="*/ 0 w 41"/>
                  <a:gd name="T3" fmla="*/ 33 h 33"/>
                  <a:gd name="T4" fmla="*/ 31 w 41"/>
                  <a:gd name="T5" fmla="*/ 22 h 33"/>
                  <a:gd name="T6" fmla="*/ 41 w 41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33">
                    <a:moveTo>
                      <a:pt x="41" y="0"/>
                    </a:moveTo>
                    <a:lnTo>
                      <a:pt x="0" y="33"/>
                    </a:lnTo>
                    <a:lnTo>
                      <a:pt x="31" y="22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5" name="Freeform 841"/>
              <p:cNvSpPr>
                <a:spLocks/>
              </p:cNvSpPr>
              <p:nvPr userDrawn="1"/>
            </p:nvSpPr>
            <p:spPr bwMode="auto">
              <a:xfrm>
                <a:off x="1611" y="753"/>
                <a:ext cx="41" cy="33"/>
              </a:xfrm>
              <a:custGeom>
                <a:avLst/>
                <a:gdLst>
                  <a:gd name="T0" fmla="*/ 41 w 41"/>
                  <a:gd name="T1" fmla="*/ 0 h 33"/>
                  <a:gd name="T2" fmla="*/ 0 w 41"/>
                  <a:gd name="T3" fmla="*/ 33 h 33"/>
                  <a:gd name="T4" fmla="*/ 31 w 41"/>
                  <a:gd name="T5" fmla="*/ 22 h 33"/>
                  <a:gd name="T6" fmla="*/ 41 w 41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33">
                    <a:moveTo>
                      <a:pt x="41" y="0"/>
                    </a:moveTo>
                    <a:lnTo>
                      <a:pt x="0" y="33"/>
                    </a:lnTo>
                    <a:lnTo>
                      <a:pt x="31" y="22"/>
                    </a:lnTo>
                    <a:lnTo>
                      <a:pt x="4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6" name="Freeform 842"/>
              <p:cNvSpPr>
                <a:spLocks noEditPoints="1"/>
              </p:cNvSpPr>
              <p:nvPr userDrawn="1"/>
            </p:nvSpPr>
            <p:spPr bwMode="auto">
              <a:xfrm>
                <a:off x="1675" y="672"/>
                <a:ext cx="136" cy="60"/>
              </a:xfrm>
              <a:custGeom>
                <a:avLst/>
                <a:gdLst>
                  <a:gd name="T0" fmla="*/ 26 w 110"/>
                  <a:gd name="T1" fmla="*/ 34 h 49"/>
                  <a:gd name="T2" fmla="*/ 0 w 110"/>
                  <a:gd name="T3" fmla="*/ 49 h 49"/>
                  <a:gd name="T4" fmla="*/ 8 w 110"/>
                  <a:gd name="T5" fmla="*/ 47 h 49"/>
                  <a:gd name="T6" fmla="*/ 26 w 110"/>
                  <a:gd name="T7" fmla="*/ 34 h 49"/>
                  <a:gd name="T8" fmla="*/ 71 w 110"/>
                  <a:gd name="T9" fmla="*/ 7 h 49"/>
                  <a:gd name="T10" fmla="*/ 35 w 110"/>
                  <a:gd name="T11" fmla="*/ 28 h 49"/>
                  <a:gd name="T12" fmla="*/ 47 w 110"/>
                  <a:gd name="T13" fmla="*/ 38 h 49"/>
                  <a:gd name="T14" fmla="*/ 110 w 110"/>
                  <a:gd name="T15" fmla="*/ 24 h 49"/>
                  <a:gd name="T16" fmla="*/ 92 w 110"/>
                  <a:gd name="T17" fmla="*/ 9 h 49"/>
                  <a:gd name="T18" fmla="*/ 71 w 110"/>
                  <a:gd name="T19" fmla="*/ 7 h 49"/>
                  <a:gd name="T20" fmla="*/ 82 w 110"/>
                  <a:gd name="T21" fmla="*/ 0 h 49"/>
                  <a:gd name="T22" fmla="*/ 73 w 110"/>
                  <a:gd name="T23" fmla="*/ 6 h 49"/>
                  <a:gd name="T24" fmla="*/ 84 w 110"/>
                  <a:gd name="T25" fmla="*/ 2 h 49"/>
                  <a:gd name="T26" fmla="*/ 82 w 110"/>
                  <a:gd name="T27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49">
                    <a:moveTo>
                      <a:pt x="26" y="34"/>
                    </a:moveTo>
                    <a:cubicBezTo>
                      <a:pt x="17" y="39"/>
                      <a:pt x="8" y="44"/>
                      <a:pt x="0" y="49"/>
                    </a:cubicBezTo>
                    <a:cubicBezTo>
                      <a:pt x="2" y="48"/>
                      <a:pt x="5" y="48"/>
                      <a:pt x="8" y="47"/>
                    </a:cubicBezTo>
                    <a:cubicBezTo>
                      <a:pt x="26" y="34"/>
                      <a:pt x="26" y="34"/>
                      <a:pt x="26" y="34"/>
                    </a:cubicBezTo>
                    <a:moveTo>
                      <a:pt x="71" y="7"/>
                    </a:moveTo>
                    <a:cubicBezTo>
                      <a:pt x="59" y="14"/>
                      <a:pt x="47" y="21"/>
                      <a:pt x="35" y="28"/>
                    </a:cubicBezTo>
                    <a:cubicBezTo>
                      <a:pt x="47" y="38"/>
                      <a:pt x="47" y="38"/>
                      <a:pt x="47" y="38"/>
                    </a:cubicBezTo>
                    <a:cubicBezTo>
                      <a:pt x="68" y="34"/>
                      <a:pt x="89" y="29"/>
                      <a:pt x="110" y="24"/>
                    </a:cubicBezTo>
                    <a:cubicBezTo>
                      <a:pt x="92" y="9"/>
                      <a:pt x="92" y="9"/>
                      <a:pt x="92" y="9"/>
                    </a:cubicBezTo>
                    <a:cubicBezTo>
                      <a:pt x="71" y="7"/>
                      <a:pt x="71" y="7"/>
                      <a:pt x="71" y="7"/>
                    </a:cubicBezTo>
                    <a:moveTo>
                      <a:pt x="82" y="0"/>
                    </a:moveTo>
                    <a:cubicBezTo>
                      <a:pt x="79" y="2"/>
                      <a:pt x="76" y="4"/>
                      <a:pt x="73" y="6"/>
                    </a:cubicBezTo>
                    <a:cubicBezTo>
                      <a:pt x="84" y="2"/>
                      <a:pt x="84" y="2"/>
                      <a:pt x="84" y="2"/>
                    </a:cubicBezTo>
                    <a:cubicBezTo>
                      <a:pt x="82" y="0"/>
                      <a:pt x="82" y="0"/>
                      <a:pt x="8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7" name="Freeform 843"/>
              <p:cNvSpPr>
                <a:spLocks/>
              </p:cNvSpPr>
              <p:nvPr userDrawn="1"/>
            </p:nvSpPr>
            <p:spPr bwMode="auto">
              <a:xfrm>
                <a:off x="1762" y="674"/>
                <a:ext cx="26" cy="9"/>
              </a:xfrm>
              <a:custGeom>
                <a:avLst/>
                <a:gdLst>
                  <a:gd name="T0" fmla="*/ 13 w 21"/>
                  <a:gd name="T1" fmla="*/ 0 h 7"/>
                  <a:gd name="T2" fmla="*/ 2 w 21"/>
                  <a:gd name="T3" fmla="*/ 4 h 7"/>
                  <a:gd name="T4" fmla="*/ 0 w 21"/>
                  <a:gd name="T5" fmla="*/ 5 h 7"/>
                  <a:gd name="T6" fmla="*/ 21 w 21"/>
                  <a:gd name="T7" fmla="*/ 7 h 7"/>
                  <a:gd name="T8" fmla="*/ 13 w 21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7">
                    <a:moveTo>
                      <a:pt x="13" y="0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1" y="4"/>
                      <a:pt x="0" y="5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13" y="0"/>
                      <a:pt x="13" y="0"/>
                      <a:pt x="1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8" name="Freeform 844"/>
              <p:cNvSpPr>
                <a:spLocks/>
              </p:cNvSpPr>
              <p:nvPr userDrawn="1"/>
            </p:nvSpPr>
            <p:spPr bwMode="auto">
              <a:xfrm>
                <a:off x="1684" y="706"/>
                <a:ext cx="49" cy="24"/>
              </a:xfrm>
              <a:custGeom>
                <a:avLst/>
                <a:gdLst>
                  <a:gd name="T0" fmla="*/ 27 w 39"/>
                  <a:gd name="T1" fmla="*/ 0 h 19"/>
                  <a:gd name="T2" fmla="*/ 18 w 39"/>
                  <a:gd name="T3" fmla="*/ 6 h 19"/>
                  <a:gd name="T4" fmla="*/ 0 w 39"/>
                  <a:gd name="T5" fmla="*/ 19 h 19"/>
                  <a:gd name="T6" fmla="*/ 39 w 39"/>
                  <a:gd name="T7" fmla="*/ 10 h 19"/>
                  <a:gd name="T8" fmla="*/ 27 w 39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19">
                    <a:moveTo>
                      <a:pt x="27" y="0"/>
                    </a:moveTo>
                    <a:cubicBezTo>
                      <a:pt x="24" y="2"/>
                      <a:pt x="21" y="4"/>
                      <a:pt x="18" y="6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3" y="16"/>
                      <a:pt x="26" y="13"/>
                      <a:pt x="39" y="10"/>
                    </a:cubicBezTo>
                    <a:cubicBezTo>
                      <a:pt x="27" y="0"/>
                      <a:pt x="27" y="0"/>
                      <a:pt x="27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9" name="Freeform 845"/>
              <p:cNvSpPr>
                <a:spLocks noEditPoints="1"/>
              </p:cNvSpPr>
              <p:nvPr userDrawn="1"/>
            </p:nvSpPr>
            <p:spPr bwMode="auto">
              <a:xfrm>
                <a:off x="2480" y="1017"/>
                <a:ext cx="113" cy="76"/>
              </a:xfrm>
              <a:custGeom>
                <a:avLst/>
                <a:gdLst>
                  <a:gd name="T0" fmla="*/ 38 w 91"/>
                  <a:gd name="T1" fmla="*/ 14 h 61"/>
                  <a:gd name="T2" fmla="*/ 0 w 91"/>
                  <a:gd name="T3" fmla="*/ 26 h 61"/>
                  <a:gd name="T4" fmla="*/ 91 w 91"/>
                  <a:gd name="T5" fmla="*/ 61 h 61"/>
                  <a:gd name="T6" fmla="*/ 86 w 91"/>
                  <a:gd name="T7" fmla="*/ 23 h 61"/>
                  <a:gd name="T8" fmla="*/ 38 w 91"/>
                  <a:gd name="T9" fmla="*/ 14 h 61"/>
                  <a:gd name="T10" fmla="*/ 83 w 91"/>
                  <a:gd name="T11" fmla="*/ 0 h 61"/>
                  <a:gd name="T12" fmla="*/ 48 w 91"/>
                  <a:gd name="T13" fmla="*/ 11 h 61"/>
                  <a:gd name="T14" fmla="*/ 83 w 91"/>
                  <a:gd name="T15" fmla="*/ 5 h 61"/>
                  <a:gd name="T16" fmla="*/ 83 w 91"/>
                  <a:gd name="T17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" h="61">
                    <a:moveTo>
                      <a:pt x="38" y="14"/>
                    </a:moveTo>
                    <a:cubicBezTo>
                      <a:pt x="0" y="26"/>
                      <a:pt x="0" y="26"/>
                      <a:pt x="0" y="26"/>
                    </a:cubicBezTo>
                    <a:cubicBezTo>
                      <a:pt x="30" y="38"/>
                      <a:pt x="60" y="49"/>
                      <a:pt x="91" y="61"/>
                    </a:cubicBezTo>
                    <a:cubicBezTo>
                      <a:pt x="89" y="48"/>
                      <a:pt x="87" y="36"/>
                      <a:pt x="86" y="23"/>
                    </a:cubicBezTo>
                    <a:cubicBezTo>
                      <a:pt x="38" y="14"/>
                      <a:pt x="38" y="14"/>
                      <a:pt x="38" y="14"/>
                    </a:cubicBezTo>
                    <a:moveTo>
                      <a:pt x="83" y="0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3" y="3"/>
                      <a:pt x="83" y="2"/>
                      <a:pt x="83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0" name="Freeform 846"/>
              <p:cNvSpPr>
                <a:spLocks/>
              </p:cNvSpPr>
              <p:nvPr userDrawn="1"/>
            </p:nvSpPr>
            <p:spPr bwMode="auto">
              <a:xfrm>
                <a:off x="2583" y="1015"/>
                <a:ext cx="114" cy="59"/>
              </a:xfrm>
              <a:custGeom>
                <a:avLst/>
                <a:gdLst>
                  <a:gd name="T0" fmla="*/ 74 w 92"/>
                  <a:gd name="T1" fmla="*/ 0 h 48"/>
                  <a:gd name="T2" fmla="*/ 0 w 92"/>
                  <a:gd name="T3" fmla="*/ 2 h 48"/>
                  <a:gd name="T4" fmla="*/ 7 w 92"/>
                  <a:gd name="T5" fmla="*/ 6 h 48"/>
                  <a:gd name="T6" fmla="*/ 31 w 92"/>
                  <a:gd name="T7" fmla="*/ 1 h 48"/>
                  <a:gd name="T8" fmla="*/ 29 w 92"/>
                  <a:gd name="T9" fmla="*/ 17 h 48"/>
                  <a:gd name="T10" fmla="*/ 92 w 92"/>
                  <a:gd name="T11" fmla="*/ 48 h 48"/>
                  <a:gd name="T12" fmla="*/ 74 w 92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48">
                    <a:moveTo>
                      <a:pt x="74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3"/>
                      <a:pt x="5" y="5"/>
                      <a:pt x="7" y="6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50" y="27"/>
                      <a:pt x="71" y="37"/>
                      <a:pt x="92" y="48"/>
                    </a:cubicBezTo>
                    <a:cubicBezTo>
                      <a:pt x="86" y="32"/>
                      <a:pt x="80" y="16"/>
                      <a:pt x="7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1" name="Freeform 847"/>
              <p:cNvSpPr>
                <a:spLocks noEditPoints="1"/>
              </p:cNvSpPr>
              <p:nvPr userDrawn="1"/>
            </p:nvSpPr>
            <p:spPr bwMode="auto">
              <a:xfrm>
                <a:off x="2674" y="1015"/>
                <a:ext cx="96" cy="63"/>
              </a:xfrm>
              <a:custGeom>
                <a:avLst/>
                <a:gdLst>
                  <a:gd name="T0" fmla="*/ 76 w 77"/>
                  <a:gd name="T1" fmla="*/ 48 h 51"/>
                  <a:gd name="T2" fmla="*/ 72 w 77"/>
                  <a:gd name="T3" fmla="*/ 48 h 51"/>
                  <a:gd name="T4" fmla="*/ 77 w 77"/>
                  <a:gd name="T5" fmla="*/ 51 h 51"/>
                  <a:gd name="T6" fmla="*/ 76 w 77"/>
                  <a:gd name="T7" fmla="*/ 48 h 51"/>
                  <a:gd name="T8" fmla="*/ 0 w 77"/>
                  <a:gd name="T9" fmla="*/ 0 h 51"/>
                  <a:gd name="T10" fmla="*/ 51 w 77"/>
                  <a:gd name="T11" fmla="*/ 34 h 51"/>
                  <a:gd name="T12" fmla="*/ 71 w 77"/>
                  <a:gd name="T13" fmla="*/ 21 h 51"/>
                  <a:gd name="T14" fmla="*/ 0 w 77"/>
                  <a:gd name="T1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" h="51">
                    <a:moveTo>
                      <a:pt x="76" y="48"/>
                    </a:moveTo>
                    <a:cubicBezTo>
                      <a:pt x="72" y="48"/>
                      <a:pt x="72" y="48"/>
                      <a:pt x="72" y="48"/>
                    </a:cubicBezTo>
                    <a:cubicBezTo>
                      <a:pt x="74" y="49"/>
                      <a:pt x="75" y="50"/>
                      <a:pt x="77" y="51"/>
                    </a:cubicBezTo>
                    <a:cubicBezTo>
                      <a:pt x="76" y="50"/>
                      <a:pt x="76" y="49"/>
                      <a:pt x="76" y="48"/>
                    </a:cubicBezTo>
                    <a:moveTo>
                      <a:pt x="0" y="0"/>
                    </a:moveTo>
                    <a:cubicBezTo>
                      <a:pt x="17" y="12"/>
                      <a:pt x="34" y="23"/>
                      <a:pt x="51" y="34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2" name="Freeform 848"/>
              <p:cNvSpPr>
                <a:spLocks/>
              </p:cNvSpPr>
              <p:nvPr userDrawn="1"/>
            </p:nvSpPr>
            <p:spPr bwMode="auto">
              <a:xfrm>
                <a:off x="2787" y="1070"/>
                <a:ext cx="56" cy="37"/>
              </a:xfrm>
              <a:custGeom>
                <a:avLst/>
                <a:gdLst>
                  <a:gd name="T0" fmla="*/ 22 w 56"/>
                  <a:gd name="T1" fmla="*/ 0 h 37"/>
                  <a:gd name="T2" fmla="*/ 0 w 56"/>
                  <a:gd name="T3" fmla="*/ 3 h 37"/>
                  <a:gd name="T4" fmla="*/ 26 w 56"/>
                  <a:gd name="T5" fmla="*/ 37 h 37"/>
                  <a:gd name="T6" fmla="*/ 56 w 56"/>
                  <a:gd name="T7" fmla="*/ 23 h 37"/>
                  <a:gd name="T8" fmla="*/ 22 w 56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37">
                    <a:moveTo>
                      <a:pt x="22" y="0"/>
                    </a:moveTo>
                    <a:lnTo>
                      <a:pt x="0" y="3"/>
                    </a:lnTo>
                    <a:lnTo>
                      <a:pt x="26" y="37"/>
                    </a:lnTo>
                    <a:lnTo>
                      <a:pt x="56" y="23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3" name="Freeform 849"/>
              <p:cNvSpPr>
                <a:spLocks/>
              </p:cNvSpPr>
              <p:nvPr userDrawn="1"/>
            </p:nvSpPr>
            <p:spPr bwMode="auto">
              <a:xfrm>
                <a:off x="2787" y="1070"/>
                <a:ext cx="56" cy="37"/>
              </a:xfrm>
              <a:custGeom>
                <a:avLst/>
                <a:gdLst>
                  <a:gd name="T0" fmla="*/ 22 w 56"/>
                  <a:gd name="T1" fmla="*/ 0 h 37"/>
                  <a:gd name="T2" fmla="*/ 0 w 56"/>
                  <a:gd name="T3" fmla="*/ 3 h 37"/>
                  <a:gd name="T4" fmla="*/ 26 w 56"/>
                  <a:gd name="T5" fmla="*/ 37 h 37"/>
                  <a:gd name="T6" fmla="*/ 56 w 56"/>
                  <a:gd name="T7" fmla="*/ 23 h 37"/>
                  <a:gd name="T8" fmla="*/ 22 w 56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37">
                    <a:moveTo>
                      <a:pt x="22" y="0"/>
                    </a:moveTo>
                    <a:lnTo>
                      <a:pt x="0" y="3"/>
                    </a:lnTo>
                    <a:lnTo>
                      <a:pt x="26" y="37"/>
                    </a:lnTo>
                    <a:lnTo>
                      <a:pt x="56" y="23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4" name="Freeform 850"/>
              <p:cNvSpPr>
                <a:spLocks noEditPoints="1"/>
              </p:cNvSpPr>
              <p:nvPr userDrawn="1"/>
            </p:nvSpPr>
            <p:spPr bwMode="auto">
              <a:xfrm>
                <a:off x="2813" y="1093"/>
                <a:ext cx="100" cy="78"/>
              </a:xfrm>
              <a:custGeom>
                <a:avLst/>
                <a:gdLst>
                  <a:gd name="T0" fmla="*/ 72 w 81"/>
                  <a:gd name="T1" fmla="*/ 53 h 63"/>
                  <a:gd name="T2" fmla="*/ 76 w 81"/>
                  <a:gd name="T3" fmla="*/ 59 h 63"/>
                  <a:gd name="T4" fmla="*/ 81 w 81"/>
                  <a:gd name="T5" fmla="*/ 63 h 63"/>
                  <a:gd name="T6" fmla="*/ 72 w 81"/>
                  <a:gd name="T7" fmla="*/ 53 h 63"/>
                  <a:gd name="T8" fmla="*/ 65 w 81"/>
                  <a:gd name="T9" fmla="*/ 45 h 63"/>
                  <a:gd name="T10" fmla="*/ 70 w 81"/>
                  <a:gd name="T11" fmla="*/ 52 h 63"/>
                  <a:gd name="T12" fmla="*/ 69 w 81"/>
                  <a:gd name="T13" fmla="*/ 50 h 63"/>
                  <a:gd name="T14" fmla="*/ 65 w 81"/>
                  <a:gd name="T15" fmla="*/ 45 h 63"/>
                  <a:gd name="T16" fmla="*/ 24 w 81"/>
                  <a:gd name="T17" fmla="*/ 0 h 63"/>
                  <a:gd name="T18" fmla="*/ 24 w 81"/>
                  <a:gd name="T19" fmla="*/ 0 h 63"/>
                  <a:gd name="T20" fmla="*/ 0 w 81"/>
                  <a:gd name="T21" fmla="*/ 12 h 63"/>
                  <a:gd name="T22" fmla="*/ 61 w 81"/>
                  <a:gd name="T23" fmla="*/ 50 h 63"/>
                  <a:gd name="T24" fmla="*/ 57 w 81"/>
                  <a:gd name="T25" fmla="*/ 36 h 63"/>
                  <a:gd name="T26" fmla="*/ 24 w 81"/>
                  <a:gd name="T2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1" h="63">
                    <a:moveTo>
                      <a:pt x="72" y="53"/>
                    </a:moveTo>
                    <a:cubicBezTo>
                      <a:pt x="73" y="55"/>
                      <a:pt x="75" y="57"/>
                      <a:pt x="76" y="59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72" y="53"/>
                      <a:pt x="72" y="53"/>
                      <a:pt x="72" y="53"/>
                    </a:cubicBezTo>
                    <a:moveTo>
                      <a:pt x="65" y="45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69" y="51"/>
                      <a:pt x="69" y="50"/>
                      <a:pt x="69" y="50"/>
                    </a:cubicBezTo>
                    <a:cubicBezTo>
                      <a:pt x="65" y="45"/>
                      <a:pt x="65" y="45"/>
                      <a:pt x="65" y="45"/>
                    </a:cubicBezTo>
                    <a:moveTo>
                      <a:pt x="24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61" y="50"/>
                      <a:pt x="61" y="50"/>
                      <a:pt x="61" y="50"/>
                    </a:cubicBezTo>
                    <a:cubicBezTo>
                      <a:pt x="57" y="36"/>
                      <a:pt x="57" y="36"/>
                      <a:pt x="57" y="36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5" name="Freeform 851"/>
              <p:cNvSpPr>
                <a:spLocks noEditPoints="1"/>
              </p:cNvSpPr>
              <p:nvPr userDrawn="1"/>
            </p:nvSpPr>
            <p:spPr bwMode="auto">
              <a:xfrm>
                <a:off x="2898" y="1151"/>
                <a:ext cx="68" cy="122"/>
              </a:xfrm>
              <a:custGeom>
                <a:avLst/>
                <a:gdLst>
                  <a:gd name="T0" fmla="*/ 32 w 55"/>
                  <a:gd name="T1" fmla="*/ 58 h 99"/>
                  <a:gd name="T2" fmla="*/ 10 w 55"/>
                  <a:gd name="T3" fmla="*/ 69 h 99"/>
                  <a:gd name="T4" fmla="*/ 10 w 55"/>
                  <a:gd name="T5" fmla="*/ 69 h 99"/>
                  <a:gd name="T6" fmla="*/ 55 w 55"/>
                  <a:gd name="T7" fmla="*/ 99 h 99"/>
                  <a:gd name="T8" fmla="*/ 32 w 55"/>
                  <a:gd name="T9" fmla="*/ 58 h 99"/>
                  <a:gd name="T10" fmla="*/ 0 w 55"/>
                  <a:gd name="T11" fmla="*/ 0 h 99"/>
                  <a:gd name="T12" fmla="*/ 0 w 55"/>
                  <a:gd name="T13" fmla="*/ 3 h 99"/>
                  <a:gd name="T14" fmla="*/ 1 w 55"/>
                  <a:gd name="T15" fmla="*/ 5 h 99"/>
                  <a:gd name="T16" fmla="*/ 14 w 55"/>
                  <a:gd name="T17" fmla="*/ 25 h 99"/>
                  <a:gd name="T18" fmla="*/ 7 w 55"/>
                  <a:gd name="T19" fmla="*/ 12 h 99"/>
                  <a:gd name="T20" fmla="*/ 3 w 55"/>
                  <a:gd name="T21" fmla="*/ 6 h 99"/>
                  <a:gd name="T22" fmla="*/ 0 w 55"/>
                  <a:gd name="T23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5" h="99">
                    <a:moveTo>
                      <a:pt x="32" y="58"/>
                    </a:moveTo>
                    <a:cubicBezTo>
                      <a:pt x="10" y="69"/>
                      <a:pt x="10" y="69"/>
                      <a:pt x="10" y="69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55" y="99"/>
                      <a:pt x="55" y="99"/>
                      <a:pt x="55" y="99"/>
                    </a:cubicBezTo>
                    <a:cubicBezTo>
                      <a:pt x="48" y="85"/>
                      <a:pt x="40" y="71"/>
                      <a:pt x="32" y="58"/>
                    </a:cubicBezTo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1" y="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1" y="21"/>
                      <a:pt x="9" y="17"/>
                      <a:pt x="7" y="12"/>
                    </a:cubicBezTo>
                    <a:cubicBezTo>
                      <a:pt x="6" y="10"/>
                      <a:pt x="4" y="8"/>
                      <a:pt x="3" y="6"/>
                    </a:cubicBezTo>
                    <a:cubicBezTo>
                      <a:pt x="2" y="4"/>
                      <a:pt x="1" y="2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6" name="Freeform 852"/>
              <p:cNvSpPr>
                <a:spLocks/>
              </p:cNvSpPr>
              <p:nvPr userDrawn="1"/>
            </p:nvSpPr>
            <p:spPr bwMode="auto">
              <a:xfrm>
                <a:off x="2881" y="1130"/>
                <a:ext cx="61" cy="106"/>
              </a:xfrm>
              <a:custGeom>
                <a:avLst/>
                <a:gdLst>
                  <a:gd name="T0" fmla="*/ 0 w 61"/>
                  <a:gd name="T1" fmla="*/ 0 h 106"/>
                  <a:gd name="T2" fmla="*/ 3 w 61"/>
                  <a:gd name="T3" fmla="*/ 7 h 106"/>
                  <a:gd name="T4" fmla="*/ 8 w 61"/>
                  <a:gd name="T5" fmla="*/ 25 h 106"/>
                  <a:gd name="T6" fmla="*/ 30 w 61"/>
                  <a:gd name="T7" fmla="*/ 106 h 106"/>
                  <a:gd name="T8" fmla="*/ 57 w 61"/>
                  <a:gd name="T9" fmla="*/ 93 h 106"/>
                  <a:gd name="T10" fmla="*/ 61 w 61"/>
                  <a:gd name="T11" fmla="*/ 91 h 106"/>
                  <a:gd name="T12" fmla="*/ 35 w 61"/>
                  <a:gd name="T13" fmla="*/ 52 h 106"/>
                  <a:gd name="T14" fmla="*/ 19 w 61"/>
                  <a:gd name="T15" fmla="*/ 27 h 106"/>
                  <a:gd name="T16" fmla="*/ 12 w 61"/>
                  <a:gd name="T17" fmla="*/ 18 h 106"/>
                  <a:gd name="T18" fmla="*/ 0 w 61"/>
                  <a:gd name="T1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" h="106">
                    <a:moveTo>
                      <a:pt x="0" y="0"/>
                    </a:moveTo>
                    <a:lnTo>
                      <a:pt x="3" y="7"/>
                    </a:lnTo>
                    <a:lnTo>
                      <a:pt x="8" y="25"/>
                    </a:lnTo>
                    <a:lnTo>
                      <a:pt x="30" y="106"/>
                    </a:lnTo>
                    <a:lnTo>
                      <a:pt x="57" y="93"/>
                    </a:lnTo>
                    <a:lnTo>
                      <a:pt x="61" y="91"/>
                    </a:lnTo>
                    <a:lnTo>
                      <a:pt x="35" y="52"/>
                    </a:lnTo>
                    <a:lnTo>
                      <a:pt x="19" y="27"/>
                    </a:lnTo>
                    <a:lnTo>
                      <a:pt x="12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7" name="Freeform 853"/>
              <p:cNvSpPr>
                <a:spLocks/>
              </p:cNvSpPr>
              <p:nvPr userDrawn="1"/>
            </p:nvSpPr>
            <p:spPr bwMode="auto">
              <a:xfrm>
                <a:off x="2881" y="1130"/>
                <a:ext cx="61" cy="106"/>
              </a:xfrm>
              <a:custGeom>
                <a:avLst/>
                <a:gdLst>
                  <a:gd name="T0" fmla="*/ 0 w 61"/>
                  <a:gd name="T1" fmla="*/ 0 h 106"/>
                  <a:gd name="T2" fmla="*/ 3 w 61"/>
                  <a:gd name="T3" fmla="*/ 7 h 106"/>
                  <a:gd name="T4" fmla="*/ 8 w 61"/>
                  <a:gd name="T5" fmla="*/ 25 h 106"/>
                  <a:gd name="T6" fmla="*/ 30 w 61"/>
                  <a:gd name="T7" fmla="*/ 106 h 106"/>
                  <a:gd name="T8" fmla="*/ 57 w 61"/>
                  <a:gd name="T9" fmla="*/ 93 h 106"/>
                  <a:gd name="T10" fmla="*/ 61 w 61"/>
                  <a:gd name="T11" fmla="*/ 91 h 106"/>
                  <a:gd name="T12" fmla="*/ 35 w 61"/>
                  <a:gd name="T13" fmla="*/ 52 h 106"/>
                  <a:gd name="T14" fmla="*/ 19 w 61"/>
                  <a:gd name="T15" fmla="*/ 27 h 106"/>
                  <a:gd name="T16" fmla="*/ 12 w 61"/>
                  <a:gd name="T17" fmla="*/ 18 h 106"/>
                  <a:gd name="T18" fmla="*/ 0 w 61"/>
                  <a:gd name="T1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" h="106">
                    <a:moveTo>
                      <a:pt x="0" y="0"/>
                    </a:moveTo>
                    <a:lnTo>
                      <a:pt x="3" y="7"/>
                    </a:lnTo>
                    <a:lnTo>
                      <a:pt x="8" y="25"/>
                    </a:lnTo>
                    <a:lnTo>
                      <a:pt x="30" y="106"/>
                    </a:lnTo>
                    <a:lnTo>
                      <a:pt x="57" y="93"/>
                    </a:lnTo>
                    <a:lnTo>
                      <a:pt x="61" y="91"/>
                    </a:lnTo>
                    <a:lnTo>
                      <a:pt x="35" y="52"/>
                    </a:lnTo>
                    <a:lnTo>
                      <a:pt x="19" y="27"/>
                    </a:lnTo>
                    <a:lnTo>
                      <a:pt x="12" y="1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8" name="Freeform 854"/>
              <p:cNvSpPr>
                <a:spLocks/>
              </p:cNvSpPr>
              <p:nvPr userDrawn="1"/>
            </p:nvSpPr>
            <p:spPr bwMode="auto">
              <a:xfrm>
                <a:off x="2705" y="1041"/>
                <a:ext cx="104" cy="38"/>
              </a:xfrm>
              <a:custGeom>
                <a:avLst/>
                <a:gdLst>
                  <a:gd name="T0" fmla="*/ 57 w 104"/>
                  <a:gd name="T1" fmla="*/ 0 h 38"/>
                  <a:gd name="T2" fmla="*/ 57 w 104"/>
                  <a:gd name="T3" fmla="*/ 0 h 38"/>
                  <a:gd name="T4" fmla="*/ 33 w 104"/>
                  <a:gd name="T5" fmla="*/ 16 h 38"/>
                  <a:gd name="T6" fmla="*/ 0 w 104"/>
                  <a:gd name="T7" fmla="*/ 38 h 38"/>
                  <a:gd name="T8" fmla="*/ 59 w 104"/>
                  <a:gd name="T9" fmla="*/ 33 h 38"/>
                  <a:gd name="T10" fmla="*/ 63 w 104"/>
                  <a:gd name="T11" fmla="*/ 33 h 38"/>
                  <a:gd name="T12" fmla="*/ 82 w 104"/>
                  <a:gd name="T13" fmla="*/ 32 h 38"/>
                  <a:gd name="T14" fmla="*/ 104 w 104"/>
                  <a:gd name="T15" fmla="*/ 29 h 38"/>
                  <a:gd name="T16" fmla="*/ 57 w 104"/>
                  <a:gd name="T1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4" h="38">
                    <a:moveTo>
                      <a:pt x="57" y="0"/>
                    </a:moveTo>
                    <a:lnTo>
                      <a:pt x="57" y="0"/>
                    </a:lnTo>
                    <a:lnTo>
                      <a:pt x="33" y="16"/>
                    </a:lnTo>
                    <a:lnTo>
                      <a:pt x="0" y="38"/>
                    </a:lnTo>
                    <a:lnTo>
                      <a:pt x="59" y="33"/>
                    </a:lnTo>
                    <a:lnTo>
                      <a:pt x="63" y="33"/>
                    </a:lnTo>
                    <a:lnTo>
                      <a:pt x="82" y="32"/>
                    </a:lnTo>
                    <a:lnTo>
                      <a:pt x="104" y="29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9" name="Freeform 855"/>
              <p:cNvSpPr>
                <a:spLocks/>
              </p:cNvSpPr>
              <p:nvPr userDrawn="1"/>
            </p:nvSpPr>
            <p:spPr bwMode="auto">
              <a:xfrm>
                <a:off x="2705" y="1041"/>
                <a:ext cx="104" cy="38"/>
              </a:xfrm>
              <a:custGeom>
                <a:avLst/>
                <a:gdLst>
                  <a:gd name="T0" fmla="*/ 57 w 104"/>
                  <a:gd name="T1" fmla="*/ 0 h 38"/>
                  <a:gd name="T2" fmla="*/ 57 w 104"/>
                  <a:gd name="T3" fmla="*/ 0 h 38"/>
                  <a:gd name="T4" fmla="*/ 33 w 104"/>
                  <a:gd name="T5" fmla="*/ 16 h 38"/>
                  <a:gd name="T6" fmla="*/ 0 w 104"/>
                  <a:gd name="T7" fmla="*/ 38 h 38"/>
                  <a:gd name="T8" fmla="*/ 59 w 104"/>
                  <a:gd name="T9" fmla="*/ 33 h 38"/>
                  <a:gd name="T10" fmla="*/ 63 w 104"/>
                  <a:gd name="T11" fmla="*/ 33 h 38"/>
                  <a:gd name="T12" fmla="*/ 82 w 104"/>
                  <a:gd name="T13" fmla="*/ 32 h 38"/>
                  <a:gd name="T14" fmla="*/ 104 w 104"/>
                  <a:gd name="T15" fmla="*/ 29 h 38"/>
                  <a:gd name="T16" fmla="*/ 57 w 104"/>
                  <a:gd name="T1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4" h="38">
                    <a:moveTo>
                      <a:pt x="57" y="0"/>
                    </a:moveTo>
                    <a:lnTo>
                      <a:pt x="57" y="0"/>
                    </a:lnTo>
                    <a:lnTo>
                      <a:pt x="33" y="16"/>
                    </a:lnTo>
                    <a:lnTo>
                      <a:pt x="0" y="38"/>
                    </a:lnTo>
                    <a:lnTo>
                      <a:pt x="59" y="33"/>
                    </a:lnTo>
                    <a:lnTo>
                      <a:pt x="63" y="33"/>
                    </a:lnTo>
                    <a:lnTo>
                      <a:pt x="82" y="32"/>
                    </a:lnTo>
                    <a:lnTo>
                      <a:pt x="104" y="29"/>
                    </a:lnTo>
                    <a:lnTo>
                      <a:pt x="5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0" name="Freeform 856"/>
              <p:cNvSpPr>
                <a:spLocks/>
              </p:cNvSpPr>
              <p:nvPr userDrawn="1"/>
            </p:nvSpPr>
            <p:spPr bwMode="auto">
              <a:xfrm>
                <a:off x="2522" y="1016"/>
                <a:ext cx="99" cy="35"/>
              </a:xfrm>
              <a:custGeom>
                <a:avLst/>
                <a:gdLst>
                  <a:gd name="T0" fmla="*/ 99 w 99"/>
                  <a:gd name="T1" fmla="*/ 0 h 35"/>
                  <a:gd name="T2" fmla="*/ 70 w 99"/>
                  <a:gd name="T3" fmla="*/ 6 h 35"/>
                  <a:gd name="T4" fmla="*/ 61 w 99"/>
                  <a:gd name="T5" fmla="*/ 7 h 35"/>
                  <a:gd name="T6" fmla="*/ 18 w 99"/>
                  <a:gd name="T7" fmla="*/ 15 h 35"/>
                  <a:gd name="T8" fmla="*/ 0 w 99"/>
                  <a:gd name="T9" fmla="*/ 18 h 35"/>
                  <a:gd name="T10" fmla="*/ 5 w 99"/>
                  <a:gd name="T11" fmla="*/ 18 h 35"/>
                  <a:gd name="T12" fmla="*/ 65 w 99"/>
                  <a:gd name="T13" fmla="*/ 30 h 35"/>
                  <a:gd name="T14" fmla="*/ 96 w 99"/>
                  <a:gd name="T15" fmla="*/ 35 h 35"/>
                  <a:gd name="T16" fmla="*/ 97 w 99"/>
                  <a:gd name="T17" fmla="*/ 20 h 35"/>
                  <a:gd name="T18" fmla="*/ 99 w 99"/>
                  <a:gd name="T1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9" h="35">
                    <a:moveTo>
                      <a:pt x="99" y="0"/>
                    </a:moveTo>
                    <a:lnTo>
                      <a:pt x="70" y="6"/>
                    </a:lnTo>
                    <a:lnTo>
                      <a:pt x="61" y="7"/>
                    </a:lnTo>
                    <a:lnTo>
                      <a:pt x="18" y="15"/>
                    </a:lnTo>
                    <a:lnTo>
                      <a:pt x="0" y="18"/>
                    </a:lnTo>
                    <a:lnTo>
                      <a:pt x="5" y="18"/>
                    </a:lnTo>
                    <a:lnTo>
                      <a:pt x="65" y="30"/>
                    </a:lnTo>
                    <a:lnTo>
                      <a:pt x="96" y="35"/>
                    </a:lnTo>
                    <a:lnTo>
                      <a:pt x="97" y="20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1" name="Freeform 857"/>
              <p:cNvSpPr>
                <a:spLocks/>
              </p:cNvSpPr>
              <p:nvPr userDrawn="1"/>
            </p:nvSpPr>
            <p:spPr bwMode="auto">
              <a:xfrm>
                <a:off x="2522" y="1016"/>
                <a:ext cx="99" cy="35"/>
              </a:xfrm>
              <a:custGeom>
                <a:avLst/>
                <a:gdLst>
                  <a:gd name="T0" fmla="*/ 99 w 99"/>
                  <a:gd name="T1" fmla="*/ 0 h 35"/>
                  <a:gd name="T2" fmla="*/ 70 w 99"/>
                  <a:gd name="T3" fmla="*/ 6 h 35"/>
                  <a:gd name="T4" fmla="*/ 61 w 99"/>
                  <a:gd name="T5" fmla="*/ 7 h 35"/>
                  <a:gd name="T6" fmla="*/ 18 w 99"/>
                  <a:gd name="T7" fmla="*/ 15 h 35"/>
                  <a:gd name="T8" fmla="*/ 0 w 99"/>
                  <a:gd name="T9" fmla="*/ 18 h 35"/>
                  <a:gd name="T10" fmla="*/ 5 w 99"/>
                  <a:gd name="T11" fmla="*/ 18 h 35"/>
                  <a:gd name="T12" fmla="*/ 65 w 99"/>
                  <a:gd name="T13" fmla="*/ 30 h 35"/>
                  <a:gd name="T14" fmla="*/ 96 w 99"/>
                  <a:gd name="T15" fmla="*/ 35 h 35"/>
                  <a:gd name="T16" fmla="*/ 97 w 99"/>
                  <a:gd name="T17" fmla="*/ 20 h 35"/>
                  <a:gd name="T18" fmla="*/ 99 w 99"/>
                  <a:gd name="T1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9" h="35">
                    <a:moveTo>
                      <a:pt x="99" y="0"/>
                    </a:moveTo>
                    <a:lnTo>
                      <a:pt x="70" y="6"/>
                    </a:lnTo>
                    <a:lnTo>
                      <a:pt x="61" y="7"/>
                    </a:lnTo>
                    <a:lnTo>
                      <a:pt x="18" y="15"/>
                    </a:lnTo>
                    <a:lnTo>
                      <a:pt x="0" y="18"/>
                    </a:lnTo>
                    <a:lnTo>
                      <a:pt x="5" y="18"/>
                    </a:lnTo>
                    <a:lnTo>
                      <a:pt x="65" y="30"/>
                    </a:lnTo>
                    <a:lnTo>
                      <a:pt x="96" y="35"/>
                    </a:lnTo>
                    <a:lnTo>
                      <a:pt x="97" y="20"/>
                    </a:lnTo>
                    <a:lnTo>
                      <a:pt x="9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2" name="Freeform 858"/>
              <p:cNvSpPr>
                <a:spLocks/>
              </p:cNvSpPr>
              <p:nvPr userDrawn="1"/>
            </p:nvSpPr>
            <p:spPr bwMode="auto">
              <a:xfrm>
                <a:off x="2420" y="949"/>
                <a:ext cx="59" cy="100"/>
              </a:xfrm>
              <a:custGeom>
                <a:avLst/>
                <a:gdLst>
                  <a:gd name="T0" fmla="*/ 10 w 48"/>
                  <a:gd name="T1" fmla="*/ 0 h 81"/>
                  <a:gd name="T2" fmla="*/ 10 w 48"/>
                  <a:gd name="T3" fmla="*/ 0 h 81"/>
                  <a:gd name="T4" fmla="*/ 10 w 48"/>
                  <a:gd name="T5" fmla="*/ 0 h 81"/>
                  <a:gd name="T6" fmla="*/ 0 w 48"/>
                  <a:gd name="T7" fmla="*/ 81 h 81"/>
                  <a:gd name="T8" fmla="*/ 48 w 48"/>
                  <a:gd name="T9" fmla="*/ 78 h 81"/>
                  <a:gd name="T10" fmla="*/ 10 w 48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" h="81">
                    <a:moveTo>
                      <a:pt x="1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7" y="27"/>
                      <a:pt x="3" y="54"/>
                      <a:pt x="0" y="81"/>
                    </a:cubicBezTo>
                    <a:cubicBezTo>
                      <a:pt x="16" y="80"/>
                      <a:pt x="32" y="79"/>
                      <a:pt x="48" y="78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3" name="Freeform 859"/>
              <p:cNvSpPr>
                <a:spLocks/>
              </p:cNvSpPr>
              <p:nvPr userDrawn="1"/>
            </p:nvSpPr>
            <p:spPr bwMode="auto">
              <a:xfrm>
                <a:off x="1037" y="1049"/>
                <a:ext cx="72" cy="91"/>
              </a:xfrm>
              <a:custGeom>
                <a:avLst/>
                <a:gdLst>
                  <a:gd name="T0" fmla="*/ 62 w 72"/>
                  <a:gd name="T1" fmla="*/ 0 h 91"/>
                  <a:gd name="T2" fmla="*/ 0 w 72"/>
                  <a:gd name="T3" fmla="*/ 91 h 91"/>
                  <a:gd name="T4" fmla="*/ 72 w 72"/>
                  <a:gd name="T5" fmla="*/ 54 h 91"/>
                  <a:gd name="T6" fmla="*/ 62 w 72"/>
                  <a:gd name="T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" h="91">
                    <a:moveTo>
                      <a:pt x="62" y="0"/>
                    </a:moveTo>
                    <a:lnTo>
                      <a:pt x="0" y="91"/>
                    </a:lnTo>
                    <a:lnTo>
                      <a:pt x="72" y="54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4" name="Freeform 860"/>
              <p:cNvSpPr>
                <a:spLocks/>
              </p:cNvSpPr>
              <p:nvPr userDrawn="1"/>
            </p:nvSpPr>
            <p:spPr bwMode="auto">
              <a:xfrm>
                <a:off x="1037" y="1049"/>
                <a:ext cx="72" cy="91"/>
              </a:xfrm>
              <a:custGeom>
                <a:avLst/>
                <a:gdLst>
                  <a:gd name="T0" fmla="*/ 62 w 72"/>
                  <a:gd name="T1" fmla="*/ 0 h 91"/>
                  <a:gd name="T2" fmla="*/ 0 w 72"/>
                  <a:gd name="T3" fmla="*/ 91 h 91"/>
                  <a:gd name="T4" fmla="*/ 72 w 72"/>
                  <a:gd name="T5" fmla="*/ 54 h 91"/>
                  <a:gd name="T6" fmla="*/ 62 w 72"/>
                  <a:gd name="T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" h="91">
                    <a:moveTo>
                      <a:pt x="62" y="0"/>
                    </a:moveTo>
                    <a:lnTo>
                      <a:pt x="0" y="91"/>
                    </a:lnTo>
                    <a:lnTo>
                      <a:pt x="72" y="54"/>
                    </a:lnTo>
                    <a:lnTo>
                      <a:pt x="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5" name="Freeform 861"/>
              <p:cNvSpPr>
                <a:spLocks noEditPoints="1"/>
              </p:cNvSpPr>
              <p:nvPr userDrawn="1"/>
            </p:nvSpPr>
            <p:spPr bwMode="auto">
              <a:xfrm>
                <a:off x="2887" y="783"/>
                <a:ext cx="42" cy="150"/>
              </a:xfrm>
              <a:custGeom>
                <a:avLst/>
                <a:gdLst>
                  <a:gd name="T0" fmla="*/ 7 w 34"/>
                  <a:gd name="T1" fmla="*/ 121 h 121"/>
                  <a:gd name="T2" fmla="*/ 7 w 34"/>
                  <a:gd name="T3" fmla="*/ 121 h 121"/>
                  <a:gd name="T4" fmla="*/ 6 w 34"/>
                  <a:gd name="T5" fmla="*/ 120 h 121"/>
                  <a:gd name="T6" fmla="*/ 1 w 34"/>
                  <a:gd name="T7" fmla="*/ 44 h 121"/>
                  <a:gd name="T8" fmla="*/ 1 w 34"/>
                  <a:gd name="T9" fmla="*/ 43 h 121"/>
                  <a:gd name="T10" fmla="*/ 31 w 34"/>
                  <a:gd name="T11" fmla="*/ 0 h 121"/>
                  <a:gd name="T12" fmla="*/ 33 w 34"/>
                  <a:gd name="T13" fmla="*/ 0 h 121"/>
                  <a:gd name="T14" fmla="*/ 34 w 34"/>
                  <a:gd name="T15" fmla="*/ 2 h 121"/>
                  <a:gd name="T16" fmla="*/ 9 w 34"/>
                  <a:gd name="T17" fmla="*/ 120 h 121"/>
                  <a:gd name="T18" fmla="*/ 7 w 34"/>
                  <a:gd name="T19" fmla="*/ 121 h 121"/>
                  <a:gd name="T20" fmla="*/ 4 w 34"/>
                  <a:gd name="T21" fmla="*/ 45 h 121"/>
                  <a:gd name="T22" fmla="*/ 8 w 34"/>
                  <a:gd name="T23" fmla="*/ 107 h 121"/>
                  <a:gd name="T24" fmla="*/ 29 w 34"/>
                  <a:gd name="T25" fmla="*/ 9 h 121"/>
                  <a:gd name="T26" fmla="*/ 4 w 34"/>
                  <a:gd name="T27" fmla="*/ 45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4" h="121">
                    <a:moveTo>
                      <a:pt x="7" y="121"/>
                    </a:moveTo>
                    <a:cubicBezTo>
                      <a:pt x="7" y="121"/>
                      <a:pt x="7" y="121"/>
                      <a:pt x="7" y="121"/>
                    </a:cubicBezTo>
                    <a:cubicBezTo>
                      <a:pt x="6" y="121"/>
                      <a:pt x="6" y="121"/>
                      <a:pt x="6" y="120"/>
                    </a:cubicBezTo>
                    <a:cubicBezTo>
                      <a:pt x="1" y="44"/>
                      <a:pt x="1" y="44"/>
                      <a:pt x="1" y="44"/>
                    </a:cubicBezTo>
                    <a:cubicBezTo>
                      <a:pt x="0" y="44"/>
                      <a:pt x="1" y="43"/>
                      <a:pt x="1" y="4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0"/>
                      <a:pt x="32" y="0"/>
                      <a:pt x="33" y="0"/>
                    </a:cubicBezTo>
                    <a:cubicBezTo>
                      <a:pt x="34" y="0"/>
                      <a:pt x="34" y="1"/>
                      <a:pt x="34" y="2"/>
                    </a:cubicBezTo>
                    <a:cubicBezTo>
                      <a:pt x="9" y="120"/>
                      <a:pt x="9" y="120"/>
                      <a:pt x="9" y="120"/>
                    </a:cubicBezTo>
                    <a:cubicBezTo>
                      <a:pt x="9" y="121"/>
                      <a:pt x="8" y="121"/>
                      <a:pt x="7" y="121"/>
                    </a:cubicBezTo>
                    <a:close/>
                    <a:moveTo>
                      <a:pt x="4" y="45"/>
                    </a:moveTo>
                    <a:cubicBezTo>
                      <a:pt x="8" y="107"/>
                      <a:pt x="8" y="107"/>
                      <a:pt x="8" y="107"/>
                    </a:cubicBezTo>
                    <a:cubicBezTo>
                      <a:pt x="29" y="9"/>
                      <a:pt x="29" y="9"/>
                      <a:pt x="29" y="9"/>
                    </a:cubicBezTo>
                    <a:lnTo>
                      <a:pt x="4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6" name="Freeform 862"/>
              <p:cNvSpPr>
                <a:spLocks noEditPoints="1"/>
              </p:cNvSpPr>
              <p:nvPr userDrawn="1"/>
            </p:nvSpPr>
            <p:spPr bwMode="auto">
              <a:xfrm>
                <a:off x="2901" y="590"/>
                <a:ext cx="28" cy="197"/>
              </a:xfrm>
              <a:custGeom>
                <a:avLst/>
                <a:gdLst>
                  <a:gd name="T0" fmla="*/ 21 w 23"/>
                  <a:gd name="T1" fmla="*/ 159 h 159"/>
                  <a:gd name="T2" fmla="*/ 20 w 23"/>
                  <a:gd name="T3" fmla="*/ 158 h 159"/>
                  <a:gd name="T4" fmla="*/ 0 w 23"/>
                  <a:gd name="T5" fmla="*/ 117 h 159"/>
                  <a:gd name="T6" fmla="*/ 0 w 23"/>
                  <a:gd name="T7" fmla="*/ 116 h 159"/>
                  <a:gd name="T8" fmla="*/ 9 w 23"/>
                  <a:gd name="T9" fmla="*/ 2 h 159"/>
                  <a:gd name="T10" fmla="*/ 11 w 23"/>
                  <a:gd name="T11" fmla="*/ 0 h 159"/>
                  <a:gd name="T12" fmla="*/ 11 w 23"/>
                  <a:gd name="T13" fmla="*/ 0 h 159"/>
                  <a:gd name="T14" fmla="*/ 13 w 23"/>
                  <a:gd name="T15" fmla="*/ 2 h 159"/>
                  <a:gd name="T16" fmla="*/ 23 w 23"/>
                  <a:gd name="T17" fmla="*/ 157 h 159"/>
                  <a:gd name="T18" fmla="*/ 22 w 23"/>
                  <a:gd name="T19" fmla="*/ 159 h 159"/>
                  <a:gd name="T20" fmla="*/ 21 w 23"/>
                  <a:gd name="T21" fmla="*/ 159 h 159"/>
                  <a:gd name="T22" fmla="*/ 3 w 23"/>
                  <a:gd name="T23" fmla="*/ 116 h 159"/>
                  <a:gd name="T24" fmla="*/ 19 w 23"/>
                  <a:gd name="T25" fmla="*/ 149 h 159"/>
                  <a:gd name="T26" fmla="*/ 11 w 23"/>
                  <a:gd name="T27" fmla="*/ 24 h 159"/>
                  <a:gd name="T28" fmla="*/ 3 w 23"/>
                  <a:gd name="T29" fmla="*/ 116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159">
                    <a:moveTo>
                      <a:pt x="21" y="159"/>
                    </a:moveTo>
                    <a:cubicBezTo>
                      <a:pt x="21" y="159"/>
                      <a:pt x="20" y="159"/>
                      <a:pt x="20" y="158"/>
                    </a:cubicBezTo>
                    <a:cubicBezTo>
                      <a:pt x="0" y="117"/>
                      <a:pt x="0" y="117"/>
                      <a:pt x="0" y="117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1"/>
                      <a:pt x="10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2" y="0"/>
                      <a:pt x="13" y="1"/>
                      <a:pt x="13" y="2"/>
                    </a:cubicBezTo>
                    <a:cubicBezTo>
                      <a:pt x="23" y="157"/>
                      <a:pt x="23" y="157"/>
                      <a:pt x="23" y="157"/>
                    </a:cubicBezTo>
                    <a:cubicBezTo>
                      <a:pt x="23" y="158"/>
                      <a:pt x="22" y="159"/>
                      <a:pt x="22" y="159"/>
                    </a:cubicBezTo>
                    <a:lnTo>
                      <a:pt x="21" y="159"/>
                    </a:lnTo>
                    <a:close/>
                    <a:moveTo>
                      <a:pt x="3" y="116"/>
                    </a:moveTo>
                    <a:cubicBezTo>
                      <a:pt x="19" y="149"/>
                      <a:pt x="19" y="149"/>
                      <a:pt x="19" y="149"/>
                    </a:cubicBezTo>
                    <a:cubicBezTo>
                      <a:pt x="11" y="24"/>
                      <a:pt x="11" y="24"/>
                      <a:pt x="11" y="24"/>
                    </a:cubicBezTo>
                    <a:lnTo>
                      <a:pt x="3" y="1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7" name="Freeform 863"/>
              <p:cNvSpPr>
                <a:spLocks noEditPoints="1"/>
              </p:cNvSpPr>
              <p:nvPr userDrawn="1"/>
            </p:nvSpPr>
            <p:spPr bwMode="auto">
              <a:xfrm>
                <a:off x="2882" y="554"/>
                <a:ext cx="49" cy="136"/>
              </a:xfrm>
              <a:custGeom>
                <a:avLst/>
                <a:gdLst>
                  <a:gd name="T0" fmla="*/ 37 w 39"/>
                  <a:gd name="T1" fmla="*/ 110 h 110"/>
                  <a:gd name="T2" fmla="*/ 36 w 39"/>
                  <a:gd name="T3" fmla="*/ 110 h 110"/>
                  <a:gd name="T4" fmla="*/ 1 w 39"/>
                  <a:gd name="T5" fmla="*/ 84 h 110"/>
                  <a:gd name="T6" fmla="*/ 0 w 39"/>
                  <a:gd name="T7" fmla="*/ 82 h 110"/>
                  <a:gd name="T8" fmla="*/ 20 w 39"/>
                  <a:gd name="T9" fmla="*/ 1 h 110"/>
                  <a:gd name="T10" fmla="*/ 21 w 39"/>
                  <a:gd name="T11" fmla="*/ 0 h 110"/>
                  <a:gd name="T12" fmla="*/ 23 w 39"/>
                  <a:gd name="T13" fmla="*/ 1 h 110"/>
                  <a:gd name="T14" fmla="*/ 39 w 39"/>
                  <a:gd name="T15" fmla="*/ 108 h 110"/>
                  <a:gd name="T16" fmla="*/ 38 w 39"/>
                  <a:gd name="T17" fmla="*/ 110 h 110"/>
                  <a:gd name="T18" fmla="*/ 37 w 39"/>
                  <a:gd name="T19" fmla="*/ 110 h 110"/>
                  <a:gd name="T20" fmla="*/ 4 w 39"/>
                  <a:gd name="T21" fmla="*/ 82 h 110"/>
                  <a:gd name="T22" fmla="*/ 35 w 39"/>
                  <a:gd name="T23" fmla="*/ 105 h 110"/>
                  <a:gd name="T24" fmla="*/ 21 w 39"/>
                  <a:gd name="T25" fmla="*/ 10 h 110"/>
                  <a:gd name="T26" fmla="*/ 4 w 39"/>
                  <a:gd name="T27" fmla="*/ 82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9" h="110">
                    <a:moveTo>
                      <a:pt x="37" y="110"/>
                    </a:moveTo>
                    <a:cubicBezTo>
                      <a:pt x="36" y="110"/>
                      <a:pt x="36" y="110"/>
                      <a:pt x="36" y="110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0" y="83"/>
                      <a:pt x="0" y="82"/>
                      <a:pt x="0" y="82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22" y="0"/>
                      <a:pt x="23" y="0"/>
                      <a:pt x="23" y="1"/>
                    </a:cubicBezTo>
                    <a:cubicBezTo>
                      <a:pt x="39" y="108"/>
                      <a:pt x="39" y="108"/>
                      <a:pt x="39" y="108"/>
                    </a:cubicBezTo>
                    <a:cubicBezTo>
                      <a:pt x="39" y="109"/>
                      <a:pt x="39" y="110"/>
                      <a:pt x="38" y="110"/>
                    </a:cubicBezTo>
                    <a:lnTo>
                      <a:pt x="37" y="110"/>
                    </a:lnTo>
                    <a:close/>
                    <a:moveTo>
                      <a:pt x="4" y="82"/>
                    </a:moveTo>
                    <a:cubicBezTo>
                      <a:pt x="35" y="105"/>
                      <a:pt x="35" y="105"/>
                      <a:pt x="35" y="105"/>
                    </a:cubicBezTo>
                    <a:cubicBezTo>
                      <a:pt x="21" y="10"/>
                      <a:pt x="21" y="10"/>
                      <a:pt x="21" y="10"/>
                    </a:cubicBezTo>
                    <a:lnTo>
                      <a:pt x="4" y="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8" name="Freeform 864"/>
              <p:cNvSpPr>
                <a:spLocks noEditPoints="1"/>
              </p:cNvSpPr>
              <p:nvPr userDrawn="1"/>
            </p:nvSpPr>
            <p:spPr bwMode="auto">
              <a:xfrm>
                <a:off x="2882" y="653"/>
                <a:ext cx="49" cy="207"/>
              </a:xfrm>
              <a:custGeom>
                <a:avLst/>
                <a:gdLst>
                  <a:gd name="T0" fmla="*/ 27 w 39"/>
                  <a:gd name="T1" fmla="*/ 167 h 167"/>
                  <a:gd name="T2" fmla="*/ 26 w 39"/>
                  <a:gd name="T3" fmla="*/ 166 h 167"/>
                  <a:gd name="T4" fmla="*/ 0 w 39"/>
                  <a:gd name="T5" fmla="*/ 2 h 167"/>
                  <a:gd name="T6" fmla="*/ 1 w 39"/>
                  <a:gd name="T7" fmla="*/ 1 h 167"/>
                  <a:gd name="T8" fmla="*/ 3 w 39"/>
                  <a:gd name="T9" fmla="*/ 1 h 167"/>
                  <a:gd name="T10" fmla="*/ 38 w 39"/>
                  <a:gd name="T11" fmla="*/ 27 h 167"/>
                  <a:gd name="T12" fmla="*/ 39 w 39"/>
                  <a:gd name="T13" fmla="*/ 29 h 167"/>
                  <a:gd name="T14" fmla="*/ 29 w 39"/>
                  <a:gd name="T15" fmla="*/ 166 h 167"/>
                  <a:gd name="T16" fmla="*/ 27 w 39"/>
                  <a:gd name="T17" fmla="*/ 167 h 167"/>
                  <a:gd name="T18" fmla="*/ 4 w 39"/>
                  <a:gd name="T19" fmla="*/ 6 h 167"/>
                  <a:gd name="T20" fmla="*/ 27 w 39"/>
                  <a:gd name="T21" fmla="*/ 151 h 167"/>
                  <a:gd name="T22" fmla="*/ 36 w 39"/>
                  <a:gd name="T23" fmla="*/ 29 h 167"/>
                  <a:gd name="T24" fmla="*/ 4 w 39"/>
                  <a:gd name="T25" fmla="*/ 6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" h="167">
                    <a:moveTo>
                      <a:pt x="27" y="167"/>
                    </a:moveTo>
                    <a:cubicBezTo>
                      <a:pt x="27" y="167"/>
                      <a:pt x="26" y="167"/>
                      <a:pt x="26" y="16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8"/>
                      <a:pt x="39" y="28"/>
                      <a:pt x="39" y="29"/>
                    </a:cubicBezTo>
                    <a:cubicBezTo>
                      <a:pt x="29" y="166"/>
                      <a:pt x="29" y="166"/>
                      <a:pt x="29" y="166"/>
                    </a:cubicBezTo>
                    <a:cubicBezTo>
                      <a:pt x="29" y="167"/>
                      <a:pt x="28" y="167"/>
                      <a:pt x="27" y="167"/>
                    </a:cubicBezTo>
                    <a:close/>
                    <a:moveTo>
                      <a:pt x="4" y="6"/>
                    </a:moveTo>
                    <a:cubicBezTo>
                      <a:pt x="27" y="151"/>
                      <a:pt x="27" y="151"/>
                      <a:pt x="27" y="151"/>
                    </a:cubicBezTo>
                    <a:cubicBezTo>
                      <a:pt x="36" y="29"/>
                      <a:pt x="36" y="29"/>
                      <a:pt x="36" y="29"/>
                    </a:cubicBezTo>
                    <a:lnTo>
                      <a:pt x="4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9" name="Freeform 865"/>
              <p:cNvSpPr>
                <a:spLocks noEditPoints="1"/>
              </p:cNvSpPr>
              <p:nvPr userDrawn="1"/>
            </p:nvSpPr>
            <p:spPr bwMode="auto">
              <a:xfrm>
                <a:off x="2856" y="449"/>
                <a:ext cx="55" cy="109"/>
              </a:xfrm>
              <a:custGeom>
                <a:avLst/>
                <a:gdLst>
                  <a:gd name="T0" fmla="*/ 42 w 44"/>
                  <a:gd name="T1" fmla="*/ 88 h 88"/>
                  <a:gd name="T2" fmla="*/ 41 w 44"/>
                  <a:gd name="T3" fmla="*/ 88 h 88"/>
                  <a:gd name="T4" fmla="*/ 1 w 44"/>
                  <a:gd name="T5" fmla="*/ 65 h 88"/>
                  <a:gd name="T6" fmla="*/ 0 w 44"/>
                  <a:gd name="T7" fmla="*/ 64 h 88"/>
                  <a:gd name="T8" fmla="*/ 0 w 44"/>
                  <a:gd name="T9" fmla="*/ 2 h 88"/>
                  <a:gd name="T10" fmla="*/ 2 w 44"/>
                  <a:gd name="T11" fmla="*/ 0 h 88"/>
                  <a:gd name="T12" fmla="*/ 4 w 44"/>
                  <a:gd name="T13" fmla="*/ 1 h 88"/>
                  <a:gd name="T14" fmla="*/ 44 w 44"/>
                  <a:gd name="T15" fmla="*/ 86 h 88"/>
                  <a:gd name="T16" fmla="*/ 43 w 44"/>
                  <a:gd name="T17" fmla="*/ 88 h 88"/>
                  <a:gd name="T18" fmla="*/ 42 w 44"/>
                  <a:gd name="T19" fmla="*/ 88 h 88"/>
                  <a:gd name="T20" fmla="*/ 4 w 44"/>
                  <a:gd name="T21" fmla="*/ 63 h 88"/>
                  <a:gd name="T22" fmla="*/ 38 w 44"/>
                  <a:gd name="T23" fmla="*/ 82 h 88"/>
                  <a:gd name="T24" fmla="*/ 4 w 44"/>
                  <a:gd name="T25" fmla="*/ 10 h 88"/>
                  <a:gd name="T26" fmla="*/ 4 w 44"/>
                  <a:gd name="T27" fmla="*/ 63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4" h="88">
                    <a:moveTo>
                      <a:pt x="42" y="88"/>
                    </a:moveTo>
                    <a:cubicBezTo>
                      <a:pt x="41" y="88"/>
                      <a:pt x="41" y="88"/>
                      <a:pt x="41" y="88"/>
                    </a:cubicBezTo>
                    <a:cubicBezTo>
                      <a:pt x="1" y="65"/>
                      <a:pt x="1" y="65"/>
                      <a:pt x="1" y="65"/>
                    </a:cubicBezTo>
                    <a:cubicBezTo>
                      <a:pt x="1" y="65"/>
                      <a:pt x="0" y="65"/>
                      <a:pt x="0" y="6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3" y="1"/>
                      <a:pt x="4" y="1"/>
                    </a:cubicBezTo>
                    <a:cubicBezTo>
                      <a:pt x="44" y="86"/>
                      <a:pt x="44" y="86"/>
                      <a:pt x="44" y="86"/>
                    </a:cubicBezTo>
                    <a:cubicBezTo>
                      <a:pt x="44" y="86"/>
                      <a:pt x="44" y="87"/>
                      <a:pt x="43" y="88"/>
                    </a:cubicBezTo>
                    <a:cubicBezTo>
                      <a:pt x="43" y="88"/>
                      <a:pt x="43" y="88"/>
                      <a:pt x="42" y="88"/>
                    </a:cubicBezTo>
                    <a:close/>
                    <a:moveTo>
                      <a:pt x="4" y="63"/>
                    </a:moveTo>
                    <a:cubicBezTo>
                      <a:pt x="38" y="82"/>
                      <a:pt x="38" y="82"/>
                      <a:pt x="38" y="82"/>
                    </a:cubicBezTo>
                    <a:cubicBezTo>
                      <a:pt x="4" y="10"/>
                      <a:pt x="4" y="10"/>
                      <a:pt x="4" y="10"/>
                    </a:cubicBezTo>
                    <a:lnTo>
                      <a:pt x="4" y="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0" name="Freeform 866"/>
              <p:cNvSpPr>
                <a:spLocks noEditPoints="1"/>
              </p:cNvSpPr>
              <p:nvPr userDrawn="1"/>
            </p:nvSpPr>
            <p:spPr bwMode="auto">
              <a:xfrm>
                <a:off x="2782" y="354"/>
                <a:ext cx="79" cy="127"/>
              </a:xfrm>
              <a:custGeom>
                <a:avLst/>
                <a:gdLst>
                  <a:gd name="T0" fmla="*/ 45 w 64"/>
                  <a:gd name="T1" fmla="*/ 103 h 103"/>
                  <a:gd name="T2" fmla="*/ 44 w 64"/>
                  <a:gd name="T3" fmla="*/ 103 h 103"/>
                  <a:gd name="T4" fmla="*/ 43 w 64"/>
                  <a:gd name="T5" fmla="*/ 102 h 103"/>
                  <a:gd name="T6" fmla="*/ 0 w 64"/>
                  <a:gd name="T7" fmla="*/ 3 h 103"/>
                  <a:gd name="T8" fmla="*/ 1 w 64"/>
                  <a:gd name="T9" fmla="*/ 1 h 103"/>
                  <a:gd name="T10" fmla="*/ 3 w 64"/>
                  <a:gd name="T11" fmla="*/ 1 h 103"/>
                  <a:gd name="T12" fmla="*/ 63 w 64"/>
                  <a:gd name="T13" fmla="*/ 78 h 103"/>
                  <a:gd name="T14" fmla="*/ 63 w 64"/>
                  <a:gd name="T15" fmla="*/ 80 h 103"/>
                  <a:gd name="T16" fmla="*/ 46 w 64"/>
                  <a:gd name="T17" fmla="*/ 103 h 103"/>
                  <a:gd name="T18" fmla="*/ 45 w 64"/>
                  <a:gd name="T19" fmla="*/ 103 h 103"/>
                  <a:gd name="T20" fmla="*/ 8 w 64"/>
                  <a:gd name="T21" fmla="*/ 14 h 103"/>
                  <a:gd name="T22" fmla="*/ 45 w 64"/>
                  <a:gd name="T23" fmla="*/ 98 h 103"/>
                  <a:gd name="T24" fmla="*/ 60 w 64"/>
                  <a:gd name="T25" fmla="*/ 79 h 103"/>
                  <a:gd name="T26" fmla="*/ 8 w 64"/>
                  <a:gd name="T27" fmla="*/ 1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103">
                    <a:moveTo>
                      <a:pt x="45" y="103"/>
                    </a:moveTo>
                    <a:cubicBezTo>
                      <a:pt x="44" y="103"/>
                      <a:pt x="44" y="103"/>
                      <a:pt x="44" y="103"/>
                    </a:cubicBezTo>
                    <a:cubicBezTo>
                      <a:pt x="44" y="103"/>
                      <a:pt x="43" y="103"/>
                      <a:pt x="43" y="10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1"/>
                      <a:pt x="3" y="1"/>
                    </a:cubicBezTo>
                    <a:cubicBezTo>
                      <a:pt x="63" y="78"/>
                      <a:pt x="63" y="78"/>
                      <a:pt x="63" y="78"/>
                    </a:cubicBezTo>
                    <a:cubicBezTo>
                      <a:pt x="64" y="79"/>
                      <a:pt x="64" y="80"/>
                      <a:pt x="63" y="80"/>
                    </a:cubicBezTo>
                    <a:cubicBezTo>
                      <a:pt x="46" y="103"/>
                      <a:pt x="46" y="103"/>
                      <a:pt x="46" y="103"/>
                    </a:cubicBezTo>
                    <a:cubicBezTo>
                      <a:pt x="46" y="103"/>
                      <a:pt x="45" y="103"/>
                      <a:pt x="45" y="103"/>
                    </a:cubicBezTo>
                    <a:close/>
                    <a:moveTo>
                      <a:pt x="8" y="14"/>
                    </a:moveTo>
                    <a:cubicBezTo>
                      <a:pt x="45" y="98"/>
                      <a:pt x="45" y="98"/>
                      <a:pt x="45" y="98"/>
                    </a:cubicBezTo>
                    <a:cubicBezTo>
                      <a:pt x="60" y="79"/>
                      <a:pt x="60" y="79"/>
                      <a:pt x="60" y="79"/>
                    </a:cubicBezTo>
                    <a:lnTo>
                      <a:pt x="8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1" name="Freeform 867"/>
              <p:cNvSpPr>
                <a:spLocks noEditPoints="1"/>
              </p:cNvSpPr>
              <p:nvPr userDrawn="1"/>
            </p:nvSpPr>
            <p:spPr bwMode="auto">
              <a:xfrm>
                <a:off x="2666" y="90"/>
                <a:ext cx="79" cy="128"/>
              </a:xfrm>
              <a:custGeom>
                <a:avLst/>
                <a:gdLst>
                  <a:gd name="T0" fmla="*/ 45 w 64"/>
                  <a:gd name="T1" fmla="*/ 103 h 103"/>
                  <a:gd name="T2" fmla="*/ 45 w 64"/>
                  <a:gd name="T3" fmla="*/ 103 h 103"/>
                  <a:gd name="T4" fmla="*/ 44 w 64"/>
                  <a:gd name="T5" fmla="*/ 102 h 103"/>
                  <a:gd name="T6" fmla="*/ 1 w 64"/>
                  <a:gd name="T7" fmla="*/ 3 h 103"/>
                  <a:gd name="T8" fmla="*/ 1 w 64"/>
                  <a:gd name="T9" fmla="*/ 1 h 103"/>
                  <a:gd name="T10" fmla="*/ 3 w 64"/>
                  <a:gd name="T11" fmla="*/ 1 h 103"/>
                  <a:gd name="T12" fmla="*/ 64 w 64"/>
                  <a:gd name="T13" fmla="*/ 78 h 103"/>
                  <a:gd name="T14" fmla="*/ 64 w 64"/>
                  <a:gd name="T15" fmla="*/ 80 h 103"/>
                  <a:gd name="T16" fmla="*/ 46 w 64"/>
                  <a:gd name="T17" fmla="*/ 103 h 103"/>
                  <a:gd name="T18" fmla="*/ 45 w 64"/>
                  <a:gd name="T19" fmla="*/ 103 h 103"/>
                  <a:gd name="T20" fmla="*/ 9 w 64"/>
                  <a:gd name="T21" fmla="*/ 14 h 103"/>
                  <a:gd name="T22" fmla="*/ 45 w 64"/>
                  <a:gd name="T23" fmla="*/ 98 h 103"/>
                  <a:gd name="T24" fmla="*/ 60 w 64"/>
                  <a:gd name="T25" fmla="*/ 79 h 103"/>
                  <a:gd name="T26" fmla="*/ 9 w 64"/>
                  <a:gd name="T27" fmla="*/ 1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103">
                    <a:moveTo>
                      <a:pt x="45" y="103"/>
                    </a:moveTo>
                    <a:cubicBezTo>
                      <a:pt x="45" y="103"/>
                      <a:pt x="45" y="103"/>
                      <a:pt x="45" y="103"/>
                    </a:cubicBezTo>
                    <a:cubicBezTo>
                      <a:pt x="44" y="103"/>
                      <a:pt x="44" y="103"/>
                      <a:pt x="44" y="10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4" y="79"/>
                      <a:pt x="64" y="79"/>
                      <a:pt x="64" y="80"/>
                    </a:cubicBezTo>
                    <a:cubicBezTo>
                      <a:pt x="46" y="103"/>
                      <a:pt x="46" y="103"/>
                      <a:pt x="46" y="103"/>
                    </a:cubicBezTo>
                    <a:cubicBezTo>
                      <a:pt x="46" y="103"/>
                      <a:pt x="46" y="103"/>
                      <a:pt x="45" y="103"/>
                    </a:cubicBezTo>
                    <a:close/>
                    <a:moveTo>
                      <a:pt x="9" y="14"/>
                    </a:moveTo>
                    <a:cubicBezTo>
                      <a:pt x="45" y="98"/>
                      <a:pt x="45" y="98"/>
                      <a:pt x="45" y="98"/>
                    </a:cubicBezTo>
                    <a:cubicBezTo>
                      <a:pt x="60" y="79"/>
                      <a:pt x="60" y="79"/>
                      <a:pt x="60" y="79"/>
                    </a:cubicBezTo>
                    <a:lnTo>
                      <a:pt x="9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2" name="Freeform 868"/>
              <p:cNvSpPr>
                <a:spLocks noEditPoints="1"/>
              </p:cNvSpPr>
              <p:nvPr userDrawn="1"/>
            </p:nvSpPr>
            <p:spPr bwMode="auto">
              <a:xfrm>
                <a:off x="2666" y="278"/>
                <a:ext cx="120" cy="81"/>
              </a:xfrm>
              <a:custGeom>
                <a:avLst/>
                <a:gdLst>
                  <a:gd name="T0" fmla="*/ 96 w 97"/>
                  <a:gd name="T1" fmla="*/ 65 h 65"/>
                  <a:gd name="T2" fmla="*/ 95 w 97"/>
                  <a:gd name="T3" fmla="*/ 65 h 65"/>
                  <a:gd name="T4" fmla="*/ 32 w 97"/>
                  <a:gd name="T5" fmla="*/ 59 h 65"/>
                  <a:gd name="T6" fmla="*/ 31 w 97"/>
                  <a:gd name="T7" fmla="*/ 58 h 65"/>
                  <a:gd name="T8" fmla="*/ 1 w 97"/>
                  <a:gd name="T9" fmla="*/ 2 h 65"/>
                  <a:gd name="T10" fmla="*/ 1 w 97"/>
                  <a:gd name="T11" fmla="*/ 0 h 65"/>
                  <a:gd name="T12" fmla="*/ 3 w 97"/>
                  <a:gd name="T13" fmla="*/ 0 h 65"/>
                  <a:gd name="T14" fmla="*/ 96 w 97"/>
                  <a:gd name="T15" fmla="*/ 62 h 65"/>
                  <a:gd name="T16" fmla="*/ 97 w 97"/>
                  <a:gd name="T17" fmla="*/ 64 h 65"/>
                  <a:gd name="T18" fmla="*/ 96 w 97"/>
                  <a:gd name="T19" fmla="*/ 65 h 65"/>
                  <a:gd name="T20" fmla="*/ 33 w 97"/>
                  <a:gd name="T21" fmla="*/ 56 h 65"/>
                  <a:gd name="T22" fmla="*/ 89 w 97"/>
                  <a:gd name="T23" fmla="*/ 61 h 65"/>
                  <a:gd name="T24" fmla="*/ 7 w 97"/>
                  <a:gd name="T25" fmla="*/ 7 h 65"/>
                  <a:gd name="T26" fmla="*/ 33 w 97"/>
                  <a:gd name="T27" fmla="*/ 56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7" h="65">
                    <a:moveTo>
                      <a:pt x="96" y="65"/>
                    </a:moveTo>
                    <a:cubicBezTo>
                      <a:pt x="95" y="65"/>
                      <a:pt x="95" y="65"/>
                      <a:pt x="95" y="65"/>
                    </a:cubicBezTo>
                    <a:cubicBezTo>
                      <a:pt x="32" y="59"/>
                      <a:pt x="32" y="59"/>
                      <a:pt x="32" y="59"/>
                    </a:cubicBezTo>
                    <a:cubicBezTo>
                      <a:pt x="31" y="59"/>
                      <a:pt x="31" y="59"/>
                      <a:pt x="31" y="58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96" y="62"/>
                      <a:pt x="96" y="62"/>
                      <a:pt x="96" y="62"/>
                    </a:cubicBezTo>
                    <a:cubicBezTo>
                      <a:pt x="97" y="62"/>
                      <a:pt x="97" y="63"/>
                      <a:pt x="97" y="64"/>
                    </a:cubicBezTo>
                    <a:cubicBezTo>
                      <a:pt x="97" y="65"/>
                      <a:pt x="96" y="65"/>
                      <a:pt x="96" y="65"/>
                    </a:cubicBezTo>
                    <a:close/>
                    <a:moveTo>
                      <a:pt x="33" y="56"/>
                    </a:moveTo>
                    <a:cubicBezTo>
                      <a:pt x="89" y="61"/>
                      <a:pt x="89" y="61"/>
                      <a:pt x="89" y="61"/>
                    </a:cubicBezTo>
                    <a:cubicBezTo>
                      <a:pt x="7" y="7"/>
                      <a:pt x="7" y="7"/>
                      <a:pt x="7" y="7"/>
                    </a:cubicBezTo>
                    <a:lnTo>
                      <a:pt x="33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3" name="Freeform 869"/>
              <p:cNvSpPr>
                <a:spLocks noEditPoints="1"/>
              </p:cNvSpPr>
              <p:nvPr userDrawn="1"/>
            </p:nvSpPr>
            <p:spPr bwMode="auto">
              <a:xfrm>
                <a:off x="2895" y="916"/>
                <a:ext cx="76" cy="44"/>
              </a:xfrm>
              <a:custGeom>
                <a:avLst/>
                <a:gdLst>
                  <a:gd name="T0" fmla="*/ 39 w 62"/>
                  <a:gd name="T1" fmla="*/ 36 h 36"/>
                  <a:gd name="T2" fmla="*/ 38 w 62"/>
                  <a:gd name="T3" fmla="*/ 36 h 36"/>
                  <a:gd name="T4" fmla="*/ 1 w 62"/>
                  <a:gd name="T5" fmla="*/ 14 h 36"/>
                  <a:gd name="T6" fmla="*/ 0 w 62"/>
                  <a:gd name="T7" fmla="*/ 12 h 36"/>
                  <a:gd name="T8" fmla="*/ 1 w 62"/>
                  <a:gd name="T9" fmla="*/ 11 h 36"/>
                  <a:gd name="T10" fmla="*/ 60 w 62"/>
                  <a:gd name="T11" fmla="*/ 0 h 36"/>
                  <a:gd name="T12" fmla="*/ 62 w 62"/>
                  <a:gd name="T13" fmla="*/ 1 h 36"/>
                  <a:gd name="T14" fmla="*/ 62 w 62"/>
                  <a:gd name="T15" fmla="*/ 3 h 36"/>
                  <a:gd name="T16" fmla="*/ 41 w 62"/>
                  <a:gd name="T17" fmla="*/ 35 h 36"/>
                  <a:gd name="T18" fmla="*/ 39 w 62"/>
                  <a:gd name="T19" fmla="*/ 36 h 36"/>
                  <a:gd name="T20" fmla="*/ 6 w 62"/>
                  <a:gd name="T21" fmla="*/ 14 h 36"/>
                  <a:gd name="T22" fmla="*/ 39 w 62"/>
                  <a:gd name="T23" fmla="*/ 32 h 36"/>
                  <a:gd name="T24" fmla="*/ 57 w 62"/>
                  <a:gd name="T25" fmla="*/ 4 h 36"/>
                  <a:gd name="T26" fmla="*/ 6 w 62"/>
                  <a:gd name="T27" fmla="*/ 1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36">
                    <a:moveTo>
                      <a:pt x="39" y="36"/>
                    </a:moveTo>
                    <a:cubicBezTo>
                      <a:pt x="38" y="36"/>
                      <a:pt x="38" y="36"/>
                      <a:pt x="38" y="36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0" y="14"/>
                      <a:pt x="0" y="13"/>
                      <a:pt x="0" y="12"/>
                    </a:cubicBezTo>
                    <a:cubicBezTo>
                      <a:pt x="0" y="12"/>
                      <a:pt x="0" y="11"/>
                      <a:pt x="1" y="11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1" y="0"/>
                      <a:pt x="61" y="1"/>
                      <a:pt x="62" y="1"/>
                    </a:cubicBezTo>
                    <a:cubicBezTo>
                      <a:pt x="62" y="2"/>
                      <a:pt x="62" y="2"/>
                      <a:pt x="62" y="3"/>
                    </a:cubicBezTo>
                    <a:cubicBezTo>
                      <a:pt x="41" y="35"/>
                      <a:pt x="41" y="35"/>
                      <a:pt x="41" y="35"/>
                    </a:cubicBezTo>
                    <a:cubicBezTo>
                      <a:pt x="40" y="36"/>
                      <a:pt x="40" y="36"/>
                      <a:pt x="39" y="36"/>
                    </a:cubicBezTo>
                    <a:close/>
                    <a:moveTo>
                      <a:pt x="6" y="1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57" y="4"/>
                      <a:pt x="57" y="4"/>
                      <a:pt x="57" y="4"/>
                    </a:cubicBezTo>
                    <a:lnTo>
                      <a:pt x="6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4" name="Freeform 870"/>
              <p:cNvSpPr>
                <a:spLocks noEditPoints="1"/>
              </p:cNvSpPr>
              <p:nvPr userDrawn="1"/>
            </p:nvSpPr>
            <p:spPr bwMode="auto">
              <a:xfrm>
                <a:off x="2966" y="916"/>
                <a:ext cx="107" cy="31"/>
              </a:xfrm>
              <a:custGeom>
                <a:avLst/>
                <a:gdLst>
                  <a:gd name="T0" fmla="*/ 43 w 86"/>
                  <a:gd name="T1" fmla="*/ 25 h 25"/>
                  <a:gd name="T2" fmla="*/ 42 w 86"/>
                  <a:gd name="T3" fmla="*/ 25 h 25"/>
                  <a:gd name="T4" fmla="*/ 1 w 86"/>
                  <a:gd name="T5" fmla="*/ 4 h 25"/>
                  <a:gd name="T6" fmla="*/ 1 w 86"/>
                  <a:gd name="T7" fmla="*/ 2 h 25"/>
                  <a:gd name="T8" fmla="*/ 2 w 86"/>
                  <a:gd name="T9" fmla="*/ 0 h 25"/>
                  <a:gd name="T10" fmla="*/ 84 w 86"/>
                  <a:gd name="T11" fmla="*/ 11 h 25"/>
                  <a:gd name="T12" fmla="*/ 86 w 86"/>
                  <a:gd name="T13" fmla="*/ 13 h 25"/>
                  <a:gd name="T14" fmla="*/ 84 w 86"/>
                  <a:gd name="T15" fmla="*/ 14 h 25"/>
                  <a:gd name="T16" fmla="*/ 43 w 86"/>
                  <a:gd name="T17" fmla="*/ 25 h 25"/>
                  <a:gd name="T18" fmla="*/ 11 w 86"/>
                  <a:gd name="T19" fmla="*/ 5 h 25"/>
                  <a:gd name="T20" fmla="*/ 43 w 86"/>
                  <a:gd name="T21" fmla="*/ 22 h 25"/>
                  <a:gd name="T22" fmla="*/ 75 w 86"/>
                  <a:gd name="T23" fmla="*/ 13 h 25"/>
                  <a:gd name="T24" fmla="*/ 11 w 86"/>
                  <a:gd name="T25" fmla="*/ 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25">
                    <a:moveTo>
                      <a:pt x="43" y="25"/>
                    </a:moveTo>
                    <a:cubicBezTo>
                      <a:pt x="42" y="25"/>
                      <a:pt x="42" y="25"/>
                      <a:pt x="42" y="2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3"/>
                      <a:pt x="0" y="2"/>
                      <a:pt x="1" y="2"/>
                    </a:cubicBezTo>
                    <a:cubicBezTo>
                      <a:pt x="1" y="1"/>
                      <a:pt x="2" y="0"/>
                      <a:pt x="2" y="0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5" y="11"/>
                      <a:pt x="85" y="12"/>
                      <a:pt x="86" y="13"/>
                    </a:cubicBezTo>
                    <a:cubicBezTo>
                      <a:pt x="86" y="13"/>
                      <a:pt x="85" y="14"/>
                      <a:pt x="84" y="14"/>
                    </a:cubicBezTo>
                    <a:cubicBezTo>
                      <a:pt x="43" y="25"/>
                      <a:pt x="43" y="25"/>
                      <a:pt x="43" y="25"/>
                    </a:cubicBezTo>
                    <a:close/>
                    <a:moveTo>
                      <a:pt x="11" y="5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75" y="13"/>
                      <a:pt x="75" y="13"/>
                      <a:pt x="75" y="13"/>
                    </a:cubicBezTo>
                    <a:lnTo>
                      <a:pt x="11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5" name="Freeform 871"/>
              <p:cNvSpPr>
                <a:spLocks noEditPoints="1"/>
              </p:cNvSpPr>
              <p:nvPr userDrawn="1"/>
            </p:nvSpPr>
            <p:spPr bwMode="auto">
              <a:xfrm>
                <a:off x="3017" y="929"/>
                <a:ext cx="143" cy="50"/>
              </a:xfrm>
              <a:custGeom>
                <a:avLst/>
                <a:gdLst>
                  <a:gd name="T0" fmla="*/ 114 w 115"/>
                  <a:gd name="T1" fmla="*/ 40 h 40"/>
                  <a:gd name="T2" fmla="*/ 113 w 115"/>
                  <a:gd name="T3" fmla="*/ 40 h 40"/>
                  <a:gd name="T4" fmla="*/ 2 w 115"/>
                  <a:gd name="T5" fmla="*/ 14 h 40"/>
                  <a:gd name="T6" fmla="*/ 0 w 115"/>
                  <a:gd name="T7" fmla="*/ 13 h 40"/>
                  <a:gd name="T8" fmla="*/ 2 w 115"/>
                  <a:gd name="T9" fmla="*/ 11 h 40"/>
                  <a:gd name="T10" fmla="*/ 42 w 115"/>
                  <a:gd name="T11" fmla="*/ 0 h 40"/>
                  <a:gd name="T12" fmla="*/ 44 w 115"/>
                  <a:gd name="T13" fmla="*/ 0 h 40"/>
                  <a:gd name="T14" fmla="*/ 114 w 115"/>
                  <a:gd name="T15" fmla="*/ 37 h 40"/>
                  <a:gd name="T16" fmla="*/ 115 w 115"/>
                  <a:gd name="T17" fmla="*/ 39 h 40"/>
                  <a:gd name="T18" fmla="*/ 114 w 115"/>
                  <a:gd name="T19" fmla="*/ 40 h 40"/>
                  <a:gd name="T20" fmla="*/ 9 w 115"/>
                  <a:gd name="T21" fmla="*/ 12 h 40"/>
                  <a:gd name="T22" fmla="*/ 101 w 115"/>
                  <a:gd name="T23" fmla="*/ 34 h 40"/>
                  <a:gd name="T24" fmla="*/ 43 w 115"/>
                  <a:gd name="T25" fmla="*/ 3 h 40"/>
                  <a:gd name="T26" fmla="*/ 9 w 115"/>
                  <a:gd name="T27" fmla="*/ 1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40">
                    <a:moveTo>
                      <a:pt x="114" y="40"/>
                    </a:moveTo>
                    <a:cubicBezTo>
                      <a:pt x="113" y="40"/>
                      <a:pt x="113" y="40"/>
                      <a:pt x="113" y="4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4"/>
                      <a:pt x="0" y="13"/>
                      <a:pt x="0" y="13"/>
                    </a:cubicBezTo>
                    <a:cubicBezTo>
                      <a:pt x="0" y="12"/>
                      <a:pt x="1" y="11"/>
                      <a:pt x="2" y="11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3" y="0"/>
                      <a:pt x="43" y="0"/>
                      <a:pt x="44" y="0"/>
                    </a:cubicBezTo>
                    <a:cubicBezTo>
                      <a:pt x="114" y="37"/>
                      <a:pt x="114" y="37"/>
                      <a:pt x="114" y="37"/>
                    </a:cubicBezTo>
                    <a:cubicBezTo>
                      <a:pt x="115" y="38"/>
                      <a:pt x="115" y="39"/>
                      <a:pt x="115" y="39"/>
                    </a:cubicBezTo>
                    <a:cubicBezTo>
                      <a:pt x="115" y="40"/>
                      <a:pt x="114" y="40"/>
                      <a:pt x="114" y="40"/>
                    </a:cubicBezTo>
                    <a:close/>
                    <a:moveTo>
                      <a:pt x="9" y="12"/>
                    </a:moveTo>
                    <a:cubicBezTo>
                      <a:pt x="101" y="34"/>
                      <a:pt x="101" y="34"/>
                      <a:pt x="101" y="34"/>
                    </a:cubicBezTo>
                    <a:cubicBezTo>
                      <a:pt x="43" y="3"/>
                      <a:pt x="43" y="3"/>
                      <a:pt x="43" y="3"/>
                    </a:cubicBezTo>
                    <a:lnTo>
                      <a:pt x="9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6" name="Freeform 872"/>
              <p:cNvSpPr>
                <a:spLocks noEditPoints="1"/>
              </p:cNvSpPr>
              <p:nvPr userDrawn="1"/>
            </p:nvSpPr>
            <p:spPr bwMode="auto">
              <a:xfrm>
                <a:off x="3156" y="975"/>
                <a:ext cx="68" cy="73"/>
              </a:xfrm>
              <a:custGeom>
                <a:avLst/>
                <a:gdLst>
                  <a:gd name="T0" fmla="*/ 53 w 55"/>
                  <a:gd name="T1" fmla="*/ 59 h 59"/>
                  <a:gd name="T2" fmla="*/ 52 w 55"/>
                  <a:gd name="T3" fmla="*/ 59 h 59"/>
                  <a:gd name="T4" fmla="*/ 1 w 55"/>
                  <a:gd name="T5" fmla="*/ 35 h 59"/>
                  <a:gd name="T6" fmla="*/ 0 w 55"/>
                  <a:gd name="T7" fmla="*/ 34 h 59"/>
                  <a:gd name="T8" fmla="*/ 0 w 55"/>
                  <a:gd name="T9" fmla="*/ 2 h 59"/>
                  <a:gd name="T10" fmla="*/ 1 w 55"/>
                  <a:gd name="T11" fmla="*/ 0 h 59"/>
                  <a:gd name="T12" fmla="*/ 3 w 55"/>
                  <a:gd name="T13" fmla="*/ 1 h 59"/>
                  <a:gd name="T14" fmla="*/ 54 w 55"/>
                  <a:gd name="T15" fmla="*/ 56 h 59"/>
                  <a:gd name="T16" fmla="*/ 54 w 55"/>
                  <a:gd name="T17" fmla="*/ 58 h 59"/>
                  <a:gd name="T18" fmla="*/ 53 w 55"/>
                  <a:gd name="T19" fmla="*/ 59 h 59"/>
                  <a:gd name="T20" fmla="*/ 3 w 55"/>
                  <a:gd name="T21" fmla="*/ 33 h 59"/>
                  <a:gd name="T22" fmla="*/ 47 w 55"/>
                  <a:gd name="T23" fmla="*/ 52 h 59"/>
                  <a:gd name="T24" fmla="*/ 3 w 55"/>
                  <a:gd name="T25" fmla="*/ 6 h 59"/>
                  <a:gd name="T26" fmla="*/ 3 w 55"/>
                  <a:gd name="T27" fmla="*/ 3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5" h="59">
                    <a:moveTo>
                      <a:pt x="53" y="59"/>
                    </a:moveTo>
                    <a:cubicBezTo>
                      <a:pt x="52" y="59"/>
                      <a:pt x="52" y="59"/>
                      <a:pt x="52" y="59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35"/>
                      <a:pt x="0" y="34"/>
                      <a:pt x="0" y="3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5" y="3"/>
                      <a:pt x="51" y="51"/>
                      <a:pt x="54" y="56"/>
                    </a:cubicBezTo>
                    <a:cubicBezTo>
                      <a:pt x="55" y="57"/>
                      <a:pt x="55" y="57"/>
                      <a:pt x="54" y="58"/>
                    </a:cubicBezTo>
                    <a:cubicBezTo>
                      <a:pt x="54" y="58"/>
                      <a:pt x="53" y="59"/>
                      <a:pt x="53" y="59"/>
                    </a:cubicBezTo>
                    <a:close/>
                    <a:moveTo>
                      <a:pt x="3" y="33"/>
                    </a:moveTo>
                    <a:cubicBezTo>
                      <a:pt x="47" y="52"/>
                      <a:pt x="47" y="52"/>
                      <a:pt x="47" y="52"/>
                    </a:cubicBezTo>
                    <a:cubicBezTo>
                      <a:pt x="37" y="42"/>
                      <a:pt x="17" y="20"/>
                      <a:pt x="3" y="6"/>
                    </a:cubicBezTo>
                    <a:lnTo>
                      <a:pt x="3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7" name="Freeform 873"/>
              <p:cNvSpPr>
                <a:spLocks noEditPoints="1"/>
              </p:cNvSpPr>
              <p:nvPr userDrawn="1"/>
            </p:nvSpPr>
            <p:spPr bwMode="auto">
              <a:xfrm>
                <a:off x="3068" y="943"/>
                <a:ext cx="129" cy="70"/>
              </a:xfrm>
              <a:custGeom>
                <a:avLst/>
                <a:gdLst>
                  <a:gd name="T0" fmla="*/ 102 w 104"/>
                  <a:gd name="T1" fmla="*/ 57 h 57"/>
                  <a:gd name="T2" fmla="*/ 102 w 104"/>
                  <a:gd name="T3" fmla="*/ 57 h 57"/>
                  <a:gd name="T4" fmla="*/ 1 w 104"/>
                  <a:gd name="T5" fmla="*/ 29 h 57"/>
                  <a:gd name="T6" fmla="*/ 0 w 104"/>
                  <a:gd name="T7" fmla="*/ 28 h 57"/>
                  <a:gd name="T8" fmla="*/ 1 w 104"/>
                  <a:gd name="T9" fmla="*/ 27 h 57"/>
                  <a:gd name="T10" fmla="*/ 28 w 104"/>
                  <a:gd name="T11" fmla="*/ 0 h 57"/>
                  <a:gd name="T12" fmla="*/ 30 w 104"/>
                  <a:gd name="T13" fmla="*/ 0 h 57"/>
                  <a:gd name="T14" fmla="*/ 103 w 104"/>
                  <a:gd name="T15" fmla="*/ 54 h 57"/>
                  <a:gd name="T16" fmla="*/ 104 w 104"/>
                  <a:gd name="T17" fmla="*/ 56 h 57"/>
                  <a:gd name="T18" fmla="*/ 102 w 104"/>
                  <a:gd name="T19" fmla="*/ 57 h 57"/>
                  <a:gd name="T20" fmla="*/ 5 w 104"/>
                  <a:gd name="T21" fmla="*/ 27 h 57"/>
                  <a:gd name="T22" fmla="*/ 94 w 104"/>
                  <a:gd name="T23" fmla="*/ 51 h 57"/>
                  <a:gd name="T24" fmla="*/ 30 w 104"/>
                  <a:gd name="T25" fmla="*/ 4 h 57"/>
                  <a:gd name="T26" fmla="*/ 5 w 104"/>
                  <a:gd name="T27" fmla="*/ 2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4" h="57">
                    <a:moveTo>
                      <a:pt x="102" y="57"/>
                    </a:moveTo>
                    <a:cubicBezTo>
                      <a:pt x="102" y="57"/>
                      <a:pt x="102" y="57"/>
                      <a:pt x="102" y="57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0" y="29"/>
                      <a:pt x="0" y="28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9" y="0"/>
                      <a:pt x="30" y="0"/>
                      <a:pt x="30" y="0"/>
                    </a:cubicBezTo>
                    <a:cubicBezTo>
                      <a:pt x="103" y="54"/>
                      <a:pt x="103" y="54"/>
                      <a:pt x="103" y="54"/>
                    </a:cubicBezTo>
                    <a:cubicBezTo>
                      <a:pt x="104" y="55"/>
                      <a:pt x="104" y="55"/>
                      <a:pt x="104" y="56"/>
                    </a:cubicBezTo>
                    <a:cubicBezTo>
                      <a:pt x="104" y="57"/>
                      <a:pt x="103" y="57"/>
                      <a:pt x="102" y="57"/>
                    </a:cubicBezTo>
                    <a:close/>
                    <a:moveTo>
                      <a:pt x="5" y="27"/>
                    </a:moveTo>
                    <a:cubicBezTo>
                      <a:pt x="94" y="51"/>
                      <a:pt x="94" y="51"/>
                      <a:pt x="94" y="51"/>
                    </a:cubicBezTo>
                    <a:cubicBezTo>
                      <a:pt x="30" y="4"/>
                      <a:pt x="30" y="4"/>
                      <a:pt x="30" y="4"/>
                    </a:cubicBezTo>
                    <a:lnTo>
                      <a:pt x="5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8" name="Freeform 874"/>
              <p:cNvSpPr>
                <a:spLocks noEditPoints="1"/>
              </p:cNvSpPr>
              <p:nvPr userDrawn="1"/>
            </p:nvSpPr>
            <p:spPr bwMode="auto">
              <a:xfrm>
                <a:off x="2549" y="251"/>
                <a:ext cx="122" cy="31"/>
              </a:xfrm>
              <a:custGeom>
                <a:avLst/>
                <a:gdLst>
                  <a:gd name="T0" fmla="*/ 96 w 98"/>
                  <a:gd name="T1" fmla="*/ 25 h 25"/>
                  <a:gd name="T2" fmla="*/ 1 w 98"/>
                  <a:gd name="T3" fmla="*/ 25 h 25"/>
                  <a:gd name="T4" fmla="*/ 0 w 98"/>
                  <a:gd name="T5" fmla="*/ 24 h 25"/>
                  <a:gd name="T6" fmla="*/ 1 w 98"/>
                  <a:gd name="T7" fmla="*/ 22 h 25"/>
                  <a:gd name="T8" fmla="*/ 31 w 98"/>
                  <a:gd name="T9" fmla="*/ 0 h 25"/>
                  <a:gd name="T10" fmla="*/ 32 w 98"/>
                  <a:gd name="T11" fmla="*/ 0 h 25"/>
                  <a:gd name="T12" fmla="*/ 97 w 98"/>
                  <a:gd name="T13" fmla="*/ 22 h 25"/>
                  <a:gd name="T14" fmla="*/ 98 w 98"/>
                  <a:gd name="T15" fmla="*/ 24 h 25"/>
                  <a:gd name="T16" fmla="*/ 96 w 98"/>
                  <a:gd name="T17" fmla="*/ 25 h 25"/>
                  <a:gd name="T18" fmla="*/ 7 w 98"/>
                  <a:gd name="T19" fmla="*/ 22 h 25"/>
                  <a:gd name="T20" fmla="*/ 86 w 98"/>
                  <a:gd name="T21" fmla="*/ 22 h 25"/>
                  <a:gd name="T22" fmla="*/ 32 w 98"/>
                  <a:gd name="T23" fmla="*/ 3 h 25"/>
                  <a:gd name="T24" fmla="*/ 7 w 98"/>
                  <a:gd name="T25" fmla="*/ 2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8" h="25">
                    <a:moveTo>
                      <a:pt x="96" y="25"/>
                    </a:moveTo>
                    <a:cubicBezTo>
                      <a:pt x="1" y="25"/>
                      <a:pt x="1" y="25"/>
                      <a:pt x="1" y="25"/>
                    </a:cubicBezTo>
                    <a:cubicBezTo>
                      <a:pt x="1" y="25"/>
                      <a:pt x="0" y="25"/>
                      <a:pt x="0" y="24"/>
                    </a:cubicBezTo>
                    <a:cubicBezTo>
                      <a:pt x="0" y="23"/>
                      <a:pt x="0" y="23"/>
                      <a:pt x="1" y="22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0"/>
                      <a:pt x="32" y="0"/>
                      <a:pt x="32" y="0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8" y="22"/>
                      <a:pt x="98" y="23"/>
                      <a:pt x="98" y="24"/>
                    </a:cubicBezTo>
                    <a:cubicBezTo>
                      <a:pt x="98" y="25"/>
                      <a:pt x="97" y="25"/>
                      <a:pt x="96" y="25"/>
                    </a:cubicBezTo>
                    <a:close/>
                    <a:moveTo>
                      <a:pt x="7" y="22"/>
                    </a:moveTo>
                    <a:cubicBezTo>
                      <a:pt x="86" y="22"/>
                      <a:pt x="86" y="22"/>
                      <a:pt x="86" y="22"/>
                    </a:cubicBezTo>
                    <a:cubicBezTo>
                      <a:pt x="32" y="3"/>
                      <a:pt x="32" y="3"/>
                      <a:pt x="32" y="3"/>
                    </a:cubicBezTo>
                    <a:lnTo>
                      <a:pt x="7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9" name="Freeform 875"/>
              <p:cNvSpPr>
                <a:spLocks noEditPoints="1"/>
              </p:cNvSpPr>
              <p:nvPr userDrawn="1"/>
            </p:nvSpPr>
            <p:spPr bwMode="auto">
              <a:xfrm>
                <a:off x="2735" y="317"/>
                <a:ext cx="93" cy="89"/>
              </a:xfrm>
              <a:custGeom>
                <a:avLst/>
                <a:gdLst>
                  <a:gd name="T0" fmla="*/ 73 w 75"/>
                  <a:gd name="T1" fmla="*/ 72 h 72"/>
                  <a:gd name="T2" fmla="*/ 73 w 75"/>
                  <a:gd name="T3" fmla="*/ 71 h 72"/>
                  <a:gd name="T4" fmla="*/ 1 w 75"/>
                  <a:gd name="T5" fmla="*/ 41 h 72"/>
                  <a:gd name="T6" fmla="*/ 0 w 75"/>
                  <a:gd name="T7" fmla="*/ 40 h 72"/>
                  <a:gd name="T8" fmla="*/ 0 w 75"/>
                  <a:gd name="T9" fmla="*/ 1 h 72"/>
                  <a:gd name="T10" fmla="*/ 1 w 75"/>
                  <a:gd name="T11" fmla="*/ 0 h 72"/>
                  <a:gd name="T12" fmla="*/ 3 w 75"/>
                  <a:gd name="T13" fmla="*/ 0 h 72"/>
                  <a:gd name="T14" fmla="*/ 75 w 75"/>
                  <a:gd name="T15" fmla="*/ 69 h 72"/>
                  <a:gd name="T16" fmla="*/ 75 w 75"/>
                  <a:gd name="T17" fmla="*/ 71 h 72"/>
                  <a:gd name="T18" fmla="*/ 73 w 75"/>
                  <a:gd name="T19" fmla="*/ 72 h 72"/>
                  <a:gd name="T20" fmla="*/ 3 w 75"/>
                  <a:gd name="T21" fmla="*/ 39 h 72"/>
                  <a:gd name="T22" fmla="*/ 66 w 75"/>
                  <a:gd name="T23" fmla="*/ 65 h 72"/>
                  <a:gd name="T24" fmla="*/ 3 w 75"/>
                  <a:gd name="T25" fmla="*/ 5 h 72"/>
                  <a:gd name="T26" fmla="*/ 3 w 75"/>
                  <a:gd name="T27" fmla="*/ 39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72">
                    <a:moveTo>
                      <a:pt x="73" y="72"/>
                    </a:moveTo>
                    <a:cubicBezTo>
                      <a:pt x="73" y="71"/>
                      <a:pt x="73" y="71"/>
                      <a:pt x="73" y="71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41"/>
                      <a:pt x="0" y="40"/>
                      <a:pt x="0" y="4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75" y="69"/>
                      <a:pt x="75" y="69"/>
                      <a:pt x="75" y="69"/>
                    </a:cubicBezTo>
                    <a:cubicBezTo>
                      <a:pt x="75" y="69"/>
                      <a:pt x="75" y="70"/>
                      <a:pt x="75" y="71"/>
                    </a:cubicBezTo>
                    <a:cubicBezTo>
                      <a:pt x="75" y="71"/>
                      <a:pt x="74" y="72"/>
                      <a:pt x="73" y="72"/>
                    </a:cubicBezTo>
                    <a:close/>
                    <a:moveTo>
                      <a:pt x="3" y="39"/>
                    </a:moveTo>
                    <a:cubicBezTo>
                      <a:pt x="66" y="65"/>
                      <a:pt x="66" y="65"/>
                      <a:pt x="66" y="65"/>
                    </a:cubicBezTo>
                    <a:cubicBezTo>
                      <a:pt x="3" y="5"/>
                      <a:pt x="3" y="5"/>
                      <a:pt x="3" y="5"/>
                    </a:cubicBezTo>
                    <a:lnTo>
                      <a:pt x="3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0" name="Freeform 876"/>
              <p:cNvSpPr>
                <a:spLocks noEditPoints="1"/>
              </p:cNvSpPr>
              <p:nvPr userDrawn="1"/>
            </p:nvSpPr>
            <p:spPr bwMode="auto">
              <a:xfrm>
                <a:off x="2489" y="237"/>
                <a:ext cx="101" cy="45"/>
              </a:xfrm>
              <a:custGeom>
                <a:avLst/>
                <a:gdLst>
                  <a:gd name="T0" fmla="*/ 50 w 82"/>
                  <a:gd name="T1" fmla="*/ 36 h 36"/>
                  <a:gd name="T2" fmla="*/ 50 w 82"/>
                  <a:gd name="T3" fmla="*/ 36 h 36"/>
                  <a:gd name="T4" fmla="*/ 1 w 82"/>
                  <a:gd name="T5" fmla="*/ 3 h 36"/>
                  <a:gd name="T6" fmla="*/ 1 w 82"/>
                  <a:gd name="T7" fmla="*/ 1 h 36"/>
                  <a:gd name="T8" fmla="*/ 3 w 82"/>
                  <a:gd name="T9" fmla="*/ 0 h 36"/>
                  <a:gd name="T10" fmla="*/ 81 w 82"/>
                  <a:gd name="T11" fmla="*/ 11 h 36"/>
                  <a:gd name="T12" fmla="*/ 82 w 82"/>
                  <a:gd name="T13" fmla="*/ 12 h 36"/>
                  <a:gd name="T14" fmla="*/ 82 w 82"/>
                  <a:gd name="T15" fmla="*/ 14 h 36"/>
                  <a:gd name="T16" fmla="*/ 51 w 82"/>
                  <a:gd name="T17" fmla="*/ 36 h 36"/>
                  <a:gd name="T18" fmla="*/ 50 w 82"/>
                  <a:gd name="T19" fmla="*/ 36 h 36"/>
                  <a:gd name="T20" fmla="*/ 9 w 82"/>
                  <a:gd name="T21" fmla="*/ 4 h 36"/>
                  <a:gd name="T22" fmla="*/ 50 w 82"/>
                  <a:gd name="T23" fmla="*/ 32 h 36"/>
                  <a:gd name="T24" fmla="*/ 76 w 82"/>
                  <a:gd name="T25" fmla="*/ 14 h 36"/>
                  <a:gd name="T26" fmla="*/ 9 w 82"/>
                  <a:gd name="T27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2" h="36">
                    <a:moveTo>
                      <a:pt x="50" y="36"/>
                    </a:moveTo>
                    <a:cubicBezTo>
                      <a:pt x="50" y="36"/>
                      <a:pt x="50" y="36"/>
                      <a:pt x="50" y="36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2" y="11"/>
                      <a:pt x="82" y="11"/>
                      <a:pt x="82" y="12"/>
                    </a:cubicBezTo>
                    <a:cubicBezTo>
                      <a:pt x="82" y="13"/>
                      <a:pt x="82" y="14"/>
                      <a:pt x="82" y="14"/>
                    </a:cubicBezTo>
                    <a:cubicBezTo>
                      <a:pt x="51" y="36"/>
                      <a:pt x="51" y="36"/>
                      <a:pt x="51" y="36"/>
                    </a:cubicBezTo>
                    <a:lnTo>
                      <a:pt x="50" y="36"/>
                    </a:lnTo>
                    <a:close/>
                    <a:moveTo>
                      <a:pt x="9" y="4"/>
                    </a:moveTo>
                    <a:cubicBezTo>
                      <a:pt x="50" y="32"/>
                      <a:pt x="50" y="32"/>
                      <a:pt x="50" y="32"/>
                    </a:cubicBezTo>
                    <a:cubicBezTo>
                      <a:pt x="76" y="14"/>
                      <a:pt x="76" y="14"/>
                      <a:pt x="76" y="14"/>
                    </a:cubicBezTo>
                    <a:lnTo>
                      <a:pt x="9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1" name="Freeform 877"/>
              <p:cNvSpPr>
                <a:spLocks noEditPoints="1"/>
              </p:cNvSpPr>
              <p:nvPr userDrawn="1"/>
            </p:nvSpPr>
            <p:spPr bwMode="auto">
              <a:xfrm>
                <a:off x="2370" y="237"/>
                <a:ext cx="124" cy="31"/>
              </a:xfrm>
              <a:custGeom>
                <a:avLst/>
                <a:gdLst>
                  <a:gd name="T0" fmla="*/ 20 w 100"/>
                  <a:gd name="T1" fmla="*/ 25 h 25"/>
                  <a:gd name="T2" fmla="*/ 19 w 100"/>
                  <a:gd name="T3" fmla="*/ 25 h 25"/>
                  <a:gd name="T4" fmla="*/ 1 w 100"/>
                  <a:gd name="T5" fmla="*/ 9 h 25"/>
                  <a:gd name="T6" fmla="*/ 0 w 100"/>
                  <a:gd name="T7" fmla="*/ 7 h 25"/>
                  <a:gd name="T8" fmla="*/ 2 w 100"/>
                  <a:gd name="T9" fmla="*/ 6 h 25"/>
                  <a:gd name="T10" fmla="*/ 98 w 100"/>
                  <a:gd name="T11" fmla="*/ 0 h 25"/>
                  <a:gd name="T12" fmla="*/ 100 w 100"/>
                  <a:gd name="T13" fmla="*/ 1 h 25"/>
                  <a:gd name="T14" fmla="*/ 99 w 100"/>
                  <a:gd name="T15" fmla="*/ 3 h 25"/>
                  <a:gd name="T16" fmla="*/ 20 w 100"/>
                  <a:gd name="T17" fmla="*/ 25 h 25"/>
                  <a:gd name="T18" fmla="*/ 6 w 100"/>
                  <a:gd name="T19" fmla="*/ 9 h 25"/>
                  <a:gd name="T20" fmla="*/ 20 w 100"/>
                  <a:gd name="T21" fmla="*/ 22 h 25"/>
                  <a:gd name="T22" fmla="*/ 83 w 100"/>
                  <a:gd name="T23" fmla="*/ 4 h 25"/>
                  <a:gd name="T24" fmla="*/ 6 w 100"/>
                  <a:gd name="T25" fmla="*/ 9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0" h="25">
                    <a:moveTo>
                      <a:pt x="20" y="25"/>
                    </a:moveTo>
                    <a:cubicBezTo>
                      <a:pt x="19" y="25"/>
                      <a:pt x="19" y="25"/>
                      <a:pt x="19" y="25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6"/>
                      <a:pt x="1" y="6"/>
                      <a:pt x="2" y="6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99" y="0"/>
                      <a:pt x="100" y="0"/>
                      <a:pt x="100" y="1"/>
                    </a:cubicBezTo>
                    <a:cubicBezTo>
                      <a:pt x="100" y="2"/>
                      <a:pt x="100" y="3"/>
                      <a:pt x="99" y="3"/>
                    </a:cubicBezTo>
                    <a:cubicBezTo>
                      <a:pt x="20" y="25"/>
                      <a:pt x="20" y="25"/>
                      <a:pt x="20" y="25"/>
                    </a:cubicBezTo>
                    <a:close/>
                    <a:moveTo>
                      <a:pt x="6" y="9"/>
                    </a:moveTo>
                    <a:cubicBezTo>
                      <a:pt x="20" y="22"/>
                      <a:pt x="20" y="22"/>
                      <a:pt x="20" y="22"/>
                    </a:cubicBezTo>
                    <a:cubicBezTo>
                      <a:pt x="83" y="4"/>
                      <a:pt x="83" y="4"/>
                      <a:pt x="83" y="4"/>
                    </a:cubicBezTo>
                    <a:lnTo>
                      <a:pt x="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2" name="Freeform 878"/>
              <p:cNvSpPr>
                <a:spLocks noEditPoints="1"/>
              </p:cNvSpPr>
              <p:nvPr userDrawn="1"/>
            </p:nvSpPr>
            <p:spPr bwMode="auto">
              <a:xfrm>
                <a:off x="2225" y="245"/>
                <a:ext cx="150" cy="94"/>
              </a:xfrm>
              <a:custGeom>
                <a:avLst/>
                <a:gdLst>
                  <a:gd name="T0" fmla="*/ 2 w 121"/>
                  <a:gd name="T1" fmla="*/ 76 h 76"/>
                  <a:gd name="T2" fmla="*/ 1 w 121"/>
                  <a:gd name="T3" fmla="*/ 75 h 76"/>
                  <a:gd name="T4" fmla="*/ 1 w 121"/>
                  <a:gd name="T5" fmla="*/ 73 h 76"/>
                  <a:gd name="T6" fmla="*/ 25 w 121"/>
                  <a:gd name="T7" fmla="*/ 25 h 76"/>
                  <a:gd name="T8" fmla="*/ 26 w 121"/>
                  <a:gd name="T9" fmla="*/ 25 h 76"/>
                  <a:gd name="T10" fmla="*/ 118 w 121"/>
                  <a:gd name="T11" fmla="*/ 0 h 76"/>
                  <a:gd name="T12" fmla="*/ 120 w 121"/>
                  <a:gd name="T13" fmla="*/ 1 h 76"/>
                  <a:gd name="T14" fmla="*/ 120 w 121"/>
                  <a:gd name="T15" fmla="*/ 3 h 76"/>
                  <a:gd name="T16" fmla="*/ 3 w 121"/>
                  <a:gd name="T17" fmla="*/ 76 h 76"/>
                  <a:gd name="T18" fmla="*/ 2 w 121"/>
                  <a:gd name="T19" fmla="*/ 76 h 76"/>
                  <a:gd name="T20" fmla="*/ 28 w 121"/>
                  <a:gd name="T21" fmla="*/ 28 h 76"/>
                  <a:gd name="T22" fmla="*/ 6 w 121"/>
                  <a:gd name="T23" fmla="*/ 70 h 76"/>
                  <a:gd name="T24" fmla="*/ 108 w 121"/>
                  <a:gd name="T25" fmla="*/ 6 h 76"/>
                  <a:gd name="T26" fmla="*/ 28 w 121"/>
                  <a:gd name="T27" fmla="*/ 2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1" h="76">
                    <a:moveTo>
                      <a:pt x="2" y="76"/>
                    </a:moveTo>
                    <a:cubicBezTo>
                      <a:pt x="2" y="76"/>
                      <a:pt x="1" y="76"/>
                      <a:pt x="1" y="75"/>
                    </a:cubicBezTo>
                    <a:cubicBezTo>
                      <a:pt x="0" y="75"/>
                      <a:pt x="0" y="74"/>
                      <a:pt x="1" y="73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25" y="25"/>
                      <a:pt x="26" y="25"/>
                      <a:pt x="26" y="25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9" y="0"/>
                      <a:pt x="120" y="0"/>
                      <a:pt x="120" y="1"/>
                    </a:cubicBezTo>
                    <a:cubicBezTo>
                      <a:pt x="121" y="1"/>
                      <a:pt x="120" y="2"/>
                      <a:pt x="120" y="3"/>
                    </a:cubicBezTo>
                    <a:cubicBezTo>
                      <a:pt x="3" y="76"/>
                      <a:pt x="3" y="76"/>
                      <a:pt x="3" y="76"/>
                    </a:cubicBezTo>
                    <a:lnTo>
                      <a:pt x="2" y="76"/>
                    </a:lnTo>
                    <a:close/>
                    <a:moveTo>
                      <a:pt x="28" y="28"/>
                    </a:moveTo>
                    <a:cubicBezTo>
                      <a:pt x="6" y="70"/>
                      <a:pt x="6" y="70"/>
                      <a:pt x="6" y="70"/>
                    </a:cubicBezTo>
                    <a:cubicBezTo>
                      <a:pt x="108" y="6"/>
                      <a:pt x="108" y="6"/>
                      <a:pt x="108" y="6"/>
                    </a:cubicBezTo>
                    <a:lnTo>
                      <a:pt x="28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3" name="Freeform 879"/>
              <p:cNvSpPr>
                <a:spLocks noEditPoints="1"/>
              </p:cNvSpPr>
              <p:nvPr userDrawn="1"/>
            </p:nvSpPr>
            <p:spPr bwMode="auto">
              <a:xfrm>
                <a:off x="2139" y="274"/>
                <a:ext cx="121" cy="65"/>
              </a:xfrm>
              <a:custGeom>
                <a:avLst/>
                <a:gdLst>
                  <a:gd name="T0" fmla="*/ 72 w 98"/>
                  <a:gd name="T1" fmla="*/ 52 h 52"/>
                  <a:gd name="T2" fmla="*/ 1 w 98"/>
                  <a:gd name="T3" fmla="*/ 52 h 52"/>
                  <a:gd name="T4" fmla="*/ 0 w 98"/>
                  <a:gd name="T5" fmla="*/ 51 h 52"/>
                  <a:gd name="T6" fmla="*/ 1 w 98"/>
                  <a:gd name="T7" fmla="*/ 49 h 52"/>
                  <a:gd name="T8" fmla="*/ 96 w 98"/>
                  <a:gd name="T9" fmla="*/ 1 h 52"/>
                  <a:gd name="T10" fmla="*/ 98 w 98"/>
                  <a:gd name="T11" fmla="*/ 1 h 52"/>
                  <a:gd name="T12" fmla="*/ 98 w 98"/>
                  <a:gd name="T13" fmla="*/ 3 h 52"/>
                  <a:gd name="T14" fmla="*/ 74 w 98"/>
                  <a:gd name="T15" fmla="*/ 51 h 52"/>
                  <a:gd name="T16" fmla="*/ 72 w 98"/>
                  <a:gd name="T17" fmla="*/ 52 h 52"/>
                  <a:gd name="T18" fmla="*/ 9 w 98"/>
                  <a:gd name="T19" fmla="*/ 49 h 52"/>
                  <a:gd name="T20" fmla="*/ 71 w 98"/>
                  <a:gd name="T21" fmla="*/ 49 h 52"/>
                  <a:gd name="T22" fmla="*/ 93 w 98"/>
                  <a:gd name="T23" fmla="*/ 6 h 52"/>
                  <a:gd name="T24" fmla="*/ 9 w 98"/>
                  <a:gd name="T25" fmla="*/ 49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8" h="52">
                    <a:moveTo>
                      <a:pt x="72" y="52"/>
                    </a:moveTo>
                    <a:cubicBezTo>
                      <a:pt x="1" y="52"/>
                      <a:pt x="1" y="52"/>
                      <a:pt x="1" y="52"/>
                    </a:cubicBezTo>
                    <a:cubicBezTo>
                      <a:pt x="1" y="52"/>
                      <a:pt x="0" y="51"/>
                      <a:pt x="0" y="51"/>
                    </a:cubicBezTo>
                    <a:cubicBezTo>
                      <a:pt x="0" y="50"/>
                      <a:pt x="0" y="49"/>
                      <a:pt x="1" y="49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6" y="0"/>
                      <a:pt x="97" y="1"/>
                      <a:pt x="98" y="1"/>
                    </a:cubicBezTo>
                    <a:cubicBezTo>
                      <a:pt x="98" y="2"/>
                      <a:pt x="98" y="2"/>
                      <a:pt x="98" y="3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3" y="52"/>
                      <a:pt x="73" y="52"/>
                      <a:pt x="72" y="52"/>
                    </a:cubicBezTo>
                    <a:close/>
                    <a:moveTo>
                      <a:pt x="9" y="49"/>
                    </a:moveTo>
                    <a:cubicBezTo>
                      <a:pt x="71" y="49"/>
                      <a:pt x="71" y="49"/>
                      <a:pt x="71" y="49"/>
                    </a:cubicBezTo>
                    <a:cubicBezTo>
                      <a:pt x="93" y="6"/>
                      <a:pt x="93" y="6"/>
                      <a:pt x="93" y="6"/>
                    </a:cubicBezTo>
                    <a:lnTo>
                      <a:pt x="9" y="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4" name="Freeform 880"/>
              <p:cNvSpPr>
                <a:spLocks noEditPoints="1"/>
              </p:cNvSpPr>
              <p:nvPr userDrawn="1"/>
            </p:nvSpPr>
            <p:spPr bwMode="auto">
              <a:xfrm>
                <a:off x="2075" y="335"/>
                <a:ext cx="155" cy="50"/>
              </a:xfrm>
              <a:custGeom>
                <a:avLst/>
                <a:gdLst>
                  <a:gd name="T0" fmla="*/ 2 w 125"/>
                  <a:gd name="T1" fmla="*/ 40 h 40"/>
                  <a:gd name="T2" fmla="*/ 1 w 125"/>
                  <a:gd name="T3" fmla="*/ 39 h 40"/>
                  <a:gd name="T4" fmla="*/ 1 w 125"/>
                  <a:gd name="T5" fmla="*/ 37 h 40"/>
                  <a:gd name="T6" fmla="*/ 51 w 125"/>
                  <a:gd name="T7" fmla="*/ 0 h 40"/>
                  <a:gd name="T8" fmla="*/ 52 w 125"/>
                  <a:gd name="T9" fmla="*/ 0 h 40"/>
                  <a:gd name="T10" fmla="*/ 123 w 125"/>
                  <a:gd name="T11" fmla="*/ 0 h 40"/>
                  <a:gd name="T12" fmla="*/ 125 w 125"/>
                  <a:gd name="T13" fmla="*/ 1 h 40"/>
                  <a:gd name="T14" fmla="*/ 124 w 125"/>
                  <a:gd name="T15" fmla="*/ 3 h 40"/>
                  <a:gd name="T16" fmla="*/ 3 w 125"/>
                  <a:gd name="T17" fmla="*/ 40 h 40"/>
                  <a:gd name="T18" fmla="*/ 2 w 125"/>
                  <a:gd name="T19" fmla="*/ 40 h 40"/>
                  <a:gd name="T20" fmla="*/ 53 w 125"/>
                  <a:gd name="T21" fmla="*/ 3 h 40"/>
                  <a:gd name="T22" fmla="*/ 11 w 125"/>
                  <a:gd name="T23" fmla="*/ 34 h 40"/>
                  <a:gd name="T24" fmla="*/ 112 w 125"/>
                  <a:gd name="T25" fmla="*/ 3 h 40"/>
                  <a:gd name="T26" fmla="*/ 53 w 125"/>
                  <a:gd name="T27" fmla="*/ 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40">
                    <a:moveTo>
                      <a:pt x="2" y="40"/>
                    </a:moveTo>
                    <a:cubicBezTo>
                      <a:pt x="1" y="40"/>
                      <a:pt x="1" y="40"/>
                      <a:pt x="1" y="39"/>
                    </a:cubicBezTo>
                    <a:cubicBezTo>
                      <a:pt x="0" y="38"/>
                      <a:pt x="0" y="37"/>
                      <a:pt x="1" y="37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4" y="0"/>
                      <a:pt x="125" y="0"/>
                      <a:pt x="125" y="1"/>
                    </a:cubicBezTo>
                    <a:cubicBezTo>
                      <a:pt x="125" y="2"/>
                      <a:pt x="124" y="3"/>
                      <a:pt x="124" y="3"/>
                    </a:cubicBezTo>
                    <a:cubicBezTo>
                      <a:pt x="3" y="40"/>
                      <a:pt x="3" y="40"/>
                      <a:pt x="3" y="40"/>
                    </a:cubicBezTo>
                    <a:lnTo>
                      <a:pt x="2" y="40"/>
                    </a:lnTo>
                    <a:close/>
                    <a:moveTo>
                      <a:pt x="53" y="3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2" y="3"/>
                      <a:pt x="112" y="3"/>
                      <a:pt x="112" y="3"/>
                    </a:cubicBezTo>
                    <a:lnTo>
                      <a:pt x="5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5" name="Freeform 881"/>
              <p:cNvSpPr>
                <a:spLocks noEditPoints="1"/>
              </p:cNvSpPr>
              <p:nvPr userDrawn="1"/>
            </p:nvSpPr>
            <p:spPr bwMode="auto">
              <a:xfrm>
                <a:off x="2011" y="380"/>
                <a:ext cx="69" cy="68"/>
              </a:xfrm>
              <a:custGeom>
                <a:avLst/>
                <a:gdLst>
                  <a:gd name="T0" fmla="*/ 1 w 56"/>
                  <a:gd name="T1" fmla="*/ 55 h 55"/>
                  <a:gd name="T2" fmla="*/ 0 w 56"/>
                  <a:gd name="T3" fmla="*/ 54 h 55"/>
                  <a:gd name="T4" fmla="*/ 0 w 56"/>
                  <a:gd name="T5" fmla="*/ 52 h 55"/>
                  <a:gd name="T6" fmla="*/ 53 w 56"/>
                  <a:gd name="T7" fmla="*/ 1 h 55"/>
                  <a:gd name="T8" fmla="*/ 55 w 56"/>
                  <a:gd name="T9" fmla="*/ 1 h 55"/>
                  <a:gd name="T10" fmla="*/ 56 w 56"/>
                  <a:gd name="T11" fmla="*/ 3 h 55"/>
                  <a:gd name="T12" fmla="*/ 36 w 56"/>
                  <a:gd name="T13" fmla="*/ 41 h 55"/>
                  <a:gd name="T14" fmla="*/ 36 w 56"/>
                  <a:gd name="T15" fmla="*/ 42 h 55"/>
                  <a:gd name="T16" fmla="*/ 2 w 56"/>
                  <a:gd name="T17" fmla="*/ 54 h 55"/>
                  <a:gd name="T18" fmla="*/ 1 w 56"/>
                  <a:gd name="T19" fmla="*/ 55 h 55"/>
                  <a:gd name="T20" fmla="*/ 48 w 56"/>
                  <a:gd name="T21" fmla="*/ 10 h 55"/>
                  <a:gd name="T22" fmla="*/ 8 w 56"/>
                  <a:gd name="T23" fmla="*/ 48 h 55"/>
                  <a:gd name="T24" fmla="*/ 34 w 56"/>
                  <a:gd name="T25" fmla="*/ 39 h 55"/>
                  <a:gd name="T26" fmla="*/ 48 w 56"/>
                  <a:gd name="T27" fmla="*/ 1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6" h="55">
                    <a:moveTo>
                      <a:pt x="1" y="55"/>
                    </a:moveTo>
                    <a:cubicBezTo>
                      <a:pt x="1" y="55"/>
                      <a:pt x="0" y="54"/>
                      <a:pt x="0" y="54"/>
                    </a:cubicBezTo>
                    <a:cubicBezTo>
                      <a:pt x="0" y="53"/>
                      <a:pt x="0" y="52"/>
                      <a:pt x="0" y="52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4" y="1"/>
                      <a:pt x="54" y="0"/>
                      <a:pt x="55" y="1"/>
                    </a:cubicBezTo>
                    <a:cubicBezTo>
                      <a:pt x="56" y="1"/>
                      <a:pt x="56" y="2"/>
                      <a:pt x="56" y="3"/>
                    </a:cubicBezTo>
                    <a:cubicBezTo>
                      <a:pt x="36" y="41"/>
                      <a:pt x="36" y="41"/>
                      <a:pt x="36" y="41"/>
                    </a:cubicBezTo>
                    <a:cubicBezTo>
                      <a:pt x="36" y="42"/>
                      <a:pt x="36" y="42"/>
                      <a:pt x="36" y="42"/>
                    </a:cubicBezTo>
                    <a:cubicBezTo>
                      <a:pt x="2" y="54"/>
                      <a:pt x="2" y="54"/>
                      <a:pt x="2" y="54"/>
                    </a:cubicBezTo>
                    <a:lnTo>
                      <a:pt x="1" y="55"/>
                    </a:lnTo>
                    <a:close/>
                    <a:moveTo>
                      <a:pt x="48" y="10"/>
                    </a:moveTo>
                    <a:cubicBezTo>
                      <a:pt x="8" y="48"/>
                      <a:pt x="8" y="48"/>
                      <a:pt x="8" y="48"/>
                    </a:cubicBezTo>
                    <a:cubicBezTo>
                      <a:pt x="34" y="39"/>
                      <a:pt x="34" y="39"/>
                      <a:pt x="34" y="39"/>
                    </a:cubicBezTo>
                    <a:lnTo>
                      <a:pt x="48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6" name="Freeform 882"/>
              <p:cNvSpPr>
                <a:spLocks noEditPoints="1"/>
              </p:cNvSpPr>
              <p:nvPr userDrawn="1"/>
            </p:nvSpPr>
            <p:spPr bwMode="auto">
              <a:xfrm>
                <a:off x="1950" y="443"/>
                <a:ext cx="65" cy="80"/>
              </a:xfrm>
              <a:custGeom>
                <a:avLst/>
                <a:gdLst>
                  <a:gd name="T0" fmla="*/ 31 w 52"/>
                  <a:gd name="T1" fmla="*/ 65 h 65"/>
                  <a:gd name="T2" fmla="*/ 2 w 52"/>
                  <a:gd name="T3" fmla="*/ 65 h 65"/>
                  <a:gd name="T4" fmla="*/ 1 w 52"/>
                  <a:gd name="T5" fmla="*/ 64 h 65"/>
                  <a:gd name="T6" fmla="*/ 1 w 52"/>
                  <a:gd name="T7" fmla="*/ 62 h 65"/>
                  <a:gd name="T8" fmla="*/ 49 w 52"/>
                  <a:gd name="T9" fmla="*/ 1 h 65"/>
                  <a:gd name="T10" fmla="*/ 51 w 52"/>
                  <a:gd name="T11" fmla="*/ 0 h 65"/>
                  <a:gd name="T12" fmla="*/ 52 w 52"/>
                  <a:gd name="T13" fmla="*/ 2 h 65"/>
                  <a:gd name="T14" fmla="*/ 32 w 52"/>
                  <a:gd name="T15" fmla="*/ 64 h 65"/>
                  <a:gd name="T16" fmla="*/ 31 w 52"/>
                  <a:gd name="T17" fmla="*/ 65 h 65"/>
                  <a:gd name="T18" fmla="*/ 6 w 52"/>
                  <a:gd name="T19" fmla="*/ 62 h 65"/>
                  <a:gd name="T20" fmla="*/ 29 w 52"/>
                  <a:gd name="T21" fmla="*/ 62 h 65"/>
                  <a:gd name="T22" fmla="*/ 46 w 52"/>
                  <a:gd name="T23" fmla="*/ 10 h 65"/>
                  <a:gd name="T24" fmla="*/ 6 w 52"/>
                  <a:gd name="T25" fmla="*/ 6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65">
                    <a:moveTo>
                      <a:pt x="31" y="65"/>
                    </a:moveTo>
                    <a:cubicBezTo>
                      <a:pt x="2" y="65"/>
                      <a:pt x="2" y="65"/>
                      <a:pt x="2" y="65"/>
                    </a:cubicBezTo>
                    <a:cubicBezTo>
                      <a:pt x="2" y="65"/>
                      <a:pt x="1" y="65"/>
                      <a:pt x="1" y="64"/>
                    </a:cubicBezTo>
                    <a:cubicBezTo>
                      <a:pt x="0" y="64"/>
                      <a:pt x="1" y="63"/>
                      <a:pt x="1" y="62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50" y="0"/>
                      <a:pt x="51" y="0"/>
                      <a:pt x="51" y="0"/>
                    </a:cubicBezTo>
                    <a:cubicBezTo>
                      <a:pt x="52" y="1"/>
                      <a:pt x="52" y="2"/>
                      <a:pt x="52" y="2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32" y="65"/>
                      <a:pt x="31" y="65"/>
                      <a:pt x="31" y="65"/>
                    </a:cubicBezTo>
                    <a:close/>
                    <a:moveTo>
                      <a:pt x="6" y="62"/>
                    </a:moveTo>
                    <a:cubicBezTo>
                      <a:pt x="29" y="62"/>
                      <a:pt x="29" y="62"/>
                      <a:pt x="29" y="62"/>
                    </a:cubicBezTo>
                    <a:cubicBezTo>
                      <a:pt x="46" y="10"/>
                      <a:pt x="46" y="10"/>
                      <a:pt x="46" y="10"/>
                    </a:cubicBezTo>
                    <a:lnTo>
                      <a:pt x="6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7" name="Freeform 883"/>
              <p:cNvSpPr>
                <a:spLocks noEditPoints="1"/>
              </p:cNvSpPr>
              <p:nvPr userDrawn="1"/>
            </p:nvSpPr>
            <p:spPr bwMode="auto">
              <a:xfrm>
                <a:off x="3156" y="1015"/>
                <a:ext cx="105" cy="110"/>
              </a:xfrm>
              <a:custGeom>
                <a:avLst/>
                <a:gdLst>
                  <a:gd name="T0" fmla="*/ 83 w 85"/>
                  <a:gd name="T1" fmla="*/ 89 h 89"/>
                  <a:gd name="T2" fmla="*/ 82 w 85"/>
                  <a:gd name="T3" fmla="*/ 88 h 89"/>
                  <a:gd name="T4" fmla="*/ 0 w 85"/>
                  <a:gd name="T5" fmla="*/ 3 h 89"/>
                  <a:gd name="T6" fmla="*/ 0 w 85"/>
                  <a:gd name="T7" fmla="*/ 1 h 89"/>
                  <a:gd name="T8" fmla="*/ 2 w 85"/>
                  <a:gd name="T9" fmla="*/ 0 h 89"/>
                  <a:gd name="T10" fmla="*/ 54 w 85"/>
                  <a:gd name="T11" fmla="*/ 23 h 89"/>
                  <a:gd name="T12" fmla="*/ 54 w 85"/>
                  <a:gd name="T13" fmla="*/ 24 h 89"/>
                  <a:gd name="T14" fmla="*/ 85 w 85"/>
                  <a:gd name="T15" fmla="*/ 86 h 89"/>
                  <a:gd name="T16" fmla="*/ 84 w 85"/>
                  <a:gd name="T17" fmla="*/ 88 h 89"/>
                  <a:gd name="T18" fmla="*/ 83 w 85"/>
                  <a:gd name="T19" fmla="*/ 89 h 89"/>
                  <a:gd name="T20" fmla="*/ 9 w 85"/>
                  <a:gd name="T21" fmla="*/ 7 h 89"/>
                  <a:gd name="T22" fmla="*/ 77 w 85"/>
                  <a:gd name="T23" fmla="*/ 78 h 89"/>
                  <a:gd name="T24" fmla="*/ 52 w 85"/>
                  <a:gd name="T25" fmla="*/ 26 h 89"/>
                  <a:gd name="T26" fmla="*/ 9 w 85"/>
                  <a:gd name="T27" fmla="*/ 7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89">
                    <a:moveTo>
                      <a:pt x="83" y="89"/>
                    </a:moveTo>
                    <a:cubicBezTo>
                      <a:pt x="83" y="89"/>
                      <a:pt x="82" y="88"/>
                      <a:pt x="82" y="88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4"/>
                      <a:pt x="54" y="24"/>
                      <a:pt x="54" y="24"/>
                    </a:cubicBezTo>
                    <a:cubicBezTo>
                      <a:pt x="85" y="86"/>
                      <a:pt x="85" y="86"/>
                      <a:pt x="85" y="86"/>
                    </a:cubicBezTo>
                    <a:cubicBezTo>
                      <a:pt x="85" y="87"/>
                      <a:pt x="85" y="88"/>
                      <a:pt x="84" y="88"/>
                    </a:cubicBezTo>
                    <a:lnTo>
                      <a:pt x="83" y="89"/>
                    </a:lnTo>
                    <a:close/>
                    <a:moveTo>
                      <a:pt x="9" y="7"/>
                    </a:moveTo>
                    <a:cubicBezTo>
                      <a:pt x="77" y="78"/>
                      <a:pt x="77" y="78"/>
                      <a:pt x="77" y="78"/>
                    </a:cubicBezTo>
                    <a:cubicBezTo>
                      <a:pt x="52" y="26"/>
                      <a:pt x="52" y="26"/>
                      <a:pt x="52" y="26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8" name="Freeform 884"/>
              <p:cNvSpPr>
                <a:spLocks noEditPoints="1"/>
              </p:cNvSpPr>
              <p:nvPr userDrawn="1"/>
            </p:nvSpPr>
            <p:spPr bwMode="auto">
              <a:xfrm>
                <a:off x="3226" y="1120"/>
                <a:ext cx="51" cy="129"/>
              </a:xfrm>
              <a:custGeom>
                <a:avLst/>
                <a:gdLst>
                  <a:gd name="T0" fmla="*/ 2 w 41"/>
                  <a:gd name="T1" fmla="*/ 104 h 104"/>
                  <a:gd name="T2" fmla="*/ 1 w 41"/>
                  <a:gd name="T3" fmla="*/ 103 h 104"/>
                  <a:gd name="T4" fmla="*/ 0 w 41"/>
                  <a:gd name="T5" fmla="*/ 102 h 104"/>
                  <a:gd name="T6" fmla="*/ 24 w 41"/>
                  <a:gd name="T7" fmla="*/ 1 h 104"/>
                  <a:gd name="T8" fmla="*/ 26 w 41"/>
                  <a:gd name="T9" fmla="*/ 0 h 104"/>
                  <a:gd name="T10" fmla="*/ 28 w 41"/>
                  <a:gd name="T11" fmla="*/ 2 h 104"/>
                  <a:gd name="T12" fmla="*/ 41 w 41"/>
                  <a:gd name="T13" fmla="*/ 59 h 104"/>
                  <a:gd name="T14" fmla="*/ 40 w 41"/>
                  <a:gd name="T15" fmla="*/ 60 h 104"/>
                  <a:gd name="T16" fmla="*/ 3 w 41"/>
                  <a:gd name="T17" fmla="*/ 103 h 104"/>
                  <a:gd name="T18" fmla="*/ 2 w 41"/>
                  <a:gd name="T19" fmla="*/ 104 h 104"/>
                  <a:gd name="T20" fmla="*/ 26 w 41"/>
                  <a:gd name="T21" fmla="*/ 9 h 104"/>
                  <a:gd name="T22" fmla="*/ 5 w 41"/>
                  <a:gd name="T23" fmla="*/ 96 h 104"/>
                  <a:gd name="T24" fmla="*/ 37 w 41"/>
                  <a:gd name="T25" fmla="*/ 59 h 104"/>
                  <a:gd name="T26" fmla="*/ 26 w 41"/>
                  <a:gd name="T27" fmla="*/ 9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104">
                    <a:moveTo>
                      <a:pt x="2" y="104"/>
                    </a:moveTo>
                    <a:cubicBezTo>
                      <a:pt x="1" y="103"/>
                      <a:pt x="1" y="103"/>
                      <a:pt x="1" y="103"/>
                    </a:cubicBezTo>
                    <a:cubicBezTo>
                      <a:pt x="0" y="103"/>
                      <a:pt x="0" y="102"/>
                      <a:pt x="0" y="102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5" y="1"/>
                      <a:pt x="25" y="0"/>
                      <a:pt x="26" y="0"/>
                    </a:cubicBezTo>
                    <a:cubicBezTo>
                      <a:pt x="27" y="0"/>
                      <a:pt x="27" y="1"/>
                      <a:pt x="28" y="2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41" y="59"/>
                      <a:pt x="41" y="60"/>
                      <a:pt x="40" y="60"/>
                    </a:cubicBezTo>
                    <a:cubicBezTo>
                      <a:pt x="3" y="103"/>
                      <a:pt x="3" y="103"/>
                      <a:pt x="3" y="103"/>
                    </a:cubicBezTo>
                    <a:cubicBezTo>
                      <a:pt x="3" y="103"/>
                      <a:pt x="2" y="104"/>
                      <a:pt x="2" y="104"/>
                    </a:cubicBezTo>
                    <a:close/>
                    <a:moveTo>
                      <a:pt x="26" y="9"/>
                    </a:moveTo>
                    <a:cubicBezTo>
                      <a:pt x="5" y="96"/>
                      <a:pt x="5" y="96"/>
                      <a:pt x="5" y="96"/>
                    </a:cubicBezTo>
                    <a:cubicBezTo>
                      <a:pt x="37" y="59"/>
                      <a:pt x="37" y="59"/>
                      <a:pt x="37" y="59"/>
                    </a:cubicBezTo>
                    <a:lnTo>
                      <a:pt x="2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9" name="Freeform 885"/>
              <p:cNvSpPr>
                <a:spLocks noEditPoints="1"/>
              </p:cNvSpPr>
              <p:nvPr userDrawn="1"/>
            </p:nvSpPr>
            <p:spPr bwMode="auto">
              <a:xfrm>
                <a:off x="3226" y="1190"/>
                <a:ext cx="54" cy="77"/>
              </a:xfrm>
              <a:custGeom>
                <a:avLst/>
                <a:gdLst>
                  <a:gd name="T0" fmla="*/ 41 w 43"/>
                  <a:gd name="T1" fmla="*/ 62 h 62"/>
                  <a:gd name="T2" fmla="*/ 40 w 43"/>
                  <a:gd name="T3" fmla="*/ 62 h 62"/>
                  <a:gd name="T4" fmla="*/ 1 w 43"/>
                  <a:gd name="T5" fmla="*/ 46 h 62"/>
                  <a:gd name="T6" fmla="*/ 0 w 43"/>
                  <a:gd name="T7" fmla="*/ 45 h 62"/>
                  <a:gd name="T8" fmla="*/ 1 w 43"/>
                  <a:gd name="T9" fmla="*/ 44 h 62"/>
                  <a:gd name="T10" fmla="*/ 38 w 43"/>
                  <a:gd name="T11" fmla="*/ 1 h 62"/>
                  <a:gd name="T12" fmla="*/ 40 w 43"/>
                  <a:gd name="T13" fmla="*/ 1 h 62"/>
                  <a:gd name="T14" fmla="*/ 41 w 43"/>
                  <a:gd name="T15" fmla="*/ 2 h 62"/>
                  <a:gd name="T16" fmla="*/ 43 w 43"/>
                  <a:gd name="T17" fmla="*/ 61 h 62"/>
                  <a:gd name="T18" fmla="*/ 42 w 43"/>
                  <a:gd name="T19" fmla="*/ 62 h 62"/>
                  <a:gd name="T20" fmla="*/ 41 w 43"/>
                  <a:gd name="T21" fmla="*/ 62 h 62"/>
                  <a:gd name="T22" fmla="*/ 5 w 43"/>
                  <a:gd name="T23" fmla="*/ 44 h 62"/>
                  <a:gd name="T24" fmla="*/ 39 w 43"/>
                  <a:gd name="T25" fmla="*/ 58 h 62"/>
                  <a:gd name="T26" fmla="*/ 38 w 43"/>
                  <a:gd name="T27" fmla="*/ 6 h 62"/>
                  <a:gd name="T28" fmla="*/ 5 w 43"/>
                  <a:gd name="T29" fmla="*/ 4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62">
                    <a:moveTo>
                      <a:pt x="41" y="62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1" y="46"/>
                      <a:pt x="1" y="46"/>
                      <a:pt x="1" y="46"/>
                    </a:cubicBezTo>
                    <a:cubicBezTo>
                      <a:pt x="1" y="46"/>
                      <a:pt x="0" y="46"/>
                      <a:pt x="0" y="45"/>
                    </a:cubicBezTo>
                    <a:cubicBezTo>
                      <a:pt x="0" y="45"/>
                      <a:pt x="0" y="44"/>
                      <a:pt x="1" y="44"/>
                    </a:cubicBezTo>
                    <a:cubicBezTo>
                      <a:pt x="38" y="1"/>
                      <a:pt x="38" y="1"/>
                      <a:pt x="38" y="1"/>
                    </a:cubicBezTo>
                    <a:cubicBezTo>
                      <a:pt x="38" y="1"/>
                      <a:pt x="39" y="0"/>
                      <a:pt x="40" y="1"/>
                    </a:cubicBezTo>
                    <a:cubicBezTo>
                      <a:pt x="40" y="1"/>
                      <a:pt x="41" y="1"/>
                      <a:pt x="41" y="2"/>
                    </a:cubicBezTo>
                    <a:cubicBezTo>
                      <a:pt x="43" y="61"/>
                      <a:pt x="43" y="61"/>
                      <a:pt x="43" y="61"/>
                    </a:cubicBezTo>
                    <a:cubicBezTo>
                      <a:pt x="43" y="61"/>
                      <a:pt x="43" y="62"/>
                      <a:pt x="42" y="62"/>
                    </a:cubicBezTo>
                    <a:lnTo>
                      <a:pt x="41" y="62"/>
                    </a:lnTo>
                    <a:close/>
                    <a:moveTo>
                      <a:pt x="5" y="44"/>
                    </a:moveTo>
                    <a:cubicBezTo>
                      <a:pt x="39" y="58"/>
                      <a:pt x="39" y="58"/>
                      <a:pt x="39" y="58"/>
                    </a:cubicBezTo>
                    <a:cubicBezTo>
                      <a:pt x="38" y="6"/>
                      <a:pt x="38" y="6"/>
                      <a:pt x="38" y="6"/>
                    </a:cubicBezTo>
                    <a:lnTo>
                      <a:pt x="5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0" name="Freeform 886"/>
              <p:cNvSpPr>
                <a:spLocks noEditPoints="1"/>
              </p:cNvSpPr>
              <p:nvPr userDrawn="1"/>
            </p:nvSpPr>
            <p:spPr bwMode="auto">
              <a:xfrm>
                <a:off x="3226" y="1244"/>
                <a:ext cx="54" cy="111"/>
              </a:xfrm>
              <a:custGeom>
                <a:avLst/>
                <a:gdLst>
                  <a:gd name="T0" fmla="*/ 20 w 43"/>
                  <a:gd name="T1" fmla="*/ 90 h 90"/>
                  <a:gd name="T2" fmla="*/ 20 w 43"/>
                  <a:gd name="T3" fmla="*/ 90 h 90"/>
                  <a:gd name="T4" fmla="*/ 19 w 43"/>
                  <a:gd name="T5" fmla="*/ 89 h 90"/>
                  <a:gd name="T6" fmla="*/ 0 w 43"/>
                  <a:gd name="T7" fmla="*/ 2 h 90"/>
                  <a:gd name="T8" fmla="*/ 1 w 43"/>
                  <a:gd name="T9" fmla="*/ 1 h 90"/>
                  <a:gd name="T10" fmla="*/ 3 w 43"/>
                  <a:gd name="T11" fmla="*/ 0 h 90"/>
                  <a:gd name="T12" fmla="*/ 42 w 43"/>
                  <a:gd name="T13" fmla="*/ 16 h 90"/>
                  <a:gd name="T14" fmla="*/ 43 w 43"/>
                  <a:gd name="T15" fmla="*/ 18 h 90"/>
                  <a:gd name="T16" fmla="*/ 22 w 43"/>
                  <a:gd name="T17" fmla="*/ 89 h 90"/>
                  <a:gd name="T18" fmla="*/ 20 w 43"/>
                  <a:gd name="T19" fmla="*/ 90 h 90"/>
                  <a:gd name="T20" fmla="*/ 4 w 43"/>
                  <a:gd name="T21" fmla="*/ 5 h 90"/>
                  <a:gd name="T22" fmla="*/ 21 w 43"/>
                  <a:gd name="T23" fmla="*/ 82 h 90"/>
                  <a:gd name="T24" fmla="*/ 39 w 43"/>
                  <a:gd name="T25" fmla="*/ 19 h 90"/>
                  <a:gd name="T26" fmla="*/ 4 w 43"/>
                  <a:gd name="T27" fmla="*/ 5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3" h="90">
                    <a:moveTo>
                      <a:pt x="20" y="90"/>
                    </a:moveTo>
                    <a:cubicBezTo>
                      <a:pt x="20" y="90"/>
                      <a:pt x="20" y="90"/>
                      <a:pt x="20" y="90"/>
                    </a:cubicBezTo>
                    <a:cubicBezTo>
                      <a:pt x="20" y="90"/>
                      <a:pt x="19" y="90"/>
                      <a:pt x="19" y="8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3" y="16"/>
                      <a:pt x="43" y="17"/>
                      <a:pt x="43" y="18"/>
                    </a:cubicBezTo>
                    <a:cubicBezTo>
                      <a:pt x="22" y="89"/>
                      <a:pt x="22" y="89"/>
                      <a:pt x="22" y="89"/>
                    </a:cubicBezTo>
                    <a:cubicBezTo>
                      <a:pt x="22" y="90"/>
                      <a:pt x="21" y="90"/>
                      <a:pt x="20" y="90"/>
                    </a:cubicBezTo>
                    <a:close/>
                    <a:moveTo>
                      <a:pt x="4" y="5"/>
                    </a:moveTo>
                    <a:cubicBezTo>
                      <a:pt x="21" y="82"/>
                      <a:pt x="21" y="82"/>
                      <a:pt x="21" y="82"/>
                    </a:cubicBezTo>
                    <a:cubicBezTo>
                      <a:pt x="39" y="19"/>
                      <a:pt x="39" y="19"/>
                      <a:pt x="39" y="19"/>
                    </a:cubicBezTo>
                    <a:lnTo>
                      <a:pt x="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1" name="Freeform 887"/>
              <p:cNvSpPr>
                <a:spLocks noEditPoints="1"/>
              </p:cNvSpPr>
              <p:nvPr userDrawn="1"/>
            </p:nvSpPr>
            <p:spPr bwMode="auto">
              <a:xfrm>
                <a:off x="3188" y="1351"/>
                <a:ext cx="66" cy="86"/>
              </a:xfrm>
              <a:custGeom>
                <a:avLst/>
                <a:gdLst>
                  <a:gd name="T0" fmla="*/ 1 w 53"/>
                  <a:gd name="T1" fmla="*/ 69 h 69"/>
                  <a:gd name="T2" fmla="*/ 1 w 53"/>
                  <a:gd name="T3" fmla="*/ 69 h 69"/>
                  <a:gd name="T4" fmla="*/ 0 w 53"/>
                  <a:gd name="T5" fmla="*/ 67 h 69"/>
                  <a:gd name="T6" fmla="*/ 0 w 53"/>
                  <a:gd name="T7" fmla="*/ 34 h 69"/>
                  <a:gd name="T8" fmla="*/ 0 w 53"/>
                  <a:gd name="T9" fmla="*/ 33 h 69"/>
                  <a:gd name="T10" fmla="*/ 51 w 53"/>
                  <a:gd name="T11" fmla="*/ 0 h 69"/>
                  <a:gd name="T12" fmla="*/ 53 w 53"/>
                  <a:gd name="T13" fmla="*/ 0 h 69"/>
                  <a:gd name="T14" fmla="*/ 53 w 53"/>
                  <a:gd name="T15" fmla="*/ 3 h 69"/>
                  <a:gd name="T16" fmla="*/ 3 w 53"/>
                  <a:gd name="T17" fmla="*/ 68 h 69"/>
                  <a:gd name="T18" fmla="*/ 1 w 53"/>
                  <a:gd name="T19" fmla="*/ 69 h 69"/>
                  <a:gd name="T20" fmla="*/ 3 w 53"/>
                  <a:gd name="T21" fmla="*/ 35 h 69"/>
                  <a:gd name="T22" fmla="*/ 3 w 53"/>
                  <a:gd name="T23" fmla="*/ 62 h 69"/>
                  <a:gd name="T24" fmla="*/ 44 w 53"/>
                  <a:gd name="T25" fmla="*/ 8 h 69"/>
                  <a:gd name="T26" fmla="*/ 3 w 53"/>
                  <a:gd name="T27" fmla="*/ 3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3" h="69">
                    <a:moveTo>
                      <a:pt x="1" y="69"/>
                    </a:moveTo>
                    <a:cubicBezTo>
                      <a:pt x="1" y="69"/>
                      <a:pt x="1" y="69"/>
                      <a:pt x="1" y="69"/>
                    </a:cubicBezTo>
                    <a:cubicBezTo>
                      <a:pt x="0" y="68"/>
                      <a:pt x="0" y="68"/>
                      <a:pt x="0" y="67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4"/>
                      <a:pt x="0" y="33"/>
                      <a:pt x="0" y="33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2" y="0"/>
                      <a:pt x="53" y="0"/>
                    </a:cubicBezTo>
                    <a:cubicBezTo>
                      <a:pt x="53" y="1"/>
                      <a:pt x="53" y="2"/>
                      <a:pt x="53" y="3"/>
                    </a:cubicBezTo>
                    <a:cubicBezTo>
                      <a:pt x="3" y="68"/>
                      <a:pt x="3" y="68"/>
                      <a:pt x="3" y="68"/>
                    </a:cubicBezTo>
                    <a:cubicBezTo>
                      <a:pt x="2" y="68"/>
                      <a:pt x="2" y="69"/>
                      <a:pt x="1" y="69"/>
                    </a:cubicBezTo>
                    <a:close/>
                    <a:moveTo>
                      <a:pt x="3" y="35"/>
                    </a:moveTo>
                    <a:cubicBezTo>
                      <a:pt x="3" y="62"/>
                      <a:pt x="3" y="62"/>
                      <a:pt x="3" y="62"/>
                    </a:cubicBezTo>
                    <a:cubicBezTo>
                      <a:pt x="44" y="8"/>
                      <a:pt x="44" y="8"/>
                      <a:pt x="44" y="8"/>
                    </a:cubicBezTo>
                    <a:lnTo>
                      <a:pt x="3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2" name="Freeform 888"/>
              <p:cNvSpPr>
                <a:spLocks noEditPoints="1"/>
              </p:cNvSpPr>
              <p:nvPr userDrawn="1"/>
            </p:nvSpPr>
            <p:spPr bwMode="auto">
              <a:xfrm>
                <a:off x="3120" y="1432"/>
                <a:ext cx="72" cy="46"/>
              </a:xfrm>
              <a:custGeom>
                <a:avLst/>
                <a:gdLst>
                  <a:gd name="T0" fmla="*/ 1 w 58"/>
                  <a:gd name="T1" fmla="*/ 37 h 37"/>
                  <a:gd name="T2" fmla="*/ 0 w 58"/>
                  <a:gd name="T3" fmla="*/ 37 h 37"/>
                  <a:gd name="T4" fmla="*/ 0 w 58"/>
                  <a:gd name="T5" fmla="*/ 35 h 37"/>
                  <a:gd name="T6" fmla="*/ 0 w 58"/>
                  <a:gd name="T7" fmla="*/ 2 h 37"/>
                  <a:gd name="T8" fmla="*/ 1 w 58"/>
                  <a:gd name="T9" fmla="*/ 0 h 37"/>
                  <a:gd name="T10" fmla="*/ 56 w 58"/>
                  <a:gd name="T11" fmla="*/ 0 h 37"/>
                  <a:gd name="T12" fmla="*/ 58 w 58"/>
                  <a:gd name="T13" fmla="*/ 1 h 37"/>
                  <a:gd name="T14" fmla="*/ 57 w 58"/>
                  <a:gd name="T15" fmla="*/ 3 h 37"/>
                  <a:gd name="T16" fmla="*/ 2 w 58"/>
                  <a:gd name="T17" fmla="*/ 37 h 37"/>
                  <a:gd name="T18" fmla="*/ 1 w 58"/>
                  <a:gd name="T19" fmla="*/ 37 h 37"/>
                  <a:gd name="T20" fmla="*/ 3 w 58"/>
                  <a:gd name="T21" fmla="*/ 4 h 37"/>
                  <a:gd name="T22" fmla="*/ 3 w 58"/>
                  <a:gd name="T23" fmla="*/ 32 h 37"/>
                  <a:gd name="T24" fmla="*/ 50 w 58"/>
                  <a:gd name="T25" fmla="*/ 4 h 37"/>
                  <a:gd name="T26" fmla="*/ 3 w 58"/>
                  <a:gd name="T27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8" h="37">
                    <a:moveTo>
                      <a:pt x="1" y="37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0" y="36"/>
                      <a:pt x="0" y="3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1"/>
                    </a:cubicBezTo>
                    <a:cubicBezTo>
                      <a:pt x="58" y="2"/>
                      <a:pt x="58" y="3"/>
                      <a:pt x="57" y="3"/>
                    </a:cubicBezTo>
                    <a:cubicBezTo>
                      <a:pt x="2" y="37"/>
                      <a:pt x="2" y="37"/>
                      <a:pt x="2" y="37"/>
                    </a:cubicBezTo>
                    <a:lnTo>
                      <a:pt x="1" y="37"/>
                    </a:lnTo>
                    <a:close/>
                    <a:moveTo>
                      <a:pt x="3" y="4"/>
                    </a:moveTo>
                    <a:cubicBezTo>
                      <a:pt x="3" y="32"/>
                      <a:pt x="3" y="32"/>
                      <a:pt x="3" y="32"/>
                    </a:cubicBezTo>
                    <a:cubicBezTo>
                      <a:pt x="50" y="4"/>
                      <a:pt x="50" y="4"/>
                      <a:pt x="50" y="4"/>
                    </a:cubicBezTo>
                    <a:lnTo>
                      <a:pt x="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3" name="Freeform 889"/>
              <p:cNvSpPr>
                <a:spLocks noEditPoints="1"/>
              </p:cNvSpPr>
              <p:nvPr userDrawn="1"/>
            </p:nvSpPr>
            <p:spPr bwMode="auto">
              <a:xfrm>
                <a:off x="3153" y="1392"/>
                <a:ext cx="78" cy="68"/>
              </a:xfrm>
              <a:custGeom>
                <a:avLst/>
                <a:gdLst>
                  <a:gd name="T0" fmla="*/ 2 w 63"/>
                  <a:gd name="T1" fmla="*/ 55 h 55"/>
                  <a:gd name="T2" fmla="*/ 1 w 63"/>
                  <a:gd name="T3" fmla="*/ 55 h 55"/>
                  <a:gd name="T4" fmla="*/ 0 w 63"/>
                  <a:gd name="T5" fmla="*/ 53 h 55"/>
                  <a:gd name="T6" fmla="*/ 28 w 63"/>
                  <a:gd name="T7" fmla="*/ 0 h 55"/>
                  <a:gd name="T8" fmla="*/ 29 w 63"/>
                  <a:gd name="T9" fmla="*/ 0 h 55"/>
                  <a:gd name="T10" fmla="*/ 61 w 63"/>
                  <a:gd name="T11" fmla="*/ 0 h 55"/>
                  <a:gd name="T12" fmla="*/ 62 w 63"/>
                  <a:gd name="T13" fmla="*/ 1 h 55"/>
                  <a:gd name="T14" fmla="*/ 62 w 63"/>
                  <a:gd name="T15" fmla="*/ 2 h 55"/>
                  <a:gd name="T16" fmla="*/ 3 w 63"/>
                  <a:gd name="T17" fmla="*/ 55 h 55"/>
                  <a:gd name="T18" fmla="*/ 2 w 63"/>
                  <a:gd name="T19" fmla="*/ 55 h 55"/>
                  <a:gd name="T20" fmla="*/ 30 w 63"/>
                  <a:gd name="T21" fmla="*/ 3 h 55"/>
                  <a:gd name="T22" fmla="*/ 7 w 63"/>
                  <a:gd name="T23" fmla="*/ 46 h 55"/>
                  <a:gd name="T24" fmla="*/ 56 w 63"/>
                  <a:gd name="T25" fmla="*/ 3 h 55"/>
                  <a:gd name="T26" fmla="*/ 30 w 63"/>
                  <a:gd name="T27" fmla="*/ 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" h="55">
                    <a:moveTo>
                      <a:pt x="2" y="55"/>
                    </a:moveTo>
                    <a:cubicBezTo>
                      <a:pt x="1" y="55"/>
                      <a:pt x="1" y="55"/>
                      <a:pt x="1" y="55"/>
                    </a:cubicBezTo>
                    <a:cubicBezTo>
                      <a:pt x="0" y="54"/>
                      <a:pt x="0" y="53"/>
                      <a:pt x="0" y="5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0"/>
                      <a:pt x="29" y="0"/>
                      <a:pt x="29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0"/>
                      <a:pt x="62" y="0"/>
                      <a:pt x="62" y="1"/>
                    </a:cubicBezTo>
                    <a:cubicBezTo>
                      <a:pt x="63" y="1"/>
                      <a:pt x="63" y="2"/>
                      <a:pt x="62" y="2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3" y="55"/>
                      <a:pt x="2" y="55"/>
                      <a:pt x="2" y="55"/>
                    </a:cubicBezTo>
                    <a:close/>
                    <a:moveTo>
                      <a:pt x="30" y="3"/>
                    </a:moveTo>
                    <a:cubicBezTo>
                      <a:pt x="7" y="46"/>
                      <a:pt x="7" y="46"/>
                      <a:pt x="7" y="46"/>
                    </a:cubicBezTo>
                    <a:cubicBezTo>
                      <a:pt x="56" y="3"/>
                      <a:pt x="56" y="3"/>
                      <a:pt x="56" y="3"/>
                    </a:cubicBez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4" name="Freeform 890"/>
              <p:cNvSpPr>
                <a:spLocks noEditPoints="1"/>
              </p:cNvSpPr>
              <p:nvPr userDrawn="1"/>
            </p:nvSpPr>
            <p:spPr bwMode="auto">
              <a:xfrm>
                <a:off x="3058" y="1432"/>
                <a:ext cx="66" cy="54"/>
              </a:xfrm>
              <a:custGeom>
                <a:avLst/>
                <a:gdLst>
                  <a:gd name="T0" fmla="*/ 2 w 53"/>
                  <a:gd name="T1" fmla="*/ 44 h 44"/>
                  <a:gd name="T2" fmla="*/ 1 w 53"/>
                  <a:gd name="T3" fmla="*/ 43 h 44"/>
                  <a:gd name="T4" fmla="*/ 1 w 53"/>
                  <a:gd name="T5" fmla="*/ 41 h 44"/>
                  <a:gd name="T6" fmla="*/ 50 w 53"/>
                  <a:gd name="T7" fmla="*/ 1 h 44"/>
                  <a:gd name="T8" fmla="*/ 52 w 53"/>
                  <a:gd name="T9" fmla="*/ 0 h 44"/>
                  <a:gd name="T10" fmla="*/ 53 w 53"/>
                  <a:gd name="T11" fmla="*/ 2 h 44"/>
                  <a:gd name="T12" fmla="*/ 53 w 53"/>
                  <a:gd name="T13" fmla="*/ 35 h 44"/>
                  <a:gd name="T14" fmla="*/ 51 w 53"/>
                  <a:gd name="T15" fmla="*/ 37 h 44"/>
                  <a:gd name="T16" fmla="*/ 2 w 53"/>
                  <a:gd name="T17" fmla="*/ 44 h 44"/>
                  <a:gd name="T18" fmla="*/ 50 w 53"/>
                  <a:gd name="T19" fmla="*/ 6 h 44"/>
                  <a:gd name="T20" fmla="*/ 8 w 53"/>
                  <a:gd name="T21" fmla="*/ 40 h 44"/>
                  <a:gd name="T22" fmla="*/ 50 w 53"/>
                  <a:gd name="T23" fmla="*/ 34 h 44"/>
                  <a:gd name="T24" fmla="*/ 50 w 53"/>
                  <a:gd name="T25" fmla="*/ 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3" h="44">
                    <a:moveTo>
                      <a:pt x="2" y="44"/>
                    </a:moveTo>
                    <a:cubicBezTo>
                      <a:pt x="2" y="44"/>
                      <a:pt x="1" y="44"/>
                      <a:pt x="1" y="43"/>
                    </a:cubicBezTo>
                    <a:cubicBezTo>
                      <a:pt x="0" y="43"/>
                      <a:pt x="0" y="42"/>
                      <a:pt x="1" y="41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1" y="0"/>
                      <a:pt x="51" y="0"/>
                      <a:pt x="52" y="0"/>
                    </a:cubicBezTo>
                    <a:cubicBezTo>
                      <a:pt x="52" y="1"/>
                      <a:pt x="53" y="1"/>
                      <a:pt x="53" y="2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6"/>
                      <a:pt x="52" y="37"/>
                      <a:pt x="51" y="37"/>
                    </a:cubicBezTo>
                    <a:cubicBezTo>
                      <a:pt x="2" y="44"/>
                      <a:pt x="2" y="44"/>
                      <a:pt x="2" y="44"/>
                    </a:cubicBezTo>
                    <a:close/>
                    <a:moveTo>
                      <a:pt x="50" y="6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50" y="34"/>
                      <a:pt x="50" y="34"/>
                      <a:pt x="50" y="34"/>
                    </a:cubicBezTo>
                    <a:lnTo>
                      <a:pt x="50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5" name="Freeform 891"/>
              <p:cNvSpPr>
                <a:spLocks noEditPoints="1"/>
              </p:cNvSpPr>
              <p:nvPr userDrawn="1"/>
            </p:nvSpPr>
            <p:spPr bwMode="auto">
              <a:xfrm>
                <a:off x="2913" y="1432"/>
                <a:ext cx="211" cy="54"/>
              </a:xfrm>
              <a:custGeom>
                <a:avLst/>
                <a:gdLst>
                  <a:gd name="T0" fmla="*/ 119 w 170"/>
                  <a:gd name="T1" fmla="*/ 44 h 44"/>
                  <a:gd name="T2" fmla="*/ 1 w 170"/>
                  <a:gd name="T3" fmla="*/ 44 h 44"/>
                  <a:gd name="T4" fmla="*/ 0 w 170"/>
                  <a:gd name="T5" fmla="*/ 43 h 44"/>
                  <a:gd name="T6" fmla="*/ 1 w 170"/>
                  <a:gd name="T7" fmla="*/ 41 h 44"/>
                  <a:gd name="T8" fmla="*/ 168 w 170"/>
                  <a:gd name="T9" fmla="*/ 0 h 44"/>
                  <a:gd name="T10" fmla="*/ 170 w 170"/>
                  <a:gd name="T11" fmla="*/ 1 h 44"/>
                  <a:gd name="T12" fmla="*/ 169 w 170"/>
                  <a:gd name="T13" fmla="*/ 3 h 44"/>
                  <a:gd name="T14" fmla="*/ 120 w 170"/>
                  <a:gd name="T15" fmla="*/ 44 h 44"/>
                  <a:gd name="T16" fmla="*/ 119 w 170"/>
                  <a:gd name="T17" fmla="*/ 44 h 44"/>
                  <a:gd name="T18" fmla="*/ 15 w 170"/>
                  <a:gd name="T19" fmla="*/ 41 h 44"/>
                  <a:gd name="T20" fmla="*/ 119 w 170"/>
                  <a:gd name="T21" fmla="*/ 41 h 44"/>
                  <a:gd name="T22" fmla="*/ 162 w 170"/>
                  <a:gd name="T23" fmla="*/ 5 h 44"/>
                  <a:gd name="T24" fmla="*/ 15 w 170"/>
                  <a:gd name="T25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44">
                    <a:moveTo>
                      <a:pt x="119" y="44"/>
                    </a:moveTo>
                    <a:cubicBezTo>
                      <a:pt x="1" y="44"/>
                      <a:pt x="1" y="44"/>
                      <a:pt x="1" y="44"/>
                    </a:cubicBezTo>
                    <a:cubicBezTo>
                      <a:pt x="0" y="44"/>
                      <a:pt x="0" y="44"/>
                      <a:pt x="0" y="43"/>
                    </a:cubicBezTo>
                    <a:cubicBezTo>
                      <a:pt x="0" y="42"/>
                      <a:pt x="0" y="41"/>
                      <a:pt x="1" y="41"/>
                    </a:cubicBezTo>
                    <a:cubicBezTo>
                      <a:pt x="168" y="0"/>
                      <a:pt x="168" y="0"/>
                      <a:pt x="168" y="0"/>
                    </a:cubicBezTo>
                    <a:cubicBezTo>
                      <a:pt x="169" y="0"/>
                      <a:pt x="169" y="0"/>
                      <a:pt x="170" y="1"/>
                    </a:cubicBezTo>
                    <a:cubicBezTo>
                      <a:pt x="170" y="2"/>
                      <a:pt x="170" y="3"/>
                      <a:pt x="169" y="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4"/>
                      <a:pt x="120" y="44"/>
                      <a:pt x="119" y="44"/>
                    </a:cubicBezTo>
                    <a:close/>
                    <a:moveTo>
                      <a:pt x="15" y="41"/>
                    </a:moveTo>
                    <a:cubicBezTo>
                      <a:pt x="119" y="41"/>
                      <a:pt x="119" y="41"/>
                      <a:pt x="119" y="41"/>
                    </a:cubicBezTo>
                    <a:cubicBezTo>
                      <a:pt x="162" y="5"/>
                      <a:pt x="162" y="5"/>
                      <a:pt x="162" y="5"/>
                    </a:cubicBezTo>
                    <a:lnTo>
                      <a:pt x="15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6" name="Freeform 892"/>
              <p:cNvSpPr>
                <a:spLocks noEditPoints="1"/>
              </p:cNvSpPr>
              <p:nvPr userDrawn="1"/>
            </p:nvSpPr>
            <p:spPr bwMode="auto">
              <a:xfrm>
                <a:off x="2833" y="1447"/>
                <a:ext cx="171" cy="39"/>
              </a:xfrm>
              <a:custGeom>
                <a:avLst/>
                <a:gdLst>
                  <a:gd name="T0" fmla="*/ 136 w 138"/>
                  <a:gd name="T1" fmla="*/ 32 h 32"/>
                  <a:gd name="T2" fmla="*/ 1 w 138"/>
                  <a:gd name="T3" fmla="*/ 32 h 32"/>
                  <a:gd name="T4" fmla="*/ 0 w 138"/>
                  <a:gd name="T5" fmla="*/ 31 h 32"/>
                  <a:gd name="T6" fmla="*/ 1 w 138"/>
                  <a:gd name="T7" fmla="*/ 29 h 32"/>
                  <a:gd name="T8" fmla="*/ 87 w 138"/>
                  <a:gd name="T9" fmla="*/ 0 h 32"/>
                  <a:gd name="T10" fmla="*/ 89 w 138"/>
                  <a:gd name="T11" fmla="*/ 0 h 32"/>
                  <a:gd name="T12" fmla="*/ 137 w 138"/>
                  <a:gd name="T13" fmla="*/ 29 h 32"/>
                  <a:gd name="T14" fmla="*/ 138 w 138"/>
                  <a:gd name="T15" fmla="*/ 31 h 32"/>
                  <a:gd name="T16" fmla="*/ 136 w 138"/>
                  <a:gd name="T17" fmla="*/ 32 h 32"/>
                  <a:gd name="T18" fmla="*/ 12 w 138"/>
                  <a:gd name="T19" fmla="*/ 29 h 32"/>
                  <a:gd name="T20" fmla="*/ 130 w 138"/>
                  <a:gd name="T21" fmla="*/ 29 h 32"/>
                  <a:gd name="T22" fmla="*/ 87 w 138"/>
                  <a:gd name="T23" fmla="*/ 4 h 32"/>
                  <a:gd name="T24" fmla="*/ 12 w 138"/>
                  <a:gd name="T25" fmla="*/ 2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8" h="32">
                    <a:moveTo>
                      <a:pt x="136" y="32"/>
                    </a:moveTo>
                    <a:cubicBezTo>
                      <a:pt x="1" y="32"/>
                      <a:pt x="1" y="32"/>
                      <a:pt x="1" y="32"/>
                    </a:cubicBezTo>
                    <a:cubicBezTo>
                      <a:pt x="0" y="32"/>
                      <a:pt x="0" y="32"/>
                      <a:pt x="0" y="31"/>
                    </a:cubicBezTo>
                    <a:cubicBezTo>
                      <a:pt x="0" y="30"/>
                      <a:pt x="0" y="29"/>
                      <a:pt x="1" y="29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8" y="0"/>
                      <a:pt x="88" y="0"/>
                      <a:pt x="89" y="0"/>
                    </a:cubicBezTo>
                    <a:cubicBezTo>
                      <a:pt x="137" y="29"/>
                      <a:pt x="137" y="29"/>
                      <a:pt x="137" y="29"/>
                    </a:cubicBezTo>
                    <a:cubicBezTo>
                      <a:pt x="137" y="30"/>
                      <a:pt x="138" y="30"/>
                      <a:pt x="138" y="31"/>
                    </a:cubicBezTo>
                    <a:cubicBezTo>
                      <a:pt x="137" y="32"/>
                      <a:pt x="137" y="32"/>
                      <a:pt x="136" y="32"/>
                    </a:cubicBezTo>
                    <a:close/>
                    <a:moveTo>
                      <a:pt x="12" y="29"/>
                    </a:moveTo>
                    <a:cubicBezTo>
                      <a:pt x="130" y="29"/>
                      <a:pt x="130" y="29"/>
                      <a:pt x="130" y="29"/>
                    </a:cubicBezTo>
                    <a:cubicBezTo>
                      <a:pt x="87" y="4"/>
                      <a:pt x="87" y="4"/>
                      <a:pt x="87" y="4"/>
                    </a:cubicBezTo>
                    <a:lnTo>
                      <a:pt x="12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7" name="Freeform 893"/>
              <p:cNvSpPr>
                <a:spLocks noEditPoints="1"/>
              </p:cNvSpPr>
              <p:nvPr userDrawn="1"/>
            </p:nvSpPr>
            <p:spPr bwMode="auto">
              <a:xfrm>
                <a:off x="2688" y="1453"/>
                <a:ext cx="149" cy="33"/>
              </a:xfrm>
              <a:custGeom>
                <a:avLst/>
                <a:gdLst>
                  <a:gd name="T0" fmla="*/ 118 w 120"/>
                  <a:gd name="T1" fmla="*/ 27 h 27"/>
                  <a:gd name="T2" fmla="*/ 2 w 120"/>
                  <a:gd name="T3" fmla="*/ 27 h 27"/>
                  <a:gd name="T4" fmla="*/ 0 w 120"/>
                  <a:gd name="T5" fmla="*/ 26 h 27"/>
                  <a:gd name="T6" fmla="*/ 1 w 120"/>
                  <a:gd name="T7" fmla="*/ 24 h 27"/>
                  <a:gd name="T8" fmla="*/ 39 w 120"/>
                  <a:gd name="T9" fmla="*/ 0 h 27"/>
                  <a:gd name="T10" fmla="*/ 40 w 120"/>
                  <a:gd name="T11" fmla="*/ 0 h 27"/>
                  <a:gd name="T12" fmla="*/ 119 w 120"/>
                  <a:gd name="T13" fmla="*/ 24 h 27"/>
                  <a:gd name="T14" fmla="*/ 120 w 120"/>
                  <a:gd name="T15" fmla="*/ 26 h 27"/>
                  <a:gd name="T16" fmla="*/ 118 w 120"/>
                  <a:gd name="T17" fmla="*/ 27 h 27"/>
                  <a:gd name="T18" fmla="*/ 7 w 120"/>
                  <a:gd name="T19" fmla="*/ 24 h 27"/>
                  <a:gd name="T20" fmla="*/ 107 w 120"/>
                  <a:gd name="T21" fmla="*/ 24 h 27"/>
                  <a:gd name="T22" fmla="*/ 40 w 120"/>
                  <a:gd name="T23" fmla="*/ 3 h 27"/>
                  <a:gd name="T24" fmla="*/ 7 w 120"/>
                  <a:gd name="T25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0" h="27">
                    <a:moveTo>
                      <a:pt x="118" y="27"/>
                    </a:moveTo>
                    <a:cubicBezTo>
                      <a:pt x="2" y="27"/>
                      <a:pt x="2" y="27"/>
                      <a:pt x="2" y="27"/>
                    </a:cubicBezTo>
                    <a:cubicBezTo>
                      <a:pt x="1" y="27"/>
                      <a:pt x="0" y="27"/>
                      <a:pt x="0" y="26"/>
                    </a:cubicBezTo>
                    <a:cubicBezTo>
                      <a:pt x="0" y="26"/>
                      <a:pt x="0" y="25"/>
                      <a:pt x="1" y="24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40" y="0"/>
                    </a:cubicBezTo>
                    <a:cubicBezTo>
                      <a:pt x="119" y="24"/>
                      <a:pt x="119" y="24"/>
                      <a:pt x="119" y="24"/>
                    </a:cubicBezTo>
                    <a:cubicBezTo>
                      <a:pt x="120" y="24"/>
                      <a:pt x="120" y="25"/>
                      <a:pt x="120" y="26"/>
                    </a:cubicBezTo>
                    <a:cubicBezTo>
                      <a:pt x="120" y="27"/>
                      <a:pt x="119" y="27"/>
                      <a:pt x="118" y="27"/>
                    </a:cubicBezTo>
                    <a:close/>
                    <a:moveTo>
                      <a:pt x="7" y="24"/>
                    </a:moveTo>
                    <a:cubicBezTo>
                      <a:pt x="107" y="24"/>
                      <a:pt x="107" y="24"/>
                      <a:pt x="107" y="24"/>
                    </a:cubicBezTo>
                    <a:cubicBezTo>
                      <a:pt x="40" y="3"/>
                      <a:pt x="40" y="3"/>
                      <a:pt x="40" y="3"/>
                    </a:cubicBez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8" name="Freeform 894"/>
              <p:cNvSpPr>
                <a:spLocks noEditPoints="1"/>
              </p:cNvSpPr>
              <p:nvPr userDrawn="1"/>
            </p:nvSpPr>
            <p:spPr bwMode="auto">
              <a:xfrm>
                <a:off x="1889" y="461"/>
                <a:ext cx="66" cy="98"/>
              </a:xfrm>
              <a:custGeom>
                <a:avLst/>
                <a:gdLst>
                  <a:gd name="T0" fmla="*/ 33 w 54"/>
                  <a:gd name="T1" fmla="*/ 79 h 79"/>
                  <a:gd name="T2" fmla="*/ 33 w 54"/>
                  <a:gd name="T3" fmla="*/ 78 h 79"/>
                  <a:gd name="T4" fmla="*/ 31 w 54"/>
                  <a:gd name="T5" fmla="*/ 76 h 79"/>
                  <a:gd name="T6" fmla="*/ 1 w 54"/>
                  <a:gd name="T7" fmla="*/ 2 h 79"/>
                  <a:gd name="T8" fmla="*/ 1 w 54"/>
                  <a:gd name="T9" fmla="*/ 0 h 79"/>
                  <a:gd name="T10" fmla="*/ 3 w 54"/>
                  <a:gd name="T11" fmla="*/ 1 h 79"/>
                  <a:gd name="T12" fmla="*/ 53 w 54"/>
                  <a:gd name="T13" fmla="*/ 47 h 79"/>
                  <a:gd name="T14" fmla="*/ 54 w 54"/>
                  <a:gd name="T15" fmla="*/ 49 h 79"/>
                  <a:gd name="T16" fmla="*/ 33 w 54"/>
                  <a:gd name="T17" fmla="*/ 79 h 79"/>
                  <a:gd name="T18" fmla="*/ 7 w 54"/>
                  <a:gd name="T19" fmla="*/ 9 h 79"/>
                  <a:gd name="T20" fmla="*/ 34 w 54"/>
                  <a:gd name="T21" fmla="*/ 74 h 79"/>
                  <a:gd name="T22" fmla="*/ 50 w 54"/>
                  <a:gd name="T23" fmla="*/ 49 h 79"/>
                  <a:gd name="T24" fmla="*/ 7 w 54"/>
                  <a:gd name="T25" fmla="*/ 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" h="79">
                    <a:moveTo>
                      <a:pt x="33" y="79"/>
                    </a:moveTo>
                    <a:cubicBezTo>
                      <a:pt x="33" y="78"/>
                      <a:pt x="33" y="78"/>
                      <a:pt x="33" y="78"/>
                    </a:cubicBezTo>
                    <a:cubicBezTo>
                      <a:pt x="32" y="78"/>
                      <a:pt x="31" y="78"/>
                      <a:pt x="31" y="76"/>
                    </a:cubicBezTo>
                    <a:cubicBezTo>
                      <a:pt x="31" y="73"/>
                      <a:pt x="12" y="29"/>
                      <a:pt x="1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53" y="47"/>
                      <a:pt x="53" y="47"/>
                      <a:pt x="53" y="47"/>
                    </a:cubicBezTo>
                    <a:cubicBezTo>
                      <a:pt x="54" y="48"/>
                      <a:pt x="54" y="49"/>
                      <a:pt x="54" y="49"/>
                    </a:cubicBezTo>
                    <a:cubicBezTo>
                      <a:pt x="38" y="76"/>
                      <a:pt x="35" y="79"/>
                      <a:pt x="33" y="79"/>
                    </a:cubicBezTo>
                    <a:close/>
                    <a:moveTo>
                      <a:pt x="7" y="9"/>
                    </a:moveTo>
                    <a:cubicBezTo>
                      <a:pt x="15" y="26"/>
                      <a:pt x="31" y="63"/>
                      <a:pt x="34" y="74"/>
                    </a:cubicBezTo>
                    <a:cubicBezTo>
                      <a:pt x="37" y="70"/>
                      <a:pt x="44" y="59"/>
                      <a:pt x="50" y="49"/>
                    </a:cubicBez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9" name="Freeform 895"/>
              <p:cNvSpPr>
                <a:spLocks noEditPoints="1"/>
              </p:cNvSpPr>
              <p:nvPr userDrawn="1"/>
            </p:nvSpPr>
            <p:spPr bwMode="auto">
              <a:xfrm>
                <a:off x="1801" y="407"/>
                <a:ext cx="93" cy="58"/>
              </a:xfrm>
              <a:custGeom>
                <a:avLst/>
                <a:gdLst>
                  <a:gd name="T0" fmla="*/ 73 w 75"/>
                  <a:gd name="T1" fmla="*/ 47 h 47"/>
                  <a:gd name="T2" fmla="*/ 73 w 75"/>
                  <a:gd name="T3" fmla="*/ 47 h 47"/>
                  <a:gd name="T4" fmla="*/ 20 w 75"/>
                  <a:gd name="T5" fmla="*/ 42 h 47"/>
                  <a:gd name="T6" fmla="*/ 18 w 75"/>
                  <a:gd name="T7" fmla="*/ 42 h 47"/>
                  <a:gd name="T8" fmla="*/ 0 w 75"/>
                  <a:gd name="T9" fmla="*/ 2 h 47"/>
                  <a:gd name="T10" fmla="*/ 0 w 75"/>
                  <a:gd name="T11" fmla="*/ 0 h 47"/>
                  <a:gd name="T12" fmla="*/ 2 w 75"/>
                  <a:gd name="T13" fmla="*/ 0 h 47"/>
                  <a:gd name="T14" fmla="*/ 74 w 75"/>
                  <a:gd name="T15" fmla="*/ 44 h 47"/>
                  <a:gd name="T16" fmla="*/ 75 w 75"/>
                  <a:gd name="T17" fmla="*/ 46 h 47"/>
                  <a:gd name="T18" fmla="*/ 73 w 75"/>
                  <a:gd name="T19" fmla="*/ 47 h 47"/>
                  <a:gd name="T20" fmla="*/ 21 w 75"/>
                  <a:gd name="T21" fmla="*/ 39 h 47"/>
                  <a:gd name="T22" fmla="*/ 66 w 75"/>
                  <a:gd name="T23" fmla="*/ 43 h 47"/>
                  <a:gd name="T24" fmla="*/ 5 w 75"/>
                  <a:gd name="T25" fmla="*/ 6 h 47"/>
                  <a:gd name="T26" fmla="*/ 21 w 75"/>
                  <a:gd name="T27" fmla="*/ 39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47">
                    <a:moveTo>
                      <a:pt x="73" y="47"/>
                    </a:moveTo>
                    <a:cubicBezTo>
                      <a:pt x="73" y="47"/>
                      <a:pt x="73" y="47"/>
                      <a:pt x="73" y="47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2"/>
                      <a:pt x="19" y="42"/>
                      <a:pt x="18" y="4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5" y="45"/>
                      <a:pt x="75" y="46"/>
                      <a:pt x="75" y="46"/>
                    </a:cubicBezTo>
                    <a:cubicBezTo>
                      <a:pt x="74" y="47"/>
                      <a:pt x="74" y="47"/>
                      <a:pt x="73" y="47"/>
                    </a:cubicBezTo>
                    <a:close/>
                    <a:moveTo>
                      <a:pt x="21" y="39"/>
                    </a:moveTo>
                    <a:cubicBezTo>
                      <a:pt x="66" y="43"/>
                      <a:pt x="66" y="43"/>
                      <a:pt x="66" y="43"/>
                    </a:cubicBezTo>
                    <a:cubicBezTo>
                      <a:pt x="5" y="6"/>
                      <a:pt x="5" y="6"/>
                      <a:pt x="5" y="6"/>
                    </a:cubicBezTo>
                    <a:lnTo>
                      <a:pt x="21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0" name="Freeform 896"/>
              <p:cNvSpPr>
                <a:spLocks noEditPoints="1"/>
              </p:cNvSpPr>
              <p:nvPr userDrawn="1"/>
            </p:nvSpPr>
            <p:spPr bwMode="auto">
              <a:xfrm>
                <a:off x="1707" y="373"/>
                <a:ext cx="121" cy="86"/>
              </a:xfrm>
              <a:custGeom>
                <a:avLst/>
                <a:gdLst>
                  <a:gd name="T0" fmla="*/ 96 w 98"/>
                  <a:gd name="T1" fmla="*/ 69 h 69"/>
                  <a:gd name="T2" fmla="*/ 95 w 98"/>
                  <a:gd name="T3" fmla="*/ 69 h 69"/>
                  <a:gd name="T4" fmla="*/ 1 w 98"/>
                  <a:gd name="T5" fmla="*/ 3 h 69"/>
                  <a:gd name="T6" fmla="*/ 0 w 98"/>
                  <a:gd name="T7" fmla="*/ 1 h 69"/>
                  <a:gd name="T8" fmla="*/ 2 w 98"/>
                  <a:gd name="T9" fmla="*/ 0 h 69"/>
                  <a:gd name="T10" fmla="*/ 78 w 98"/>
                  <a:gd name="T11" fmla="*/ 27 h 69"/>
                  <a:gd name="T12" fmla="*/ 79 w 98"/>
                  <a:gd name="T13" fmla="*/ 28 h 69"/>
                  <a:gd name="T14" fmla="*/ 97 w 98"/>
                  <a:gd name="T15" fmla="*/ 67 h 69"/>
                  <a:gd name="T16" fmla="*/ 97 w 98"/>
                  <a:gd name="T17" fmla="*/ 69 h 69"/>
                  <a:gd name="T18" fmla="*/ 96 w 98"/>
                  <a:gd name="T19" fmla="*/ 69 h 69"/>
                  <a:gd name="T20" fmla="*/ 13 w 98"/>
                  <a:gd name="T21" fmla="*/ 7 h 69"/>
                  <a:gd name="T22" fmla="*/ 92 w 98"/>
                  <a:gd name="T23" fmla="*/ 63 h 69"/>
                  <a:gd name="T24" fmla="*/ 76 w 98"/>
                  <a:gd name="T25" fmla="*/ 30 h 69"/>
                  <a:gd name="T26" fmla="*/ 13 w 98"/>
                  <a:gd name="T27" fmla="*/ 7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69">
                    <a:moveTo>
                      <a:pt x="96" y="69"/>
                    </a:moveTo>
                    <a:cubicBezTo>
                      <a:pt x="95" y="69"/>
                      <a:pt x="95" y="69"/>
                      <a:pt x="95" y="6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78" y="27"/>
                      <a:pt x="78" y="27"/>
                      <a:pt x="78" y="27"/>
                    </a:cubicBezTo>
                    <a:cubicBezTo>
                      <a:pt x="78" y="27"/>
                      <a:pt x="79" y="27"/>
                      <a:pt x="79" y="28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98" y="68"/>
                      <a:pt x="98" y="69"/>
                      <a:pt x="97" y="69"/>
                    </a:cubicBezTo>
                    <a:cubicBezTo>
                      <a:pt x="97" y="69"/>
                      <a:pt x="96" y="69"/>
                      <a:pt x="96" y="69"/>
                    </a:cubicBezTo>
                    <a:close/>
                    <a:moveTo>
                      <a:pt x="13" y="7"/>
                    </a:moveTo>
                    <a:cubicBezTo>
                      <a:pt x="92" y="63"/>
                      <a:pt x="92" y="63"/>
                      <a:pt x="92" y="63"/>
                    </a:cubicBezTo>
                    <a:cubicBezTo>
                      <a:pt x="76" y="30"/>
                      <a:pt x="76" y="30"/>
                      <a:pt x="76" y="30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1" name="Freeform 897"/>
              <p:cNvSpPr>
                <a:spLocks noEditPoints="1"/>
              </p:cNvSpPr>
              <p:nvPr userDrawn="1"/>
            </p:nvSpPr>
            <p:spPr bwMode="auto">
              <a:xfrm>
                <a:off x="1606" y="359"/>
                <a:ext cx="104" cy="47"/>
              </a:xfrm>
              <a:custGeom>
                <a:avLst/>
                <a:gdLst>
                  <a:gd name="T0" fmla="*/ 30 w 84"/>
                  <a:gd name="T1" fmla="*/ 38 h 38"/>
                  <a:gd name="T2" fmla="*/ 29 w 84"/>
                  <a:gd name="T3" fmla="*/ 37 h 38"/>
                  <a:gd name="T4" fmla="*/ 1 w 84"/>
                  <a:gd name="T5" fmla="*/ 3 h 38"/>
                  <a:gd name="T6" fmla="*/ 0 w 84"/>
                  <a:gd name="T7" fmla="*/ 1 h 38"/>
                  <a:gd name="T8" fmla="*/ 2 w 84"/>
                  <a:gd name="T9" fmla="*/ 0 h 38"/>
                  <a:gd name="T10" fmla="*/ 83 w 84"/>
                  <a:gd name="T11" fmla="*/ 12 h 38"/>
                  <a:gd name="T12" fmla="*/ 84 w 84"/>
                  <a:gd name="T13" fmla="*/ 14 h 38"/>
                  <a:gd name="T14" fmla="*/ 83 w 84"/>
                  <a:gd name="T15" fmla="*/ 15 h 38"/>
                  <a:gd name="T16" fmla="*/ 31 w 84"/>
                  <a:gd name="T17" fmla="*/ 37 h 38"/>
                  <a:gd name="T18" fmla="*/ 30 w 84"/>
                  <a:gd name="T19" fmla="*/ 38 h 38"/>
                  <a:gd name="T20" fmla="*/ 6 w 84"/>
                  <a:gd name="T21" fmla="*/ 4 h 38"/>
                  <a:gd name="T22" fmla="*/ 30 w 84"/>
                  <a:gd name="T23" fmla="*/ 34 h 38"/>
                  <a:gd name="T24" fmla="*/ 76 w 84"/>
                  <a:gd name="T25" fmla="*/ 15 h 38"/>
                  <a:gd name="T26" fmla="*/ 6 w 84"/>
                  <a:gd name="T27" fmla="*/ 4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38">
                    <a:moveTo>
                      <a:pt x="30" y="38"/>
                    </a:moveTo>
                    <a:cubicBezTo>
                      <a:pt x="29" y="38"/>
                      <a:pt x="29" y="37"/>
                      <a:pt x="29" y="3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4" y="12"/>
                      <a:pt x="84" y="13"/>
                      <a:pt x="84" y="14"/>
                    </a:cubicBezTo>
                    <a:cubicBezTo>
                      <a:pt x="84" y="14"/>
                      <a:pt x="84" y="15"/>
                      <a:pt x="83" y="15"/>
                    </a:cubicBezTo>
                    <a:cubicBezTo>
                      <a:pt x="31" y="37"/>
                      <a:pt x="31" y="37"/>
                      <a:pt x="31" y="37"/>
                    </a:cubicBezTo>
                    <a:lnTo>
                      <a:pt x="30" y="38"/>
                    </a:lnTo>
                    <a:close/>
                    <a:moveTo>
                      <a:pt x="6" y="4"/>
                    </a:moveTo>
                    <a:cubicBezTo>
                      <a:pt x="30" y="34"/>
                      <a:pt x="30" y="34"/>
                      <a:pt x="30" y="34"/>
                    </a:cubicBezTo>
                    <a:cubicBezTo>
                      <a:pt x="76" y="15"/>
                      <a:pt x="76" y="15"/>
                      <a:pt x="76" y="15"/>
                    </a:cubicBezTo>
                    <a:lnTo>
                      <a:pt x="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2" name="Freeform 898"/>
              <p:cNvSpPr>
                <a:spLocks noEditPoints="1"/>
              </p:cNvSpPr>
              <p:nvPr userDrawn="1"/>
            </p:nvSpPr>
            <p:spPr bwMode="auto">
              <a:xfrm>
                <a:off x="1509" y="359"/>
                <a:ext cx="102" cy="36"/>
              </a:xfrm>
              <a:custGeom>
                <a:avLst/>
                <a:gdLst>
                  <a:gd name="T0" fmla="*/ 25 w 83"/>
                  <a:gd name="T1" fmla="*/ 29 h 29"/>
                  <a:gd name="T2" fmla="*/ 24 w 83"/>
                  <a:gd name="T3" fmla="*/ 28 h 29"/>
                  <a:gd name="T4" fmla="*/ 1 w 83"/>
                  <a:gd name="T5" fmla="*/ 13 h 29"/>
                  <a:gd name="T6" fmla="*/ 0 w 83"/>
                  <a:gd name="T7" fmla="*/ 11 h 29"/>
                  <a:gd name="T8" fmla="*/ 1 w 83"/>
                  <a:gd name="T9" fmla="*/ 10 h 29"/>
                  <a:gd name="T10" fmla="*/ 81 w 83"/>
                  <a:gd name="T11" fmla="*/ 0 h 29"/>
                  <a:gd name="T12" fmla="*/ 83 w 83"/>
                  <a:gd name="T13" fmla="*/ 1 h 29"/>
                  <a:gd name="T14" fmla="*/ 82 w 83"/>
                  <a:gd name="T15" fmla="*/ 3 h 29"/>
                  <a:gd name="T16" fmla="*/ 25 w 83"/>
                  <a:gd name="T17" fmla="*/ 29 h 29"/>
                  <a:gd name="T18" fmla="*/ 6 w 83"/>
                  <a:gd name="T19" fmla="*/ 12 h 29"/>
                  <a:gd name="T20" fmla="*/ 25 w 83"/>
                  <a:gd name="T21" fmla="*/ 25 h 29"/>
                  <a:gd name="T22" fmla="*/ 70 w 83"/>
                  <a:gd name="T23" fmla="*/ 5 h 29"/>
                  <a:gd name="T24" fmla="*/ 6 w 83"/>
                  <a:gd name="T25" fmla="*/ 1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3" h="29">
                    <a:moveTo>
                      <a:pt x="25" y="29"/>
                    </a:moveTo>
                    <a:cubicBezTo>
                      <a:pt x="24" y="28"/>
                      <a:pt x="24" y="28"/>
                      <a:pt x="24" y="28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2"/>
                      <a:pt x="0" y="11"/>
                    </a:cubicBezTo>
                    <a:cubicBezTo>
                      <a:pt x="0" y="10"/>
                      <a:pt x="1" y="10"/>
                      <a:pt x="1" y="1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82" y="0"/>
                      <a:pt x="83" y="1"/>
                    </a:cubicBezTo>
                    <a:cubicBezTo>
                      <a:pt x="83" y="2"/>
                      <a:pt x="82" y="3"/>
                      <a:pt x="82" y="3"/>
                    </a:cubicBezTo>
                    <a:cubicBezTo>
                      <a:pt x="25" y="29"/>
                      <a:pt x="25" y="29"/>
                      <a:pt x="25" y="29"/>
                    </a:cubicBezTo>
                    <a:close/>
                    <a:moveTo>
                      <a:pt x="6" y="12"/>
                    </a:moveTo>
                    <a:cubicBezTo>
                      <a:pt x="25" y="25"/>
                      <a:pt x="25" y="25"/>
                      <a:pt x="25" y="25"/>
                    </a:cubicBezTo>
                    <a:cubicBezTo>
                      <a:pt x="70" y="5"/>
                      <a:pt x="70" y="5"/>
                      <a:pt x="70" y="5"/>
                    </a:cubicBez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3" name="Freeform 899"/>
              <p:cNvSpPr>
                <a:spLocks noEditPoints="1"/>
              </p:cNvSpPr>
              <p:nvPr userDrawn="1"/>
            </p:nvSpPr>
            <p:spPr bwMode="auto">
              <a:xfrm>
                <a:off x="2835" y="449"/>
                <a:ext cx="26" cy="82"/>
              </a:xfrm>
              <a:custGeom>
                <a:avLst/>
                <a:gdLst>
                  <a:gd name="T0" fmla="*/ 19 w 21"/>
                  <a:gd name="T1" fmla="*/ 66 h 66"/>
                  <a:gd name="T2" fmla="*/ 17 w 21"/>
                  <a:gd name="T3" fmla="*/ 65 h 66"/>
                  <a:gd name="T4" fmla="*/ 0 w 21"/>
                  <a:gd name="T5" fmla="*/ 25 h 66"/>
                  <a:gd name="T6" fmla="*/ 0 w 21"/>
                  <a:gd name="T7" fmla="*/ 24 h 66"/>
                  <a:gd name="T8" fmla="*/ 18 w 21"/>
                  <a:gd name="T9" fmla="*/ 1 h 66"/>
                  <a:gd name="T10" fmla="*/ 20 w 21"/>
                  <a:gd name="T11" fmla="*/ 1 h 66"/>
                  <a:gd name="T12" fmla="*/ 21 w 21"/>
                  <a:gd name="T13" fmla="*/ 2 h 66"/>
                  <a:gd name="T14" fmla="*/ 21 w 21"/>
                  <a:gd name="T15" fmla="*/ 64 h 66"/>
                  <a:gd name="T16" fmla="*/ 19 w 21"/>
                  <a:gd name="T17" fmla="*/ 66 h 66"/>
                  <a:gd name="T18" fmla="*/ 4 w 21"/>
                  <a:gd name="T19" fmla="*/ 25 h 66"/>
                  <a:gd name="T20" fmla="*/ 17 w 21"/>
                  <a:gd name="T21" fmla="*/ 56 h 66"/>
                  <a:gd name="T22" fmla="*/ 17 w 21"/>
                  <a:gd name="T23" fmla="*/ 7 h 66"/>
                  <a:gd name="T24" fmla="*/ 4 w 21"/>
                  <a:gd name="T25" fmla="*/ 2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66">
                    <a:moveTo>
                      <a:pt x="19" y="66"/>
                    </a:moveTo>
                    <a:cubicBezTo>
                      <a:pt x="18" y="66"/>
                      <a:pt x="18" y="65"/>
                      <a:pt x="17" y="6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4"/>
                      <a:pt x="0" y="24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8" y="1"/>
                      <a:pt x="19" y="0"/>
                      <a:pt x="20" y="1"/>
                    </a:cubicBezTo>
                    <a:cubicBezTo>
                      <a:pt x="20" y="1"/>
                      <a:pt x="21" y="1"/>
                      <a:pt x="21" y="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21" y="65"/>
                      <a:pt x="20" y="65"/>
                      <a:pt x="19" y="66"/>
                    </a:cubicBezTo>
                    <a:close/>
                    <a:moveTo>
                      <a:pt x="4" y="25"/>
                    </a:moveTo>
                    <a:cubicBezTo>
                      <a:pt x="17" y="56"/>
                      <a:pt x="17" y="56"/>
                      <a:pt x="17" y="56"/>
                    </a:cubicBezTo>
                    <a:cubicBezTo>
                      <a:pt x="17" y="7"/>
                      <a:pt x="17" y="7"/>
                      <a:pt x="17" y="7"/>
                    </a:cubicBezTo>
                    <a:lnTo>
                      <a:pt x="4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4" name="Freeform 900"/>
              <p:cNvSpPr>
                <a:spLocks noEditPoints="1"/>
              </p:cNvSpPr>
              <p:nvPr userDrawn="1"/>
            </p:nvSpPr>
            <p:spPr bwMode="auto">
              <a:xfrm>
                <a:off x="2803" y="526"/>
                <a:ext cx="108" cy="32"/>
              </a:xfrm>
              <a:custGeom>
                <a:avLst/>
                <a:gdLst>
                  <a:gd name="T0" fmla="*/ 85 w 87"/>
                  <a:gd name="T1" fmla="*/ 26 h 26"/>
                  <a:gd name="T2" fmla="*/ 2 w 87"/>
                  <a:gd name="T3" fmla="*/ 26 h 26"/>
                  <a:gd name="T4" fmla="*/ 0 w 87"/>
                  <a:gd name="T5" fmla="*/ 25 h 26"/>
                  <a:gd name="T6" fmla="*/ 1 w 87"/>
                  <a:gd name="T7" fmla="*/ 23 h 26"/>
                  <a:gd name="T8" fmla="*/ 44 w 87"/>
                  <a:gd name="T9" fmla="*/ 1 h 26"/>
                  <a:gd name="T10" fmla="*/ 46 w 87"/>
                  <a:gd name="T11" fmla="*/ 1 h 26"/>
                  <a:gd name="T12" fmla="*/ 86 w 87"/>
                  <a:gd name="T13" fmla="*/ 23 h 26"/>
                  <a:gd name="T14" fmla="*/ 87 w 87"/>
                  <a:gd name="T15" fmla="*/ 25 h 26"/>
                  <a:gd name="T16" fmla="*/ 85 w 87"/>
                  <a:gd name="T17" fmla="*/ 26 h 26"/>
                  <a:gd name="T18" fmla="*/ 9 w 87"/>
                  <a:gd name="T19" fmla="*/ 23 h 26"/>
                  <a:gd name="T20" fmla="*/ 79 w 87"/>
                  <a:gd name="T21" fmla="*/ 23 h 26"/>
                  <a:gd name="T22" fmla="*/ 45 w 87"/>
                  <a:gd name="T23" fmla="*/ 4 h 26"/>
                  <a:gd name="T24" fmla="*/ 9 w 87"/>
                  <a:gd name="T25" fmla="*/ 2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7" h="26">
                    <a:moveTo>
                      <a:pt x="85" y="26"/>
                    </a:moveTo>
                    <a:cubicBezTo>
                      <a:pt x="2" y="26"/>
                      <a:pt x="2" y="26"/>
                      <a:pt x="2" y="26"/>
                    </a:cubicBezTo>
                    <a:cubicBezTo>
                      <a:pt x="1" y="26"/>
                      <a:pt x="0" y="26"/>
                      <a:pt x="0" y="25"/>
                    </a:cubicBezTo>
                    <a:cubicBezTo>
                      <a:pt x="0" y="24"/>
                      <a:pt x="0" y="23"/>
                      <a:pt x="1" y="23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5" y="0"/>
                      <a:pt x="45" y="0"/>
                      <a:pt x="46" y="1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87" y="23"/>
                      <a:pt x="87" y="24"/>
                      <a:pt x="87" y="25"/>
                    </a:cubicBezTo>
                    <a:cubicBezTo>
                      <a:pt x="87" y="26"/>
                      <a:pt x="86" y="26"/>
                      <a:pt x="85" y="26"/>
                    </a:cubicBezTo>
                    <a:close/>
                    <a:moveTo>
                      <a:pt x="9" y="23"/>
                    </a:moveTo>
                    <a:cubicBezTo>
                      <a:pt x="79" y="23"/>
                      <a:pt x="79" y="23"/>
                      <a:pt x="79" y="23"/>
                    </a:cubicBezTo>
                    <a:cubicBezTo>
                      <a:pt x="45" y="4"/>
                      <a:pt x="45" y="4"/>
                      <a:pt x="45" y="4"/>
                    </a:cubicBezTo>
                    <a:lnTo>
                      <a:pt x="9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5" name="Freeform 901"/>
              <p:cNvSpPr>
                <a:spLocks noEditPoints="1"/>
              </p:cNvSpPr>
              <p:nvPr userDrawn="1"/>
            </p:nvSpPr>
            <p:spPr bwMode="auto">
              <a:xfrm>
                <a:off x="2863" y="554"/>
                <a:ext cx="48" cy="104"/>
              </a:xfrm>
              <a:custGeom>
                <a:avLst/>
                <a:gdLst>
                  <a:gd name="T0" fmla="*/ 18 w 39"/>
                  <a:gd name="T1" fmla="*/ 84 h 84"/>
                  <a:gd name="T2" fmla="*/ 16 w 39"/>
                  <a:gd name="T3" fmla="*/ 83 h 84"/>
                  <a:gd name="T4" fmla="*/ 0 w 39"/>
                  <a:gd name="T5" fmla="*/ 42 h 84"/>
                  <a:gd name="T6" fmla="*/ 1 w 39"/>
                  <a:gd name="T7" fmla="*/ 41 h 84"/>
                  <a:gd name="T8" fmla="*/ 36 w 39"/>
                  <a:gd name="T9" fmla="*/ 0 h 84"/>
                  <a:gd name="T10" fmla="*/ 38 w 39"/>
                  <a:gd name="T11" fmla="*/ 0 h 84"/>
                  <a:gd name="T12" fmla="*/ 39 w 39"/>
                  <a:gd name="T13" fmla="*/ 2 h 84"/>
                  <a:gd name="T14" fmla="*/ 19 w 39"/>
                  <a:gd name="T15" fmla="*/ 83 h 84"/>
                  <a:gd name="T16" fmla="*/ 18 w 39"/>
                  <a:gd name="T17" fmla="*/ 84 h 84"/>
                  <a:gd name="T18" fmla="*/ 4 w 39"/>
                  <a:gd name="T19" fmla="*/ 42 h 84"/>
                  <a:gd name="T20" fmla="*/ 17 w 39"/>
                  <a:gd name="T21" fmla="*/ 77 h 84"/>
                  <a:gd name="T22" fmla="*/ 34 w 39"/>
                  <a:gd name="T23" fmla="*/ 8 h 84"/>
                  <a:gd name="T24" fmla="*/ 4 w 39"/>
                  <a:gd name="T25" fmla="*/ 4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" h="84">
                    <a:moveTo>
                      <a:pt x="18" y="84"/>
                    </a:moveTo>
                    <a:cubicBezTo>
                      <a:pt x="17" y="84"/>
                      <a:pt x="16" y="83"/>
                      <a:pt x="16" y="8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2"/>
                      <a:pt x="0" y="41"/>
                      <a:pt x="1" y="41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7" y="0"/>
                      <a:pt x="38" y="0"/>
                    </a:cubicBezTo>
                    <a:cubicBezTo>
                      <a:pt x="39" y="0"/>
                      <a:pt x="39" y="1"/>
                      <a:pt x="39" y="2"/>
                    </a:cubicBezTo>
                    <a:cubicBezTo>
                      <a:pt x="19" y="83"/>
                      <a:pt x="19" y="83"/>
                      <a:pt x="19" y="83"/>
                    </a:cubicBezTo>
                    <a:cubicBezTo>
                      <a:pt x="19" y="83"/>
                      <a:pt x="19" y="84"/>
                      <a:pt x="18" y="84"/>
                    </a:cubicBezTo>
                    <a:close/>
                    <a:moveTo>
                      <a:pt x="4" y="42"/>
                    </a:moveTo>
                    <a:cubicBezTo>
                      <a:pt x="17" y="77"/>
                      <a:pt x="17" y="77"/>
                      <a:pt x="17" y="77"/>
                    </a:cubicBezTo>
                    <a:cubicBezTo>
                      <a:pt x="34" y="8"/>
                      <a:pt x="34" y="8"/>
                      <a:pt x="34" y="8"/>
                    </a:cubicBezTo>
                    <a:lnTo>
                      <a:pt x="4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6" name="Freeform 902"/>
              <p:cNvSpPr>
                <a:spLocks noEditPoints="1"/>
              </p:cNvSpPr>
              <p:nvPr userDrawn="1"/>
            </p:nvSpPr>
            <p:spPr bwMode="auto">
              <a:xfrm>
                <a:off x="2803" y="554"/>
                <a:ext cx="108" cy="53"/>
              </a:xfrm>
              <a:custGeom>
                <a:avLst/>
                <a:gdLst>
                  <a:gd name="T0" fmla="*/ 50 w 87"/>
                  <a:gd name="T1" fmla="*/ 43 h 43"/>
                  <a:gd name="T2" fmla="*/ 49 w 87"/>
                  <a:gd name="T3" fmla="*/ 43 h 43"/>
                  <a:gd name="T4" fmla="*/ 1 w 87"/>
                  <a:gd name="T5" fmla="*/ 3 h 43"/>
                  <a:gd name="T6" fmla="*/ 0 w 87"/>
                  <a:gd name="T7" fmla="*/ 1 h 43"/>
                  <a:gd name="T8" fmla="*/ 2 w 87"/>
                  <a:gd name="T9" fmla="*/ 0 h 43"/>
                  <a:gd name="T10" fmla="*/ 85 w 87"/>
                  <a:gd name="T11" fmla="*/ 0 h 43"/>
                  <a:gd name="T12" fmla="*/ 87 w 87"/>
                  <a:gd name="T13" fmla="*/ 1 h 43"/>
                  <a:gd name="T14" fmla="*/ 86 w 87"/>
                  <a:gd name="T15" fmla="*/ 3 h 43"/>
                  <a:gd name="T16" fmla="*/ 51 w 87"/>
                  <a:gd name="T17" fmla="*/ 43 h 43"/>
                  <a:gd name="T18" fmla="*/ 50 w 87"/>
                  <a:gd name="T19" fmla="*/ 43 h 43"/>
                  <a:gd name="T20" fmla="*/ 6 w 87"/>
                  <a:gd name="T21" fmla="*/ 3 h 43"/>
                  <a:gd name="T22" fmla="*/ 50 w 87"/>
                  <a:gd name="T23" fmla="*/ 39 h 43"/>
                  <a:gd name="T24" fmla="*/ 82 w 87"/>
                  <a:gd name="T25" fmla="*/ 3 h 43"/>
                  <a:gd name="T26" fmla="*/ 6 w 87"/>
                  <a:gd name="T27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43">
                    <a:moveTo>
                      <a:pt x="50" y="43"/>
                    </a:moveTo>
                    <a:cubicBezTo>
                      <a:pt x="50" y="43"/>
                      <a:pt x="49" y="43"/>
                      <a:pt x="49" y="4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6" y="0"/>
                      <a:pt x="86" y="0"/>
                      <a:pt x="87" y="1"/>
                    </a:cubicBezTo>
                    <a:cubicBezTo>
                      <a:pt x="87" y="1"/>
                      <a:pt x="87" y="2"/>
                      <a:pt x="86" y="3"/>
                    </a:cubicBezTo>
                    <a:cubicBezTo>
                      <a:pt x="51" y="43"/>
                      <a:pt x="51" y="43"/>
                      <a:pt x="51" y="43"/>
                    </a:cubicBezTo>
                    <a:cubicBezTo>
                      <a:pt x="51" y="43"/>
                      <a:pt x="50" y="43"/>
                      <a:pt x="50" y="43"/>
                    </a:cubicBezTo>
                    <a:close/>
                    <a:moveTo>
                      <a:pt x="6" y="3"/>
                    </a:moveTo>
                    <a:cubicBezTo>
                      <a:pt x="50" y="39"/>
                      <a:pt x="50" y="39"/>
                      <a:pt x="50" y="39"/>
                    </a:cubicBezTo>
                    <a:cubicBezTo>
                      <a:pt x="82" y="3"/>
                      <a:pt x="82" y="3"/>
                      <a:pt x="82" y="3"/>
                    </a:cubicBezTo>
                    <a:lnTo>
                      <a:pt x="6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7" name="Freeform 903"/>
              <p:cNvSpPr>
                <a:spLocks noEditPoints="1"/>
              </p:cNvSpPr>
              <p:nvPr userDrawn="1"/>
            </p:nvSpPr>
            <p:spPr bwMode="auto">
              <a:xfrm>
                <a:off x="2809" y="149"/>
                <a:ext cx="108" cy="54"/>
              </a:xfrm>
              <a:custGeom>
                <a:avLst/>
                <a:gdLst>
                  <a:gd name="T0" fmla="*/ 50 w 87"/>
                  <a:gd name="T1" fmla="*/ 43 h 43"/>
                  <a:gd name="T2" fmla="*/ 49 w 87"/>
                  <a:gd name="T3" fmla="*/ 43 h 43"/>
                  <a:gd name="T4" fmla="*/ 1 w 87"/>
                  <a:gd name="T5" fmla="*/ 3 h 43"/>
                  <a:gd name="T6" fmla="*/ 0 w 87"/>
                  <a:gd name="T7" fmla="*/ 1 h 43"/>
                  <a:gd name="T8" fmla="*/ 2 w 87"/>
                  <a:gd name="T9" fmla="*/ 0 h 43"/>
                  <a:gd name="T10" fmla="*/ 85 w 87"/>
                  <a:gd name="T11" fmla="*/ 0 h 43"/>
                  <a:gd name="T12" fmla="*/ 87 w 87"/>
                  <a:gd name="T13" fmla="*/ 1 h 43"/>
                  <a:gd name="T14" fmla="*/ 86 w 87"/>
                  <a:gd name="T15" fmla="*/ 2 h 43"/>
                  <a:gd name="T16" fmla="*/ 51 w 87"/>
                  <a:gd name="T17" fmla="*/ 43 h 43"/>
                  <a:gd name="T18" fmla="*/ 50 w 87"/>
                  <a:gd name="T19" fmla="*/ 43 h 43"/>
                  <a:gd name="T20" fmla="*/ 6 w 87"/>
                  <a:gd name="T21" fmla="*/ 3 h 43"/>
                  <a:gd name="T22" fmla="*/ 50 w 87"/>
                  <a:gd name="T23" fmla="*/ 39 h 43"/>
                  <a:gd name="T24" fmla="*/ 81 w 87"/>
                  <a:gd name="T25" fmla="*/ 3 h 43"/>
                  <a:gd name="T26" fmla="*/ 6 w 87"/>
                  <a:gd name="T27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43">
                    <a:moveTo>
                      <a:pt x="50" y="43"/>
                    </a:moveTo>
                    <a:cubicBezTo>
                      <a:pt x="50" y="43"/>
                      <a:pt x="49" y="43"/>
                      <a:pt x="49" y="4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6" y="0"/>
                      <a:pt x="86" y="0"/>
                      <a:pt x="87" y="1"/>
                    </a:cubicBezTo>
                    <a:cubicBezTo>
                      <a:pt x="87" y="1"/>
                      <a:pt x="87" y="2"/>
                      <a:pt x="86" y="2"/>
                    </a:cubicBezTo>
                    <a:cubicBezTo>
                      <a:pt x="51" y="43"/>
                      <a:pt x="51" y="43"/>
                      <a:pt x="51" y="43"/>
                    </a:cubicBezTo>
                    <a:cubicBezTo>
                      <a:pt x="51" y="43"/>
                      <a:pt x="50" y="43"/>
                      <a:pt x="50" y="43"/>
                    </a:cubicBezTo>
                    <a:close/>
                    <a:moveTo>
                      <a:pt x="6" y="3"/>
                    </a:moveTo>
                    <a:cubicBezTo>
                      <a:pt x="50" y="39"/>
                      <a:pt x="50" y="39"/>
                      <a:pt x="50" y="39"/>
                    </a:cubicBezTo>
                    <a:cubicBezTo>
                      <a:pt x="81" y="3"/>
                      <a:pt x="81" y="3"/>
                      <a:pt x="81" y="3"/>
                    </a:cubicBezTo>
                    <a:lnTo>
                      <a:pt x="6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8" name="Freeform 904"/>
              <p:cNvSpPr>
                <a:spLocks noEditPoints="1"/>
              </p:cNvSpPr>
              <p:nvPr userDrawn="1"/>
            </p:nvSpPr>
            <p:spPr bwMode="auto">
              <a:xfrm>
                <a:off x="2745" y="355"/>
                <a:ext cx="94" cy="126"/>
              </a:xfrm>
              <a:custGeom>
                <a:avLst/>
                <a:gdLst>
                  <a:gd name="T0" fmla="*/ 75 w 76"/>
                  <a:gd name="T1" fmla="*/ 102 h 102"/>
                  <a:gd name="T2" fmla="*/ 74 w 76"/>
                  <a:gd name="T3" fmla="*/ 102 h 102"/>
                  <a:gd name="T4" fmla="*/ 1 w 76"/>
                  <a:gd name="T5" fmla="*/ 84 h 102"/>
                  <a:gd name="T6" fmla="*/ 0 w 76"/>
                  <a:gd name="T7" fmla="*/ 84 h 102"/>
                  <a:gd name="T8" fmla="*/ 0 w 76"/>
                  <a:gd name="T9" fmla="*/ 82 h 102"/>
                  <a:gd name="T10" fmla="*/ 30 w 76"/>
                  <a:gd name="T11" fmla="*/ 1 h 102"/>
                  <a:gd name="T12" fmla="*/ 32 w 76"/>
                  <a:gd name="T13" fmla="*/ 0 h 102"/>
                  <a:gd name="T14" fmla="*/ 33 w 76"/>
                  <a:gd name="T15" fmla="*/ 1 h 102"/>
                  <a:gd name="T16" fmla="*/ 76 w 76"/>
                  <a:gd name="T17" fmla="*/ 100 h 102"/>
                  <a:gd name="T18" fmla="*/ 76 w 76"/>
                  <a:gd name="T19" fmla="*/ 102 h 102"/>
                  <a:gd name="T20" fmla="*/ 75 w 76"/>
                  <a:gd name="T21" fmla="*/ 102 h 102"/>
                  <a:gd name="T22" fmla="*/ 4 w 76"/>
                  <a:gd name="T23" fmla="*/ 82 h 102"/>
                  <a:gd name="T24" fmla="*/ 72 w 76"/>
                  <a:gd name="T25" fmla="*/ 98 h 102"/>
                  <a:gd name="T26" fmla="*/ 32 w 76"/>
                  <a:gd name="T27" fmla="*/ 6 h 102"/>
                  <a:gd name="T28" fmla="*/ 4 w 76"/>
                  <a:gd name="T29" fmla="*/ 8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6" h="102">
                    <a:moveTo>
                      <a:pt x="75" y="102"/>
                    </a:moveTo>
                    <a:cubicBezTo>
                      <a:pt x="74" y="102"/>
                      <a:pt x="74" y="102"/>
                      <a:pt x="74" y="102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4"/>
                      <a:pt x="0" y="84"/>
                      <a:pt x="0" y="84"/>
                    </a:cubicBezTo>
                    <a:cubicBezTo>
                      <a:pt x="0" y="83"/>
                      <a:pt x="0" y="83"/>
                      <a:pt x="0" y="82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0" y="0"/>
                      <a:pt x="31" y="0"/>
                      <a:pt x="32" y="0"/>
                    </a:cubicBezTo>
                    <a:cubicBezTo>
                      <a:pt x="32" y="0"/>
                      <a:pt x="33" y="0"/>
                      <a:pt x="33" y="1"/>
                    </a:cubicBezTo>
                    <a:cubicBezTo>
                      <a:pt x="76" y="100"/>
                      <a:pt x="76" y="100"/>
                      <a:pt x="76" y="100"/>
                    </a:cubicBezTo>
                    <a:cubicBezTo>
                      <a:pt x="76" y="101"/>
                      <a:pt x="76" y="101"/>
                      <a:pt x="76" y="102"/>
                    </a:cubicBezTo>
                    <a:cubicBezTo>
                      <a:pt x="76" y="102"/>
                      <a:pt x="75" y="102"/>
                      <a:pt x="75" y="102"/>
                    </a:cubicBezTo>
                    <a:close/>
                    <a:moveTo>
                      <a:pt x="4" y="82"/>
                    </a:moveTo>
                    <a:cubicBezTo>
                      <a:pt x="72" y="98"/>
                      <a:pt x="72" y="98"/>
                      <a:pt x="72" y="98"/>
                    </a:cubicBezTo>
                    <a:cubicBezTo>
                      <a:pt x="32" y="6"/>
                      <a:pt x="32" y="6"/>
                      <a:pt x="32" y="6"/>
                    </a:cubicBezTo>
                    <a:lnTo>
                      <a:pt x="4" y="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9" name="Freeform 905"/>
              <p:cNvSpPr>
                <a:spLocks noEditPoints="1"/>
              </p:cNvSpPr>
              <p:nvPr userDrawn="1"/>
            </p:nvSpPr>
            <p:spPr bwMode="auto">
              <a:xfrm>
                <a:off x="2549" y="278"/>
                <a:ext cx="159" cy="73"/>
              </a:xfrm>
              <a:custGeom>
                <a:avLst/>
                <a:gdLst>
                  <a:gd name="T0" fmla="*/ 126 w 128"/>
                  <a:gd name="T1" fmla="*/ 59 h 59"/>
                  <a:gd name="T2" fmla="*/ 125 w 128"/>
                  <a:gd name="T3" fmla="*/ 59 h 59"/>
                  <a:gd name="T4" fmla="*/ 1 w 128"/>
                  <a:gd name="T5" fmla="*/ 3 h 59"/>
                  <a:gd name="T6" fmla="*/ 0 w 128"/>
                  <a:gd name="T7" fmla="*/ 1 h 59"/>
                  <a:gd name="T8" fmla="*/ 1 w 128"/>
                  <a:gd name="T9" fmla="*/ 0 h 59"/>
                  <a:gd name="T10" fmla="*/ 96 w 128"/>
                  <a:gd name="T11" fmla="*/ 0 h 59"/>
                  <a:gd name="T12" fmla="*/ 98 w 128"/>
                  <a:gd name="T13" fmla="*/ 1 h 59"/>
                  <a:gd name="T14" fmla="*/ 127 w 128"/>
                  <a:gd name="T15" fmla="*/ 57 h 59"/>
                  <a:gd name="T16" fmla="*/ 127 w 128"/>
                  <a:gd name="T17" fmla="*/ 58 h 59"/>
                  <a:gd name="T18" fmla="*/ 126 w 128"/>
                  <a:gd name="T19" fmla="*/ 59 h 59"/>
                  <a:gd name="T20" fmla="*/ 9 w 128"/>
                  <a:gd name="T21" fmla="*/ 3 h 59"/>
                  <a:gd name="T22" fmla="*/ 122 w 128"/>
                  <a:gd name="T23" fmla="*/ 54 h 59"/>
                  <a:gd name="T24" fmla="*/ 95 w 128"/>
                  <a:gd name="T25" fmla="*/ 3 h 59"/>
                  <a:gd name="T26" fmla="*/ 9 w 128"/>
                  <a:gd name="T27" fmla="*/ 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59">
                    <a:moveTo>
                      <a:pt x="126" y="59"/>
                    </a:moveTo>
                    <a:cubicBezTo>
                      <a:pt x="125" y="59"/>
                      <a:pt x="125" y="59"/>
                      <a:pt x="125" y="5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7" y="0"/>
                      <a:pt x="97" y="0"/>
                      <a:pt x="98" y="1"/>
                    </a:cubicBezTo>
                    <a:cubicBezTo>
                      <a:pt x="127" y="57"/>
                      <a:pt x="127" y="57"/>
                      <a:pt x="127" y="57"/>
                    </a:cubicBezTo>
                    <a:cubicBezTo>
                      <a:pt x="128" y="57"/>
                      <a:pt x="128" y="58"/>
                      <a:pt x="127" y="58"/>
                    </a:cubicBezTo>
                    <a:cubicBezTo>
                      <a:pt x="127" y="59"/>
                      <a:pt x="126" y="59"/>
                      <a:pt x="126" y="59"/>
                    </a:cubicBezTo>
                    <a:close/>
                    <a:moveTo>
                      <a:pt x="9" y="3"/>
                    </a:moveTo>
                    <a:cubicBezTo>
                      <a:pt x="122" y="54"/>
                      <a:pt x="122" y="54"/>
                      <a:pt x="122" y="54"/>
                    </a:cubicBezTo>
                    <a:cubicBezTo>
                      <a:pt x="95" y="3"/>
                      <a:pt x="95" y="3"/>
                      <a:pt x="95" y="3"/>
                    </a:cubicBezTo>
                    <a:lnTo>
                      <a:pt x="9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0" name="Freeform 906"/>
              <p:cNvSpPr>
                <a:spLocks noEditPoints="1"/>
              </p:cNvSpPr>
              <p:nvPr userDrawn="1"/>
            </p:nvSpPr>
            <p:spPr bwMode="auto">
              <a:xfrm>
                <a:off x="2703" y="347"/>
                <a:ext cx="83" cy="112"/>
              </a:xfrm>
              <a:custGeom>
                <a:avLst/>
                <a:gdLst>
                  <a:gd name="T0" fmla="*/ 36 w 67"/>
                  <a:gd name="T1" fmla="*/ 90 h 90"/>
                  <a:gd name="T2" fmla="*/ 34 w 67"/>
                  <a:gd name="T3" fmla="*/ 89 h 90"/>
                  <a:gd name="T4" fmla="*/ 0 w 67"/>
                  <a:gd name="T5" fmla="*/ 2 h 90"/>
                  <a:gd name="T6" fmla="*/ 1 w 67"/>
                  <a:gd name="T7" fmla="*/ 0 h 90"/>
                  <a:gd name="T8" fmla="*/ 2 w 67"/>
                  <a:gd name="T9" fmla="*/ 0 h 90"/>
                  <a:gd name="T10" fmla="*/ 66 w 67"/>
                  <a:gd name="T11" fmla="*/ 6 h 90"/>
                  <a:gd name="T12" fmla="*/ 67 w 67"/>
                  <a:gd name="T13" fmla="*/ 6 h 90"/>
                  <a:gd name="T14" fmla="*/ 67 w 67"/>
                  <a:gd name="T15" fmla="*/ 8 h 90"/>
                  <a:gd name="T16" fmla="*/ 37 w 67"/>
                  <a:gd name="T17" fmla="*/ 89 h 90"/>
                  <a:gd name="T18" fmla="*/ 36 w 67"/>
                  <a:gd name="T19" fmla="*/ 90 h 90"/>
                  <a:gd name="T20" fmla="*/ 5 w 67"/>
                  <a:gd name="T21" fmla="*/ 3 h 90"/>
                  <a:gd name="T22" fmla="*/ 36 w 67"/>
                  <a:gd name="T23" fmla="*/ 84 h 90"/>
                  <a:gd name="T24" fmla="*/ 63 w 67"/>
                  <a:gd name="T25" fmla="*/ 9 h 90"/>
                  <a:gd name="T26" fmla="*/ 5 w 67"/>
                  <a:gd name="T27" fmla="*/ 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" h="90">
                    <a:moveTo>
                      <a:pt x="36" y="90"/>
                    </a:moveTo>
                    <a:cubicBezTo>
                      <a:pt x="35" y="90"/>
                      <a:pt x="34" y="90"/>
                      <a:pt x="34" y="8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6" y="6"/>
                      <a:pt x="67" y="6"/>
                      <a:pt x="67" y="6"/>
                    </a:cubicBezTo>
                    <a:cubicBezTo>
                      <a:pt x="67" y="7"/>
                      <a:pt x="67" y="7"/>
                      <a:pt x="67" y="8"/>
                    </a:cubicBezTo>
                    <a:cubicBezTo>
                      <a:pt x="37" y="89"/>
                      <a:pt x="37" y="89"/>
                      <a:pt x="37" y="89"/>
                    </a:cubicBezTo>
                    <a:cubicBezTo>
                      <a:pt x="37" y="90"/>
                      <a:pt x="36" y="90"/>
                      <a:pt x="36" y="90"/>
                    </a:cubicBezTo>
                    <a:close/>
                    <a:moveTo>
                      <a:pt x="5" y="3"/>
                    </a:moveTo>
                    <a:cubicBezTo>
                      <a:pt x="36" y="84"/>
                      <a:pt x="36" y="84"/>
                      <a:pt x="36" y="84"/>
                    </a:cubicBezTo>
                    <a:cubicBezTo>
                      <a:pt x="63" y="9"/>
                      <a:pt x="63" y="9"/>
                      <a:pt x="63" y="9"/>
                    </a:cubicBezTo>
                    <a:lnTo>
                      <a:pt x="5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1" name="Freeform 907"/>
              <p:cNvSpPr>
                <a:spLocks noEditPoints="1"/>
              </p:cNvSpPr>
              <p:nvPr userDrawn="1"/>
            </p:nvSpPr>
            <p:spPr bwMode="auto">
              <a:xfrm>
                <a:off x="2489" y="237"/>
                <a:ext cx="64" cy="80"/>
              </a:xfrm>
              <a:custGeom>
                <a:avLst/>
                <a:gdLst>
                  <a:gd name="T0" fmla="*/ 37 w 52"/>
                  <a:gd name="T1" fmla="*/ 64 h 64"/>
                  <a:gd name="T2" fmla="*/ 36 w 52"/>
                  <a:gd name="T3" fmla="*/ 63 h 64"/>
                  <a:gd name="T4" fmla="*/ 1 w 52"/>
                  <a:gd name="T5" fmla="*/ 2 h 64"/>
                  <a:gd name="T6" fmla="*/ 1 w 52"/>
                  <a:gd name="T7" fmla="*/ 0 h 64"/>
                  <a:gd name="T8" fmla="*/ 3 w 52"/>
                  <a:gd name="T9" fmla="*/ 0 h 64"/>
                  <a:gd name="T10" fmla="*/ 51 w 52"/>
                  <a:gd name="T11" fmla="*/ 33 h 64"/>
                  <a:gd name="T12" fmla="*/ 52 w 52"/>
                  <a:gd name="T13" fmla="*/ 35 h 64"/>
                  <a:gd name="T14" fmla="*/ 39 w 52"/>
                  <a:gd name="T15" fmla="*/ 63 h 64"/>
                  <a:gd name="T16" fmla="*/ 37 w 52"/>
                  <a:gd name="T17" fmla="*/ 64 h 64"/>
                  <a:gd name="T18" fmla="*/ 7 w 52"/>
                  <a:gd name="T19" fmla="*/ 7 h 64"/>
                  <a:gd name="T20" fmla="*/ 37 w 52"/>
                  <a:gd name="T21" fmla="*/ 59 h 64"/>
                  <a:gd name="T22" fmla="*/ 48 w 52"/>
                  <a:gd name="T23" fmla="*/ 35 h 64"/>
                  <a:gd name="T24" fmla="*/ 7 w 52"/>
                  <a:gd name="T25" fmla="*/ 7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64">
                    <a:moveTo>
                      <a:pt x="37" y="64"/>
                    </a:moveTo>
                    <a:cubicBezTo>
                      <a:pt x="36" y="64"/>
                      <a:pt x="36" y="64"/>
                      <a:pt x="36" y="6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52" y="34"/>
                      <a:pt x="52" y="34"/>
                      <a:pt x="52" y="35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8" y="64"/>
                      <a:pt x="38" y="64"/>
                      <a:pt x="37" y="64"/>
                    </a:cubicBezTo>
                    <a:close/>
                    <a:moveTo>
                      <a:pt x="7" y="7"/>
                    </a:moveTo>
                    <a:cubicBezTo>
                      <a:pt x="37" y="59"/>
                      <a:pt x="37" y="59"/>
                      <a:pt x="37" y="59"/>
                    </a:cubicBezTo>
                    <a:cubicBezTo>
                      <a:pt x="48" y="35"/>
                      <a:pt x="48" y="35"/>
                      <a:pt x="48" y="35"/>
                    </a:cubicBezTo>
                    <a:lnTo>
                      <a:pt x="7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2" name="Freeform 908"/>
              <p:cNvSpPr>
                <a:spLocks noEditPoints="1"/>
              </p:cNvSpPr>
              <p:nvPr userDrawn="1"/>
            </p:nvSpPr>
            <p:spPr bwMode="auto">
              <a:xfrm>
                <a:off x="2392" y="237"/>
                <a:ext cx="145" cy="80"/>
              </a:xfrm>
              <a:custGeom>
                <a:avLst/>
                <a:gdLst>
                  <a:gd name="T0" fmla="*/ 115 w 117"/>
                  <a:gd name="T1" fmla="*/ 64 h 64"/>
                  <a:gd name="T2" fmla="*/ 114 w 117"/>
                  <a:gd name="T3" fmla="*/ 64 h 64"/>
                  <a:gd name="T4" fmla="*/ 1 w 117"/>
                  <a:gd name="T5" fmla="*/ 25 h 64"/>
                  <a:gd name="T6" fmla="*/ 0 w 117"/>
                  <a:gd name="T7" fmla="*/ 23 h 64"/>
                  <a:gd name="T8" fmla="*/ 1 w 117"/>
                  <a:gd name="T9" fmla="*/ 22 h 64"/>
                  <a:gd name="T10" fmla="*/ 80 w 117"/>
                  <a:gd name="T11" fmla="*/ 0 h 64"/>
                  <a:gd name="T12" fmla="*/ 82 w 117"/>
                  <a:gd name="T13" fmla="*/ 1 h 64"/>
                  <a:gd name="T14" fmla="*/ 117 w 117"/>
                  <a:gd name="T15" fmla="*/ 62 h 64"/>
                  <a:gd name="T16" fmla="*/ 116 w 117"/>
                  <a:gd name="T17" fmla="*/ 63 h 64"/>
                  <a:gd name="T18" fmla="*/ 115 w 117"/>
                  <a:gd name="T19" fmla="*/ 64 h 64"/>
                  <a:gd name="T20" fmla="*/ 7 w 117"/>
                  <a:gd name="T21" fmla="*/ 24 h 64"/>
                  <a:gd name="T22" fmla="*/ 111 w 117"/>
                  <a:gd name="T23" fmla="*/ 59 h 64"/>
                  <a:gd name="T24" fmla="*/ 79 w 117"/>
                  <a:gd name="T25" fmla="*/ 3 h 64"/>
                  <a:gd name="T26" fmla="*/ 7 w 117"/>
                  <a:gd name="T27" fmla="*/ 2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7" h="64">
                    <a:moveTo>
                      <a:pt x="115" y="64"/>
                    </a:moveTo>
                    <a:cubicBezTo>
                      <a:pt x="114" y="64"/>
                      <a:pt x="114" y="64"/>
                      <a:pt x="114" y="64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1" y="25"/>
                      <a:pt x="0" y="24"/>
                      <a:pt x="0" y="23"/>
                    </a:cubicBezTo>
                    <a:cubicBezTo>
                      <a:pt x="0" y="23"/>
                      <a:pt x="1" y="22"/>
                      <a:pt x="1" y="22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1" y="0"/>
                      <a:pt x="81" y="0"/>
                      <a:pt x="82" y="1"/>
                    </a:cubicBezTo>
                    <a:cubicBezTo>
                      <a:pt x="117" y="62"/>
                      <a:pt x="117" y="62"/>
                      <a:pt x="117" y="62"/>
                    </a:cubicBezTo>
                    <a:cubicBezTo>
                      <a:pt x="117" y="62"/>
                      <a:pt x="117" y="63"/>
                      <a:pt x="116" y="63"/>
                    </a:cubicBezTo>
                    <a:cubicBezTo>
                      <a:pt x="116" y="64"/>
                      <a:pt x="116" y="64"/>
                      <a:pt x="115" y="64"/>
                    </a:cubicBezTo>
                    <a:close/>
                    <a:moveTo>
                      <a:pt x="7" y="24"/>
                    </a:moveTo>
                    <a:cubicBezTo>
                      <a:pt x="111" y="59"/>
                      <a:pt x="111" y="59"/>
                      <a:pt x="111" y="59"/>
                    </a:cubicBezTo>
                    <a:cubicBezTo>
                      <a:pt x="79" y="3"/>
                      <a:pt x="79" y="3"/>
                      <a:pt x="79" y="3"/>
                    </a:cubicBez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3" name="Freeform 909"/>
              <p:cNvSpPr>
                <a:spLocks noEditPoints="1"/>
              </p:cNvSpPr>
              <p:nvPr userDrawn="1"/>
            </p:nvSpPr>
            <p:spPr bwMode="auto">
              <a:xfrm>
                <a:off x="2225" y="245"/>
                <a:ext cx="172" cy="94"/>
              </a:xfrm>
              <a:custGeom>
                <a:avLst/>
                <a:gdLst>
                  <a:gd name="T0" fmla="*/ 2 w 139"/>
                  <a:gd name="T1" fmla="*/ 76 h 76"/>
                  <a:gd name="T2" fmla="*/ 1 w 139"/>
                  <a:gd name="T3" fmla="*/ 75 h 76"/>
                  <a:gd name="T4" fmla="*/ 1 w 139"/>
                  <a:gd name="T5" fmla="*/ 73 h 76"/>
                  <a:gd name="T6" fmla="*/ 118 w 139"/>
                  <a:gd name="T7" fmla="*/ 0 h 76"/>
                  <a:gd name="T8" fmla="*/ 120 w 139"/>
                  <a:gd name="T9" fmla="*/ 0 h 76"/>
                  <a:gd name="T10" fmla="*/ 138 w 139"/>
                  <a:gd name="T11" fmla="*/ 16 h 76"/>
                  <a:gd name="T12" fmla="*/ 138 w 139"/>
                  <a:gd name="T13" fmla="*/ 18 h 76"/>
                  <a:gd name="T14" fmla="*/ 137 w 139"/>
                  <a:gd name="T15" fmla="*/ 19 h 76"/>
                  <a:gd name="T16" fmla="*/ 3 w 139"/>
                  <a:gd name="T17" fmla="*/ 76 h 76"/>
                  <a:gd name="T18" fmla="*/ 2 w 139"/>
                  <a:gd name="T19" fmla="*/ 76 h 76"/>
                  <a:gd name="T20" fmla="*/ 119 w 139"/>
                  <a:gd name="T21" fmla="*/ 3 h 76"/>
                  <a:gd name="T22" fmla="*/ 21 w 139"/>
                  <a:gd name="T23" fmla="*/ 64 h 76"/>
                  <a:gd name="T24" fmla="*/ 134 w 139"/>
                  <a:gd name="T25" fmla="*/ 17 h 76"/>
                  <a:gd name="T26" fmla="*/ 119 w 139"/>
                  <a:gd name="T27" fmla="*/ 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9" h="76">
                    <a:moveTo>
                      <a:pt x="2" y="76"/>
                    </a:moveTo>
                    <a:cubicBezTo>
                      <a:pt x="2" y="76"/>
                      <a:pt x="1" y="76"/>
                      <a:pt x="1" y="75"/>
                    </a:cubicBezTo>
                    <a:cubicBezTo>
                      <a:pt x="0" y="74"/>
                      <a:pt x="1" y="73"/>
                      <a:pt x="1" y="73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9" y="0"/>
                      <a:pt x="119" y="0"/>
                      <a:pt x="120" y="0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9" y="17"/>
                      <a:pt x="138" y="18"/>
                    </a:cubicBezTo>
                    <a:cubicBezTo>
                      <a:pt x="138" y="18"/>
                      <a:pt x="138" y="19"/>
                      <a:pt x="137" y="19"/>
                    </a:cubicBezTo>
                    <a:cubicBezTo>
                      <a:pt x="3" y="76"/>
                      <a:pt x="3" y="76"/>
                      <a:pt x="3" y="76"/>
                    </a:cubicBezTo>
                    <a:lnTo>
                      <a:pt x="2" y="76"/>
                    </a:lnTo>
                    <a:close/>
                    <a:moveTo>
                      <a:pt x="119" y="3"/>
                    </a:moveTo>
                    <a:cubicBezTo>
                      <a:pt x="21" y="64"/>
                      <a:pt x="21" y="64"/>
                      <a:pt x="21" y="64"/>
                    </a:cubicBezTo>
                    <a:cubicBezTo>
                      <a:pt x="134" y="17"/>
                      <a:pt x="134" y="17"/>
                      <a:pt x="134" y="17"/>
                    </a:cubicBezTo>
                    <a:lnTo>
                      <a:pt x="119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4" name="Freeform 910"/>
              <p:cNvSpPr>
                <a:spLocks noEditPoints="1"/>
              </p:cNvSpPr>
              <p:nvPr userDrawn="1"/>
            </p:nvSpPr>
            <p:spPr bwMode="auto">
              <a:xfrm>
                <a:off x="2075" y="334"/>
                <a:ext cx="155" cy="72"/>
              </a:xfrm>
              <a:custGeom>
                <a:avLst/>
                <a:gdLst>
                  <a:gd name="T0" fmla="*/ 100 w 125"/>
                  <a:gd name="T1" fmla="*/ 58 h 58"/>
                  <a:gd name="T2" fmla="*/ 100 w 125"/>
                  <a:gd name="T3" fmla="*/ 58 h 58"/>
                  <a:gd name="T4" fmla="*/ 2 w 125"/>
                  <a:gd name="T5" fmla="*/ 41 h 58"/>
                  <a:gd name="T6" fmla="*/ 0 w 125"/>
                  <a:gd name="T7" fmla="*/ 39 h 58"/>
                  <a:gd name="T8" fmla="*/ 2 w 125"/>
                  <a:gd name="T9" fmla="*/ 38 h 58"/>
                  <a:gd name="T10" fmla="*/ 123 w 125"/>
                  <a:gd name="T11" fmla="*/ 1 h 58"/>
                  <a:gd name="T12" fmla="*/ 124 w 125"/>
                  <a:gd name="T13" fmla="*/ 1 h 58"/>
                  <a:gd name="T14" fmla="*/ 125 w 125"/>
                  <a:gd name="T15" fmla="*/ 3 h 58"/>
                  <a:gd name="T16" fmla="*/ 102 w 125"/>
                  <a:gd name="T17" fmla="*/ 57 h 58"/>
                  <a:gd name="T18" fmla="*/ 100 w 125"/>
                  <a:gd name="T19" fmla="*/ 58 h 58"/>
                  <a:gd name="T20" fmla="*/ 9 w 125"/>
                  <a:gd name="T21" fmla="*/ 39 h 58"/>
                  <a:gd name="T22" fmla="*/ 99 w 125"/>
                  <a:gd name="T23" fmla="*/ 54 h 58"/>
                  <a:gd name="T24" fmla="*/ 120 w 125"/>
                  <a:gd name="T25" fmla="*/ 5 h 58"/>
                  <a:gd name="T26" fmla="*/ 9 w 125"/>
                  <a:gd name="T27" fmla="*/ 39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58">
                    <a:moveTo>
                      <a:pt x="100" y="58"/>
                    </a:moveTo>
                    <a:cubicBezTo>
                      <a:pt x="100" y="58"/>
                      <a:pt x="100" y="58"/>
                      <a:pt x="100" y="58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1" y="41"/>
                      <a:pt x="0" y="40"/>
                      <a:pt x="0" y="39"/>
                    </a:cubicBezTo>
                    <a:cubicBezTo>
                      <a:pt x="0" y="39"/>
                      <a:pt x="1" y="38"/>
                      <a:pt x="2" y="38"/>
                    </a:cubicBezTo>
                    <a:cubicBezTo>
                      <a:pt x="123" y="1"/>
                      <a:pt x="123" y="1"/>
                      <a:pt x="123" y="1"/>
                    </a:cubicBezTo>
                    <a:cubicBezTo>
                      <a:pt x="123" y="0"/>
                      <a:pt x="124" y="1"/>
                      <a:pt x="124" y="1"/>
                    </a:cubicBezTo>
                    <a:cubicBezTo>
                      <a:pt x="125" y="2"/>
                      <a:pt x="125" y="2"/>
                      <a:pt x="125" y="3"/>
                    </a:cubicBezTo>
                    <a:cubicBezTo>
                      <a:pt x="102" y="57"/>
                      <a:pt x="102" y="57"/>
                      <a:pt x="102" y="57"/>
                    </a:cubicBezTo>
                    <a:cubicBezTo>
                      <a:pt x="101" y="57"/>
                      <a:pt x="101" y="58"/>
                      <a:pt x="100" y="58"/>
                    </a:cubicBezTo>
                    <a:close/>
                    <a:moveTo>
                      <a:pt x="9" y="39"/>
                    </a:moveTo>
                    <a:cubicBezTo>
                      <a:pt x="99" y="54"/>
                      <a:pt x="99" y="54"/>
                      <a:pt x="99" y="54"/>
                    </a:cubicBezTo>
                    <a:cubicBezTo>
                      <a:pt x="120" y="5"/>
                      <a:pt x="120" y="5"/>
                      <a:pt x="120" y="5"/>
                    </a:cubicBezTo>
                    <a:lnTo>
                      <a:pt x="9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5" name="Freeform 911"/>
              <p:cNvSpPr>
                <a:spLocks noEditPoints="1"/>
              </p:cNvSpPr>
              <p:nvPr userDrawn="1"/>
            </p:nvSpPr>
            <p:spPr bwMode="auto">
              <a:xfrm>
                <a:off x="2052" y="381"/>
                <a:ext cx="150" cy="51"/>
              </a:xfrm>
              <a:custGeom>
                <a:avLst/>
                <a:gdLst>
                  <a:gd name="T0" fmla="*/ 2 w 121"/>
                  <a:gd name="T1" fmla="*/ 41 h 41"/>
                  <a:gd name="T2" fmla="*/ 1 w 121"/>
                  <a:gd name="T3" fmla="*/ 40 h 41"/>
                  <a:gd name="T4" fmla="*/ 0 w 121"/>
                  <a:gd name="T5" fmla="*/ 39 h 41"/>
                  <a:gd name="T6" fmla="*/ 20 w 121"/>
                  <a:gd name="T7" fmla="*/ 1 h 41"/>
                  <a:gd name="T8" fmla="*/ 21 w 121"/>
                  <a:gd name="T9" fmla="*/ 0 h 41"/>
                  <a:gd name="T10" fmla="*/ 119 w 121"/>
                  <a:gd name="T11" fmla="*/ 16 h 41"/>
                  <a:gd name="T12" fmla="*/ 121 w 121"/>
                  <a:gd name="T13" fmla="*/ 18 h 41"/>
                  <a:gd name="T14" fmla="*/ 119 w 121"/>
                  <a:gd name="T15" fmla="*/ 20 h 41"/>
                  <a:gd name="T16" fmla="*/ 2 w 121"/>
                  <a:gd name="T17" fmla="*/ 41 h 41"/>
                  <a:gd name="T18" fmla="*/ 22 w 121"/>
                  <a:gd name="T19" fmla="*/ 3 h 41"/>
                  <a:gd name="T20" fmla="*/ 5 w 121"/>
                  <a:gd name="T21" fmla="*/ 37 h 41"/>
                  <a:gd name="T22" fmla="*/ 109 w 121"/>
                  <a:gd name="T23" fmla="*/ 18 h 41"/>
                  <a:gd name="T24" fmla="*/ 22 w 121"/>
                  <a:gd name="T25" fmla="*/ 3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41">
                    <a:moveTo>
                      <a:pt x="2" y="41"/>
                    </a:moveTo>
                    <a:cubicBezTo>
                      <a:pt x="1" y="41"/>
                      <a:pt x="1" y="41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119" y="16"/>
                      <a:pt x="119" y="16"/>
                      <a:pt x="119" y="16"/>
                    </a:cubicBezTo>
                    <a:cubicBezTo>
                      <a:pt x="120" y="16"/>
                      <a:pt x="121" y="17"/>
                      <a:pt x="121" y="18"/>
                    </a:cubicBezTo>
                    <a:cubicBezTo>
                      <a:pt x="121" y="19"/>
                      <a:pt x="120" y="19"/>
                      <a:pt x="119" y="20"/>
                    </a:cubicBezTo>
                    <a:cubicBezTo>
                      <a:pt x="2" y="41"/>
                      <a:pt x="2" y="41"/>
                      <a:pt x="2" y="41"/>
                    </a:cubicBezTo>
                    <a:close/>
                    <a:moveTo>
                      <a:pt x="22" y="3"/>
                    </a:moveTo>
                    <a:cubicBezTo>
                      <a:pt x="5" y="37"/>
                      <a:pt x="5" y="37"/>
                      <a:pt x="5" y="37"/>
                    </a:cubicBezTo>
                    <a:cubicBezTo>
                      <a:pt x="109" y="18"/>
                      <a:pt x="109" y="18"/>
                      <a:pt x="109" y="18"/>
                    </a:cubicBezTo>
                    <a:lnTo>
                      <a:pt x="22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6" name="Freeform 912"/>
              <p:cNvSpPr>
                <a:spLocks noEditPoints="1"/>
              </p:cNvSpPr>
              <p:nvPr userDrawn="1"/>
            </p:nvSpPr>
            <p:spPr bwMode="auto">
              <a:xfrm>
                <a:off x="2135" y="-9"/>
                <a:ext cx="148" cy="52"/>
              </a:xfrm>
              <a:custGeom>
                <a:avLst/>
                <a:gdLst>
                  <a:gd name="T0" fmla="*/ 2 w 120"/>
                  <a:gd name="T1" fmla="*/ 42 h 42"/>
                  <a:gd name="T2" fmla="*/ 0 w 120"/>
                  <a:gd name="T3" fmla="*/ 41 h 42"/>
                  <a:gd name="T4" fmla="*/ 0 w 120"/>
                  <a:gd name="T5" fmla="*/ 40 h 42"/>
                  <a:gd name="T6" fmla="*/ 19 w 120"/>
                  <a:gd name="T7" fmla="*/ 1 h 42"/>
                  <a:gd name="T8" fmla="*/ 21 w 120"/>
                  <a:gd name="T9" fmla="*/ 1 h 42"/>
                  <a:gd name="T10" fmla="*/ 119 w 120"/>
                  <a:gd name="T11" fmla="*/ 17 h 42"/>
                  <a:gd name="T12" fmla="*/ 120 w 120"/>
                  <a:gd name="T13" fmla="*/ 19 h 42"/>
                  <a:gd name="T14" fmla="*/ 119 w 120"/>
                  <a:gd name="T15" fmla="*/ 20 h 42"/>
                  <a:gd name="T16" fmla="*/ 2 w 120"/>
                  <a:gd name="T17" fmla="*/ 42 h 42"/>
                  <a:gd name="T18" fmla="*/ 22 w 120"/>
                  <a:gd name="T19" fmla="*/ 4 h 42"/>
                  <a:gd name="T20" fmla="*/ 5 w 120"/>
                  <a:gd name="T21" fmla="*/ 38 h 42"/>
                  <a:gd name="T22" fmla="*/ 109 w 120"/>
                  <a:gd name="T23" fmla="*/ 19 h 42"/>
                  <a:gd name="T24" fmla="*/ 22 w 120"/>
                  <a:gd name="T25" fmla="*/ 4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0" h="42">
                    <a:moveTo>
                      <a:pt x="2" y="42"/>
                    </a:moveTo>
                    <a:cubicBezTo>
                      <a:pt x="1" y="42"/>
                      <a:pt x="1" y="42"/>
                      <a:pt x="0" y="41"/>
                    </a:cubicBezTo>
                    <a:cubicBezTo>
                      <a:pt x="0" y="41"/>
                      <a:pt x="0" y="40"/>
                      <a:pt x="0" y="4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1"/>
                      <a:pt x="20" y="0"/>
                      <a:pt x="21" y="1"/>
                    </a:cubicBezTo>
                    <a:cubicBezTo>
                      <a:pt x="119" y="17"/>
                      <a:pt x="119" y="17"/>
                      <a:pt x="119" y="17"/>
                    </a:cubicBezTo>
                    <a:cubicBezTo>
                      <a:pt x="120" y="17"/>
                      <a:pt x="120" y="18"/>
                      <a:pt x="120" y="19"/>
                    </a:cubicBezTo>
                    <a:cubicBezTo>
                      <a:pt x="120" y="20"/>
                      <a:pt x="120" y="20"/>
                      <a:pt x="119" y="20"/>
                    </a:cubicBezTo>
                    <a:cubicBezTo>
                      <a:pt x="2" y="42"/>
                      <a:pt x="2" y="42"/>
                      <a:pt x="2" y="42"/>
                    </a:cubicBezTo>
                    <a:close/>
                    <a:moveTo>
                      <a:pt x="22" y="4"/>
                    </a:moveTo>
                    <a:cubicBezTo>
                      <a:pt x="5" y="38"/>
                      <a:pt x="5" y="38"/>
                      <a:pt x="5" y="38"/>
                    </a:cubicBezTo>
                    <a:cubicBezTo>
                      <a:pt x="109" y="19"/>
                      <a:pt x="109" y="19"/>
                      <a:pt x="109" y="19"/>
                    </a:cubicBezTo>
                    <a:lnTo>
                      <a:pt x="22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7" name="Freeform 913"/>
              <p:cNvSpPr>
                <a:spLocks noEditPoints="1"/>
              </p:cNvSpPr>
              <p:nvPr userDrawn="1"/>
            </p:nvSpPr>
            <p:spPr bwMode="auto">
              <a:xfrm>
                <a:off x="2011" y="428"/>
                <a:ext cx="46" cy="37"/>
              </a:xfrm>
              <a:custGeom>
                <a:avLst/>
                <a:gdLst>
                  <a:gd name="T0" fmla="*/ 35 w 37"/>
                  <a:gd name="T1" fmla="*/ 30 h 30"/>
                  <a:gd name="T2" fmla="*/ 34 w 37"/>
                  <a:gd name="T3" fmla="*/ 30 h 30"/>
                  <a:gd name="T4" fmla="*/ 1 w 37"/>
                  <a:gd name="T5" fmla="*/ 15 h 30"/>
                  <a:gd name="T6" fmla="*/ 0 w 37"/>
                  <a:gd name="T7" fmla="*/ 14 h 30"/>
                  <a:gd name="T8" fmla="*/ 1 w 37"/>
                  <a:gd name="T9" fmla="*/ 12 h 30"/>
                  <a:gd name="T10" fmla="*/ 34 w 37"/>
                  <a:gd name="T11" fmla="*/ 0 h 30"/>
                  <a:gd name="T12" fmla="*/ 36 w 37"/>
                  <a:gd name="T13" fmla="*/ 0 h 30"/>
                  <a:gd name="T14" fmla="*/ 37 w 37"/>
                  <a:gd name="T15" fmla="*/ 1 h 30"/>
                  <a:gd name="T16" fmla="*/ 37 w 37"/>
                  <a:gd name="T17" fmla="*/ 29 h 30"/>
                  <a:gd name="T18" fmla="*/ 36 w 37"/>
                  <a:gd name="T19" fmla="*/ 30 h 30"/>
                  <a:gd name="T20" fmla="*/ 35 w 37"/>
                  <a:gd name="T21" fmla="*/ 30 h 30"/>
                  <a:gd name="T22" fmla="*/ 6 w 37"/>
                  <a:gd name="T23" fmla="*/ 14 h 30"/>
                  <a:gd name="T24" fmla="*/ 33 w 37"/>
                  <a:gd name="T25" fmla="*/ 26 h 30"/>
                  <a:gd name="T26" fmla="*/ 33 w 37"/>
                  <a:gd name="T27" fmla="*/ 4 h 30"/>
                  <a:gd name="T28" fmla="*/ 6 w 37"/>
                  <a:gd name="T29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7" h="30">
                    <a:moveTo>
                      <a:pt x="35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5"/>
                      <a:pt x="0" y="14"/>
                      <a:pt x="0" y="14"/>
                    </a:cubicBezTo>
                    <a:cubicBezTo>
                      <a:pt x="0" y="13"/>
                      <a:pt x="0" y="13"/>
                      <a:pt x="1" y="1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5" y="0"/>
                      <a:pt x="35" y="0"/>
                      <a:pt x="36" y="0"/>
                    </a:cubicBezTo>
                    <a:cubicBezTo>
                      <a:pt x="36" y="0"/>
                      <a:pt x="37" y="1"/>
                      <a:pt x="37" y="1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37" y="29"/>
                      <a:pt x="36" y="30"/>
                      <a:pt x="36" y="30"/>
                    </a:cubicBezTo>
                    <a:lnTo>
                      <a:pt x="35" y="30"/>
                    </a:lnTo>
                    <a:close/>
                    <a:moveTo>
                      <a:pt x="6" y="14"/>
                    </a:moveTo>
                    <a:cubicBezTo>
                      <a:pt x="33" y="26"/>
                      <a:pt x="33" y="26"/>
                      <a:pt x="33" y="26"/>
                    </a:cubicBezTo>
                    <a:cubicBezTo>
                      <a:pt x="33" y="4"/>
                      <a:pt x="33" y="4"/>
                      <a:pt x="33" y="4"/>
                    </a:cubicBezTo>
                    <a:lnTo>
                      <a:pt x="6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8" name="Freeform 914"/>
              <p:cNvSpPr>
                <a:spLocks noEditPoints="1"/>
              </p:cNvSpPr>
              <p:nvPr userDrawn="1"/>
            </p:nvSpPr>
            <p:spPr bwMode="auto">
              <a:xfrm>
                <a:off x="1986" y="443"/>
                <a:ext cx="71" cy="80"/>
              </a:xfrm>
              <a:custGeom>
                <a:avLst/>
                <a:gdLst>
                  <a:gd name="T0" fmla="*/ 2 w 57"/>
                  <a:gd name="T1" fmla="*/ 65 h 65"/>
                  <a:gd name="T2" fmla="*/ 1 w 57"/>
                  <a:gd name="T3" fmla="*/ 65 h 65"/>
                  <a:gd name="T4" fmla="*/ 0 w 57"/>
                  <a:gd name="T5" fmla="*/ 63 h 65"/>
                  <a:gd name="T6" fmla="*/ 20 w 57"/>
                  <a:gd name="T7" fmla="*/ 1 h 65"/>
                  <a:gd name="T8" fmla="*/ 21 w 57"/>
                  <a:gd name="T9" fmla="*/ 0 h 65"/>
                  <a:gd name="T10" fmla="*/ 22 w 57"/>
                  <a:gd name="T11" fmla="*/ 0 h 65"/>
                  <a:gd name="T12" fmla="*/ 56 w 57"/>
                  <a:gd name="T13" fmla="*/ 15 h 65"/>
                  <a:gd name="T14" fmla="*/ 57 w 57"/>
                  <a:gd name="T15" fmla="*/ 16 h 65"/>
                  <a:gd name="T16" fmla="*/ 56 w 57"/>
                  <a:gd name="T17" fmla="*/ 18 h 65"/>
                  <a:gd name="T18" fmla="*/ 3 w 57"/>
                  <a:gd name="T19" fmla="*/ 65 h 65"/>
                  <a:gd name="T20" fmla="*/ 2 w 57"/>
                  <a:gd name="T21" fmla="*/ 65 h 65"/>
                  <a:gd name="T22" fmla="*/ 22 w 57"/>
                  <a:gd name="T23" fmla="*/ 4 h 65"/>
                  <a:gd name="T24" fmla="*/ 5 w 57"/>
                  <a:gd name="T25" fmla="*/ 58 h 65"/>
                  <a:gd name="T26" fmla="*/ 52 w 57"/>
                  <a:gd name="T27" fmla="*/ 17 h 65"/>
                  <a:gd name="T28" fmla="*/ 22 w 57"/>
                  <a:gd name="T29" fmla="*/ 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" h="65">
                    <a:moveTo>
                      <a:pt x="2" y="65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1"/>
                      <a:pt x="20" y="1"/>
                      <a:pt x="21" y="0"/>
                    </a:cubicBezTo>
                    <a:cubicBezTo>
                      <a:pt x="21" y="0"/>
                      <a:pt x="22" y="0"/>
                      <a:pt x="22" y="0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6" y="15"/>
                      <a:pt x="57" y="16"/>
                      <a:pt x="57" y="16"/>
                    </a:cubicBezTo>
                    <a:cubicBezTo>
                      <a:pt x="57" y="17"/>
                      <a:pt x="56" y="18"/>
                      <a:pt x="56" y="18"/>
                    </a:cubicBezTo>
                    <a:cubicBezTo>
                      <a:pt x="3" y="65"/>
                      <a:pt x="3" y="65"/>
                      <a:pt x="3" y="65"/>
                    </a:cubicBezTo>
                    <a:cubicBezTo>
                      <a:pt x="2" y="65"/>
                      <a:pt x="2" y="65"/>
                      <a:pt x="2" y="65"/>
                    </a:cubicBezTo>
                    <a:close/>
                    <a:moveTo>
                      <a:pt x="22" y="4"/>
                    </a:moveTo>
                    <a:cubicBezTo>
                      <a:pt x="5" y="58"/>
                      <a:pt x="5" y="58"/>
                      <a:pt x="5" y="58"/>
                    </a:cubicBezTo>
                    <a:cubicBezTo>
                      <a:pt x="52" y="17"/>
                      <a:pt x="52" y="17"/>
                      <a:pt x="52" y="17"/>
                    </a:cubicBezTo>
                    <a:lnTo>
                      <a:pt x="22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9" name="Freeform 915"/>
              <p:cNvSpPr>
                <a:spLocks noEditPoints="1"/>
              </p:cNvSpPr>
              <p:nvPr userDrawn="1"/>
            </p:nvSpPr>
            <p:spPr bwMode="auto">
              <a:xfrm>
                <a:off x="1927" y="520"/>
                <a:ext cx="63" cy="38"/>
              </a:xfrm>
              <a:custGeom>
                <a:avLst/>
                <a:gdLst>
                  <a:gd name="T0" fmla="*/ 2 w 51"/>
                  <a:gd name="T1" fmla="*/ 31 h 31"/>
                  <a:gd name="T2" fmla="*/ 1 w 51"/>
                  <a:gd name="T3" fmla="*/ 31 h 31"/>
                  <a:gd name="T4" fmla="*/ 1 w 51"/>
                  <a:gd name="T5" fmla="*/ 28 h 31"/>
                  <a:gd name="T6" fmla="*/ 20 w 51"/>
                  <a:gd name="T7" fmla="*/ 1 h 31"/>
                  <a:gd name="T8" fmla="*/ 21 w 51"/>
                  <a:gd name="T9" fmla="*/ 0 h 31"/>
                  <a:gd name="T10" fmla="*/ 50 w 51"/>
                  <a:gd name="T11" fmla="*/ 0 h 31"/>
                  <a:gd name="T12" fmla="*/ 51 w 51"/>
                  <a:gd name="T13" fmla="*/ 1 h 31"/>
                  <a:gd name="T14" fmla="*/ 50 w 51"/>
                  <a:gd name="T15" fmla="*/ 3 h 31"/>
                  <a:gd name="T16" fmla="*/ 3 w 51"/>
                  <a:gd name="T17" fmla="*/ 31 h 31"/>
                  <a:gd name="T18" fmla="*/ 2 w 51"/>
                  <a:gd name="T19" fmla="*/ 31 h 31"/>
                  <a:gd name="T20" fmla="*/ 22 w 51"/>
                  <a:gd name="T21" fmla="*/ 3 h 31"/>
                  <a:gd name="T22" fmla="*/ 8 w 51"/>
                  <a:gd name="T23" fmla="*/ 24 h 31"/>
                  <a:gd name="T24" fmla="*/ 43 w 51"/>
                  <a:gd name="T25" fmla="*/ 3 h 31"/>
                  <a:gd name="T26" fmla="*/ 22 w 51"/>
                  <a:gd name="T27" fmla="*/ 3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1" h="31">
                    <a:moveTo>
                      <a:pt x="2" y="31"/>
                    </a:moveTo>
                    <a:cubicBezTo>
                      <a:pt x="2" y="31"/>
                      <a:pt x="1" y="31"/>
                      <a:pt x="1" y="31"/>
                    </a:cubicBezTo>
                    <a:cubicBezTo>
                      <a:pt x="0" y="30"/>
                      <a:pt x="0" y="29"/>
                      <a:pt x="1" y="28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0" y="0"/>
                      <a:pt x="51" y="0"/>
                      <a:pt x="51" y="1"/>
                    </a:cubicBezTo>
                    <a:cubicBezTo>
                      <a:pt x="51" y="2"/>
                      <a:pt x="51" y="3"/>
                      <a:pt x="50" y="3"/>
                    </a:cubicBezTo>
                    <a:cubicBezTo>
                      <a:pt x="3" y="31"/>
                      <a:pt x="3" y="31"/>
                      <a:pt x="3" y="31"/>
                    </a:cubicBezTo>
                    <a:lnTo>
                      <a:pt x="2" y="31"/>
                    </a:lnTo>
                    <a:close/>
                    <a:moveTo>
                      <a:pt x="22" y="3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43" y="3"/>
                      <a:pt x="43" y="3"/>
                      <a:pt x="43" y="3"/>
                    </a:cubicBezTo>
                    <a:lnTo>
                      <a:pt x="22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0" name="Freeform 916"/>
              <p:cNvSpPr>
                <a:spLocks noEditPoints="1"/>
              </p:cNvSpPr>
              <p:nvPr userDrawn="1"/>
            </p:nvSpPr>
            <p:spPr bwMode="auto">
              <a:xfrm>
                <a:off x="2803" y="477"/>
                <a:ext cx="58" cy="81"/>
              </a:xfrm>
              <a:custGeom>
                <a:avLst/>
                <a:gdLst>
                  <a:gd name="T0" fmla="*/ 2 w 47"/>
                  <a:gd name="T1" fmla="*/ 65 h 65"/>
                  <a:gd name="T2" fmla="*/ 1 w 47"/>
                  <a:gd name="T3" fmla="*/ 65 h 65"/>
                  <a:gd name="T4" fmla="*/ 0 w 47"/>
                  <a:gd name="T5" fmla="*/ 63 h 65"/>
                  <a:gd name="T6" fmla="*/ 26 w 47"/>
                  <a:gd name="T7" fmla="*/ 1 h 65"/>
                  <a:gd name="T8" fmla="*/ 28 w 47"/>
                  <a:gd name="T9" fmla="*/ 0 h 65"/>
                  <a:gd name="T10" fmla="*/ 29 w 47"/>
                  <a:gd name="T11" fmla="*/ 1 h 65"/>
                  <a:gd name="T12" fmla="*/ 47 w 47"/>
                  <a:gd name="T13" fmla="*/ 40 h 65"/>
                  <a:gd name="T14" fmla="*/ 46 w 47"/>
                  <a:gd name="T15" fmla="*/ 42 h 65"/>
                  <a:gd name="T16" fmla="*/ 3 w 47"/>
                  <a:gd name="T17" fmla="*/ 65 h 65"/>
                  <a:gd name="T18" fmla="*/ 2 w 47"/>
                  <a:gd name="T19" fmla="*/ 65 h 65"/>
                  <a:gd name="T20" fmla="*/ 28 w 47"/>
                  <a:gd name="T21" fmla="*/ 6 h 65"/>
                  <a:gd name="T22" fmla="*/ 5 w 47"/>
                  <a:gd name="T23" fmla="*/ 60 h 65"/>
                  <a:gd name="T24" fmla="*/ 43 w 47"/>
                  <a:gd name="T25" fmla="*/ 40 h 65"/>
                  <a:gd name="T26" fmla="*/ 28 w 47"/>
                  <a:gd name="T27" fmla="*/ 6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7" h="65">
                    <a:moveTo>
                      <a:pt x="2" y="65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3"/>
                      <a:pt x="0" y="63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0"/>
                      <a:pt x="29" y="0"/>
                      <a:pt x="29" y="1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41"/>
                      <a:pt x="47" y="42"/>
                      <a:pt x="46" y="42"/>
                    </a:cubicBezTo>
                    <a:cubicBezTo>
                      <a:pt x="3" y="65"/>
                      <a:pt x="3" y="65"/>
                      <a:pt x="3" y="65"/>
                    </a:cubicBezTo>
                    <a:lnTo>
                      <a:pt x="2" y="65"/>
                    </a:lnTo>
                    <a:close/>
                    <a:moveTo>
                      <a:pt x="28" y="6"/>
                    </a:moveTo>
                    <a:cubicBezTo>
                      <a:pt x="5" y="60"/>
                      <a:pt x="5" y="60"/>
                      <a:pt x="5" y="60"/>
                    </a:cubicBezTo>
                    <a:cubicBezTo>
                      <a:pt x="43" y="40"/>
                      <a:pt x="43" y="40"/>
                      <a:pt x="43" y="40"/>
                    </a:cubicBezTo>
                    <a:lnTo>
                      <a:pt x="2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1" name="Freeform 917"/>
              <p:cNvSpPr>
                <a:spLocks noEditPoints="1"/>
              </p:cNvSpPr>
              <p:nvPr userDrawn="1"/>
            </p:nvSpPr>
            <p:spPr bwMode="auto">
              <a:xfrm>
                <a:off x="2549" y="278"/>
                <a:ext cx="159" cy="107"/>
              </a:xfrm>
              <a:custGeom>
                <a:avLst/>
                <a:gdLst>
                  <a:gd name="T0" fmla="*/ 78 w 128"/>
                  <a:gd name="T1" fmla="*/ 86 h 86"/>
                  <a:gd name="T2" fmla="*/ 77 w 128"/>
                  <a:gd name="T3" fmla="*/ 85 h 86"/>
                  <a:gd name="T4" fmla="*/ 0 w 128"/>
                  <a:gd name="T5" fmla="*/ 3 h 86"/>
                  <a:gd name="T6" fmla="*/ 0 w 128"/>
                  <a:gd name="T7" fmla="*/ 0 h 86"/>
                  <a:gd name="T8" fmla="*/ 2 w 128"/>
                  <a:gd name="T9" fmla="*/ 0 h 86"/>
                  <a:gd name="T10" fmla="*/ 127 w 128"/>
                  <a:gd name="T11" fmla="*/ 56 h 86"/>
                  <a:gd name="T12" fmla="*/ 128 w 128"/>
                  <a:gd name="T13" fmla="*/ 57 h 86"/>
                  <a:gd name="T14" fmla="*/ 127 w 128"/>
                  <a:gd name="T15" fmla="*/ 59 h 86"/>
                  <a:gd name="T16" fmla="*/ 79 w 128"/>
                  <a:gd name="T17" fmla="*/ 86 h 86"/>
                  <a:gd name="T18" fmla="*/ 78 w 128"/>
                  <a:gd name="T19" fmla="*/ 86 h 86"/>
                  <a:gd name="T20" fmla="*/ 8 w 128"/>
                  <a:gd name="T21" fmla="*/ 6 h 86"/>
                  <a:gd name="T22" fmla="*/ 78 w 128"/>
                  <a:gd name="T23" fmla="*/ 82 h 86"/>
                  <a:gd name="T24" fmla="*/ 122 w 128"/>
                  <a:gd name="T25" fmla="*/ 57 h 86"/>
                  <a:gd name="T26" fmla="*/ 8 w 128"/>
                  <a:gd name="T27" fmla="*/ 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86">
                    <a:moveTo>
                      <a:pt x="78" y="86"/>
                    </a:moveTo>
                    <a:cubicBezTo>
                      <a:pt x="77" y="86"/>
                      <a:pt x="77" y="86"/>
                      <a:pt x="77" y="8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27" y="56"/>
                      <a:pt x="127" y="56"/>
                      <a:pt x="127" y="56"/>
                    </a:cubicBezTo>
                    <a:cubicBezTo>
                      <a:pt x="127" y="56"/>
                      <a:pt x="128" y="57"/>
                      <a:pt x="128" y="57"/>
                    </a:cubicBezTo>
                    <a:cubicBezTo>
                      <a:pt x="128" y="58"/>
                      <a:pt x="127" y="58"/>
                      <a:pt x="127" y="59"/>
                    </a:cubicBezTo>
                    <a:cubicBezTo>
                      <a:pt x="79" y="86"/>
                      <a:pt x="79" y="86"/>
                      <a:pt x="79" y="86"/>
                    </a:cubicBezTo>
                    <a:lnTo>
                      <a:pt x="78" y="86"/>
                    </a:lnTo>
                    <a:close/>
                    <a:moveTo>
                      <a:pt x="8" y="6"/>
                    </a:moveTo>
                    <a:cubicBezTo>
                      <a:pt x="78" y="82"/>
                      <a:pt x="78" y="82"/>
                      <a:pt x="78" y="82"/>
                    </a:cubicBezTo>
                    <a:cubicBezTo>
                      <a:pt x="122" y="57"/>
                      <a:pt x="122" y="57"/>
                      <a:pt x="122" y="57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2" name="Freeform 918"/>
              <p:cNvSpPr>
                <a:spLocks noEditPoints="1"/>
              </p:cNvSpPr>
              <p:nvPr userDrawn="1"/>
            </p:nvSpPr>
            <p:spPr bwMode="auto">
              <a:xfrm>
                <a:off x="2532" y="278"/>
                <a:ext cx="116" cy="107"/>
              </a:xfrm>
              <a:custGeom>
                <a:avLst/>
                <a:gdLst>
                  <a:gd name="T0" fmla="*/ 92 w 94"/>
                  <a:gd name="T1" fmla="*/ 86 h 86"/>
                  <a:gd name="T2" fmla="*/ 91 w 94"/>
                  <a:gd name="T3" fmla="*/ 86 h 86"/>
                  <a:gd name="T4" fmla="*/ 1 w 94"/>
                  <a:gd name="T5" fmla="*/ 31 h 86"/>
                  <a:gd name="T6" fmla="*/ 1 w 94"/>
                  <a:gd name="T7" fmla="*/ 29 h 86"/>
                  <a:gd name="T8" fmla="*/ 14 w 94"/>
                  <a:gd name="T9" fmla="*/ 1 h 86"/>
                  <a:gd name="T10" fmla="*/ 15 w 94"/>
                  <a:gd name="T11" fmla="*/ 0 h 86"/>
                  <a:gd name="T12" fmla="*/ 17 w 94"/>
                  <a:gd name="T13" fmla="*/ 0 h 86"/>
                  <a:gd name="T14" fmla="*/ 93 w 94"/>
                  <a:gd name="T15" fmla="*/ 83 h 86"/>
                  <a:gd name="T16" fmla="*/ 93 w 94"/>
                  <a:gd name="T17" fmla="*/ 85 h 86"/>
                  <a:gd name="T18" fmla="*/ 92 w 94"/>
                  <a:gd name="T19" fmla="*/ 86 h 86"/>
                  <a:gd name="T20" fmla="*/ 4 w 94"/>
                  <a:gd name="T21" fmla="*/ 29 h 86"/>
                  <a:gd name="T22" fmla="*/ 82 w 94"/>
                  <a:gd name="T23" fmla="*/ 77 h 86"/>
                  <a:gd name="T24" fmla="*/ 16 w 94"/>
                  <a:gd name="T25" fmla="*/ 4 h 86"/>
                  <a:gd name="T26" fmla="*/ 4 w 94"/>
                  <a:gd name="T27" fmla="*/ 29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4" h="86">
                    <a:moveTo>
                      <a:pt x="92" y="86"/>
                    </a:moveTo>
                    <a:cubicBezTo>
                      <a:pt x="91" y="86"/>
                      <a:pt x="91" y="86"/>
                      <a:pt x="91" y="86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0" y="30"/>
                      <a:pt x="0" y="29"/>
                      <a:pt x="1" y="29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0"/>
                      <a:pt x="15" y="0"/>
                      <a:pt x="15" y="0"/>
                    </a:cubicBezTo>
                    <a:cubicBezTo>
                      <a:pt x="16" y="0"/>
                      <a:pt x="16" y="0"/>
                      <a:pt x="17" y="0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4" y="84"/>
                      <a:pt x="94" y="85"/>
                      <a:pt x="93" y="85"/>
                    </a:cubicBezTo>
                    <a:cubicBezTo>
                      <a:pt x="93" y="86"/>
                      <a:pt x="92" y="86"/>
                      <a:pt x="92" y="86"/>
                    </a:cubicBezTo>
                    <a:close/>
                    <a:moveTo>
                      <a:pt x="4" y="29"/>
                    </a:moveTo>
                    <a:cubicBezTo>
                      <a:pt x="82" y="77"/>
                      <a:pt x="82" y="77"/>
                      <a:pt x="82" y="77"/>
                    </a:cubicBezTo>
                    <a:cubicBezTo>
                      <a:pt x="16" y="4"/>
                      <a:pt x="16" y="4"/>
                      <a:pt x="16" y="4"/>
                    </a:cubicBezTo>
                    <a:lnTo>
                      <a:pt x="4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3" name="Freeform 919"/>
              <p:cNvSpPr>
                <a:spLocks noEditPoints="1"/>
              </p:cNvSpPr>
              <p:nvPr userDrawn="1"/>
            </p:nvSpPr>
            <p:spPr bwMode="auto">
              <a:xfrm>
                <a:off x="2392" y="265"/>
                <a:ext cx="145" cy="107"/>
              </a:xfrm>
              <a:custGeom>
                <a:avLst/>
                <a:gdLst>
                  <a:gd name="T0" fmla="*/ 2 w 117"/>
                  <a:gd name="T1" fmla="*/ 87 h 87"/>
                  <a:gd name="T2" fmla="*/ 1 w 117"/>
                  <a:gd name="T3" fmla="*/ 86 h 87"/>
                  <a:gd name="T4" fmla="*/ 0 w 117"/>
                  <a:gd name="T5" fmla="*/ 85 h 87"/>
                  <a:gd name="T6" fmla="*/ 0 w 117"/>
                  <a:gd name="T7" fmla="*/ 2 h 87"/>
                  <a:gd name="T8" fmla="*/ 1 w 117"/>
                  <a:gd name="T9" fmla="*/ 0 h 87"/>
                  <a:gd name="T10" fmla="*/ 2 w 117"/>
                  <a:gd name="T11" fmla="*/ 0 h 87"/>
                  <a:gd name="T12" fmla="*/ 116 w 117"/>
                  <a:gd name="T13" fmla="*/ 39 h 87"/>
                  <a:gd name="T14" fmla="*/ 117 w 117"/>
                  <a:gd name="T15" fmla="*/ 40 h 87"/>
                  <a:gd name="T16" fmla="*/ 116 w 117"/>
                  <a:gd name="T17" fmla="*/ 42 h 87"/>
                  <a:gd name="T18" fmla="*/ 2 w 117"/>
                  <a:gd name="T19" fmla="*/ 87 h 87"/>
                  <a:gd name="T20" fmla="*/ 3 w 117"/>
                  <a:gd name="T21" fmla="*/ 4 h 87"/>
                  <a:gd name="T22" fmla="*/ 3 w 117"/>
                  <a:gd name="T23" fmla="*/ 83 h 87"/>
                  <a:gd name="T24" fmla="*/ 110 w 117"/>
                  <a:gd name="T25" fmla="*/ 40 h 87"/>
                  <a:gd name="T26" fmla="*/ 3 w 117"/>
                  <a:gd name="T27" fmla="*/ 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7" h="87">
                    <a:moveTo>
                      <a:pt x="2" y="87"/>
                    </a:moveTo>
                    <a:cubicBezTo>
                      <a:pt x="1" y="86"/>
                      <a:pt x="1" y="86"/>
                      <a:pt x="1" y="86"/>
                    </a:cubicBezTo>
                    <a:cubicBezTo>
                      <a:pt x="0" y="86"/>
                      <a:pt x="0" y="86"/>
                      <a:pt x="0" y="8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16" y="39"/>
                      <a:pt x="116" y="39"/>
                      <a:pt x="116" y="39"/>
                    </a:cubicBezTo>
                    <a:cubicBezTo>
                      <a:pt x="116" y="39"/>
                      <a:pt x="117" y="40"/>
                      <a:pt x="117" y="40"/>
                    </a:cubicBezTo>
                    <a:cubicBezTo>
                      <a:pt x="117" y="41"/>
                      <a:pt x="116" y="42"/>
                      <a:pt x="116" y="42"/>
                    </a:cubicBezTo>
                    <a:cubicBezTo>
                      <a:pt x="2" y="87"/>
                      <a:pt x="2" y="87"/>
                      <a:pt x="2" y="87"/>
                    </a:cubicBezTo>
                    <a:close/>
                    <a:moveTo>
                      <a:pt x="3" y="4"/>
                    </a:moveTo>
                    <a:cubicBezTo>
                      <a:pt x="3" y="83"/>
                      <a:pt x="3" y="83"/>
                      <a:pt x="3" y="83"/>
                    </a:cubicBezTo>
                    <a:cubicBezTo>
                      <a:pt x="110" y="40"/>
                      <a:pt x="110" y="40"/>
                      <a:pt x="110" y="40"/>
                    </a:cubicBezTo>
                    <a:lnTo>
                      <a:pt x="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4" name="Freeform 920"/>
              <p:cNvSpPr>
                <a:spLocks noEditPoints="1"/>
              </p:cNvSpPr>
              <p:nvPr userDrawn="1"/>
            </p:nvSpPr>
            <p:spPr bwMode="auto">
              <a:xfrm>
                <a:off x="2225" y="265"/>
                <a:ext cx="172" cy="120"/>
              </a:xfrm>
              <a:custGeom>
                <a:avLst/>
                <a:gdLst>
                  <a:gd name="T0" fmla="*/ 47 w 139"/>
                  <a:gd name="T1" fmla="*/ 97 h 97"/>
                  <a:gd name="T2" fmla="*/ 46 w 139"/>
                  <a:gd name="T3" fmla="*/ 97 h 97"/>
                  <a:gd name="T4" fmla="*/ 1 w 139"/>
                  <a:gd name="T5" fmla="*/ 60 h 97"/>
                  <a:gd name="T6" fmla="*/ 0 w 139"/>
                  <a:gd name="T7" fmla="*/ 58 h 97"/>
                  <a:gd name="T8" fmla="*/ 1 w 139"/>
                  <a:gd name="T9" fmla="*/ 57 h 97"/>
                  <a:gd name="T10" fmla="*/ 136 w 139"/>
                  <a:gd name="T11" fmla="*/ 0 h 97"/>
                  <a:gd name="T12" fmla="*/ 138 w 139"/>
                  <a:gd name="T13" fmla="*/ 1 h 97"/>
                  <a:gd name="T14" fmla="*/ 138 w 139"/>
                  <a:gd name="T15" fmla="*/ 3 h 97"/>
                  <a:gd name="T16" fmla="*/ 48 w 139"/>
                  <a:gd name="T17" fmla="*/ 96 h 97"/>
                  <a:gd name="T18" fmla="*/ 47 w 139"/>
                  <a:gd name="T19" fmla="*/ 97 h 97"/>
                  <a:gd name="T20" fmla="*/ 5 w 139"/>
                  <a:gd name="T21" fmla="*/ 59 h 97"/>
                  <a:gd name="T22" fmla="*/ 47 w 139"/>
                  <a:gd name="T23" fmla="*/ 93 h 97"/>
                  <a:gd name="T24" fmla="*/ 130 w 139"/>
                  <a:gd name="T25" fmla="*/ 6 h 97"/>
                  <a:gd name="T26" fmla="*/ 5 w 139"/>
                  <a:gd name="T27" fmla="*/ 5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9" h="97">
                    <a:moveTo>
                      <a:pt x="47" y="97"/>
                    </a:moveTo>
                    <a:cubicBezTo>
                      <a:pt x="47" y="97"/>
                      <a:pt x="46" y="97"/>
                      <a:pt x="46" y="97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59"/>
                      <a:pt x="0" y="59"/>
                      <a:pt x="0" y="58"/>
                    </a:cubicBezTo>
                    <a:cubicBezTo>
                      <a:pt x="1" y="57"/>
                      <a:pt x="1" y="57"/>
                      <a:pt x="1" y="57"/>
                    </a:cubicBezTo>
                    <a:cubicBezTo>
                      <a:pt x="136" y="0"/>
                      <a:pt x="136" y="0"/>
                      <a:pt x="136" y="0"/>
                    </a:cubicBezTo>
                    <a:cubicBezTo>
                      <a:pt x="137" y="0"/>
                      <a:pt x="138" y="0"/>
                      <a:pt x="138" y="1"/>
                    </a:cubicBezTo>
                    <a:cubicBezTo>
                      <a:pt x="139" y="1"/>
                      <a:pt x="139" y="2"/>
                      <a:pt x="138" y="3"/>
                    </a:cubicBezTo>
                    <a:cubicBezTo>
                      <a:pt x="48" y="96"/>
                      <a:pt x="48" y="96"/>
                      <a:pt x="48" y="96"/>
                    </a:cubicBezTo>
                    <a:cubicBezTo>
                      <a:pt x="48" y="97"/>
                      <a:pt x="47" y="97"/>
                      <a:pt x="47" y="97"/>
                    </a:cubicBezTo>
                    <a:close/>
                    <a:moveTo>
                      <a:pt x="5" y="59"/>
                    </a:moveTo>
                    <a:cubicBezTo>
                      <a:pt x="47" y="93"/>
                      <a:pt x="47" y="93"/>
                      <a:pt x="47" y="93"/>
                    </a:cubicBezTo>
                    <a:cubicBezTo>
                      <a:pt x="130" y="6"/>
                      <a:pt x="130" y="6"/>
                      <a:pt x="130" y="6"/>
                    </a:cubicBezTo>
                    <a:lnTo>
                      <a:pt x="5" y="5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5" name="Freeform 921"/>
              <p:cNvSpPr>
                <a:spLocks noEditPoints="1"/>
              </p:cNvSpPr>
              <p:nvPr userDrawn="1"/>
            </p:nvSpPr>
            <p:spPr bwMode="auto">
              <a:xfrm>
                <a:off x="2281" y="367"/>
                <a:ext cx="116" cy="98"/>
              </a:xfrm>
              <a:custGeom>
                <a:avLst/>
                <a:gdLst>
                  <a:gd name="T0" fmla="*/ 38 w 94"/>
                  <a:gd name="T1" fmla="*/ 79 h 79"/>
                  <a:gd name="T2" fmla="*/ 38 w 94"/>
                  <a:gd name="T3" fmla="*/ 79 h 79"/>
                  <a:gd name="T4" fmla="*/ 36 w 94"/>
                  <a:gd name="T5" fmla="*/ 79 h 79"/>
                  <a:gd name="T6" fmla="*/ 1 w 94"/>
                  <a:gd name="T7" fmla="*/ 13 h 79"/>
                  <a:gd name="T8" fmla="*/ 1 w 94"/>
                  <a:gd name="T9" fmla="*/ 12 h 79"/>
                  <a:gd name="T10" fmla="*/ 2 w 94"/>
                  <a:gd name="T11" fmla="*/ 11 h 79"/>
                  <a:gd name="T12" fmla="*/ 92 w 94"/>
                  <a:gd name="T13" fmla="*/ 0 h 79"/>
                  <a:gd name="T14" fmla="*/ 93 w 94"/>
                  <a:gd name="T15" fmla="*/ 1 h 79"/>
                  <a:gd name="T16" fmla="*/ 93 w 94"/>
                  <a:gd name="T17" fmla="*/ 3 h 79"/>
                  <a:gd name="T18" fmla="*/ 39 w 94"/>
                  <a:gd name="T19" fmla="*/ 79 h 79"/>
                  <a:gd name="T20" fmla="*/ 38 w 94"/>
                  <a:gd name="T21" fmla="*/ 79 h 79"/>
                  <a:gd name="T22" fmla="*/ 5 w 94"/>
                  <a:gd name="T23" fmla="*/ 14 h 79"/>
                  <a:gd name="T24" fmla="*/ 38 w 94"/>
                  <a:gd name="T25" fmla="*/ 75 h 79"/>
                  <a:gd name="T26" fmla="*/ 88 w 94"/>
                  <a:gd name="T27" fmla="*/ 4 h 79"/>
                  <a:gd name="T28" fmla="*/ 5 w 94"/>
                  <a:gd name="T29" fmla="*/ 1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79">
                    <a:moveTo>
                      <a:pt x="38" y="79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6" y="79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3"/>
                      <a:pt x="0" y="12"/>
                      <a:pt x="1" y="12"/>
                    </a:cubicBezTo>
                    <a:cubicBezTo>
                      <a:pt x="1" y="11"/>
                      <a:pt x="1" y="11"/>
                      <a:pt x="2" y="11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2" y="0"/>
                      <a:pt x="93" y="1"/>
                      <a:pt x="93" y="1"/>
                    </a:cubicBezTo>
                    <a:cubicBezTo>
                      <a:pt x="94" y="2"/>
                      <a:pt x="94" y="2"/>
                      <a:pt x="93" y="3"/>
                    </a:cubicBezTo>
                    <a:cubicBezTo>
                      <a:pt x="39" y="79"/>
                      <a:pt x="39" y="79"/>
                      <a:pt x="39" y="79"/>
                    </a:cubicBezTo>
                    <a:cubicBezTo>
                      <a:pt x="39" y="79"/>
                      <a:pt x="38" y="79"/>
                      <a:pt x="38" y="79"/>
                    </a:cubicBezTo>
                    <a:close/>
                    <a:moveTo>
                      <a:pt x="5" y="14"/>
                    </a:moveTo>
                    <a:cubicBezTo>
                      <a:pt x="38" y="75"/>
                      <a:pt x="38" y="75"/>
                      <a:pt x="38" y="75"/>
                    </a:cubicBezTo>
                    <a:cubicBezTo>
                      <a:pt x="88" y="4"/>
                      <a:pt x="88" y="4"/>
                      <a:pt x="88" y="4"/>
                    </a:cubicBezTo>
                    <a:lnTo>
                      <a:pt x="5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6" name="Freeform 922"/>
              <p:cNvSpPr>
                <a:spLocks noEditPoints="1"/>
              </p:cNvSpPr>
              <p:nvPr userDrawn="1"/>
            </p:nvSpPr>
            <p:spPr bwMode="auto">
              <a:xfrm>
                <a:off x="2380" y="-87"/>
                <a:ext cx="115" cy="98"/>
              </a:xfrm>
              <a:custGeom>
                <a:avLst/>
                <a:gdLst>
                  <a:gd name="T0" fmla="*/ 38 w 93"/>
                  <a:gd name="T1" fmla="*/ 79 h 79"/>
                  <a:gd name="T2" fmla="*/ 37 w 93"/>
                  <a:gd name="T3" fmla="*/ 79 h 79"/>
                  <a:gd name="T4" fmla="*/ 36 w 93"/>
                  <a:gd name="T5" fmla="*/ 78 h 79"/>
                  <a:gd name="T6" fmla="*/ 0 w 93"/>
                  <a:gd name="T7" fmla="*/ 13 h 79"/>
                  <a:gd name="T8" fmla="*/ 0 w 93"/>
                  <a:gd name="T9" fmla="*/ 11 h 79"/>
                  <a:gd name="T10" fmla="*/ 1 w 93"/>
                  <a:gd name="T11" fmla="*/ 10 h 79"/>
                  <a:gd name="T12" fmla="*/ 91 w 93"/>
                  <a:gd name="T13" fmla="*/ 0 h 79"/>
                  <a:gd name="T14" fmla="*/ 93 w 93"/>
                  <a:gd name="T15" fmla="*/ 1 h 79"/>
                  <a:gd name="T16" fmla="*/ 93 w 93"/>
                  <a:gd name="T17" fmla="*/ 3 h 79"/>
                  <a:gd name="T18" fmla="*/ 39 w 93"/>
                  <a:gd name="T19" fmla="*/ 78 h 79"/>
                  <a:gd name="T20" fmla="*/ 38 w 93"/>
                  <a:gd name="T21" fmla="*/ 79 h 79"/>
                  <a:gd name="T22" fmla="*/ 4 w 93"/>
                  <a:gd name="T23" fmla="*/ 13 h 79"/>
                  <a:gd name="T24" fmla="*/ 38 w 93"/>
                  <a:gd name="T25" fmla="*/ 74 h 79"/>
                  <a:gd name="T26" fmla="*/ 88 w 93"/>
                  <a:gd name="T27" fmla="*/ 4 h 79"/>
                  <a:gd name="T28" fmla="*/ 4 w 93"/>
                  <a:gd name="T29" fmla="*/ 1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79">
                    <a:moveTo>
                      <a:pt x="38" y="79"/>
                    </a:move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8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2"/>
                      <a:pt x="0" y="12"/>
                      <a:pt x="0" y="11"/>
                    </a:cubicBezTo>
                    <a:cubicBezTo>
                      <a:pt x="0" y="11"/>
                      <a:pt x="1" y="10"/>
                      <a:pt x="1" y="1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92" y="0"/>
                      <a:pt x="92" y="0"/>
                      <a:pt x="93" y="1"/>
                    </a:cubicBezTo>
                    <a:cubicBezTo>
                      <a:pt x="93" y="1"/>
                      <a:pt x="93" y="2"/>
                      <a:pt x="93" y="3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79"/>
                      <a:pt x="38" y="79"/>
                      <a:pt x="38" y="79"/>
                    </a:cubicBezTo>
                    <a:close/>
                    <a:moveTo>
                      <a:pt x="4" y="13"/>
                    </a:moveTo>
                    <a:cubicBezTo>
                      <a:pt x="38" y="74"/>
                      <a:pt x="38" y="74"/>
                      <a:pt x="38" y="74"/>
                    </a:cubicBezTo>
                    <a:cubicBezTo>
                      <a:pt x="88" y="4"/>
                      <a:pt x="88" y="4"/>
                      <a:pt x="88" y="4"/>
                    </a:cubicBezTo>
                    <a:lnTo>
                      <a:pt x="4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7" name="Freeform 923"/>
              <p:cNvSpPr>
                <a:spLocks noEditPoints="1"/>
              </p:cNvSpPr>
              <p:nvPr userDrawn="1"/>
            </p:nvSpPr>
            <p:spPr bwMode="auto">
              <a:xfrm>
                <a:off x="2830" y="758"/>
                <a:ext cx="99" cy="82"/>
              </a:xfrm>
              <a:custGeom>
                <a:avLst/>
                <a:gdLst>
                  <a:gd name="T0" fmla="*/ 48 w 80"/>
                  <a:gd name="T1" fmla="*/ 66 h 66"/>
                  <a:gd name="T2" fmla="*/ 47 w 80"/>
                  <a:gd name="T3" fmla="*/ 65 h 66"/>
                  <a:gd name="T4" fmla="*/ 0 w 80"/>
                  <a:gd name="T5" fmla="*/ 3 h 66"/>
                  <a:gd name="T6" fmla="*/ 0 w 80"/>
                  <a:gd name="T7" fmla="*/ 1 h 66"/>
                  <a:gd name="T8" fmla="*/ 2 w 80"/>
                  <a:gd name="T9" fmla="*/ 1 h 66"/>
                  <a:gd name="T10" fmla="*/ 79 w 80"/>
                  <a:gd name="T11" fmla="*/ 20 h 66"/>
                  <a:gd name="T12" fmla="*/ 80 w 80"/>
                  <a:gd name="T13" fmla="*/ 21 h 66"/>
                  <a:gd name="T14" fmla="*/ 80 w 80"/>
                  <a:gd name="T15" fmla="*/ 22 h 66"/>
                  <a:gd name="T16" fmla="*/ 50 w 80"/>
                  <a:gd name="T17" fmla="*/ 65 h 66"/>
                  <a:gd name="T18" fmla="*/ 48 w 80"/>
                  <a:gd name="T19" fmla="*/ 66 h 66"/>
                  <a:gd name="T20" fmla="*/ 6 w 80"/>
                  <a:gd name="T21" fmla="*/ 5 h 66"/>
                  <a:gd name="T22" fmla="*/ 48 w 80"/>
                  <a:gd name="T23" fmla="*/ 61 h 66"/>
                  <a:gd name="T24" fmla="*/ 75 w 80"/>
                  <a:gd name="T25" fmla="*/ 22 h 66"/>
                  <a:gd name="T26" fmla="*/ 6 w 80"/>
                  <a:gd name="T27" fmla="*/ 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66">
                    <a:moveTo>
                      <a:pt x="48" y="66"/>
                    </a:moveTo>
                    <a:cubicBezTo>
                      <a:pt x="48" y="66"/>
                      <a:pt x="47" y="66"/>
                      <a:pt x="47" y="6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1"/>
                    </a:cubicBezTo>
                    <a:cubicBezTo>
                      <a:pt x="79" y="20"/>
                      <a:pt x="79" y="20"/>
                      <a:pt x="79" y="20"/>
                    </a:cubicBezTo>
                    <a:cubicBezTo>
                      <a:pt x="79" y="20"/>
                      <a:pt x="80" y="20"/>
                      <a:pt x="80" y="21"/>
                    </a:cubicBezTo>
                    <a:cubicBezTo>
                      <a:pt x="80" y="21"/>
                      <a:pt x="80" y="22"/>
                      <a:pt x="80" y="22"/>
                    </a:cubicBezTo>
                    <a:cubicBezTo>
                      <a:pt x="50" y="65"/>
                      <a:pt x="50" y="65"/>
                      <a:pt x="50" y="65"/>
                    </a:cubicBezTo>
                    <a:cubicBezTo>
                      <a:pt x="49" y="66"/>
                      <a:pt x="49" y="66"/>
                      <a:pt x="48" y="66"/>
                    </a:cubicBezTo>
                    <a:close/>
                    <a:moveTo>
                      <a:pt x="6" y="5"/>
                    </a:moveTo>
                    <a:cubicBezTo>
                      <a:pt x="48" y="61"/>
                      <a:pt x="48" y="61"/>
                      <a:pt x="48" y="61"/>
                    </a:cubicBezTo>
                    <a:cubicBezTo>
                      <a:pt x="75" y="22"/>
                      <a:pt x="75" y="22"/>
                      <a:pt x="75" y="22"/>
                    </a:cubicBezTo>
                    <a:lnTo>
                      <a:pt x="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8" name="Freeform 924"/>
              <p:cNvSpPr>
                <a:spLocks noEditPoints="1"/>
              </p:cNvSpPr>
              <p:nvPr userDrawn="1"/>
            </p:nvSpPr>
            <p:spPr bwMode="auto">
              <a:xfrm>
                <a:off x="2830" y="835"/>
                <a:ext cx="68" cy="98"/>
              </a:xfrm>
              <a:custGeom>
                <a:avLst/>
                <a:gdLst>
                  <a:gd name="T0" fmla="*/ 53 w 55"/>
                  <a:gd name="T1" fmla="*/ 79 h 79"/>
                  <a:gd name="T2" fmla="*/ 53 w 55"/>
                  <a:gd name="T3" fmla="*/ 79 h 79"/>
                  <a:gd name="T4" fmla="*/ 1 w 55"/>
                  <a:gd name="T5" fmla="*/ 64 h 79"/>
                  <a:gd name="T6" fmla="*/ 0 w 55"/>
                  <a:gd name="T7" fmla="*/ 63 h 79"/>
                  <a:gd name="T8" fmla="*/ 0 w 55"/>
                  <a:gd name="T9" fmla="*/ 62 h 79"/>
                  <a:gd name="T10" fmla="*/ 47 w 55"/>
                  <a:gd name="T11" fmla="*/ 1 h 79"/>
                  <a:gd name="T12" fmla="*/ 49 w 55"/>
                  <a:gd name="T13" fmla="*/ 1 h 79"/>
                  <a:gd name="T14" fmla="*/ 50 w 55"/>
                  <a:gd name="T15" fmla="*/ 2 h 79"/>
                  <a:gd name="T16" fmla="*/ 55 w 55"/>
                  <a:gd name="T17" fmla="*/ 78 h 79"/>
                  <a:gd name="T18" fmla="*/ 54 w 55"/>
                  <a:gd name="T19" fmla="*/ 79 h 79"/>
                  <a:gd name="T20" fmla="*/ 53 w 55"/>
                  <a:gd name="T21" fmla="*/ 79 h 79"/>
                  <a:gd name="T22" fmla="*/ 4 w 55"/>
                  <a:gd name="T23" fmla="*/ 62 h 79"/>
                  <a:gd name="T24" fmla="*/ 52 w 55"/>
                  <a:gd name="T25" fmla="*/ 75 h 79"/>
                  <a:gd name="T26" fmla="*/ 47 w 55"/>
                  <a:gd name="T27" fmla="*/ 7 h 79"/>
                  <a:gd name="T28" fmla="*/ 4 w 55"/>
                  <a:gd name="T29" fmla="*/ 6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5" h="79">
                    <a:moveTo>
                      <a:pt x="53" y="79"/>
                    </a:moveTo>
                    <a:cubicBezTo>
                      <a:pt x="53" y="79"/>
                      <a:pt x="53" y="79"/>
                      <a:pt x="53" y="79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0" y="63"/>
                      <a:pt x="0" y="62"/>
                      <a:pt x="0" y="62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1"/>
                      <a:pt x="48" y="0"/>
                      <a:pt x="49" y="1"/>
                    </a:cubicBezTo>
                    <a:cubicBezTo>
                      <a:pt x="49" y="1"/>
                      <a:pt x="50" y="1"/>
                      <a:pt x="50" y="2"/>
                    </a:cubicBezTo>
                    <a:cubicBezTo>
                      <a:pt x="55" y="78"/>
                      <a:pt x="55" y="78"/>
                      <a:pt x="55" y="78"/>
                    </a:cubicBezTo>
                    <a:cubicBezTo>
                      <a:pt x="55" y="78"/>
                      <a:pt x="55" y="79"/>
                      <a:pt x="54" y="79"/>
                    </a:cubicBezTo>
                    <a:cubicBezTo>
                      <a:pt x="54" y="79"/>
                      <a:pt x="54" y="79"/>
                      <a:pt x="53" y="79"/>
                    </a:cubicBezTo>
                    <a:close/>
                    <a:moveTo>
                      <a:pt x="4" y="62"/>
                    </a:moveTo>
                    <a:cubicBezTo>
                      <a:pt x="52" y="75"/>
                      <a:pt x="52" y="75"/>
                      <a:pt x="52" y="75"/>
                    </a:cubicBezTo>
                    <a:cubicBezTo>
                      <a:pt x="47" y="7"/>
                      <a:pt x="47" y="7"/>
                      <a:pt x="47" y="7"/>
                    </a:cubicBez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9" name="Freeform 925"/>
              <p:cNvSpPr>
                <a:spLocks noEditPoints="1"/>
              </p:cNvSpPr>
              <p:nvPr userDrawn="1"/>
            </p:nvSpPr>
            <p:spPr bwMode="auto">
              <a:xfrm>
                <a:off x="2855" y="929"/>
                <a:ext cx="90" cy="51"/>
              </a:xfrm>
              <a:custGeom>
                <a:avLst/>
                <a:gdLst>
                  <a:gd name="T0" fmla="*/ 1 w 73"/>
                  <a:gd name="T1" fmla="*/ 41 h 41"/>
                  <a:gd name="T2" fmla="*/ 0 w 73"/>
                  <a:gd name="T3" fmla="*/ 40 h 41"/>
                  <a:gd name="T4" fmla="*/ 0 w 73"/>
                  <a:gd name="T5" fmla="*/ 38 h 41"/>
                  <a:gd name="T6" fmla="*/ 32 w 73"/>
                  <a:gd name="T7" fmla="*/ 1 h 41"/>
                  <a:gd name="T8" fmla="*/ 34 w 73"/>
                  <a:gd name="T9" fmla="*/ 0 h 41"/>
                  <a:gd name="T10" fmla="*/ 72 w 73"/>
                  <a:gd name="T11" fmla="*/ 22 h 41"/>
                  <a:gd name="T12" fmla="*/ 73 w 73"/>
                  <a:gd name="T13" fmla="*/ 23 h 41"/>
                  <a:gd name="T14" fmla="*/ 72 w 73"/>
                  <a:gd name="T15" fmla="*/ 25 h 41"/>
                  <a:gd name="T16" fmla="*/ 2 w 73"/>
                  <a:gd name="T17" fmla="*/ 41 h 41"/>
                  <a:gd name="T18" fmla="*/ 1 w 73"/>
                  <a:gd name="T19" fmla="*/ 41 h 41"/>
                  <a:gd name="T20" fmla="*/ 34 w 73"/>
                  <a:gd name="T21" fmla="*/ 4 h 41"/>
                  <a:gd name="T22" fmla="*/ 6 w 73"/>
                  <a:gd name="T23" fmla="*/ 37 h 41"/>
                  <a:gd name="T24" fmla="*/ 67 w 73"/>
                  <a:gd name="T25" fmla="*/ 22 h 41"/>
                  <a:gd name="T26" fmla="*/ 34 w 73"/>
                  <a:gd name="T2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41">
                    <a:moveTo>
                      <a:pt x="1" y="41"/>
                    </a:moveTo>
                    <a:cubicBezTo>
                      <a:pt x="1" y="41"/>
                      <a:pt x="0" y="41"/>
                      <a:pt x="0" y="40"/>
                    </a:cubicBezTo>
                    <a:cubicBezTo>
                      <a:pt x="0" y="40"/>
                      <a:pt x="0" y="39"/>
                      <a:pt x="0" y="38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3" y="0"/>
                      <a:pt x="34" y="0"/>
                      <a:pt x="34" y="0"/>
                    </a:cubicBezTo>
                    <a:cubicBezTo>
                      <a:pt x="72" y="22"/>
                      <a:pt x="72" y="22"/>
                      <a:pt x="72" y="22"/>
                    </a:cubicBezTo>
                    <a:cubicBezTo>
                      <a:pt x="73" y="22"/>
                      <a:pt x="73" y="23"/>
                      <a:pt x="73" y="23"/>
                    </a:cubicBezTo>
                    <a:cubicBezTo>
                      <a:pt x="73" y="24"/>
                      <a:pt x="72" y="25"/>
                      <a:pt x="72" y="25"/>
                    </a:cubicBezTo>
                    <a:cubicBezTo>
                      <a:pt x="2" y="41"/>
                      <a:pt x="2" y="41"/>
                      <a:pt x="2" y="41"/>
                    </a:cubicBezTo>
                    <a:lnTo>
                      <a:pt x="1" y="41"/>
                    </a:lnTo>
                    <a:close/>
                    <a:moveTo>
                      <a:pt x="34" y="4"/>
                    </a:moveTo>
                    <a:cubicBezTo>
                      <a:pt x="6" y="37"/>
                      <a:pt x="6" y="37"/>
                      <a:pt x="6" y="37"/>
                    </a:cubicBezTo>
                    <a:cubicBezTo>
                      <a:pt x="67" y="22"/>
                      <a:pt x="67" y="22"/>
                      <a:pt x="67" y="22"/>
                    </a:cubicBezTo>
                    <a:lnTo>
                      <a:pt x="3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0" name="Freeform 926"/>
              <p:cNvSpPr>
                <a:spLocks noEditPoints="1"/>
              </p:cNvSpPr>
              <p:nvPr userDrawn="1"/>
            </p:nvSpPr>
            <p:spPr bwMode="auto">
              <a:xfrm>
                <a:off x="2830" y="653"/>
                <a:ext cx="99" cy="134"/>
              </a:xfrm>
              <a:custGeom>
                <a:avLst/>
                <a:gdLst>
                  <a:gd name="T0" fmla="*/ 78 w 80"/>
                  <a:gd name="T1" fmla="*/ 108 h 108"/>
                  <a:gd name="T2" fmla="*/ 78 w 80"/>
                  <a:gd name="T3" fmla="*/ 108 h 108"/>
                  <a:gd name="T4" fmla="*/ 1 w 80"/>
                  <a:gd name="T5" fmla="*/ 89 h 108"/>
                  <a:gd name="T6" fmla="*/ 0 w 80"/>
                  <a:gd name="T7" fmla="*/ 88 h 108"/>
                  <a:gd name="T8" fmla="*/ 0 w 80"/>
                  <a:gd name="T9" fmla="*/ 86 h 108"/>
                  <a:gd name="T10" fmla="*/ 42 w 80"/>
                  <a:gd name="T11" fmla="*/ 1 h 108"/>
                  <a:gd name="T12" fmla="*/ 44 w 80"/>
                  <a:gd name="T13" fmla="*/ 1 h 108"/>
                  <a:gd name="T14" fmla="*/ 45 w 80"/>
                  <a:gd name="T15" fmla="*/ 2 h 108"/>
                  <a:gd name="T16" fmla="*/ 80 w 80"/>
                  <a:gd name="T17" fmla="*/ 106 h 108"/>
                  <a:gd name="T18" fmla="*/ 79 w 80"/>
                  <a:gd name="T19" fmla="*/ 108 h 108"/>
                  <a:gd name="T20" fmla="*/ 78 w 80"/>
                  <a:gd name="T21" fmla="*/ 108 h 108"/>
                  <a:gd name="T22" fmla="*/ 4 w 80"/>
                  <a:gd name="T23" fmla="*/ 86 h 108"/>
                  <a:gd name="T24" fmla="*/ 76 w 80"/>
                  <a:gd name="T25" fmla="*/ 104 h 108"/>
                  <a:gd name="T26" fmla="*/ 43 w 80"/>
                  <a:gd name="T27" fmla="*/ 7 h 108"/>
                  <a:gd name="T28" fmla="*/ 4 w 80"/>
                  <a:gd name="T29" fmla="*/ 8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108">
                    <a:moveTo>
                      <a:pt x="78" y="108"/>
                    </a:moveTo>
                    <a:cubicBezTo>
                      <a:pt x="78" y="108"/>
                      <a:pt x="78" y="108"/>
                      <a:pt x="78" y="108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0" y="89"/>
                      <a:pt x="0" y="88"/>
                      <a:pt x="0" y="88"/>
                    </a:cubicBezTo>
                    <a:cubicBezTo>
                      <a:pt x="0" y="87"/>
                      <a:pt x="0" y="87"/>
                      <a:pt x="0" y="86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42" y="1"/>
                      <a:pt x="43" y="0"/>
                      <a:pt x="44" y="1"/>
                    </a:cubicBezTo>
                    <a:cubicBezTo>
                      <a:pt x="44" y="1"/>
                      <a:pt x="45" y="1"/>
                      <a:pt x="45" y="2"/>
                    </a:cubicBezTo>
                    <a:cubicBezTo>
                      <a:pt x="80" y="106"/>
                      <a:pt x="80" y="106"/>
                      <a:pt x="80" y="106"/>
                    </a:cubicBezTo>
                    <a:cubicBezTo>
                      <a:pt x="80" y="106"/>
                      <a:pt x="80" y="107"/>
                      <a:pt x="79" y="108"/>
                    </a:cubicBezTo>
                    <a:cubicBezTo>
                      <a:pt x="79" y="108"/>
                      <a:pt x="79" y="108"/>
                      <a:pt x="78" y="108"/>
                    </a:cubicBezTo>
                    <a:close/>
                    <a:moveTo>
                      <a:pt x="4" y="86"/>
                    </a:moveTo>
                    <a:cubicBezTo>
                      <a:pt x="76" y="104"/>
                      <a:pt x="76" y="104"/>
                      <a:pt x="76" y="104"/>
                    </a:cubicBezTo>
                    <a:cubicBezTo>
                      <a:pt x="43" y="7"/>
                      <a:pt x="43" y="7"/>
                      <a:pt x="43" y="7"/>
                    </a:cubicBezTo>
                    <a:lnTo>
                      <a:pt x="4" y="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1" name="Freeform 927"/>
              <p:cNvSpPr>
                <a:spLocks noEditPoints="1"/>
              </p:cNvSpPr>
              <p:nvPr userDrawn="1"/>
            </p:nvSpPr>
            <p:spPr bwMode="auto">
              <a:xfrm>
                <a:off x="2782" y="604"/>
                <a:ext cx="104" cy="54"/>
              </a:xfrm>
              <a:custGeom>
                <a:avLst/>
                <a:gdLst>
                  <a:gd name="T0" fmla="*/ 83 w 84"/>
                  <a:gd name="T1" fmla="*/ 44 h 44"/>
                  <a:gd name="T2" fmla="*/ 2 w 84"/>
                  <a:gd name="T3" fmla="*/ 44 h 44"/>
                  <a:gd name="T4" fmla="*/ 0 w 84"/>
                  <a:gd name="T5" fmla="*/ 43 h 44"/>
                  <a:gd name="T6" fmla="*/ 1 w 84"/>
                  <a:gd name="T7" fmla="*/ 41 h 44"/>
                  <a:gd name="T8" fmla="*/ 66 w 84"/>
                  <a:gd name="T9" fmla="*/ 0 h 44"/>
                  <a:gd name="T10" fmla="*/ 68 w 84"/>
                  <a:gd name="T11" fmla="*/ 0 h 44"/>
                  <a:gd name="T12" fmla="*/ 69 w 84"/>
                  <a:gd name="T13" fmla="*/ 1 h 44"/>
                  <a:gd name="T14" fmla="*/ 84 w 84"/>
                  <a:gd name="T15" fmla="*/ 42 h 44"/>
                  <a:gd name="T16" fmla="*/ 84 w 84"/>
                  <a:gd name="T17" fmla="*/ 43 h 44"/>
                  <a:gd name="T18" fmla="*/ 83 w 84"/>
                  <a:gd name="T19" fmla="*/ 44 h 44"/>
                  <a:gd name="T20" fmla="*/ 7 w 84"/>
                  <a:gd name="T21" fmla="*/ 41 h 44"/>
                  <a:gd name="T22" fmla="*/ 80 w 84"/>
                  <a:gd name="T23" fmla="*/ 41 h 44"/>
                  <a:gd name="T24" fmla="*/ 66 w 84"/>
                  <a:gd name="T25" fmla="*/ 4 h 44"/>
                  <a:gd name="T26" fmla="*/ 7 w 84"/>
                  <a:gd name="T27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44">
                    <a:moveTo>
                      <a:pt x="83" y="44"/>
                    </a:moveTo>
                    <a:cubicBezTo>
                      <a:pt x="2" y="44"/>
                      <a:pt x="2" y="44"/>
                      <a:pt x="2" y="44"/>
                    </a:cubicBezTo>
                    <a:cubicBezTo>
                      <a:pt x="1" y="44"/>
                      <a:pt x="0" y="43"/>
                      <a:pt x="0" y="43"/>
                    </a:cubicBezTo>
                    <a:cubicBezTo>
                      <a:pt x="0" y="42"/>
                      <a:pt x="0" y="41"/>
                      <a:pt x="1" y="41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7" y="0"/>
                      <a:pt x="67" y="0"/>
                      <a:pt x="68" y="0"/>
                    </a:cubicBezTo>
                    <a:cubicBezTo>
                      <a:pt x="68" y="0"/>
                      <a:pt x="68" y="1"/>
                      <a:pt x="69" y="1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84" y="42"/>
                      <a:pt x="84" y="43"/>
                      <a:pt x="84" y="43"/>
                    </a:cubicBezTo>
                    <a:cubicBezTo>
                      <a:pt x="84" y="44"/>
                      <a:pt x="83" y="44"/>
                      <a:pt x="83" y="44"/>
                    </a:cubicBezTo>
                    <a:close/>
                    <a:moveTo>
                      <a:pt x="7" y="41"/>
                    </a:moveTo>
                    <a:cubicBezTo>
                      <a:pt x="80" y="41"/>
                      <a:pt x="80" y="41"/>
                      <a:pt x="80" y="41"/>
                    </a:cubicBezTo>
                    <a:cubicBezTo>
                      <a:pt x="66" y="4"/>
                      <a:pt x="66" y="4"/>
                      <a:pt x="66" y="4"/>
                    </a:cubicBezTo>
                    <a:lnTo>
                      <a:pt x="7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2" name="Freeform 928"/>
              <p:cNvSpPr>
                <a:spLocks noEditPoints="1"/>
              </p:cNvSpPr>
              <p:nvPr userDrawn="1"/>
            </p:nvSpPr>
            <p:spPr bwMode="auto">
              <a:xfrm>
                <a:off x="2830" y="911"/>
                <a:ext cx="68" cy="69"/>
              </a:xfrm>
              <a:custGeom>
                <a:avLst/>
                <a:gdLst>
                  <a:gd name="T0" fmla="*/ 21 w 55"/>
                  <a:gd name="T1" fmla="*/ 56 h 56"/>
                  <a:gd name="T2" fmla="*/ 21 w 55"/>
                  <a:gd name="T3" fmla="*/ 56 h 56"/>
                  <a:gd name="T4" fmla="*/ 20 w 55"/>
                  <a:gd name="T5" fmla="*/ 55 h 56"/>
                  <a:gd name="T6" fmla="*/ 0 w 55"/>
                  <a:gd name="T7" fmla="*/ 2 h 56"/>
                  <a:gd name="T8" fmla="*/ 0 w 55"/>
                  <a:gd name="T9" fmla="*/ 1 h 56"/>
                  <a:gd name="T10" fmla="*/ 2 w 55"/>
                  <a:gd name="T11" fmla="*/ 0 h 56"/>
                  <a:gd name="T12" fmla="*/ 54 w 55"/>
                  <a:gd name="T13" fmla="*/ 15 h 56"/>
                  <a:gd name="T14" fmla="*/ 55 w 55"/>
                  <a:gd name="T15" fmla="*/ 16 h 56"/>
                  <a:gd name="T16" fmla="*/ 55 w 55"/>
                  <a:gd name="T17" fmla="*/ 18 h 56"/>
                  <a:gd name="T18" fmla="*/ 23 w 55"/>
                  <a:gd name="T19" fmla="*/ 56 h 56"/>
                  <a:gd name="T20" fmla="*/ 21 w 55"/>
                  <a:gd name="T21" fmla="*/ 56 h 56"/>
                  <a:gd name="T22" fmla="*/ 4 w 55"/>
                  <a:gd name="T23" fmla="*/ 4 h 56"/>
                  <a:gd name="T24" fmla="*/ 22 w 55"/>
                  <a:gd name="T25" fmla="*/ 51 h 56"/>
                  <a:gd name="T26" fmla="*/ 50 w 55"/>
                  <a:gd name="T27" fmla="*/ 18 h 56"/>
                  <a:gd name="T28" fmla="*/ 4 w 55"/>
                  <a:gd name="T29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5" h="56">
                    <a:moveTo>
                      <a:pt x="21" y="56"/>
                    </a:move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6"/>
                      <a:pt x="20" y="56"/>
                      <a:pt x="20" y="5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5" y="16"/>
                      <a:pt x="55" y="16"/>
                    </a:cubicBezTo>
                    <a:cubicBezTo>
                      <a:pt x="55" y="17"/>
                      <a:pt x="55" y="17"/>
                      <a:pt x="55" y="18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6"/>
                      <a:pt x="22" y="56"/>
                      <a:pt x="21" y="56"/>
                    </a:cubicBezTo>
                    <a:close/>
                    <a:moveTo>
                      <a:pt x="4" y="4"/>
                    </a:moveTo>
                    <a:cubicBezTo>
                      <a:pt x="22" y="51"/>
                      <a:pt x="22" y="51"/>
                      <a:pt x="22" y="51"/>
                    </a:cubicBezTo>
                    <a:cubicBezTo>
                      <a:pt x="50" y="18"/>
                      <a:pt x="50" y="18"/>
                      <a:pt x="50" y="18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3" name="Freeform 929"/>
              <p:cNvSpPr>
                <a:spLocks noEditPoints="1"/>
              </p:cNvSpPr>
              <p:nvPr userDrawn="1"/>
            </p:nvSpPr>
            <p:spPr bwMode="auto">
              <a:xfrm>
                <a:off x="2942" y="916"/>
                <a:ext cx="80" cy="44"/>
              </a:xfrm>
              <a:custGeom>
                <a:avLst/>
                <a:gdLst>
                  <a:gd name="T0" fmla="*/ 1 w 65"/>
                  <a:gd name="T1" fmla="*/ 36 h 36"/>
                  <a:gd name="T2" fmla="*/ 0 w 65"/>
                  <a:gd name="T3" fmla="*/ 35 h 36"/>
                  <a:gd name="T4" fmla="*/ 0 w 65"/>
                  <a:gd name="T5" fmla="*/ 33 h 36"/>
                  <a:gd name="T6" fmla="*/ 21 w 65"/>
                  <a:gd name="T7" fmla="*/ 1 h 36"/>
                  <a:gd name="T8" fmla="*/ 23 w 65"/>
                  <a:gd name="T9" fmla="*/ 1 h 36"/>
                  <a:gd name="T10" fmla="*/ 64 w 65"/>
                  <a:gd name="T11" fmla="*/ 22 h 36"/>
                  <a:gd name="T12" fmla="*/ 65 w 65"/>
                  <a:gd name="T13" fmla="*/ 24 h 36"/>
                  <a:gd name="T14" fmla="*/ 63 w 65"/>
                  <a:gd name="T15" fmla="*/ 25 h 36"/>
                  <a:gd name="T16" fmla="*/ 2 w 65"/>
                  <a:gd name="T17" fmla="*/ 36 h 36"/>
                  <a:gd name="T18" fmla="*/ 1 w 65"/>
                  <a:gd name="T19" fmla="*/ 36 h 36"/>
                  <a:gd name="T20" fmla="*/ 23 w 65"/>
                  <a:gd name="T21" fmla="*/ 4 h 36"/>
                  <a:gd name="T22" fmla="*/ 5 w 65"/>
                  <a:gd name="T23" fmla="*/ 32 h 36"/>
                  <a:gd name="T24" fmla="*/ 58 w 65"/>
                  <a:gd name="T25" fmla="*/ 23 h 36"/>
                  <a:gd name="T26" fmla="*/ 23 w 65"/>
                  <a:gd name="T27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36">
                    <a:moveTo>
                      <a:pt x="1" y="36"/>
                    </a:moveTo>
                    <a:cubicBezTo>
                      <a:pt x="1" y="36"/>
                      <a:pt x="0" y="36"/>
                      <a:pt x="0" y="35"/>
                    </a:cubicBezTo>
                    <a:cubicBezTo>
                      <a:pt x="0" y="35"/>
                      <a:pt x="0" y="34"/>
                      <a:pt x="0" y="33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22"/>
                      <a:pt x="65" y="23"/>
                      <a:pt x="65" y="24"/>
                    </a:cubicBezTo>
                    <a:cubicBezTo>
                      <a:pt x="65" y="24"/>
                      <a:pt x="64" y="25"/>
                      <a:pt x="63" y="25"/>
                    </a:cubicBezTo>
                    <a:cubicBezTo>
                      <a:pt x="2" y="36"/>
                      <a:pt x="2" y="36"/>
                      <a:pt x="2" y="36"/>
                    </a:cubicBezTo>
                    <a:lnTo>
                      <a:pt x="1" y="36"/>
                    </a:lnTo>
                    <a:close/>
                    <a:moveTo>
                      <a:pt x="23" y="4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58" y="23"/>
                      <a:pt x="58" y="23"/>
                      <a:pt x="58" y="23"/>
                    </a:cubicBezTo>
                    <a:lnTo>
                      <a:pt x="2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4" name="Freeform 930"/>
              <p:cNvSpPr>
                <a:spLocks noEditPoints="1"/>
              </p:cNvSpPr>
              <p:nvPr userDrawn="1"/>
            </p:nvSpPr>
            <p:spPr bwMode="auto">
              <a:xfrm>
                <a:off x="3156" y="1015"/>
                <a:ext cx="105" cy="121"/>
              </a:xfrm>
              <a:custGeom>
                <a:avLst/>
                <a:gdLst>
                  <a:gd name="T0" fmla="*/ 42 w 85"/>
                  <a:gd name="T1" fmla="*/ 98 h 98"/>
                  <a:gd name="T2" fmla="*/ 41 w 85"/>
                  <a:gd name="T3" fmla="*/ 97 h 98"/>
                  <a:gd name="T4" fmla="*/ 0 w 85"/>
                  <a:gd name="T5" fmla="*/ 2 h 98"/>
                  <a:gd name="T6" fmla="*/ 1 w 85"/>
                  <a:gd name="T7" fmla="*/ 0 h 98"/>
                  <a:gd name="T8" fmla="*/ 3 w 85"/>
                  <a:gd name="T9" fmla="*/ 1 h 98"/>
                  <a:gd name="T10" fmla="*/ 84 w 85"/>
                  <a:gd name="T11" fmla="*/ 86 h 98"/>
                  <a:gd name="T12" fmla="*/ 85 w 85"/>
                  <a:gd name="T13" fmla="*/ 87 h 98"/>
                  <a:gd name="T14" fmla="*/ 83 w 85"/>
                  <a:gd name="T15" fmla="*/ 89 h 98"/>
                  <a:gd name="T16" fmla="*/ 43 w 85"/>
                  <a:gd name="T17" fmla="*/ 98 h 98"/>
                  <a:gd name="T18" fmla="*/ 42 w 85"/>
                  <a:gd name="T19" fmla="*/ 98 h 98"/>
                  <a:gd name="T20" fmla="*/ 7 w 85"/>
                  <a:gd name="T21" fmla="*/ 10 h 98"/>
                  <a:gd name="T22" fmla="*/ 43 w 85"/>
                  <a:gd name="T23" fmla="*/ 94 h 98"/>
                  <a:gd name="T24" fmla="*/ 80 w 85"/>
                  <a:gd name="T25" fmla="*/ 86 h 98"/>
                  <a:gd name="T26" fmla="*/ 7 w 85"/>
                  <a:gd name="T27" fmla="*/ 1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98">
                    <a:moveTo>
                      <a:pt x="42" y="98"/>
                    </a:moveTo>
                    <a:cubicBezTo>
                      <a:pt x="42" y="98"/>
                      <a:pt x="41" y="97"/>
                      <a:pt x="41" y="97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84" y="86"/>
                      <a:pt x="84" y="86"/>
                      <a:pt x="84" y="86"/>
                    </a:cubicBezTo>
                    <a:cubicBezTo>
                      <a:pt x="85" y="86"/>
                      <a:pt x="85" y="87"/>
                      <a:pt x="85" y="87"/>
                    </a:cubicBezTo>
                    <a:cubicBezTo>
                      <a:pt x="84" y="88"/>
                      <a:pt x="84" y="88"/>
                      <a:pt x="83" y="89"/>
                    </a:cubicBezTo>
                    <a:cubicBezTo>
                      <a:pt x="43" y="98"/>
                      <a:pt x="43" y="98"/>
                      <a:pt x="43" y="98"/>
                    </a:cubicBezTo>
                    <a:lnTo>
                      <a:pt x="42" y="98"/>
                    </a:lnTo>
                    <a:close/>
                    <a:moveTo>
                      <a:pt x="7" y="10"/>
                    </a:moveTo>
                    <a:cubicBezTo>
                      <a:pt x="43" y="94"/>
                      <a:pt x="43" y="94"/>
                      <a:pt x="43" y="94"/>
                    </a:cubicBezTo>
                    <a:cubicBezTo>
                      <a:pt x="80" y="86"/>
                      <a:pt x="80" y="86"/>
                      <a:pt x="80" y="86"/>
                    </a:cubicBezTo>
                    <a:lnTo>
                      <a:pt x="7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5" name="Freeform 931"/>
              <p:cNvSpPr>
                <a:spLocks noEditPoints="1"/>
              </p:cNvSpPr>
              <p:nvPr userDrawn="1"/>
            </p:nvSpPr>
            <p:spPr bwMode="auto">
              <a:xfrm>
                <a:off x="3205" y="1120"/>
                <a:ext cx="56" cy="129"/>
              </a:xfrm>
              <a:custGeom>
                <a:avLst/>
                <a:gdLst>
                  <a:gd name="T0" fmla="*/ 19 w 45"/>
                  <a:gd name="T1" fmla="*/ 104 h 104"/>
                  <a:gd name="T2" fmla="*/ 19 w 45"/>
                  <a:gd name="T3" fmla="*/ 104 h 104"/>
                  <a:gd name="T4" fmla="*/ 17 w 45"/>
                  <a:gd name="T5" fmla="*/ 102 h 104"/>
                  <a:gd name="T6" fmla="*/ 1 w 45"/>
                  <a:gd name="T7" fmla="*/ 11 h 104"/>
                  <a:gd name="T8" fmla="*/ 2 w 45"/>
                  <a:gd name="T9" fmla="*/ 9 h 104"/>
                  <a:gd name="T10" fmla="*/ 43 w 45"/>
                  <a:gd name="T11" fmla="*/ 0 h 104"/>
                  <a:gd name="T12" fmla="*/ 44 w 45"/>
                  <a:gd name="T13" fmla="*/ 1 h 104"/>
                  <a:gd name="T14" fmla="*/ 45 w 45"/>
                  <a:gd name="T15" fmla="*/ 2 h 104"/>
                  <a:gd name="T16" fmla="*/ 21 w 45"/>
                  <a:gd name="T17" fmla="*/ 102 h 104"/>
                  <a:gd name="T18" fmla="*/ 19 w 45"/>
                  <a:gd name="T19" fmla="*/ 104 h 104"/>
                  <a:gd name="T20" fmla="*/ 4 w 45"/>
                  <a:gd name="T21" fmla="*/ 12 h 104"/>
                  <a:gd name="T22" fmla="*/ 19 w 45"/>
                  <a:gd name="T23" fmla="*/ 94 h 104"/>
                  <a:gd name="T24" fmla="*/ 41 w 45"/>
                  <a:gd name="T25" fmla="*/ 4 h 104"/>
                  <a:gd name="T26" fmla="*/ 4 w 45"/>
                  <a:gd name="T27" fmla="*/ 1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5" h="104">
                    <a:moveTo>
                      <a:pt x="19" y="104"/>
                    </a:moveTo>
                    <a:cubicBezTo>
                      <a:pt x="19" y="104"/>
                      <a:pt x="19" y="104"/>
                      <a:pt x="19" y="104"/>
                    </a:cubicBezTo>
                    <a:cubicBezTo>
                      <a:pt x="18" y="104"/>
                      <a:pt x="17" y="103"/>
                      <a:pt x="17" y="10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0" y="10"/>
                      <a:pt x="1" y="10"/>
                      <a:pt x="2" y="9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0"/>
                      <a:pt x="44" y="0"/>
                      <a:pt x="44" y="1"/>
                    </a:cubicBezTo>
                    <a:cubicBezTo>
                      <a:pt x="45" y="1"/>
                      <a:pt x="45" y="2"/>
                      <a:pt x="45" y="2"/>
                    </a:cubicBezTo>
                    <a:cubicBezTo>
                      <a:pt x="21" y="102"/>
                      <a:pt x="21" y="102"/>
                      <a:pt x="21" y="102"/>
                    </a:cubicBezTo>
                    <a:cubicBezTo>
                      <a:pt x="20" y="103"/>
                      <a:pt x="20" y="104"/>
                      <a:pt x="19" y="104"/>
                    </a:cubicBezTo>
                    <a:close/>
                    <a:moveTo>
                      <a:pt x="4" y="12"/>
                    </a:moveTo>
                    <a:cubicBezTo>
                      <a:pt x="19" y="94"/>
                      <a:pt x="19" y="94"/>
                      <a:pt x="19" y="94"/>
                    </a:cubicBezTo>
                    <a:cubicBezTo>
                      <a:pt x="41" y="4"/>
                      <a:pt x="41" y="4"/>
                      <a:pt x="41" y="4"/>
                    </a:cubicBezTo>
                    <a:lnTo>
                      <a:pt x="4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6" name="Freeform 932"/>
              <p:cNvSpPr>
                <a:spLocks noEditPoints="1"/>
              </p:cNvSpPr>
              <p:nvPr userDrawn="1"/>
            </p:nvSpPr>
            <p:spPr bwMode="auto">
              <a:xfrm>
                <a:off x="3017" y="943"/>
                <a:ext cx="143" cy="77"/>
              </a:xfrm>
              <a:custGeom>
                <a:avLst/>
                <a:gdLst>
                  <a:gd name="T0" fmla="*/ 114 w 115"/>
                  <a:gd name="T1" fmla="*/ 62 h 62"/>
                  <a:gd name="T2" fmla="*/ 113 w 115"/>
                  <a:gd name="T3" fmla="*/ 61 h 62"/>
                  <a:gd name="T4" fmla="*/ 1 w 115"/>
                  <a:gd name="T5" fmla="*/ 3 h 62"/>
                  <a:gd name="T6" fmla="*/ 0 w 115"/>
                  <a:gd name="T7" fmla="*/ 1 h 62"/>
                  <a:gd name="T8" fmla="*/ 2 w 115"/>
                  <a:gd name="T9" fmla="*/ 0 h 62"/>
                  <a:gd name="T10" fmla="*/ 114 w 115"/>
                  <a:gd name="T11" fmla="*/ 26 h 62"/>
                  <a:gd name="T12" fmla="*/ 115 w 115"/>
                  <a:gd name="T13" fmla="*/ 28 h 62"/>
                  <a:gd name="T14" fmla="*/ 115 w 115"/>
                  <a:gd name="T15" fmla="*/ 60 h 62"/>
                  <a:gd name="T16" fmla="*/ 114 w 115"/>
                  <a:gd name="T17" fmla="*/ 61 h 62"/>
                  <a:gd name="T18" fmla="*/ 114 w 115"/>
                  <a:gd name="T19" fmla="*/ 62 h 62"/>
                  <a:gd name="T20" fmla="*/ 15 w 115"/>
                  <a:gd name="T21" fmla="*/ 6 h 62"/>
                  <a:gd name="T22" fmla="*/ 112 w 115"/>
                  <a:gd name="T23" fmla="*/ 57 h 62"/>
                  <a:gd name="T24" fmla="*/ 112 w 115"/>
                  <a:gd name="T25" fmla="*/ 29 h 62"/>
                  <a:gd name="T26" fmla="*/ 15 w 115"/>
                  <a:gd name="T27" fmla="*/ 6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62">
                    <a:moveTo>
                      <a:pt x="114" y="62"/>
                    </a:moveTo>
                    <a:cubicBezTo>
                      <a:pt x="113" y="61"/>
                      <a:pt x="113" y="61"/>
                      <a:pt x="113" y="6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5" y="26"/>
                      <a:pt x="115" y="27"/>
                      <a:pt x="115" y="28"/>
                    </a:cubicBezTo>
                    <a:cubicBezTo>
                      <a:pt x="115" y="60"/>
                      <a:pt x="115" y="60"/>
                      <a:pt x="115" y="60"/>
                    </a:cubicBezTo>
                    <a:cubicBezTo>
                      <a:pt x="115" y="60"/>
                      <a:pt x="115" y="61"/>
                      <a:pt x="114" y="61"/>
                    </a:cubicBezTo>
                    <a:lnTo>
                      <a:pt x="114" y="62"/>
                    </a:lnTo>
                    <a:close/>
                    <a:moveTo>
                      <a:pt x="15" y="6"/>
                    </a:moveTo>
                    <a:cubicBezTo>
                      <a:pt x="112" y="57"/>
                      <a:pt x="112" y="57"/>
                      <a:pt x="112" y="57"/>
                    </a:cubicBezTo>
                    <a:cubicBezTo>
                      <a:pt x="112" y="29"/>
                      <a:pt x="112" y="29"/>
                      <a:pt x="112" y="29"/>
                    </a:cubicBezTo>
                    <a:lnTo>
                      <a:pt x="15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7" name="Freeform 933"/>
              <p:cNvSpPr>
                <a:spLocks noEditPoints="1"/>
              </p:cNvSpPr>
              <p:nvPr userDrawn="1"/>
            </p:nvSpPr>
            <p:spPr bwMode="auto">
              <a:xfrm>
                <a:off x="3219" y="1244"/>
                <a:ext cx="35" cy="111"/>
              </a:xfrm>
              <a:custGeom>
                <a:avLst/>
                <a:gdLst>
                  <a:gd name="T0" fmla="*/ 26 w 28"/>
                  <a:gd name="T1" fmla="*/ 90 h 90"/>
                  <a:gd name="T2" fmla="*/ 26 w 28"/>
                  <a:gd name="T3" fmla="*/ 90 h 90"/>
                  <a:gd name="T4" fmla="*/ 1 w 28"/>
                  <a:gd name="T5" fmla="*/ 74 h 90"/>
                  <a:gd name="T6" fmla="*/ 0 w 28"/>
                  <a:gd name="T7" fmla="*/ 73 h 90"/>
                  <a:gd name="T8" fmla="*/ 6 w 28"/>
                  <a:gd name="T9" fmla="*/ 2 h 90"/>
                  <a:gd name="T10" fmla="*/ 8 w 28"/>
                  <a:gd name="T11" fmla="*/ 0 h 90"/>
                  <a:gd name="T12" fmla="*/ 10 w 28"/>
                  <a:gd name="T13" fmla="*/ 2 h 90"/>
                  <a:gd name="T14" fmla="*/ 28 w 28"/>
                  <a:gd name="T15" fmla="*/ 88 h 90"/>
                  <a:gd name="T16" fmla="*/ 27 w 28"/>
                  <a:gd name="T17" fmla="*/ 90 h 90"/>
                  <a:gd name="T18" fmla="*/ 26 w 28"/>
                  <a:gd name="T19" fmla="*/ 90 h 90"/>
                  <a:gd name="T20" fmla="*/ 4 w 28"/>
                  <a:gd name="T21" fmla="*/ 72 h 90"/>
                  <a:gd name="T22" fmla="*/ 24 w 28"/>
                  <a:gd name="T23" fmla="*/ 85 h 90"/>
                  <a:gd name="T24" fmla="*/ 9 w 28"/>
                  <a:gd name="T25" fmla="*/ 13 h 90"/>
                  <a:gd name="T26" fmla="*/ 4 w 28"/>
                  <a:gd name="T27" fmla="*/ 7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90">
                    <a:moveTo>
                      <a:pt x="26" y="90"/>
                    </a:moveTo>
                    <a:cubicBezTo>
                      <a:pt x="26" y="90"/>
                      <a:pt x="26" y="90"/>
                      <a:pt x="26" y="90"/>
                    </a:cubicBezTo>
                    <a:cubicBezTo>
                      <a:pt x="1" y="74"/>
                      <a:pt x="1" y="74"/>
                      <a:pt x="1" y="74"/>
                    </a:cubicBezTo>
                    <a:cubicBezTo>
                      <a:pt x="0" y="74"/>
                      <a:pt x="0" y="73"/>
                      <a:pt x="0" y="73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1"/>
                      <a:pt x="7" y="0"/>
                      <a:pt x="8" y="0"/>
                    </a:cubicBezTo>
                    <a:cubicBezTo>
                      <a:pt x="9" y="0"/>
                      <a:pt x="9" y="1"/>
                      <a:pt x="10" y="2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8" y="89"/>
                      <a:pt x="28" y="89"/>
                      <a:pt x="27" y="90"/>
                    </a:cubicBezTo>
                    <a:lnTo>
                      <a:pt x="26" y="90"/>
                    </a:lnTo>
                    <a:close/>
                    <a:moveTo>
                      <a:pt x="4" y="72"/>
                    </a:moveTo>
                    <a:cubicBezTo>
                      <a:pt x="24" y="85"/>
                      <a:pt x="24" y="85"/>
                      <a:pt x="24" y="85"/>
                    </a:cubicBezTo>
                    <a:cubicBezTo>
                      <a:pt x="9" y="13"/>
                      <a:pt x="9" y="13"/>
                      <a:pt x="9" y="13"/>
                    </a:cubicBezTo>
                    <a:lnTo>
                      <a:pt x="4" y="7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8" name="Freeform 934"/>
              <p:cNvSpPr>
                <a:spLocks noEditPoints="1"/>
              </p:cNvSpPr>
              <p:nvPr userDrawn="1"/>
            </p:nvSpPr>
            <p:spPr bwMode="auto">
              <a:xfrm>
                <a:off x="3187" y="1332"/>
                <a:ext cx="67" cy="64"/>
              </a:xfrm>
              <a:custGeom>
                <a:avLst/>
                <a:gdLst>
                  <a:gd name="T0" fmla="*/ 2 w 54"/>
                  <a:gd name="T1" fmla="*/ 52 h 52"/>
                  <a:gd name="T2" fmla="*/ 1 w 54"/>
                  <a:gd name="T3" fmla="*/ 51 h 52"/>
                  <a:gd name="T4" fmla="*/ 1 w 54"/>
                  <a:gd name="T5" fmla="*/ 49 h 52"/>
                  <a:gd name="T6" fmla="*/ 26 w 54"/>
                  <a:gd name="T7" fmla="*/ 1 h 52"/>
                  <a:gd name="T8" fmla="*/ 27 w 54"/>
                  <a:gd name="T9" fmla="*/ 0 h 52"/>
                  <a:gd name="T10" fmla="*/ 29 w 54"/>
                  <a:gd name="T11" fmla="*/ 0 h 52"/>
                  <a:gd name="T12" fmla="*/ 53 w 54"/>
                  <a:gd name="T13" fmla="*/ 16 h 52"/>
                  <a:gd name="T14" fmla="*/ 54 w 54"/>
                  <a:gd name="T15" fmla="*/ 17 h 52"/>
                  <a:gd name="T16" fmla="*/ 53 w 54"/>
                  <a:gd name="T17" fmla="*/ 19 h 52"/>
                  <a:gd name="T18" fmla="*/ 3 w 54"/>
                  <a:gd name="T19" fmla="*/ 52 h 52"/>
                  <a:gd name="T20" fmla="*/ 2 w 54"/>
                  <a:gd name="T21" fmla="*/ 52 h 52"/>
                  <a:gd name="T22" fmla="*/ 29 w 54"/>
                  <a:gd name="T23" fmla="*/ 4 h 52"/>
                  <a:gd name="T24" fmla="*/ 7 w 54"/>
                  <a:gd name="T25" fmla="*/ 45 h 52"/>
                  <a:gd name="T26" fmla="*/ 49 w 54"/>
                  <a:gd name="T27" fmla="*/ 18 h 52"/>
                  <a:gd name="T28" fmla="*/ 29 w 54"/>
                  <a:gd name="T29" fmla="*/ 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4" h="52">
                    <a:moveTo>
                      <a:pt x="2" y="52"/>
                    </a:moveTo>
                    <a:cubicBezTo>
                      <a:pt x="2" y="52"/>
                      <a:pt x="1" y="52"/>
                      <a:pt x="1" y="51"/>
                    </a:cubicBezTo>
                    <a:cubicBezTo>
                      <a:pt x="1" y="51"/>
                      <a:pt x="0" y="50"/>
                      <a:pt x="1" y="49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7" y="1"/>
                      <a:pt x="27" y="0"/>
                      <a:pt x="27" y="0"/>
                    </a:cubicBezTo>
                    <a:cubicBezTo>
                      <a:pt x="28" y="0"/>
                      <a:pt x="28" y="0"/>
                      <a:pt x="29" y="0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4" y="16"/>
                      <a:pt x="54" y="17"/>
                      <a:pt x="54" y="17"/>
                    </a:cubicBezTo>
                    <a:cubicBezTo>
                      <a:pt x="54" y="18"/>
                      <a:pt x="54" y="19"/>
                      <a:pt x="53" y="19"/>
                    </a:cubicBezTo>
                    <a:cubicBezTo>
                      <a:pt x="3" y="52"/>
                      <a:pt x="3" y="52"/>
                      <a:pt x="3" y="52"/>
                    </a:cubicBezTo>
                    <a:lnTo>
                      <a:pt x="2" y="52"/>
                    </a:lnTo>
                    <a:close/>
                    <a:moveTo>
                      <a:pt x="29" y="4"/>
                    </a:moveTo>
                    <a:cubicBezTo>
                      <a:pt x="7" y="45"/>
                      <a:pt x="7" y="45"/>
                      <a:pt x="7" y="45"/>
                    </a:cubicBezTo>
                    <a:cubicBezTo>
                      <a:pt x="49" y="18"/>
                      <a:pt x="49" y="18"/>
                      <a:pt x="49" y="18"/>
                    </a:cubicBezTo>
                    <a:lnTo>
                      <a:pt x="29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9" name="Freeform 935"/>
              <p:cNvSpPr>
                <a:spLocks noEditPoints="1"/>
              </p:cNvSpPr>
              <p:nvPr userDrawn="1"/>
            </p:nvSpPr>
            <p:spPr bwMode="auto">
              <a:xfrm>
                <a:off x="3168" y="1131"/>
                <a:ext cx="63" cy="118"/>
              </a:xfrm>
              <a:custGeom>
                <a:avLst/>
                <a:gdLst>
                  <a:gd name="T0" fmla="*/ 49 w 51"/>
                  <a:gd name="T1" fmla="*/ 95 h 95"/>
                  <a:gd name="T2" fmla="*/ 48 w 51"/>
                  <a:gd name="T3" fmla="*/ 95 h 95"/>
                  <a:gd name="T4" fmla="*/ 1 w 51"/>
                  <a:gd name="T5" fmla="*/ 81 h 95"/>
                  <a:gd name="T6" fmla="*/ 0 w 51"/>
                  <a:gd name="T7" fmla="*/ 80 h 95"/>
                  <a:gd name="T8" fmla="*/ 0 w 51"/>
                  <a:gd name="T9" fmla="*/ 79 h 95"/>
                  <a:gd name="T10" fmla="*/ 31 w 51"/>
                  <a:gd name="T11" fmla="*/ 1 h 95"/>
                  <a:gd name="T12" fmla="*/ 32 w 51"/>
                  <a:gd name="T13" fmla="*/ 0 h 95"/>
                  <a:gd name="T14" fmla="*/ 34 w 51"/>
                  <a:gd name="T15" fmla="*/ 2 h 95"/>
                  <a:gd name="T16" fmla="*/ 51 w 51"/>
                  <a:gd name="T17" fmla="*/ 93 h 95"/>
                  <a:gd name="T18" fmla="*/ 50 w 51"/>
                  <a:gd name="T19" fmla="*/ 94 h 95"/>
                  <a:gd name="T20" fmla="*/ 49 w 51"/>
                  <a:gd name="T21" fmla="*/ 95 h 95"/>
                  <a:gd name="T22" fmla="*/ 4 w 51"/>
                  <a:gd name="T23" fmla="*/ 78 h 95"/>
                  <a:gd name="T24" fmla="*/ 47 w 51"/>
                  <a:gd name="T25" fmla="*/ 91 h 95"/>
                  <a:gd name="T26" fmla="*/ 32 w 51"/>
                  <a:gd name="T27" fmla="*/ 8 h 95"/>
                  <a:gd name="T28" fmla="*/ 4 w 51"/>
                  <a:gd name="T29" fmla="*/ 78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" h="95">
                    <a:moveTo>
                      <a:pt x="49" y="95"/>
                    </a:moveTo>
                    <a:cubicBezTo>
                      <a:pt x="48" y="95"/>
                      <a:pt x="48" y="95"/>
                      <a:pt x="48" y="95"/>
                    </a:cubicBezTo>
                    <a:cubicBezTo>
                      <a:pt x="1" y="81"/>
                      <a:pt x="1" y="81"/>
                      <a:pt x="1" y="81"/>
                    </a:cubicBezTo>
                    <a:cubicBezTo>
                      <a:pt x="1" y="81"/>
                      <a:pt x="0" y="81"/>
                      <a:pt x="0" y="80"/>
                    </a:cubicBezTo>
                    <a:cubicBezTo>
                      <a:pt x="0" y="80"/>
                      <a:pt x="0" y="79"/>
                      <a:pt x="0" y="79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1"/>
                      <a:pt x="32" y="0"/>
                      <a:pt x="32" y="0"/>
                    </a:cubicBezTo>
                    <a:cubicBezTo>
                      <a:pt x="33" y="0"/>
                      <a:pt x="34" y="1"/>
                      <a:pt x="34" y="2"/>
                    </a:cubicBezTo>
                    <a:cubicBezTo>
                      <a:pt x="51" y="93"/>
                      <a:pt x="51" y="93"/>
                      <a:pt x="51" y="93"/>
                    </a:cubicBezTo>
                    <a:cubicBezTo>
                      <a:pt x="51" y="93"/>
                      <a:pt x="50" y="94"/>
                      <a:pt x="50" y="94"/>
                    </a:cubicBezTo>
                    <a:cubicBezTo>
                      <a:pt x="50" y="94"/>
                      <a:pt x="49" y="95"/>
                      <a:pt x="49" y="95"/>
                    </a:cubicBezTo>
                    <a:close/>
                    <a:moveTo>
                      <a:pt x="4" y="78"/>
                    </a:moveTo>
                    <a:cubicBezTo>
                      <a:pt x="47" y="91"/>
                      <a:pt x="47" y="91"/>
                      <a:pt x="47" y="91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4" y="7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0" name="Freeform 936"/>
              <p:cNvSpPr>
                <a:spLocks noEditPoints="1"/>
              </p:cNvSpPr>
              <p:nvPr userDrawn="1"/>
            </p:nvSpPr>
            <p:spPr bwMode="auto">
              <a:xfrm>
                <a:off x="3130" y="1228"/>
                <a:ext cx="94" cy="118"/>
              </a:xfrm>
              <a:custGeom>
                <a:avLst/>
                <a:gdLst>
                  <a:gd name="T0" fmla="*/ 2 w 76"/>
                  <a:gd name="T1" fmla="*/ 96 h 96"/>
                  <a:gd name="T2" fmla="*/ 1 w 76"/>
                  <a:gd name="T3" fmla="*/ 96 h 96"/>
                  <a:gd name="T4" fmla="*/ 1 w 76"/>
                  <a:gd name="T5" fmla="*/ 94 h 96"/>
                  <a:gd name="T6" fmla="*/ 31 w 76"/>
                  <a:gd name="T7" fmla="*/ 1 h 96"/>
                  <a:gd name="T8" fmla="*/ 33 w 76"/>
                  <a:gd name="T9" fmla="*/ 0 h 96"/>
                  <a:gd name="T10" fmla="*/ 34 w 76"/>
                  <a:gd name="T11" fmla="*/ 1 h 96"/>
                  <a:gd name="T12" fmla="*/ 75 w 76"/>
                  <a:gd name="T13" fmla="*/ 85 h 96"/>
                  <a:gd name="T14" fmla="*/ 75 w 76"/>
                  <a:gd name="T15" fmla="*/ 87 h 96"/>
                  <a:gd name="T16" fmla="*/ 74 w 76"/>
                  <a:gd name="T17" fmla="*/ 87 h 96"/>
                  <a:gd name="T18" fmla="*/ 2 w 76"/>
                  <a:gd name="T19" fmla="*/ 96 h 96"/>
                  <a:gd name="T20" fmla="*/ 33 w 76"/>
                  <a:gd name="T21" fmla="*/ 6 h 96"/>
                  <a:gd name="T22" fmla="*/ 5 w 76"/>
                  <a:gd name="T23" fmla="*/ 93 h 96"/>
                  <a:gd name="T24" fmla="*/ 71 w 76"/>
                  <a:gd name="T25" fmla="*/ 84 h 96"/>
                  <a:gd name="T26" fmla="*/ 33 w 76"/>
                  <a:gd name="T27" fmla="*/ 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96">
                    <a:moveTo>
                      <a:pt x="2" y="96"/>
                    </a:moveTo>
                    <a:cubicBezTo>
                      <a:pt x="2" y="96"/>
                      <a:pt x="1" y="96"/>
                      <a:pt x="1" y="96"/>
                    </a:cubicBezTo>
                    <a:cubicBezTo>
                      <a:pt x="0" y="95"/>
                      <a:pt x="0" y="95"/>
                      <a:pt x="1" y="94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0"/>
                      <a:pt x="32" y="0"/>
                      <a:pt x="33" y="0"/>
                    </a:cubicBezTo>
                    <a:cubicBezTo>
                      <a:pt x="33" y="0"/>
                      <a:pt x="34" y="0"/>
                      <a:pt x="34" y="1"/>
                    </a:cubicBezTo>
                    <a:cubicBezTo>
                      <a:pt x="75" y="85"/>
                      <a:pt x="75" y="85"/>
                      <a:pt x="75" y="85"/>
                    </a:cubicBezTo>
                    <a:cubicBezTo>
                      <a:pt x="76" y="85"/>
                      <a:pt x="76" y="86"/>
                      <a:pt x="75" y="87"/>
                    </a:cubicBezTo>
                    <a:cubicBezTo>
                      <a:pt x="75" y="87"/>
                      <a:pt x="75" y="87"/>
                      <a:pt x="74" y="87"/>
                    </a:cubicBezTo>
                    <a:cubicBezTo>
                      <a:pt x="2" y="96"/>
                      <a:pt x="2" y="96"/>
                      <a:pt x="2" y="96"/>
                    </a:cubicBezTo>
                    <a:close/>
                    <a:moveTo>
                      <a:pt x="33" y="6"/>
                    </a:moveTo>
                    <a:cubicBezTo>
                      <a:pt x="5" y="93"/>
                      <a:pt x="5" y="93"/>
                      <a:pt x="5" y="93"/>
                    </a:cubicBezTo>
                    <a:cubicBezTo>
                      <a:pt x="71" y="84"/>
                      <a:pt x="71" y="84"/>
                      <a:pt x="71" y="84"/>
                    </a:cubicBezTo>
                    <a:lnTo>
                      <a:pt x="3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1" name="Freeform 937"/>
              <p:cNvSpPr>
                <a:spLocks noEditPoints="1"/>
              </p:cNvSpPr>
              <p:nvPr userDrawn="1"/>
            </p:nvSpPr>
            <p:spPr bwMode="auto">
              <a:xfrm>
                <a:off x="3099" y="1015"/>
                <a:ext cx="109" cy="127"/>
              </a:xfrm>
              <a:custGeom>
                <a:avLst/>
                <a:gdLst>
                  <a:gd name="T0" fmla="*/ 86 w 88"/>
                  <a:gd name="T1" fmla="*/ 103 h 103"/>
                  <a:gd name="T2" fmla="*/ 85 w 88"/>
                  <a:gd name="T3" fmla="*/ 102 h 103"/>
                  <a:gd name="T4" fmla="*/ 1 w 88"/>
                  <a:gd name="T5" fmla="*/ 36 h 103"/>
                  <a:gd name="T6" fmla="*/ 0 w 88"/>
                  <a:gd name="T7" fmla="*/ 34 h 103"/>
                  <a:gd name="T8" fmla="*/ 1 w 88"/>
                  <a:gd name="T9" fmla="*/ 33 h 103"/>
                  <a:gd name="T10" fmla="*/ 47 w 88"/>
                  <a:gd name="T11" fmla="*/ 0 h 103"/>
                  <a:gd name="T12" fmla="*/ 48 w 88"/>
                  <a:gd name="T13" fmla="*/ 0 h 103"/>
                  <a:gd name="T14" fmla="*/ 49 w 88"/>
                  <a:gd name="T15" fmla="*/ 1 h 103"/>
                  <a:gd name="T16" fmla="*/ 88 w 88"/>
                  <a:gd name="T17" fmla="*/ 101 h 103"/>
                  <a:gd name="T18" fmla="*/ 87 w 88"/>
                  <a:gd name="T19" fmla="*/ 103 h 103"/>
                  <a:gd name="T20" fmla="*/ 86 w 88"/>
                  <a:gd name="T21" fmla="*/ 103 h 103"/>
                  <a:gd name="T22" fmla="*/ 4 w 88"/>
                  <a:gd name="T23" fmla="*/ 34 h 103"/>
                  <a:gd name="T24" fmla="*/ 82 w 88"/>
                  <a:gd name="T25" fmla="*/ 96 h 103"/>
                  <a:gd name="T26" fmla="*/ 47 w 88"/>
                  <a:gd name="T27" fmla="*/ 4 h 103"/>
                  <a:gd name="T28" fmla="*/ 4 w 88"/>
                  <a:gd name="T29" fmla="*/ 3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8" h="103">
                    <a:moveTo>
                      <a:pt x="86" y="103"/>
                    </a:moveTo>
                    <a:cubicBezTo>
                      <a:pt x="86" y="103"/>
                      <a:pt x="86" y="103"/>
                      <a:pt x="85" y="102"/>
                    </a:cubicBezTo>
                    <a:cubicBezTo>
                      <a:pt x="1" y="36"/>
                      <a:pt x="1" y="36"/>
                      <a:pt x="1" y="36"/>
                    </a:cubicBezTo>
                    <a:cubicBezTo>
                      <a:pt x="0" y="35"/>
                      <a:pt x="0" y="35"/>
                      <a:pt x="0" y="34"/>
                    </a:cubicBezTo>
                    <a:cubicBezTo>
                      <a:pt x="0" y="34"/>
                      <a:pt x="0" y="33"/>
                      <a:pt x="1" y="33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8" y="0"/>
                      <a:pt x="48" y="0"/>
                    </a:cubicBezTo>
                    <a:cubicBezTo>
                      <a:pt x="49" y="0"/>
                      <a:pt x="49" y="1"/>
                      <a:pt x="49" y="1"/>
                    </a:cubicBezTo>
                    <a:cubicBezTo>
                      <a:pt x="88" y="101"/>
                      <a:pt x="88" y="101"/>
                      <a:pt x="88" y="101"/>
                    </a:cubicBezTo>
                    <a:cubicBezTo>
                      <a:pt x="88" y="101"/>
                      <a:pt x="88" y="102"/>
                      <a:pt x="87" y="103"/>
                    </a:cubicBezTo>
                    <a:lnTo>
                      <a:pt x="86" y="103"/>
                    </a:lnTo>
                    <a:close/>
                    <a:moveTo>
                      <a:pt x="4" y="34"/>
                    </a:moveTo>
                    <a:cubicBezTo>
                      <a:pt x="82" y="96"/>
                      <a:pt x="82" y="96"/>
                      <a:pt x="82" y="96"/>
                    </a:cubicBezTo>
                    <a:cubicBezTo>
                      <a:pt x="47" y="4"/>
                      <a:pt x="47" y="4"/>
                      <a:pt x="47" y="4"/>
                    </a:cubicBezTo>
                    <a:lnTo>
                      <a:pt x="4" y="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2" name="Freeform 938"/>
              <p:cNvSpPr>
                <a:spLocks noEditPoints="1"/>
              </p:cNvSpPr>
              <p:nvPr userDrawn="1"/>
            </p:nvSpPr>
            <p:spPr bwMode="auto">
              <a:xfrm>
                <a:off x="3017" y="943"/>
                <a:ext cx="143" cy="116"/>
              </a:xfrm>
              <a:custGeom>
                <a:avLst/>
                <a:gdLst>
                  <a:gd name="T0" fmla="*/ 68 w 115"/>
                  <a:gd name="T1" fmla="*/ 94 h 94"/>
                  <a:gd name="T2" fmla="*/ 66 w 115"/>
                  <a:gd name="T3" fmla="*/ 93 h 94"/>
                  <a:gd name="T4" fmla="*/ 1 w 115"/>
                  <a:gd name="T5" fmla="*/ 2 h 94"/>
                  <a:gd name="T6" fmla="*/ 1 w 115"/>
                  <a:gd name="T7" fmla="*/ 0 h 94"/>
                  <a:gd name="T8" fmla="*/ 3 w 115"/>
                  <a:gd name="T9" fmla="*/ 0 h 94"/>
                  <a:gd name="T10" fmla="*/ 114 w 115"/>
                  <a:gd name="T11" fmla="*/ 58 h 94"/>
                  <a:gd name="T12" fmla="*/ 115 w 115"/>
                  <a:gd name="T13" fmla="*/ 60 h 94"/>
                  <a:gd name="T14" fmla="*/ 115 w 115"/>
                  <a:gd name="T15" fmla="*/ 61 h 94"/>
                  <a:gd name="T16" fmla="*/ 69 w 115"/>
                  <a:gd name="T17" fmla="*/ 94 h 94"/>
                  <a:gd name="T18" fmla="*/ 68 w 115"/>
                  <a:gd name="T19" fmla="*/ 94 h 94"/>
                  <a:gd name="T20" fmla="*/ 8 w 115"/>
                  <a:gd name="T21" fmla="*/ 6 h 94"/>
                  <a:gd name="T22" fmla="*/ 68 w 115"/>
                  <a:gd name="T23" fmla="*/ 90 h 94"/>
                  <a:gd name="T24" fmla="*/ 110 w 115"/>
                  <a:gd name="T25" fmla="*/ 60 h 94"/>
                  <a:gd name="T26" fmla="*/ 8 w 115"/>
                  <a:gd name="T27" fmla="*/ 6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94">
                    <a:moveTo>
                      <a:pt x="68" y="94"/>
                    </a:moveTo>
                    <a:cubicBezTo>
                      <a:pt x="67" y="94"/>
                      <a:pt x="67" y="94"/>
                      <a:pt x="66" y="9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14" y="58"/>
                      <a:pt x="114" y="58"/>
                      <a:pt x="114" y="58"/>
                    </a:cubicBezTo>
                    <a:cubicBezTo>
                      <a:pt x="115" y="59"/>
                      <a:pt x="115" y="59"/>
                      <a:pt x="115" y="60"/>
                    </a:cubicBezTo>
                    <a:cubicBezTo>
                      <a:pt x="115" y="60"/>
                      <a:pt x="115" y="61"/>
                      <a:pt x="115" y="61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68" y="94"/>
                    </a:lnTo>
                    <a:close/>
                    <a:moveTo>
                      <a:pt x="8" y="6"/>
                    </a:moveTo>
                    <a:cubicBezTo>
                      <a:pt x="68" y="90"/>
                      <a:pt x="68" y="90"/>
                      <a:pt x="68" y="90"/>
                    </a:cubicBezTo>
                    <a:cubicBezTo>
                      <a:pt x="110" y="60"/>
                      <a:pt x="110" y="60"/>
                      <a:pt x="110" y="60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3" name="Freeform 939"/>
              <p:cNvSpPr>
                <a:spLocks noEditPoints="1"/>
              </p:cNvSpPr>
              <p:nvPr userDrawn="1"/>
            </p:nvSpPr>
            <p:spPr bwMode="auto">
              <a:xfrm>
                <a:off x="2519" y="1453"/>
                <a:ext cx="173" cy="33"/>
              </a:xfrm>
              <a:custGeom>
                <a:avLst/>
                <a:gdLst>
                  <a:gd name="T0" fmla="*/ 139 w 140"/>
                  <a:gd name="T1" fmla="*/ 27 h 27"/>
                  <a:gd name="T2" fmla="*/ 2 w 140"/>
                  <a:gd name="T3" fmla="*/ 27 h 27"/>
                  <a:gd name="T4" fmla="*/ 0 w 140"/>
                  <a:gd name="T5" fmla="*/ 26 h 27"/>
                  <a:gd name="T6" fmla="*/ 1 w 140"/>
                  <a:gd name="T7" fmla="*/ 25 h 27"/>
                  <a:gd name="T8" fmla="*/ 25 w 140"/>
                  <a:gd name="T9" fmla="*/ 0 h 27"/>
                  <a:gd name="T10" fmla="*/ 27 w 140"/>
                  <a:gd name="T11" fmla="*/ 0 h 27"/>
                  <a:gd name="T12" fmla="*/ 139 w 140"/>
                  <a:gd name="T13" fmla="*/ 24 h 27"/>
                  <a:gd name="T14" fmla="*/ 140 w 140"/>
                  <a:gd name="T15" fmla="*/ 26 h 27"/>
                  <a:gd name="T16" fmla="*/ 139 w 140"/>
                  <a:gd name="T17" fmla="*/ 27 h 27"/>
                  <a:gd name="T18" fmla="*/ 6 w 140"/>
                  <a:gd name="T19" fmla="*/ 24 h 27"/>
                  <a:gd name="T20" fmla="*/ 123 w 140"/>
                  <a:gd name="T21" fmla="*/ 24 h 27"/>
                  <a:gd name="T22" fmla="*/ 27 w 140"/>
                  <a:gd name="T23" fmla="*/ 3 h 27"/>
                  <a:gd name="T24" fmla="*/ 6 w 140"/>
                  <a:gd name="T25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0" h="27">
                    <a:moveTo>
                      <a:pt x="139" y="27"/>
                    </a:moveTo>
                    <a:cubicBezTo>
                      <a:pt x="2" y="27"/>
                      <a:pt x="2" y="27"/>
                      <a:pt x="2" y="27"/>
                    </a:cubicBezTo>
                    <a:cubicBezTo>
                      <a:pt x="1" y="27"/>
                      <a:pt x="0" y="27"/>
                      <a:pt x="0" y="26"/>
                    </a:cubicBezTo>
                    <a:cubicBezTo>
                      <a:pt x="0" y="26"/>
                      <a:pt x="0" y="25"/>
                      <a:pt x="1" y="2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6" y="0"/>
                      <a:pt x="26" y="0"/>
                      <a:pt x="27" y="0"/>
                    </a:cubicBezTo>
                    <a:cubicBezTo>
                      <a:pt x="139" y="24"/>
                      <a:pt x="139" y="24"/>
                      <a:pt x="139" y="24"/>
                    </a:cubicBezTo>
                    <a:cubicBezTo>
                      <a:pt x="140" y="24"/>
                      <a:pt x="140" y="25"/>
                      <a:pt x="140" y="26"/>
                    </a:cubicBezTo>
                    <a:cubicBezTo>
                      <a:pt x="140" y="27"/>
                      <a:pt x="140" y="27"/>
                      <a:pt x="139" y="27"/>
                    </a:cubicBezTo>
                    <a:close/>
                    <a:moveTo>
                      <a:pt x="6" y="24"/>
                    </a:moveTo>
                    <a:cubicBezTo>
                      <a:pt x="123" y="24"/>
                      <a:pt x="123" y="24"/>
                      <a:pt x="123" y="24"/>
                    </a:cubicBezTo>
                    <a:cubicBezTo>
                      <a:pt x="27" y="3"/>
                      <a:pt x="27" y="3"/>
                      <a:pt x="27" y="3"/>
                    </a:cubicBezTo>
                    <a:lnTo>
                      <a:pt x="6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4" name="Freeform 940"/>
              <p:cNvSpPr>
                <a:spLocks noEditPoints="1"/>
              </p:cNvSpPr>
              <p:nvPr userDrawn="1"/>
            </p:nvSpPr>
            <p:spPr bwMode="auto">
              <a:xfrm>
                <a:off x="2351" y="1453"/>
                <a:ext cx="202" cy="33"/>
              </a:xfrm>
              <a:custGeom>
                <a:avLst/>
                <a:gdLst>
                  <a:gd name="T0" fmla="*/ 137 w 163"/>
                  <a:gd name="T1" fmla="*/ 27 h 27"/>
                  <a:gd name="T2" fmla="*/ 2 w 163"/>
                  <a:gd name="T3" fmla="*/ 27 h 27"/>
                  <a:gd name="T4" fmla="*/ 1 w 163"/>
                  <a:gd name="T5" fmla="*/ 26 h 27"/>
                  <a:gd name="T6" fmla="*/ 2 w 163"/>
                  <a:gd name="T7" fmla="*/ 24 h 27"/>
                  <a:gd name="T8" fmla="*/ 161 w 163"/>
                  <a:gd name="T9" fmla="*/ 0 h 27"/>
                  <a:gd name="T10" fmla="*/ 163 w 163"/>
                  <a:gd name="T11" fmla="*/ 1 h 27"/>
                  <a:gd name="T12" fmla="*/ 163 w 163"/>
                  <a:gd name="T13" fmla="*/ 3 h 27"/>
                  <a:gd name="T14" fmla="*/ 138 w 163"/>
                  <a:gd name="T15" fmla="*/ 27 h 27"/>
                  <a:gd name="T16" fmla="*/ 137 w 163"/>
                  <a:gd name="T17" fmla="*/ 27 h 27"/>
                  <a:gd name="T18" fmla="*/ 25 w 163"/>
                  <a:gd name="T19" fmla="*/ 24 h 27"/>
                  <a:gd name="T20" fmla="*/ 136 w 163"/>
                  <a:gd name="T21" fmla="*/ 24 h 27"/>
                  <a:gd name="T22" fmla="*/ 157 w 163"/>
                  <a:gd name="T23" fmla="*/ 4 h 27"/>
                  <a:gd name="T24" fmla="*/ 25 w 163"/>
                  <a:gd name="T25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3" h="27">
                    <a:moveTo>
                      <a:pt x="137" y="27"/>
                    </a:moveTo>
                    <a:cubicBezTo>
                      <a:pt x="2" y="27"/>
                      <a:pt x="2" y="27"/>
                      <a:pt x="2" y="27"/>
                    </a:cubicBezTo>
                    <a:cubicBezTo>
                      <a:pt x="1" y="27"/>
                      <a:pt x="1" y="27"/>
                      <a:pt x="1" y="26"/>
                    </a:cubicBezTo>
                    <a:cubicBezTo>
                      <a:pt x="0" y="25"/>
                      <a:pt x="1" y="24"/>
                      <a:pt x="2" y="24"/>
                    </a:cubicBezTo>
                    <a:cubicBezTo>
                      <a:pt x="161" y="0"/>
                      <a:pt x="161" y="0"/>
                      <a:pt x="161" y="0"/>
                    </a:cubicBezTo>
                    <a:cubicBezTo>
                      <a:pt x="162" y="0"/>
                      <a:pt x="163" y="0"/>
                      <a:pt x="163" y="1"/>
                    </a:cubicBezTo>
                    <a:cubicBezTo>
                      <a:pt x="163" y="2"/>
                      <a:pt x="163" y="2"/>
                      <a:pt x="163" y="3"/>
                    </a:cubicBezTo>
                    <a:cubicBezTo>
                      <a:pt x="138" y="27"/>
                      <a:pt x="138" y="27"/>
                      <a:pt x="138" y="27"/>
                    </a:cubicBezTo>
                    <a:cubicBezTo>
                      <a:pt x="138" y="27"/>
                      <a:pt x="137" y="27"/>
                      <a:pt x="137" y="27"/>
                    </a:cubicBezTo>
                    <a:close/>
                    <a:moveTo>
                      <a:pt x="25" y="24"/>
                    </a:moveTo>
                    <a:cubicBezTo>
                      <a:pt x="136" y="24"/>
                      <a:pt x="136" y="24"/>
                      <a:pt x="136" y="24"/>
                    </a:cubicBezTo>
                    <a:cubicBezTo>
                      <a:pt x="157" y="4"/>
                      <a:pt x="157" y="4"/>
                      <a:pt x="157" y="4"/>
                    </a:cubicBezTo>
                    <a:lnTo>
                      <a:pt x="2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5" name="Freeform 941"/>
              <p:cNvSpPr>
                <a:spLocks noEditPoints="1"/>
              </p:cNvSpPr>
              <p:nvPr userDrawn="1"/>
            </p:nvSpPr>
            <p:spPr bwMode="auto">
              <a:xfrm>
                <a:off x="2208" y="1417"/>
                <a:ext cx="148" cy="69"/>
              </a:xfrm>
              <a:custGeom>
                <a:avLst/>
                <a:gdLst>
                  <a:gd name="T0" fmla="*/ 118 w 120"/>
                  <a:gd name="T1" fmla="*/ 56 h 56"/>
                  <a:gd name="T2" fmla="*/ 118 w 120"/>
                  <a:gd name="T3" fmla="*/ 56 h 56"/>
                  <a:gd name="T4" fmla="*/ 1 w 120"/>
                  <a:gd name="T5" fmla="*/ 55 h 56"/>
                  <a:gd name="T6" fmla="*/ 0 w 120"/>
                  <a:gd name="T7" fmla="*/ 53 h 56"/>
                  <a:gd name="T8" fmla="*/ 0 w 120"/>
                  <a:gd name="T9" fmla="*/ 2 h 56"/>
                  <a:gd name="T10" fmla="*/ 0 w 120"/>
                  <a:gd name="T11" fmla="*/ 1 h 56"/>
                  <a:gd name="T12" fmla="*/ 2 w 120"/>
                  <a:gd name="T13" fmla="*/ 1 h 56"/>
                  <a:gd name="T14" fmla="*/ 119 w 120"/>
                  <a:gd name="T15" fmla="*/ 53 h 56"/>
                  <a:gd name="T16" fmla="*/ 120 w 120"/>
                  <a:gd name="T17" fmla="*/ 55 h 56"/>
                  <a:gd name="T18" fmla="*/ 118 w 120"/>
                  <a:gd name="T19" fmla="*/ 56 h 56"/>
                  <a:gd name="T20" fmla="*/ 3 w 120"/>
                  <a:gd name="T21" fmla="*/ 51 h 56"/>
                  <a:gd name="T22" fmla="*/ 110 w 120"/>
                  <a:gd name="T23" fmla="*/ 53 h 56"/>
                  <a:gd name="T24" fmla="*/ 3 w 120"/>
                  <a:gd name="T25" fmla="*/ 5 h 56"/>
                  <a:gd name="T26" fmla="*/ 3 w 120"/>
                  <a:gd name="T27" fmla="*/ 51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56">
                    <a:moveTo>
                      <a:pt x="118" y="56"/>
                    </a:moveTo>
                    <a:cubicBezTo>
                      <a:pt x="118" y="56"/>
                      <a:pt x="118" y="56"/>
                      <a:pt x="118" y="56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5"/>
                      <a:pt x="0" y="54"/>
                      <a:pt x="0" y="5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119" y="53"/>
                      <a:pt x="119" y="53"/>
                      <a:pt x="119" y="53"/>
                    </a:cubicBezTo>
                    <a:cubicBezTo>
                      <a:pt x="120" y="54"/>
                      <a:pt x="120" y="54"/>
                      <a:pt x="120" y="55"/>
                    </a:cubicBezTo>
                    <a:cubicBezTo>
                      <a:pt x="120" y="56"/>
                      <a:pt x="119" y="56"/>
                      <a:pt x="118" y="56"/>
                    </a:cubicBezTo>
                    <a:close/>
                    <a:moveTo>
                      <a:pt x="3" y="51"/>
                    </a:moveTo>
                    <a:cubicBezTo>
                      <a:pt x="110" y="53"/>
                      <a:pt x="110" y="53"/>
                      <a:pt x="110" y="53"/>
                    </a:cubicBezTo>
                    <a:cubicBezTo>
                      <a:pt x="3" y="5"/>
                      <a:pt x="3" y="5"/>
                      <a:pt x="3" y="5"/>
                    </a:cubicBezTo>
                    <a:lnTo>
                      <a:pt x="3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6" name="Freeform 942"/>
              <p:cNvSpPr>
                <a:spLocks noEditPoints="1"/>
              </p:cNvSpPr>
              <p:nvPr userDrawn="1"/>
            </p:nvSpPr>
            <p:spPr bwMode="auto">
              <a:xfrm>
                <a:off x="2768" y="1406"/>
                <a:ext cx="149" cy="80"/>
              </a:xfrm>
              <a:custGeom>
                <a:avLst/>
                <a:gdLst>
                  <a:gd name="T0" fmla="*/ 118 w 120"/>
                  <a:gd name="T1" fmla="*/ 65 h 65"/>
                  <a:gd name="T2" fmla="*/ 2 w 120"/>
                  <a:gd name="T3" fmla="*/ 65 h 65"/>
                  <a:gd name="T4" fmla="*/ 0 w 120"/>
                  <a:gd name="T5" fmla="*/ 64 h 65"/>
                  <a:gd name="T6" fmla="*/ 1 w 120"/>
                  <a:gd name="T7" fmla="*/ 62 h 65"/>
                  <a:gd name="T8" fmla="*/ 111 w 120"/>
                  <a:gd name="T9" fmla="*/ 1 h 65"/>
                  <a:gd name="T10" fmla="*/ 112 w 120"/>
                  <a:gd name="T11" fmla="*/ 1 h 65"/>
                  <a:gd name="T12" fmla="*/ 113 w 120"/>
                  <a:gd name="T13" fmla="*/ 2 h 65"/>
                  <a:gd name="T14" fmla="*/ 120 w 120"/>
                  <a:gd name="T15" fmla="*/ 64 h 65"/>
                  <a:gd name="T16" fmla="*/ 120 w 120"/>
                  <a:gd name="T17" fmla="*/ 65 h 65"/>
                  <a:gd name="T18" fmla="*/ 118 w 120"/>
                  <a:gd name="T19" fmla="*/ 65 h 65"/>
                  <a:gd name="T20" fmla="*/ 8 w 120"/>
                  <a:gd name="T21" fmla="*/ 62 h 65"/>
                  <a:gd name="T22" fmla="*/ 116 w 120"/>
                  <a:gd name="T23" fmla="*/ 62 h 65"/>
                  <a:gd name="T24" fmla="*/ 110 w 120"/>
                  <a:gd name="T25" fmla="*/ 5 h 65"/>
                  <a:gd name="T26" fmla="*/ 8 w 120"/>
                  <a:gd name="T27" fmla="*/ 6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65">
                    <a:moveTo>
                      <a:pt x="118" y="65"/>
                    </a:moveTo>
                    <a:cubicBezTo>
                      <a:pt x="2" y="65"/>
                      <a:pt x="2" y="65"/>
                      <a:pt x="2" y="65"/>
                    </a:cubicBezTo>
                    <a:cubicBezTo>
                      <a:pt x="1" y="65"/>
                      <a:pt x="0" y="65"/>
                      <a:pt x="0" y="64"/>
                    </a:cubicBezTo>
                    <a:cubicBezTo>
                      <a:pt x="0" y="63"/>
                      <a:pt x="0" y="63"/>
                      <a:pt x="1" y="62"/>
                    </a:cubicBezTo>
                    <a:cubicBezTo>
                      <a:pt x="111" y="1"/>
                      <a:pt x="111" y="1"/>
                      <a:pt x="111" y="1"/>
                    </a:cubicBezTo>
                    <a:cubicBezTo>
                      <a:pt x="111" y="0"/>
                      <a:pt x="112" y="0"/>
                      <a:pt x="112" y="1"/>
                    </a:cubicBezTo>
                    <a:cubicBezTo>
                      <a:pt x="113" y="1"/>
                      <a:pt x="113" y="1"/>
                      <a:pt x="113" y="2"/>
                    </a:cubicBezTo>
                    <a:cubicBezTo>
                      <a:pt x="120" y="64"/>
                      <a:pt x="120" y="64"/>
                      <a:pt x="120" y="64"/>
                    </a:cubicBezTo>
                    <a:cubicBezTo>
                      <a:pt x="120" y="64"/>
                      <a:pt x="120" y="65"/>
                      <a:pt x="120" y="65"/>
                    </a:cubicBezTo>
                    <a:cubicBezTo>
                      <a:pt x="119" y="65"/>
                      <a:pt x="119" y="65"/>
                      <a:pt x="118" y="65"/>
                    </a:cubicBezTo>
                    <a:close/>
                    <a:moveTo>
                      <a:pt x="8" y="62"/>
                    </a:moveTo>
                    <a:cubicBezTo>
                      <a:pt x="116" y="62"/>
                      <a:pt x="116" y="62"/>
                      <a:pt x="116" y="62"/>
                    </a:cubicBezTo>
                    <a:cubicBezTo>
                      <a:pt x="110" y="5"/>
                      <a:pt x="110" y="5"/>
                      <a:pt x="110" y="5"/>
                    </a:cubicBezTo>
                    <a:lnTo>
                      <a:pt x="8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7" name="Freeform 943"/>
              <p:cNvSpPr>
                <a:spLocks noEditPoints="1"/>
              </p:cNvSpPr>
              <p:nvPr userDrawn="1"/>
            </p:nvSpPr>
            <p:spPr bwMode="auto">
              <a:xfrm>
                <a:off x="3130" y="1332"/>
                <a:ext cx="94" cy="128"/>
              </a:xfrm>
              <a:custGeom>
                <a:avLst/>
                <a:gdLst>
                  <a:gd name="T0" fmla="*/ 21 w 76"/>
                  <a:gd name="T1" fmla="*/ 104 h 104"/>
                  <a:gd name="T2" fmla="*/ 20 w 76"/>
                  <a:gd name="T3" fmla="*/ 104 h 104"/>
                  <a:gd name="T4" fmla="*/ 19 w 76"/>
                  <a:gd name="T5" fmla="*/ 103 h 104"/>
                  <a:gd name="T6" fmla="*/ 0 w 76"/>
                  <a:gd name="T7" fmla="*/ 11 h 104"/>
                  <a:gd name="T8" fmla="*/ 1 w 76"/>
                  <a:gd name="T9" fmla="*/ 10 h 104"/>
                  <a:gd name="T10" fmla="*/ 2 w 76"/>
                  <a:gd name="T11" fmla="*/ 9 h 104"/>
                  <a:gd name="T12" fmla="*/ 74 w 76"/>
                  <a:gd name="T13" fmla="*/ 0 h 104"/>
                  <a:gd name="T14" fmla="*/ 75 w 76"/>
                  <a:gd name="T15" fmla="*/ 1 h 104"/>
                  <a:gd name="T16" fmla="*/ 75 w 76"/>
                  <a:gd name="T17" fmla="*/ 3 h 104"/>
                  <a:gd name="T18" fmla="*/ 22 w 76"/>
                  <a:gd name="T19" fmla="*/ 103 h 104"/>
                  <a:gd name="T20" fmla="*/ 21 w 76"/>
                  <a:gd name="T21" fmla="*/ 104 h 104"/>
                  <a:gd name="T22" fmla="*/ 4 w 76"/>
                  <a:gd name="T23" fmla="*/ 12 h 104"/>
                  <a:gd name="T24" fmla="*/ 21 w 76"/>
                  <a:gd name="T25" fmla="*/ 97 h 104"/>
                  <a:gd name="T26" fmla="*/ 71 w 76"/>
                  <a:gd name="T27" fmla="*/ 4 h 104"/>
                  <a:gd name="T28" fmla="*/ 4 w 76"/>
                  <a:gd name="T29" fmla="*/ 1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6" h="104">
                    <a:moveTo>
                      <a:pt x="21" y="104"/>
                    </a:moveTo>
                    <a:cubicBezTo>
                      <a:pt x="20" y="104"/>
                      <a:pt x="20" y="104"/>
                      <a:pt x="20" y="104"/>
                    </a:cubicBezTo>
                    <a:cubicBezTo>
                      <a:pt x="20" y="104"/>
                      <a:pt x="19" y="103"/>
                      <a:pt x="19" y="103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9"/>
                      <a:pt x="1" y="9"/>
                      <a:pt x="2" y="9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4" y="0"/>
                      <a:pt x="75" y="0"/>
                      <a:pt x="75" y="1"/>
                    </a:cubicBezTo>
                    <a:cubicBezTo>
                      <a:pt x="76" y="1"/>
                      <a:pt x="76" y="2"/>
                      <a:pt x="75" y="3"/>
                    </a:cubicBezTo>
                    <a:cubicBezTo>
                      <a:pt x="22" y="103"/>
                      <a:pt x="22" y="103"/>
                      <a:pt x="22" y="103"/>
                    </a:cubicBezTo>
                    <a:cubicBezTo>
                      <a:pt x="22" y="104"/>
                      <a:pt x="21" y="104"/>
                      <a:pt x="21" y="104"/>
                    </a:cubicBezTo>
                    <a:close/>
                    <a:moveTo>
                      <a:pt x="4" y="12"/>
                    </a:moveTo>
                    <a:cubicBezTo>
                      <a:pt x="21" y="97"/>
                      <a:pt x="21" y="97"/>
                      <a:pt x="21" y="97"/>
                    </a:cubicBezTo>
                    <a:cubicBezTo>
                      <a:pt x="71" y="4"/>
                      <a:pt x="71" y="4"/>
                      <a:pt x="71" y="4"/>
                    </a:cubicBezTo>
                    <a:lnTo>
                      <a:pt x="4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8" name="Freeform 944"/>
              <p:cNvSpPr>
                <a:spLocks noEditPoints="1"/>
              </p:cNvSpPr>
              <p:nvPr userDrawn="1"/>
            </p:nvSpPr>
            <p:spPr bwMode="auto">
              <a:xfrm>
                <a:off x="3119" y="1391"/>
                <a:ext cx="73" cy="46"/>
              </a:xfrm>
              <a:custGeom>
                <a:avLst/>
                <a:gdLst>
                  <a:gd name="T0" fmla="*/ 57 w 59"/>
                  <a:gd name="T1" fmla="*/ 37 h 37"/>
                  <a:gd name="T2" fmla="*/ 2 w 59"/>
                  <a:gd name="T3" fmla="*/ 37 h 37"/>
                  <a:gd name="T4" fmla="*/ 1 w 59"/>
                  <a:gd name="T5" fmla="*/ 35 h 37"/>
                  <a:gd name="T6" fmla="*/ 1 w 59"/>
                  <a:gd name="T7" fmla="*/ 33 h 37"/>
                  <a:gd name="T8" fmla="*/ 56 w 59"/>
                  <a:gd name="T9" fmla="*/ 1 h 37"/>
                  <a:gd name="T10" fmla="*/ 58 w 59"/>
                  <a:gd name="T11" fmla="*/ 1 h 37"/>
                  <a:gd name="T12" fmla="*/ 59 w 59"/>
                  <a:gd name="T13" fmla="*/ 2 h 37"/>
                  <a:gd name="T14" fmla="*/ 59 w 59"/>
                  <a:gd name="T15" fmla="*/ 35 h 37"/>
                  <a:gd name="T16" fmla="*/ 57 w 59"/>
                  <a:gd name="T17" fmla="*/ 37 h 37"/>
                  <a:gd name="T18" fmla="*/ 8 w 59"/>
                  <a:gd name="T19" fmla="*/ 33 h 37"/>
                  <a:gd name="T20" fmla="*/ 56 w 59"/>
                  <a:gd name="T21" fmla="*/ 33 h 37"/>
                  <a:gd name="T22" fmla="*/ 56 w 59"/>
                  <a:gd name="T23" fmla="*/ 5 h 37"/>
                  <a:gd name="T24" fmla="*/ 8 w 59"/>
                  <a:gd name="T25" fmla="*/ 3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9" h="37">
                    <a:moveTo>
                      <a:pt x="57" y="37"/>
                    </a:moveTo>
                    <a:cubicBezTo>
                      <a:pt x="2" y="37"/>
                      <a:pt x="2" y="37"/>
                      <a:pt x="2" y="37"/>
                    </a:cubicBezTo>
                    <a:cubicBezTo>
                      <a:pt x="1" y="37"/>
                      <a:pt x="1" y="36"/>
                      <a:pt x="1" y="35"/>
                    </a:cubicBezTo>
                    <a:cubicBezTo>
                      <a:pt x="0" y="35"/>
                      <a:pt x="1" y="34"/>
                      <a:pt x="1" y="33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57" y="0"/>
                      <a:pt x="58" y="0"/>
                      <a:pt x="58" y="1"/>
                    </a:cubicBezTo>
                    <a:cubicBezTo>
                      <a:pt x="59" y="1"/>
                      <a:pt x="59" y="2"/>
                      <a:pt x="59" y="2"/>
                    </a:cubicBezTo>
                    <a:cubicBezTo>
                      <a:pt x="59" y="35"/>
                      <a:pt x="59" y="35"/>
                      <a:pt x="59" y="35"/>
                    </a:cubicBezTo>
                    <a:cubicBezTo>
                      <a:pt x="59" y="36"/>
                      <a:pt x="58" y="37"/>
                      <a:pt x="57" y="37"/>
                    </a:cubicBezTo>
                    <a:close/>
                    <a:moveTo>
                      <a:pt x="8" y="33"/>
                    </a:move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5"/>
                      <a:pt x="56" y="5"/>
                      <a:pt x="56" y="5"/>
                    </a:cubicBezTo>
                    <a:lnTo>
                      <a:pt x="8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9" name="Freeform 945"/>
              <p:cNvSpPr>
                <a:spLocks noEditPoints="1"/>
              </p:cNvSpPr>
              <p:nvPr userDrawn="1"/>
            </p:nvSpPr>
            <p:spPr bwMode="auto">
              <a:xfrm>
                <a:off x="2939" y="1391"/>
                <a:ext cx="124" cy="95"/>
              </a:xfrm>
              <a:custGeom>
                <a:avLst/>
                <a:gdLst>
                  <a:gd name="T0" fmla="*/ 50 w 100"/>
                  <a:gd name="T1" fmla="*/ 77 h 77"/>
                  <a:gd name="T2" fmla="*/ 49 w 100"/>
                  <a:gd name="T3" fmla="*/ 77 h 77"/>
                  <a:gd name="T4" fmla="*/ 1 w 100"/>
                  <a:gd name="T5" fmla="*/ 48 h 77"/>
                  <a:gd name="T6" fmla="*/ 0 w 100"/>
                  <a:gd name="T7" fmla="*/ 47 h 77"/>
                  <a:gd name="T8" fmla="*/ 1 w 100"/>
                  <a:gd name="T9" fmla="*/ 45 h 77"/>
                  <a:gd name="T10" fmla="*/ 97 w 100"/>
                  <a:gd name="T11" fmla="*/ 1 h 77"/>
                  <a:gd name="T12" fmla="*/ 99 w 100"/>
                  <a:gd name="T13" fmla="*/ 1 h 77"/>
                  <a:gd name="T14" fmla="*/ 100 w 100"/>
                  <a:gd name="T15" fmla="*/ 3 h 77"/>
                  <a:gd name="T16" fmla="*/ 51 w 100"/>
                  <a:gd name="T17" fmla="*/ 77 h 77"/>
                  <a:gd name="T18" fmla="*/ 50 w 100"/>
                  <a:gd name="T19" fmla="*/ 77 h 77"/>
                  <a:gd name="T20" fmla="*/ 5 w 100"/>
                  <a:gd name="T21" fmla="*/ 47 h 77"/>
                  <a:gd name="T22" fmla="*/ 49 w 100"/>
                  <a:gd name="T23" fmla="*/ 73 h 77"/>
                  <a:gd name="T24" fmla="*/ 94 w 100"/>
                  <a:gd name="T25" fmla="*/ 6 h 77"/>
                  <a:gd name="T26" fmla="*/ 5 w 100"/>
                  <a:gd name="T27" fmla="*/ 4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0" h="77">
                    <a:moveTo>
                      <a:pt x="50" y="77"/>
                    </a:moveTo>
                    <a:cubicBezTo>
                      <a:pt x="49" y="77"/>
                      <a:pt x="49" y="77"/>
                      <a:pt x="49" y="77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8"/>
                      <a:pt x="0" y="47"/>
                      <a:pt x="0" y="47"/>
                    </a:cubicBezTo>
                    <a:cubicBezTo>
                      <a:pt x="0" y="46"/>
                      <a:pt x="0" y="45"/>
                      <a:pt x="1" y="45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98" y="0"/>
                      <a:pt x="99" y="1"/>
                      <a:pt x="99" y="1"/>
                    </a:cubicBezTo>
                    <a:cubicBezTo>
                      <a:pt x="100" y="2"/>
                      <a:pt x="100" y="3"/>
                      <a:pt x="100" y="3"/>
                    </a:cubicBezTo>
                    <a:cubicBezTo>
                      <a:pt x="51" y="77"/>
                      <a:pt x="51" y="77"/>
                      <a:pt x="51" y="77"/>
                    </a:cubicBezTo>
                    <a:cubicBezTo>
                      <a:pt x="51" y="77"/>
                      <a:pt x="50" y="77"/>
                      <a:pt x="50" y="77"/>
                    </a:cubicBezTo>
                    <a:close/>
                    <a:moveTo>
                      <a:pt x="5" y="47"/>
                    </a:moveTo>
                    <a:cubicBezTo>
                      <a:pt x="49" y="73"/>
                      <a:pt x="49" y="73"/>
                      <a:pt x="49" y="73"/>
                    </a:cubicBezTo>
                    <a:cubicBezTo>
                      <a:pt x="94" y="6"/>
                      <a:pt x="94" y="6"/>
                      <a:pt x="94" y="6"/>
                    </a:cubicBezTo>
                    <a:lnTo>
                      <a:pt x="5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0" name="Freeform 946"/>
              <p:cNvSpPr>
                <a:spLocks noEditPoints="1"/>
              </p:cNvSpPr>
              <p:nvPr userDrawn="1"/>
            </p:nvSpPr>
            <p:spPr bwMode="auto">
              <a:xfrm>
                <a:off x="3058" y="1343"/>
                <a:ext cx="99" cy="117"/>
              </a:xfrm>
              <a:custGeom>
                <a:avLst/>
                <a:gdLst>
                  <a:gd name="T0" fmla="*/ 79 w 80"/>
                  <a:gd name="T1" fmla="*/ 95 h 95"/>
                  <a:gd name="T2" fmla="*/ 78 w 80"/>
                  <a:gd name="T3" fmla="*/ 95 h 95"/>
                  <a:gd name="T4" fmla="*/ 1 w 80"/>
                  <a:gd name="T5" fmla="*/ 43 h 95"/>
                  <a:gd name="T6" fmla="*/ 0 w 80"/>
                  <a:gd name="T7" fmla="*/ 41 h 95"/>
                  <a:gd name="T8" fmla="*/ 1 w 80"/>
                  <a:gd name="T9" fmla="*/ 40 h 95"/>
                  <a:gd name="T10" fmla="*/ 59 w 80"/>
                  <a:gd name="T11" fmla="*/ 0 h 95"/>
                  <a:gd name="T12" fmla="*/ 61 w 80"/>
                  <a:gd name="T13" fmla="*/ 0 h 95"/>
                  <a:gd name="T14" fmla="*/ 62 w 80"/>
                  <a:gd name="T15" fmla="*/ 1 h 95"/>
                  <a:gd name="T16" fmla="*/ 80 w 80"/>
                  <a:gd name="T17" fmla="*/ 93 h 95"/>
                  <a:gd name="T18" fmla="*/ 80 w 80"/>
                  <a:gd name="T19" fmla="*/ 95 h 95"/>
                  <a:gd name="T20" fmla="*/ 79 w 80"/>
                  <a:gd name="T21" fmla="*/ 95 h 95"/>
                  <a:gd name="T22" fmla="*/ 5 w 80"/>
                  <a:gd name="T23" fmla="*/ 41 h 95"/>
                  <a:gd name="T24" fmla="*/ 76 w 80"/>
                  <a:gd name="T25" fmla="*/ 90 h 95"/>
                  <a:gd name="T26" fmla="*/ 59 w 80"/>
                  <a:gd name="T27" fmla="*/ 4 h 95"/>
                  <a:gd name="T28" fmla="*/ 5 w 80"/>
                  <a:gd name="T29" fmla="*/ 4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95">
                    <a:moveTo>
                      <a:pt x="79" y="95"/>
                    </a:moveTo>
                    <a:cubicBezTo>
                      <a:pt x="78" y="95"/>
                      <a:pt x="78" y="95"/>
                      <a:pt x="78" y="95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2"/>
                      <a:pt x="0" y="42"/>
                      <a:pt x="0" y="41"/>
                    </a:cubicBezTo>
                    <a:cubicBezTo>
                      <a:pt x="0" y="41"/>
                      <a:pt x="1" y="40"/>
                      <a:pt x="1" y="4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0" y="0"/>
                      <a:pt x="60" y="0"/>
                      <a:pt x="61" y="0"/>
                    </a:cubicBezTo>
                    <a:cubicBezTo>
                      <a:pt x="61" y="0"/>
                      <a:pt x="62" y="1"/>
                      <a:pt x="62" y="1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4"/>
                      <a:pt x="80" y="94"/>
                      <a:pt x="80" y="95"/>
                    </a:cubicBezTo>
                    <a:lnTo>
                      <a:pt x="79" y="95"/>
                    </a:lnTo>
                    <a:close/>
                    <a:moveTo>
                      <a:pt x="5" y="41"/>
                    </a:moveTo>
                    <a:cubicBezTo>
                      <a:pt x="76" y="90"/>
                      <a:pt x="76" y="90"/>
                      <a:pt x="76" y="90"/>
                    </a:cubicBezTo>
                    <a:cubicBezTo>
                      <a:pt x="59" y="4"/>
                      <a:pt x="59" y="4"/>
                      <a:pt x="59" y="4"/>
                    </a:cubicBezTo>
                    <a:lnTo>
                      <a:pt x="5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1" name="Freeform 947"/>
              <p:cNvSpPr>
                <a:spLocks noEditPoints="1"/>
              </p:cNvSpPr>
              <p:nvPr userDrawn="1"/>
            </p:nvSpPr>
            <p:spPr bwMode="auto">
              <a:xfrm>
                <a:off x="2281" y="1391"/>
                <a:ext cx="186" cy="95"/>
              </a:xfrm>
              <a:custGeom>
                <a:avLst/>
                <a:gdLst>
                  <a:gd name="T0" fmla="*/ 148 w 150"/>
                  <a:gd name="T1" fmla="*/ 77 h 77"/>
                  <a:gd name="T2" fmla="*/ 2 w 150"/>
                  <a:gd name="T3" fmla="*/ 77 h 77"/>
                  <a:gd name="T4" fmla="*/ 0 w 150"/>
                  <a:gd name="T5" fmla="*/ 76 h 77"/>
                  <a:gd name="T6" fmla="*/ 1 w 150"/>
                  <a:gd name="T7" fmla="*/ 75 h 77"/>
                  <a:gd name="T8" fmla="*/ 82 w 150"/>
                  <a:gd name="T9" fmla="*/ 1 h 77"/>
                  <a:gd name="T10" fmla="*/ 83 w 150"/>
                  <a:gd name="T11" fmla="*/ 1 h 77"/>
                  <a:gd name="T12" fmla="*/ 84 w 150"/>
                  <a:gd name="T13" fmla="*/ 1 h 77"/>
                  <a:gd name="T14" fmla="*/ 150 w 150"/>
                  <a:gd name="T15" fmla="*/ 75 h 77"/>
                  <a:gd name="T16" fmla="*/ 150 w 150"/>
                  <a:gd name="T17" fmla="*/ 76 h 77"/>
                  <a:gd name="T18" fmla="*/ 148 w 150"/>
                  <a:gd name="T19" fmla="*/ 77 h 77"/>
                  <a:gd name="T20" fmla="*/ 6 w 150"/>
                  <a:gd name="T21" fmla="*/ 74 h 77"/>
                  <a:gd name="T22" fmla="*/ 145 w 150"/>
                  <a:gd name="T23" fmla="*/ 74 h 77"/>
                  <a:gd name="T24" fmla="*/ 83 w 150"/>
                  <a:gd name="T25" fmla="*/ 5 h 77"/>
                  <a:gd name="T26" fmla="*/ 6 w 150"/>
                  <a:gd name="T27" fmla="*/ 74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0" h="77">
                    <a:moveTo>
                      <a:pt x="148" y="77"/>
                    </a:moveTo>
                    <a:cubicBezTo>
                      <a:pt x="2" y="77"/>
                      <a:pt x="2" y="77"/>
                      <a:pt x="2" y="77"/>
                    </a:cubicBezTo>
                    <a:cubicBezTo>
                      <a:pt x="1" y="77"/>
                      <a:pt x="1" y="77"/>
                      <a:pt x="0" y="76"/>
                    </a:cubicBezTo>
                    <a:cubicBezTo>
                      <a:pt x="0" y="76"/>
                      <a:pt x="0" y="75"/>
                      <a:pt x="1" y="75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1"/>
                      <a:pt x="82" y="0"/>
                      <a:pt x="83" y="1"/>
                    </a:cubicBezTo>
                    <a:cubicBezTo>
                      <a:pt x="83" y="1"/>
                      <a:pt x="84" y="1"/>
                      <a:pt x="84" y="1"/>
                    </a:cubicBezTo>
                    <a:cubicBezTo>
                      <a:pt x="150" y="75"/>
                      <a:pt x="150" y="75"/>
                      <a:pt x="150" y="75"/>
                    </a:cubicBezTo>
                    <a:cubicBezTo>
                      <a:pt x="150" y="75"/>
                      <a:pt x="150" y="76"/>
                      <a:pt x="150" y="76"/>
                    </a:cubicBezTo>
                    <a:cubicBezTo>
                      <a:pt x="150" y="77"/>
                      <a:pt x="149" y="77"/>
                      <a:pt x="148" y="77"/>
                    </a:cubicBezTo>
                    <a:close/>
                    <a:moveTo>
                      <a:pt x="6" y="74"/>
                    </a:moveTo>
                    <a:cubicBezTo>
                      <a:pt x="145" y="74"/>
                      <a:pt x="145" y="74"/>
                      <a:pt x="145" y="74"/>
                    </a:cubicBezTo>
                    <a:cubicBezTo>
                      <a:pt x="83" y="5"/>
                      <a:pt x="83" y="5"/>
                      <a:pt x="83" y="5"/>
                    </a:cubicBezTo>
                    <a:lnTo>
                      <a:pt x="6" y="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2" name="Freeform 948"/>
              <p:cNvSpPr>
                <a:spLocks noEditPoints="1"/>
              </p:cNvSpPr>
              <p:nvPr userDrawn="1"/>
            </p:nvSpPr>
            <p:spPr bwMode="auto">
              <a:xfrm>
                <a:off x="2208" y="1315"/>
                <a:ext cx="65" cy="107"/>
              </a:xfrm>
              <a:custGeom>
                <a:avLst/>
                <a:gdLst>
                  <a:gd name="T0" fmla="*/ 1 w 53"/>
                  <a:gd name="T1" fmla="*/ 86 h 86"/>
                  <a:gd name="T2" fmla="*/ 1 w 53"/>
                  <a:gd name="T3" fmla="*/ 86 h 86"/>
                  <a:gd name="T4" fmla="*/ 0 w 53"/>
                  <a:gd name="T5" fmla="*/ 84 h 86"/>
                  <a:gd name="T6" fmla="*/ 0 w 53"/>
                  <a:gd name="T7" fmla="*/ 2 h 86"/>
                  <a:gd name="T8" fmla="*/ 1 w 53"/>
                  <a:gd name="T9" fmla="*/ 1 h 86"/>
                  <a:gd name="T10" fmla="*/ 2 w 53"/>
                  <a:gd name="T11" fmla="*/ 1 h 86"/>
                  <a:gd name="T12" fmla="*/ 52 w 53"/>
                  <a:gd name="T13" fmla="*/ 42 h 86"/>
                  <a:gd name="T14" fmla="*/ 53 w 53"/>
                  <a:gd name="T15" fmla="*/ 43 h 86"/>
                  <a:gd name="T16" fmla="*/ 52 w 53"/>
                  <a:gd name="T17" fmla="*/ 44 h 86"/>
                  <a:gd name="T18" fmla="*/ 2 w 53"/>
                  <a:gd name="T19" fmla="*/ 85 h 86"/>
                  <a:gd name="T20" fmla="*/ 1 w 53"/>
                  <a:gd name="T21" fmla="*/ 86 h 86"/>
                  <a:gd name="T22" fmla="*/ 3 w 53"/>
                  <a:gd name="T23" fmla="*/ 6 h 86"/>
                  <a:gd name="T24" fmla="*/ 3 w 53"/>
                  <a:gd name="T25" fmla="*/ 81 h 86"/>
                  <a:gd name="T26" fmla="*/ 48 w 53"/>
                  <a:gd name="T27" fmla="*/ 43 h 86"/>
                  <a:gd name="T28" fmla="*/ 3 w 53"/>
                  <a:gd name="T29" fmla="*/ 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3" h="86">
                    <a:moveTo>
                      <a:pt x="1" y="86"/>
                    </a:moveTo>
                    <a:cubicBezTo>
                      <a:pt x="1" y="86"/>
                      <a:pt x="1" y="86"/>
                      <a:pt x="1" y="86"/>
                    </a:cubicBezTo>
                    <a:cubicBezTo>
                      <a:pt x="0" y="85"/>
                      <a:pt x="0" y="85"/>
                      <a:pt x="0" y="8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1"/>
                      <a:pt x="2" y="1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52" y="42"/>
                      <a:pt x="53" y="43"/>
                      <a:pt x="53" y="43"/>
                    </a:cubicBezTo>
                    <a:cubicBezTo>
                      <a:pt x="53" y="44"/>
                      <a:pt x="52" y="44"/>
                      <a:pt x="52" y="44"/>
                    </a:cubicBezTo>
                    <a:cubicBezTo>
                      <a:pt x="2" y="85"/>
                      <a:pt x="2" y="85"/>
                      <a:pt x="2" y="85"/>
                    </a:cubicBezTo>
                    <a:cubicBezTo>
                      <a:pt x="2" y="86"/>
                      <a:pt x="2" y="86"/>
                      <a:pt x="1" y="86"/>
                    </a:cubicBezTo>
                    <a:close/>
                    <a:moveTo>
                      <a:pt x="3" y="6"/>
                    </a:moveTo>
                    <a:cubicBezTo>
                      <a:pt x="3" y="81"/>
                      <a:pt x="3" y="81"/>
                      <a:pt x="3" y="81"/>
                    </a:cubicBezTo>
                    <a:cubicBezTo>
                      <a:pt x="48" y="43"/>
                      <a:pt x="48" y="43"/>
                      <a:pt x="48" y="43"/>
                    </a:cubicBezTo>
                    <a:lnTo>
                      <a:pt x="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3" name="Freeform 949"/>
              <p:cNvSpPr>
                <a:spLocks noEditPoints="1"/>
              </p:cNvSpPr>
              <p:nvPr userDrawn="1"/>
            </p:nvSpPr>
            <p:spPr bwMode="auto">
              <a:xfrm>
                <a:off x="2208" y="1245"/>
                <a:ext cx="110" cy="75"/>
              </a:xfrm>
              <a:custGeom>
                <a:avLst/>
                <a:gdLst>
                  <a:gd name="T0" fmla="*/ 1 w 89"/>
                  <a:gd name="T1" fmla="*/ 61 h 61"/>
                  <a:gd name="T2" fmla="*/ 0 w 89"/>
                  <a:gd name="T3" fmla="*/ 61 h 61"/>
                  <a:gd name="T4" fmla="*/ 0 w 89"/>
                  <a:gd name="T5" fmla="*/ 59 h 61"/>
                  <a:gd name="T6" fmla="*/ 0 w 89"/>
                  <a:gd name="T7" fmla="*/ 4 h 61"/>
                  <a:gd name="T8" fmla="*/ 1 w 89"/>
                  <a:gd name="T9" fmla="*/ 2 h 61"/>
                  <a:gd name="T10" fmla="*/ 87 w 89"/>
                  <a:gd name="T11" fmla="*/ 0 h 61"/>
                  <a:gd name="T12" fmla="*/ 89 w 89"/>
                  <a:gd name="T13" fmla="*/ 1 h 61"/>
                  <a:gd name="T14" fmla="*/ 88 w 89"/>
                  <a:gd name="T15" fmla="*/ 3 h 61"/>
                  <a:gd name="T16" fmla="*/ 2 w 89"/>
                  <a:gd name="T17" fmla="*/ 61 h 61"/>
                  <a:gd name="T18" fmla="*/ 1 w 89"/>
                  <a:gd name="T19" fmla="*/ 61 h 61"/>
                  <a:gd name="T20" fmla="*/ 3 w 89"/>
                  <a:gd name="T21" fmla="*/ 6 h 61"/>
                  <a:gd name="T22" fmla="*/ 3 w 89"/>
                  <a:gd name="T23" fmla="*/ 56 h 61"/>
                  <a:gd name="T24" fmla="*/ 81 w 89"/>
                  <a:gd name="T25" fmla="*/ 4 h 61"/>
                  <a:gd name="T26" fmla="*/ 3 w 89"/>
                  <a:gd name="T27" fmla="*/ 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61">
                    <a:moveTo>
                      <a:pt x="1" y="61"/>
                    </a:moveTo>
                    <a:cubicBezTo>
                      <a:pt x="0" y="61"/>
                      <a:pt x="0" y="61"/>
                      <a:pt x="0" y="61"/>
                    </a:cubicBezTo>
                    <a:cubicBezTo>
                      <a:pt x="0" y="60"/>
                      <a:pt x="0" y="60"/>
                      <a:pt x="0" y="59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8" y="0"/>
                      <a:pt x="88" y="1"/>
                      <a:pt x="89" y="1"/>
                    </a:cubicBezTo>
                    <a:cubicBezTo>
                      <a:pt x="89" y="2"/>
                      <a:pt x="89" y="3"/>
                      <a:pt x="88" y="3"/>
                    </a:cubicBezTo>
                    <a:cubicBezTo>
                      <a:pt x="2" y="61"/>
                      <a:pt x="2" y="61"/>
                      <a:pt x="2" y="61"/>
                    </a:cubicBezTo>
                    <a:lnTo>
                      <a:pt x="1" y="61"/>
                    </a:lnTo>
                    <a:close/>
                    <a:moveTo>
                      <a:pt x="3" y="6"/>
                    </a:moveTo>
                    <a:cubicBezTo>
                      <a:pt x="3" y="56"/>
                      <a:pt x="3" y="56"/>
                      <a:pt x="3" y="56"/>
                    </a:cubicBezTo>
                    <a:cubicBezTo>
                      <a:pt x="81" y="4"/>
                      <a:pt x="81" y="4"/>
                      <a:pt x="81" y="4"/>
                    </a:cubicBezTo>
                    <a:lnTo>
                      <a:pt x="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4" name="Freeform 950"/>
              <p:cNvSpPr>
                <a:spLocks noEditPoints="1"/>
              </p:cNvSpPr>
              <p:nvPr userDrawn="1"/>
            </p:nvSpPr>
            <p:spPr bwMode="auto">
              <a:xfrm>
                <a:off x="2208" y="1361"/>
                <a:ext cx="57" cy="96"/>
              </a:xfrm>
              <a:custGeom>
                <a:avLst/>
                <a:gdLst>
                  <a:gd name="T0" fmla="*/ 1 w 46"/>
                  <a:gd name="T1" fmla="*/ 77 h 77"/>
                  <a:gd name="T2" fmla="*/ 0 w 46"/>
                  <a:gd name="T3" fmla="*/ 77 h 77"/>
                  <a:gd name="T4" fmla="*/ 0 w 46"/>
                  <a:gd name="T5" fmla="*/ 76 h 77"/>
                  <a:gd name="T6" fmla="*/ 0 w 46"/>
                  <a:gd name="T7" fmla="*/ 2 h 77"/>
                  <a:gd name="T8" fmla="*/ 1 w 46"/>
                  <a:gd name="T9" fmla="*/ 0 h 77"/>
                  <a:gd name="T10" fmla="*/ 3 w 46"/>
                  <a:gd name="T11" fmla="*/ 1 h 77"/>
                  <a:gd name="T12" fmla="*/ 46 w 46"/>
                  <a:gd name="T13" fmla="*/ 65 h 77"/>
                  <a:gd name="T14" fmla="*/ 46 w 46"/>
                  <a:gd name="T15" fmla="*/ 67 h 77"/>
                  <a:gd name="T16" fmla="*/ 44 w 46"/>
                  <a:gd name="T17" fmla="*/ 68 h 77"/>
                  <a:gd name="T18" fmla="*/ 2 w 46"/>
                  <a:gd name="T19" fmla="*/ 77 h 77"/>
                  <a:gd name="T20" fmla="*/ 1 w 46"/>
                  <a:gd name="T21" fmla="*/ 77 h 77"/>
                  <a:gd name="T22" fmla="*/ 3 w 46"/>
                  <a:gd name="T23" fmla="*/ 8 h 77"/>
                  <a:gd name="T24" fmla="*/ 3 w 46"/>
                  <a:gd name="T25" fmla="*/ 74 h 77"/>
                  <a:gd name="T26" fmla="*/ 41 w 46"/>
                  <a:gd name="T27" fmla="*/ 65 h 77"/>
                  <a:gd name="T28" fmla="*/ 3 w 46"/>
                  <a:gd name="T29" fmla="*/ 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6" h="77">
                    <a:moveTo>
                      <a:pt x="1" y="77"/>
                    </a:moveTo>
                    <a:cubicBezTo>
                      <a:pt x="1" y="77"/>
                      <a:pt x="0" y="77"/>
                      <a:pt x="0" y="77"/>
                    </a:cubicBezTo>
                    <a:cubicBezTo>
                      <a:pt x="0" y="77"/>
                      <a:pt x="0" y="76"/>
                      <a:pt x="0" y="7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6" y="65"/>
                      <a:pt x="46" y="65"/>
                      <a:pt x="46" y="65"/>
                    </a:cubicBezTo>
                    <a:cubicBezTo>
                      <a:pt x="46" y="66"/>
                      <a:pt x="46" y="67"/>
                      <a:pt x="46" y="67"/>
                    </a:cubicBezTo>
                    <a:cubicBezTo>
                      <a:pt x="45" y="68"/>
                      <a:pt x="45" y="68"/>
                      <a:pt x="44" y="68"/>
                    </a:cubicBezTo>
                    <a:cubicBezTo>
                      <a:pt x="2" y="77"/>
                      <a:pt x="2" y="77"/>
                      <a:pt x="2" y="77"/>
                    </a:cubicBezTo>
                    <a:lnTo>
                      <a:pt x="1" y="77"/>
                    </a:lnTo>
                    <a:close/>
                    <a:moveTo>
                      <a:pt x="3" y="8"/>
                    </a:moveTo>
                    <a:cubicBezTo>
                      <a:pt x="3" y="74"/>
                      <a:pt x="3" y="74"/>
                      <a:pt x="3" y="74"/>
                    </a:cubicBezTo>
                    <a:cubicBezTo>
                      <a:pt x="41" y="65"/>
                      <a:pt x="41" y="65"/>
                      <a:pt x="41" y="65"/>
                    </a:cubicBezTo>
                    <a:lnTo>
                      <a:pt x="3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5" name="Freeform 951"/>
              <p:cNvSpPr>
                <a:spLocks noEditPoints="1"/>
              </p:cNvSpPr>
              <p:nvPr userDrawn="1"/>
            </p:nvSpPr>
            <p:spPr bwMode="auto">
              <a:xfrm>
                <a:off x="2260" y="1391"/>
                <a:ext cx="126" cy="95"/>
              </a:xfrm>
              <a:custGeom>
                <a:avLst/>
                <a:gdLst>
                  <a:gd name="T0" fmla="*/ 19 w 102"/>
                  <a:gd name="T1" fmla="*/ 77 h 77"/>
                  <a:gd name="T2" fmla="*/ 19 w 102"/>
                  <a:gd name="T3" fmla="*/ 77 h 77"/>
                  <a:gd name="T4" fmla="*/ 18 w 102"/>
                  <a:gd name="T5" fmla="*/ 77 h 77"/>
                  <a:gd name="T6" fmla="*/ 1 w 102"/>
                  <a:gd name="T7" fmla="*/ 43 h 77"/>
                  <a:gd name="T8" fmla="*/ 1 w 102"/>
                  <a:gd name="T9" fmla="*/ 42 h 77"/>
                  <a:gd name="T10" fmla="*/ 1 w 102"/>
                  <a:gd name="T11" fmla="*/ 41 h 77"/>
                  <a:gd name="T12" fmla="*/ 99 w 102"/>
                  <a:gd name="T13" fmla="*/ 1 h 77"/>
                  <a:gd name="T14" fmla="*/ 101 w 102"/>
                  <a:gd name="T15" fmla="*/ 1 h 77"/>
                  <a:gd name="T16" fmla="*/ 101 w 102"/>
                  <a:gd name="T17" fmla="*/ 3 h 77"/>
                  <a:gd name="T18" fmla="*/ 20 w 102"/>
                  <a:gd name="T19" fmla="*/ 77 h 77"/>
                  <a:gd name="T20" fmla="*/ 19 w 102"/>
                  <a:gd name="T21" fmla="*/ 77 h 77"/>
                  <a:gd name="T22" fmla="*/ 4 w 102"/>
                  <a:gd name="T23" fmla="*/ 43 h 77"/>
                  <a:gd name="T24" fmla="*/ 20 w 102"/>
                  <a:gd name="T25" fmla="*/ 73 h 77"/>
                  <a:gd name="T26" fmla="*/ 92 w 102"/>
                  <a:gd name="T27" fmla="*/ 7 h 77"/>
                  <a:gd name="T28" fmla="*/ 4 w 102"/>
                  <a:gd name="T29" fmla="*/ 43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77">
                    <a:moveTo>
                      <a:pt x="19" y="77"/>
                    </a:moveTo>
                    <a:cubicBezTo>
                      <a:pt x="19" y="77"/>
                      <a:pt x="19" y="77"/>
                      <a:pt x="19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43"/>
                      <a:pt x="0" y="42"/>
                      <a:pt x="1" y="42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100" y="0"/>
                      <a:pt x="101" y="1"/>
                      <a:pt x="101" y="1"/>
                    </a:cubicBezTo>
                    <a:cubicBezTo>
                      <a:pt x="102" y="2"/>
                      <a:pt x="102" y="3"/>
                      <a:pt x="101" y="3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19" y="77"/>
                      <a:pt x="19" y="77"/>
                    </a:cubicBezTo>
                    <a:close/>
                    <a:moveTo>
                      <a:pt x="4" y="43"/>
                    </a:moveTo>
                    <a:cubicBezTo>
                      <a:pt x="20" y="73"/>
                      <a:pt x="20" y="73"/>
                      <a:pt x="20" y="73"/>
                    </a:cubicBezTo>
                    <a:cubicBezTo>
                      <a:pt x="92" y="7"/>
                      <a:pt x="92" y="7"/>
                      <a:pt x="92" y="7"/>
                    </a:cubicBezTo>
                    <a:lnTo>
                      <a:pt x="4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6" name="Freeform 952"/>
              <p:cNvSpPr>
                <a:spLocks noEditPoints="1"/>
              </p:cNvSpPr>
              <p:nvPr userDrawn="1"/>
            </p:nvSpPr>
            <p:spPr bwMode="auto">
              <a:xfrm>
                <a:off x="2595" y="1432"/>
                <a:ext cx="178" cy="54"/>
              </a:xfrm>
              <a:custGeom>
                <a:avLst/>
                <a:gdLst>
                  <a:gd name="T0" fmla="*/ 142 w 144"/>
                  <a:gd name="T1" fmla="*/ 44 h 44"/>
                  <a:gd name="T2" fmla="*/ 2 w 144"/>
                  <a:gd name="T3" fmla="*/ 44 h 44"/>
                  <a:gd name="T4" fmla="*/ 0 w 144"/>
                  <a:gd name="T5" fmla="*/ 43 h 44"/>
                  <a:gd name="T6" fmla="*/ 1 w 144"/>
                  <a:gd name="T7" fmla="*/ 41 h 44"/>
                  <a:gd name="T8" fmla="*/ 62 w 144"/>
                  <a:gd name="T9" fmla="*/ 1 h 44"/>
                  <a:gd name="T10" fmla="*/ 64 w 144"/>
                  <a:gd name="T11" fmla="*/ 0 h 44"/>
                  <a:gd name="T12" fmla="*/ 143 w 144"/>
                  <a:gd name="T13" fmla="*/ 41 h 44"/>
                  <a:gd name="T14" fmla="*/ 143 w 144"/>
                  <a:gd name="T15" fmla="*/ 43 h 44"/>
                  <a:gd name="T16" fmla="*/ 142 w 144"/>
                  <a:gd name="T17" fmla="*/ 44 h 44"/>
                  <a:gd name="T18" fmla="*/ 7 w 144"/>
                  <a:gd name="T19" fmla="*/ 41 h 44"/>
                  <a:gd name="T20" fmla="*/ 135 w 144"/>
                  <a:gd name="T21" fmla="*/ 41 h 44"/>
                  <a:gd name="T22" fmla="*/ 63 w 144"/>
                  <a:gd name="T23" fmla="*/ 4 h 44"/>
                  <a:gd name="T24" fmla="*/ 7 w 144"/>
                  <a:gd name="T25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4" h="44">
                    <a:moveTo>
                      <a:pt x="142" y="44"/>
                    </a:moveTo>
                    <a:cubicBezTo>
                      <a:pt x="2" y="44"/>
                      <a:pt x="2" y="44"/>
                      <a:pt x="2" y="44"/>
                    </a:cubicBezTo>
                    <a:cubicBezTo>
                      <a:pt x="1" y="44"/>
                      <a:pt x="0" y="44"/>
                      <a:pt x="0" y="43"/>
                    </a:cubicBezTo>
                    <a:cubicBezTo>
                      <a:pt x="0" y="43"/>
                      <a:pt x="0" y="42"/>
                      <a:pt x="1" y="41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3" y="0"/>
                      <a:pt x="63" y="0"/>
                      <a:pt x="64" y="0"/>
                    </a:cubicBezTo>
                    <a:cubicBezTo>
                      <a:pt x="143" y="41"/>
                      <a:pt x="143" y="41"/>
                      <a:pt x="143" y="41"/>
                    </a:cubicBezTo>
                    <a:cubicBezTo>
                      <a:pt x="143" y="42"/>
                      <a:pt x="144" y="42"/>
                      <a:pt x="143" y="43"/>
                    </a:cubicBezTo>
                    <a:cubicBezTo>
                      <a:pt x="143" y="44"/>
                      <a:pt x="143" y="44"/>
                      <a:pt x="142" y="44"/>
                    </a:cubicBezTo>
                    <a:close/>
                    <a:moveTo>
                      <a:pt x="7" y="41"/>
                    </a:moveTo>
                    <a:cubicBezTo>
                      <a:pt x="135" y="41"/>
                      <a:pt x="135" y="41"/>
                      <a:pt x="135" y="41"/>
                    </a:cubicBezTo>
                    <a:cubicBezTo>
                      <a:pt x="63" y="4"/>
                      <a:pt x="63" y="4"/>
                      <a:pt x="63" y="4"/>
                    </a:cubicBezTo>
                    <a:lnTo>
                      <a:pt x="7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7" name="Freeform 953"/>
              <p:cNvSpPr>
                <a:spLocks noEditPoints="1"/>
              </p:cNvSpPr>
              <p:nvPr userDrawn="1"/>
            </p:nvSpPr>
            <p:spPr bwMode="auto">
              <a:xfrm>
                <a:off x="2990" y="943"/>
                <a:ext cx="113" cy="116"/>
              </a:xfrm>
              <a:custGeom>
                <a:avLst/>
                <a:gdLst>
                  <a:gd name="T0" fmla="*/ 90 w 91"/>
                  <a:gd name="T1" fmla="*/ 94 h 94"/>
                  <a:gd name="T2" fmla="*/ 90 w 91"/>
                  <a:gd name="T3" fmla="*/ 94 h 94"/>
                  <a:gd name="T4" fmla="*/ 2 w 91"/>
                  <a:gd name="T5" fmla="*/ 85 h 94"/>
                  <a:gd name="T6" fmla="*/ 1 w 91"/>
                  <a:gd name="T7" fmla="*/ 84 h 94"/>
                  <a:gd name="T8" fmla="*/ 1 w 91"/>
                  <a:gd name="T9" fmla="*/ 83 h 94"/>
                  <a:gd name="T10" fmla="*/ 22 w 91"/>
                  <a:gd name="T11" fmla="*/ 1 h 94"/>
                  <a:gd name="T12" fmla="*/ 24 w 91"/>
                  <a:gd name="T13" fmla="*/ 0 h 94"/>
                  <a:gd name="T14" fmla="*/ 25 w 91"/>
                  <a:gd name="T15" fmla="*/ 1 h 94"/>
                  <a:gd name="T16" fmla="*/ 91 w 91"/>
                  <a:gd name="T17" fmla="*/ 91 h 94"/>
                  <a:gd name="T18" fmla="*/ 91 w 91"/>
                  <a:gd name="T19" fmla="*/ 93 h 94"/>
                  <a:gd name="T20" fmla="*/ 90 w 91"/>
                  <a:gd name="T21" fmla="*/ 94 h 94"/>
                  <a:gd name="T22" fmla="*/ 4 w 91"/>
                  <a:gd name="T23" fmla="*/ 82 h 94"/>
                  <a:gd name="T24" fmla="*/ 86 w 91"/>
                  <a:gd name="T25" fmla="*/ 90 h 94"/>
                  <a:gd name="T26" fmla="*/ 25 w 91"/>
                  <a:gd name="T27" fmla="*/ 5 h 94"/>
                  <a:gd name="T28" fmla="*/ 4 w 91"/>
                  <a:gd name="T29" fmla="*/ 82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94">
                    <a:moveTo>
                      <a:pt x="90" y="94"/>
                    </a:moveTo>
                    <a:cubicBezTo>
                      <a:pt x="90" y="94"/>
                      <a:pt x="90" y="94"/>
                      <a:pt x="90" y="94"/>
                    </a:cubicBezTo>
                    <a:cubicBezTo>
                      <a:pt x="2" y="85"/>
                      <a:pt x="2" y="85"/>
                      <a:pt x="2" y="85"/>
                    </a:cubicBezTo>
                    <a:cubicBezTo>
                      <a:pt x="2" y="85"/>
                      <a:pt x="1" y="84"/>
                      <a:pt x="1" y="84"/>
                    </a:cubicBezTo>
                    <a:cubicBezTo>
                      <a:pt x="1" y="84"/>
                      <a:pt x="0" y="83"/>
                      <a:pt x="1" y="83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24" y="0"/>
                      <a:pt x="25" y="0"/>
                      <a:pt x="25" y="1"/>
                    </a:cubicBezTo>
                    <a:cubicBezTo>
                      <a:pt x="91" y="91"/>
                      <a:pt x="91" y="91"/>
                      <a:pt x="91" y="91"/>
                    </a:cubicBezTo>
                    <a:cubicBezTo>
                      <a:pt x="91" y="92"/>
                      <a:pt x="91" y="93"/>
                      <a:pt x="91" y="93"/>
                    </a:cubicBezTo>
                    <a:cubicBezTo>
                      <a:pt x="91" y="94"/>
                      <a:pt x="90" y="94"/>
                      <a:pt x="90" y="94"/>
                    </a:cubicBezTo>
                    <a:close/>
                    <a:moveTo>
                      <a:pt x="4" y="82"/>
                    </a:moveTo>
                    <a:cubicBezTo>
                      <a:pt x="86" y="90"/>
                      <a:pt x="86" y="90"/>
                      <a:pt x="86" y="90"/>
                    </a:cubicBezTo>
                    <a:cubicBezTo>
                      <a:pt x="25" y="5"/>
                      <a:pt x="25" y="5"/>
                      <a:pt x="25" y="5"/>
                    </a:cubicBezTo>
                    <a:lnTo>
                      <a:pt x="4" y="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8" name="Freeform 954"/>
              <p:cNvSpPr>
                <a:spLocks noEditPoints="1"/>
              </p:cNvSpPr>
              <p:nvPr userDrawn="1"/>
            </p:nvSpPr>
            <p:spPr bwMode="auto">
              <a:xfrm>
                <a:off x="3099" y="1055"/>
                <a:ext cx="109" cy="100"/>
              </a:xfrm>
              <a:custGeom>
                <a:avLst/>
                <a:gdLst>
                  <a:gd name="T0" fmla="*/ 48 w 88"/>
                  <a:gd name="T1" fmla="*/ 80 h 80"/>
                  <a:gd name="T2" fmla="*/ 46 w 88"/>
                  <a:gd name="T3" fmla="*/ 80 h 80"/>
                  <a:gd name="T4" fmla="*/ 0 w 88"/>
                  <a:gd name="T5" fmla="*/ 2 h 80"/>
                  <a:gd name="T6" fmla="*/ 1 w 88"/>
                  <a:gd name="T7" fmla="*/ 0 h 80"/>
                  <a:gd name="T8" fmla="*/ 3 w 88"/>
                  <a:gd name="T9" fmla="*/ 0 h 80"/>
                  <a:gd name="T10" fmla="*/ 87 w 88"/>
                  <a:gd name="T11" fmla="*/ 67 h 80"/>
                  <a:gd name="T12" fmla="*/ 88 w 88"/>
                  <a:gd name="T13" fmla="*/ 68 h 80"/>
                  <a:gd name="T14" fmla="*/ 87 w 88"/>
                  <a:gd name="T15" fmla="*/ 70 h 80"/>
                  <a:gd name="T16" fmla="*/ 48 w 88"/>
                  <a:gd name="T17" fmla="*/ 80 h 80"/>
                  <a:gd name="T18" fmla="*/ 8 w 88"/>
                  <a:gd name="T19" fmla="*/ 8 h 80"/>
                  <a:gd name="T20" fmla="*/ 48 w 88"/>
                  <a:gd name="T21" fmla="*/ 77 h 80"/>
                  <a:gd name="T22" fmla="*/ 83 w 88"/>
                  <a:gd name="T23" fmla="*/ 67 h 80"/>
                  <a:gd name="T24" fmla="*/ 8 w 88"/>
                  <a:gd name="T25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0">
                    <a:moveTo>
                      <a:pt x="48" y="80"/>
                    </a:moveTo>
                    <a:cubicBezTo>
                      <a:pt x="47" y="80"/>
                      <a:pt x="46" y="80"/>
                      <a:pt x="46" y="8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88" y="67"/>
                      <a:pt x="88" y="68"/>
                      <a:pt x="88" y="68"/>
                    </a:cubicBezTo>
                    <a:cubicBezTo>
                      <a:pt x="88" y="69"/>
                      <a:pt x="87" y="70"/>
                      <a:pt x="87" y="70"/>
                    </a:cubicBezTo>
                    <a:cubicBezTo>
                      <a:pt x="48" y="80"/>
                      <a:pt x="48" y="80"/>
                      <a:pt x="48" y="80"/>
                    </a:cubicBezTo>
                    <a:close/>
                    <a:moveTo>
                      <a:pt x="8" y="8"/>
                    </a:moveTo>
                    <a:cubicBezTo>
                      <a:pt x="48" y="77"/>
                      <a:pt x="48" y="77"/>
                      <a:pt x="48" y="77"/>
                    </a:cubicBezTo>
                    <a:cubicBezTo>
                      <a:pt x="83" y="67"/>
                      <a:pt x="83" y="67"/>
                      <a:pt x="83" y="67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9" name="Freeform 955"/>
              <p:cNvSpPr>
                <a:spLocks noEditPoints="1"/>
              </p:cNvSpPr>
              <p:nvPr userDrawn="1"/>
            </p:nvSpPr>
            <p:spPr bwMode="auto">
              <a:xfrm>
                <a:off x="3156" y="1137"/>
                <a:ext cx="52" cy="94"/>
              </a:xfrm>
              <a:custGeom>
                <a:avLst/>
                <a:gdLst>
                  <a:gd name="T0" fmla="*/ 12 w 42"/>
                  <a:gd name="T1" fmla="*/ 76 h 76"/>
                  <a:gd name="T2" fmla="*/ 12 w 42"/>
                  <a:gd name="T3" fmla="*/ 76 h 76"/>
                  <a:gd name="T4" fmla="*/ 10 w 42"/>
                  <a:gd name="T5" fmla="*/ 75 h 76"/>
                  <a:gd name="T6" fmla="*/ 0 w 42"/>
                  <a:gd name="T7" fmla="*/ 13 h 76"/>
                  <a:gd name="T8" fmla="*/ 1 w 42"/>
                  <a:gd name="T9" fmla="*/ 11 h 76"/>
                  <a:gd name="T10" fmla="*/ 40 w 42"/>
                  <a:gd name="T11" fmla="*/ 1 h 76"/>
                  <a:gd name="T12" fmla="*/ 42 w 42"/>
                  <a:gd name="T13" fmla="*/ 1 h 76"/>
                  <a:gd name="T14" fmla="*/ 42 w 42"/>
                  <a:gd name="T15" fmla="*/ 3 h 76"/>
                  <a:gd name="T16" fmla="*/ 13 w 42"/>
                  <a:gd name="T17" fmla="*/ 75 h 76"/>
                  <a:gd name="T18" fmla="*/ 12 w 42"/>
                  <a:gd name="T19" fmla="*/ 76 h 76"/>
                  <a:gd name="T20" fmla="*/ 3 w 42"/>
                  <a:gd name="T21" fmla="*/ 14 h 76"/>
                  <a:gd name="T22" fmla="*/ 12 w 42"/>
                  <a:gd name="T23" fmla="*/ 68 h 76"/>
                  <a:gd name="T24" fmla="*/ 37 w 42"/>
                  <a:gd name="T25" fmla="*/ 5 h 76"/>
                  <a:gd name="T26" fmla="*/ 3 w 42"/>
                  <a:gd name="T27" fmla="*/ 1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2" h="76">
                    <a:moveTo>
                      <a:pt x="12" y="76"/>
                    </a:moveTo>
                    <a:cubicBezTo>
                      <a:pt x="12" y="76"/>
                      <a:pt x="12" y="76"/>
                      <a:pt x="12" y="76"/>
                    </a:cubicBezTo>
                    <a:cubicBezTo>
                      <a:pt x="11" y="76"/>
                      <a:pt x="10" y="75"/>
                      <a:pt x="10" y="75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2"/>
                      <a:pt x="0" y="11"/>
                      <a:pt x="1" y="11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40" y="0"/>
                      <a:pt x="41" y="1"/>
                      <a:pt x="42" y="1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13" y="75"/>
                      <a:pt x="13" y="75"/>
                      <a:pt x="13" y="75"/>
                    </a:cubicBezTo>
                    <a:cubicBezTo>
                      <a:pt x="13" y="76"/>
                      <a:pt x="12" y="76"/>
                      <a:pt x="12" y="76"/>
                    </a:cubicBezTo>
                    <a:close/>
                    <a:moveTo>
                      <a:pt x="3" y="14"/>
                    </a:moveTo>
                    <a:cubicBezTo>
                      <a:pt x="12" y="68"/>
                      <a:pt x="12" y="68"/>
                      <a:pt x="12" y="68"/>
                    </a:cubicBezTo>
                    <a:cubicBezTo>
                      <a:pt x="37" y="5"/>
                      <a:pt x="37" y="5"/>
                      <a:pt x="37" y="5"/>
                    </a:cubicBezTo>
                    <a:lnTo>
                      <a:pt x="3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0" name="Freeform 956"/>
              <p:cNvSpPr>
                <a:spLocks noEditPoints="1"/>
              </p:cNvSpPr>
              <p:nvPr userDrawn="1"/>
            </p:nvSpPr>
            <p:spPr bwMode="auto">
              <a:xfrm>
                <a:off x="3099" y="1055"/>
                <a:ext cx="61" cy="149"/>
              </a:xfrm>
              <a:custGeom>
                <a:avLst/>
                <a:gdLst>
                  <a:gd name="T0" fmla="*/ 12 w 49"/>
                  <a:gd name="T1" fmla="*/ 120 h 120"/>
                  <a:gd name="T2" fmla="*/ 11 w 49"/>
                  <a:gd name="T3" fmla="*/ 120 h 120"/>
                  <a:gd name="T4" fmla="*/ 10 w 49"/>
                  <a:gd name="T5" fmla="*/ 119 h 120"/>
                  <a:gd name="T6" fmla="*/ 0 w 49"/>
                  <a:gd name="T7" fmla="*/ 2 h 120"/>
                  <a:gd name="T8" fmla="*/ 1 w 49"/>
                  <a:gd name="T9" fmla="*/ 0 h 120"/>
                  <a:gd name="T10" fmla="*/ 3 w 49"/>
                  <a:gd name="T11" fmla="*/ 1 h 120"/>
                  <a:gd name="T12" fmla="*/ 49 w 49"/>
                  <a:gd name="T13" fmla="*/ 78 h 120"/>
                  <a:gd name="T14" fmla="*/ 49 w 49"/>
                  <a:gd name="T15" fmla="*/ 80 h 120"/>
                  <a:gd name="T16" fmla="*/ 13 w 49"/>
                  <a:gd name="T17" fmla="*/ 120 h 120"/>
                  <a:gd name="T18" fmla="*/ 12 w 49"/>
                  <a:gd name="T19" fmla="*/ 120 h 120"/>
                  <a:gd name="T20" fmla="*/ 4 w 49"/>
                  <a:gd name="T21" fmla="*/ 9 h 120"/>
                  <a:gd name="T22" fmla="*/ 13 w 49"/>
                  <a:gd name="T23" fmla="*/ 115 h 120"/>
                  <a:gd name="T24" fmla="*/ 45 w 49"/>
                  <a:gd name="T25" fmla="*/ 79 h 120"/>
                  <a:gd name="T26" fmla="*/ 4 w 49"/>
                  <a:gd name="T27" fmla="*/ 9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9" h="120">
                    <a:moveTo>
                      <a:pt x="12" y="120"/>
                    </a:moveTo>
                    <a:cubicBezTo>
                      <a:pt x="11" y="120"/>
                      <a:pt x="11" y="120"/>
                      <a:pt x="11" y="120"/>
                    </a:cubicBezTo>
                    <a:cubicBezTo>
                      <a:pt x="10" y="120"/>
                      <a:pt x="10" y="120"/>
                      <a:pt x="10" y="11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49" y="78"/>
                      <a:pt x="49" y="78"/>
                      <a:pt x="49" y="78"/>
                    </a:cubicBezTo>
                    <a:cubicBezTo>
                      <a:pt x="49" y="79"/>
                      <a:pt x="49" y="79"/>
                      <a:pt x="49" y="80"/>
                    </a:cubicBezTo>
                    <a:cubicBezTo>
                      <a:pt x="13" y="120"/>
                      <a:pt x="13" y="120"/>
                      <a:pt x="13" y="120"/>
                    </a:cubicBezTo>
                    <a:cubicBezTo>
                      <a:pt x="12" y="120"/>
                      <a:pt x="12" y="120"/>
                      <a:pt x="12" y="120"/>
                    </a:cubicBezTo>
                    <a:close/>
                    <a:moveTo>
                      <a:pt x="4" y="9"/>
                    </a:moveTo>
                    <a:cubicBezTo>
                      <a:pt x="13" y="115"/>
                      <a:pt x="13" y="115"/>
                      <a:pt x="13" y="115"/>
                    </a:cubicBezTo>
                    <a:cubicBezTo>
                      <a:pt x="45" y="79"/>
                      <a:pt x="45" y="79"/>
                      <a:pt x="45" y="79"/>
                    </a:cubicBez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1" name="Freeform 957"/>
              <p:cNvSpPr>
                <a:spLocks noEditPoints="1"/>
              </p:cNvSpPr>
              <p:nvPr userDrawn="1"/>
            </p:nvSpPr>
            <p:spPr bwMode="auto">
              <a:xfrm>
                <a:off x="1098" y="980"/>
                <a:ext cx="98" cy="72"/>
              </a:xfrm>
              <a:custGeom>
                <a:avLst/>
                <a:gdLst>
                  <a:gd name="T0" fmla="*/ 1 w 79"/>
                  <a:gd name="T1" fmla="*/ 58 h 58"/>
                  <a:gd name="T2" fmla="*/ 0 w 79"/>
                  <a:gd name="T3" fmla="*/ 57 h 58"/>
                  <a:gd name="T4" fmla="*/ 0 w 79"/>
                  <a:gd name="T5" fmla="*/ 55 h 58"/>
                  <a:gd name="T6" fmla="*/ 76 w 79"/>
                  <a:gd name="T7" fmla="*/ 1 h 58"/>
                  <a:gd name="T8" fmla="*/ 78 w 79"/>
                  <a:gd name="T9" fmla="*/ 1 h 58"/>
                  <a:gd name="T10" fmla="*/ 78 w 79"/>
                  <a:gd name="T11" fmla="*/ 3 h 58"/>
                  <a:gd name="T12" fmla="*/ 53 w 79"/>
                  <a:gd name="T13" fmla="*/ 43 h 58"/>
                  <a:gd name="T14" fmla="*/ 52 w 79"/>
                  <a:gd name="T15" fmla="*/ 44 h 58"/>
                  <a:gd name="T16" fmla="*/ 2 w 79"/>
                  <a:gd name="T17" fmla="*/ 58 h 58"/>
                  <a:gd name="T18" fmla="*/ 1 w 79"/>
                  <a:gd name="T19" fmla="*/ 58 h 58"/>
                  <a:gd name="T20" fmla="*/ 71 w 79"/>
                  <a:gd name="T21" fmla="*/ 8 h 58"/>
                  <a:gd name="T22" fmla="*/ 10 w 79"/>
                  <a:gd name="T23" fmla="*/ 52 h 58"/>
                  <a:gd name="T24" fmla="*/ 50 w 79"/>
                  <a:gd name="T25" fmla="*/ 41 h 58"/>
                  <a:gd name="T26" fmla="*/ 71 w 79"/>
                  <a:gd name="T27" fmla="*/ 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" h="58">
                    <a:moveTo>
                      <a:pt x="1" y="58"/>
                    </a:moveTo>
                    <a:cubicBezTo>
                      <a:pt x="1" y="58"/>
                      <a:pt x="0" y="57"/>
                      <a:pt x="0" y="57"/>
                    </a:cubicBezTo>
                    <a:cubicBezTo>
                      <a:pt x="0" y="56"/>
                      <a:pt x="0" y="55"/>
                      <a:pt x="0" y="55"/>
                    </a:cubicBezTo>
                    <a:cubicBezTo>
                      <a:pt x="76" y="1"/>
                      <a:pt x="76" y="1"/>
                      <a:pt x="76" y="1"/>
                    </a:cubicBezTo>
                    <a:cubicBezTo>
                      <a:pt x="76" y="0"/>
                      <a:pt x="77" y="0"/>
                      <a:pt x="78" y="1"/>
                    </a:cubicBezTo>
                    <a:cubicBezTo>
                      <a:pt x="78" y="1"/>
                      <a:pt x="79" y="2"/>
                      <a:pt x="78" y="3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53" y="44"/>
                      <a:pt x="52" y="44"/>
                      <a:pt x="52" y="44"/>
                    </a:cubicBezTo>
                    <a:cubicBezTo>
                      <a:pt x="2" y="58"/>
                      <a:pt x="2" y="58"/>
                      <a:pt x="2" y="58"/>
                    </a:cubicBezTo>
                    <a:lnTo>
                      <a:pt x="1" y="58"/>
                    </a:lnTo>
                    <a:close/>
                    <a:moveTo>
                      <a:pt x="71" y="8"/>
                    </a:moveTo>
                    <a:cubicBezTo>
                      <a:pt x="10" y="52"/>
                      <a:pt x="10" y="52"/>
                      <a:pt x="10" y="52"/>
                    </a:cubicBezTo>
                    <a:cubicBezTo>
                      <a:pt x="50" y="41"/>
                      <a:pt x="50" y="41"/>
                      <a:pt x="50" y="41"/>
                    </a:cubicBezTo>
                    <a:lnTo>
                      <a:pt x="71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2" name="Freeform 958"/>
              <p:cNvSpPr>
                <a:spLocks noEditPoints="1"/>
              </p:cNvSpPr>
              <p:nvPr userDrawn="1"/>
            </p:nvSpPr>
            <p:spPr bwMode="auto">
              <a:xfrm>
                <a:off x="1160" y="952"/>
                <a:ext cx="142" cy="82"/>
              </a:xfrm>
              <a:custGeom>
                <a:avLst/>
                <a:gdLst>
                  <a:gd name="T0" fmla="*/ 1 w 115"/>
                  <a:gd name="T1" fmla="*/ 67 h 67"/>
                  <a:gd name="T2" fmla="*/ 0 w 115"/>
                  <a:gd name="T3" fmla="*/ 66 h 67"/>
                  <a:gd name="T4" fmla="*/ 0 w 115"/>
                  <a:gd name="T5" fmla="*/ 64 h 67"/>
                  <a:gd name="T6" fmla="*/ 25 w 115"/>
                  <a:gd name="T7" fmla="*/ 24 h 67"/>
                  <a:gd name="T8" fmla="*/ 26 w 115"/>
                  <a:gd name="T9" fmla="*/ 23 h 67"/>
                  <a:gd name="T10" fmla="*/ 113 w 115"/>
                  <a:gd name="T11" fmla="*/ 0 h 67"/>
                  <a:gd name="T12" fmla="*/ 115 w 115"/>
                  <a:gd name="T13" fmla="*/ 1 h 67"/>
                  <a:gd name="T14" fmla="*/ 114 w 115"/>
                  <a:gd name="T15" fmla="*/ 3 h 67"/>
                  <a:gd name="T16" fmla="*/ 2 w 115"/>
                  <a:gd name="T17" fmla="*/ 67 h 67"/>
                  <a:gd name="T18" fmla="*/ 1 w 115"/>
                  <a:gd name="T19" fmla="*/ 67 h 67"/>
                  <a:gd name="T20" fmla="*/ 28 w 115"/>
                  <a:gd name="T21" fmla="*/ 26 h 67"/>
                  <a:gd name="T22" fmla="*/ 6 w 115"/>
                  <a:gd name="T23" fmla="*/ 61 h 67"/>
                  <a:gd name="T24" fmla="*/ 101 w 115"/>
                  <a:gd name="T25" fmla="*/ 6 h 67"/>
                  <a:gd name="T26" fmla="*/ 28 w 115"/>
                  <a:gd name="T27" fmla="*/ 2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67">
                    <a:moveTo>
                      <a:pt x="1" y="67"/>
                    </a:moveTo>
                    <a:cubicBezTo>
                      <a:pt x="1" y="67"/>
                      <a:pt x="1" y="67"/>
                      <a:pt x="0" y="66"/>
                    </a:cubicBezTo>
                    <a:cubicBezTo>
                      <a:pt x="0" y="66"/>
                      <a:pt x="0" y="65"/>
                      <a:pt x="0" y="6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6" y="24"/>
                      <a:pt x="26" y="24"/>
                      <a:pt x="26" y="23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4" y="0"/>
                      <a:pt x="115" y="0"/>
                      <a:pt x="115" y="1"/>
                    </a:cubicBezTo>
                    <a:cubicBezTo>
                      <a:pt x="115" y="1"/>
                      <a:pt x="115" y="2"/>
                      <a:pt x="114" y="3"/>
                    </a:cubicBezTo>
                    <a:cubicBezTo>
                      <a:pt x="2" y="67"/>
                      <a:pt x="2" y="67"/>
                      <a:pt x="2" y="67"/>
                    </a:cubicBezTo>
                    <a:lnTo>
                      <a:pt x="1" y="67"/>
                    </a:lnTo>
                    <a:close/>
                    <a:moveTo>
                      <a:pt x="28" y="26"/>
                    </a:moveTo>
                    <a:cubicBezTo>
                      <a:pt x="6" y="61"/>
                      <a:pt x="6" y="61"/>
                      <a:pt x="6" y="61"/>
                    </a:cubicBezTo>
                    <a:cubicBezTo>
                      <a:pt x="101" y="6"/>
                      <a:pt x="101" y="6"/>
                      <a:pt x="101" y="6"/>
                    </a:cubicBezTo>
                    <a:lnTo>
                      <a:pt x="28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3" name="Freeform 959"/>
              <p:cNvSpPr>
                <a:spLocks noEditPoints="1"/>
              </p:cNvSpPr>
              <p:nvPr userDrawn="1"/>
            </p:nvSpPr>
            <p:spPr bwMode="auto">
              <a:xfrm>
                <a:off x="1298" y="952"/>
                <a:ext cx="109" cy="35"/>
              </a:xfrm>
              <a:custGeom>
                <a:avLst/>
                <a:gdLst>
                  <a:gd name="T0" fmla="*/ 26 w 88"/>
                  <a:gd name="T1" fmla="*/ 29 h 29"/>
                  <a:gd name="T2" fmla="*/ 25 w 88"/>
                  <a:gd name="T3" fmla="*/ 29 h 29"/>
                  <a:gd name="T4" fmla="*/ 0 w 88"/>
                  <a:gd name="T5" fmla="*/ 3 h 29"/>
                  <a:gd name="T6" fmla="*/ 0 w 88"/>
                  <a:gd name="T7" fmla="*/ 1 h 29"/>
                  <a:gd name="T8" fmla="*/ 2 w 88"/>
                  <a:gd name="T9" fmla="*/ 0 h 29"/>
                  <a:gd name="T10" fmla="*/ 87 w 88"/>
                  <a:gd name="T11" fmla="*/ 6 h 29"/>
                  <a:gd name="T12" fmla="*/ 88 w 88"/>
                  <a:gd name="T13" fmla="*/ 7 h 29"/>
                  <a:gd name="T14" fmla="*/ 87 w 88"/>
                  <a:gd name="T15" fmla="*/ 9 h 29"/>
                  <a:gd name="T16" fmla="*/ 27 w 88"/>
                  <a:gd name="T17" fmla="*/ 29 h 29"/>
                  <a:gd name="T18" fmla="*/ 26 w 88"/>
                  <a:gd name="T19" fmla="*/ 29 h 29"/>
                  <a:gd name="T20" fmla="*/ 6 w 88"/>
                  <a:gd name="T21" fmla="*/ 3 h 29"/>
                  <a:gd name="T22" fmla="*/ 27 w 88"/>
                  <a:gd name="T23" fmla="*/ 26 h 29"/>
                  <a:gd name="T24" fmla="*/ 79 w 88"/>
                  <a:gd name="T25" fmla="*/ 8 h 29"/>
                  <a:gd name="T26" fmla="*/ 6 w 88"/>
                  <a:gd name="T27" fmla="*/ 3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29">
                    <a:moveTo>
                      <a:pt x="26" y="29"/>
                    </a:moveTo>
                    <a:cubicBezTo>
                      <a:pt x="26" y="29"/>
                      <a:pt x="25" y="29"/>
                      <a:pt x="25" y="29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5" y="0"/>
                      <a:pt x="80" y="4"/>
                      <a:pt x="87" y="6"/>
                    </a:cubicBezTo>
                    <a:cubicBezTo>
                      <a:pt x="87" y="6"/>
                      <a:pt x="88" y="7"/>
                      <a:pt x="88" y="7"/>
                    </a:cubicBezTo>
                    <a:cubicBezTo>
                      <a:pt x="88" y="8"/>
                      <a:pt x="88" y="9"/>
                      <a:pt x="87" y="9"/>
                    </a:cubicBezTo>
                    <a:cubicBezTo>
                      <a:pt x="27" y="29"/>
                      <a:pt x="27" y="29"/>
                      <a:pt x="27" y="29"/>
                    </a:cubicBezTo>
                    <a:lnTo>
                      <a:pt x="26" y="29"/>
                    </a:lnTo>
                    <a:close/>
                    <a:moveTo>
                      <a:pt x="6" y="3"/>
                    </a:moveTo>
                    <a:cubicBezTo>
                      <a:pt x="27" y="26"/>
                      <a:pt x="27" y="26"/>
                      <a:pt x="27" y="26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63" y="7"/>
                      <a:pt x="28" y="5"/>
                      <a:pt x="6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4" name="Freeform 960"/>
              <p:cNvSpPr>
                <a:spLocks noEditPoints="1"/>
              </p:cNvSpPr>
              <p:nvPr userDrawn="1"/>
            </p:nvSpPr>
            <p:spPr bwMode="auto">
              <a:xfrm>
                <a:off x="1227" y="950"/>
                <a:ext cx="132" cy="72"/>
              </a:xfrm>
              <a:custGeom>
                <a:avLst/>
                <a:gdLst>
                  <a:gd name="T0" fmla="*/ 1 w 107"/>
                  <a:gd name="T1" fmla="*/ 58 h 58"/>
                  <a:gd name="T2" fmla="*/ 0 w 107"/>
                  <a:gd name="T3" fmla="*/ 58 h 58"/>
                  <a:gd name="T4" fmla="*/ 0 w 107"/>
                  <a:gd name="T5" fmla="*/ 57 h 58"/>
                  <a:gd name="T6" fmla="*/ 2 w 107"/>
                  <a:gd name="T7" fmla="*/ 14 h 58"/>
                  <a:gd name="T8" fmla="*/ 4 w 107"/>
                  <a:gd name="T9" fmla="*/ 12 h 58"/>
                  <a:gd name="T10" fmla="*/ 105 w 107"/>
                  <a:gd name="T11" fmla="*/ 1 h 58"/>
                  <a:gd name="T12" fmla="*/ 107 w 107"/>
                  <a:gd name="T13" fmla="*/ 2 h 58"/>
                  <a:gd name="T14" fmla="*/ 106 w 107"/>
                  <a:gd name="T15" fmla="*/ 4 h 58"/>
                  <a:gd name="T16" fmla="*/ 2 w 107"/>
                  <a:gd name="T17" fmla="*/ 58 h 58"/>
                  <a:gd name="T18" fmla="*/ 1 w 107"/>
                  <a:gd name="T19" fmla="*/ 58 h 58"/>
                  <a:gd name="T20" fmla="*/ 5 w 107"/>
                  <a:gd name="T21" fmla="*/ 15 h 58"/>
                  <a:gd name="T22" fmla="*/ 3 w 107"/>
                  <a:gd name="T23" fmla="*/ 54 h 58"/>
                  <a:gd name="T24" fmla="*/ 97 w 107"/>
                  <a:gd name="T25" fmla="*/ 5 h 58"/>
                  <a:gd name="T26" fmla="*/ 5 w 107"/>
                  <a:gd name="T27" fmla="*/ 15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7" h="58">
                    <a:moveTo>
                      <a:pt x="1" y="58"/>
                    </a:moveTo>
                    <a:cubicBezTo>
                      <a:pt x="0" y="58"/>
                      <a:pt x="0" y="58"/>
                      <a:pt x="0" y="58"/>
                    </a:cubicBezTo>
                    <a:cubicBezTo>
                      <a:pt x="0" y="58"/>
                      <a:pt x="0" y="57"/>
                      <a:pt x="0" y="57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3"/>
                      <a:pt x="3" y="12"/>
                      <a:pt x="4" y="12"/>
                    </a:cubicBezTo>
                    <a:cubicBezTo>
                      <a:pt x="105" y="1"/>
                      <a:pt x="105" y="1"/>
                      <a:pt x="105" y="1"/>
                    </a:cubicBezTo>
                    <a:cubicBezTo>
                      <a:pt x="106" y="0"/>
                      <a:pt x="107" y="1"/>
                      <a:pt x="107" y="2"/>
                    </a:cubicBezTo>
                    <a:cubicBezTo>
                      <a:pt x="107" y="3"/>
                      <a:pt x="107" y="3"/>
                      <a:pt x="106" y="4"/>
                    </a:cubicBezTo>
                    <a:cubicBezTo>
                      <a:pt x="2" y="58"/>
                      <a:pt x="2" y="58"/>
                      <a:pt x="2" y="58"/>
                    </a:cubicBezTo>
                    <a:lnTo>
                      <a:pt x="1" y="58"/>
                    </a:lnTo>
                    <a:close/>
                    <a:moveTo>
                      <a:pt x="5" y="15"/>
                    </a:moveTo>
                    <a:cubicBezTo>
                      <a:pt x="3" y="54"/>
                      <a:pt x="3" y="54"/>
                      <a:pt x="3" y="54"/>
                    </a:cubicBezTo>
                    <a:cubicBezTo>
                      <a:pt x="97" y="5"/>
                      <a:pt x="97" y="5"/>
                      <a:pt x="97" y="5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5" name="Freeform 961"/>
              <p:cNvSpPr>
                <a:spLocks noEditPoints="1"/>
              </p:cNvSpPr>
              <p:nvPr userDrawn="1"/>
            </p:nvSpPr>
            <p:spPr bwMode="auto">
              <a:xfrm>
                <a:off x="1328" y="959"/>
                <a:ext cx="170" cy="38"/>
              </a:xfrm>
              <a:custGeom>
                <a:avLst/>
                <a:gdLst>
                  <a:gd name="T0" fmla="*/ 135 w 137"/>
                  <a:gd name="T1" fmla="*/ 31 h 31"/>
                  <a:gd name="T2" fmla="*/ 135 w 137"/>
                  <a:gd name="T3" fmla="*/ 31 h 31"/>
                  <a:gd name="T4" fmla="*/ 2 w 137"/>
                  <a:gd name="T5" fmla="*/ 23 h 31"/>
                  <a:gd name="T6" fmla="*/ 1 w 137"/>
                  <a:gd name="T7" fmla="*/ 22 h 31"/>
                  <a:gd name="T8" fmla="*/ 2 w 137"/>
                  <a:gd name="T9" fmla="*/ 20 h 31"/>
                  <a:gd name="T10" fmla="*/ 62 w 137"/>
                  <a:gd name="T11" fmla="*/ 0 h 31"/>
                  <a:gd name="T12" fmla="*/ 63 w 137"/>
                  <a:gd name="T13" fmla="*/ 0 h 31"/>
                  <a:gd name="T14" fmla="*/ 135 w 137"/>
                  <a:gd name="T15" fmla="*/ 28 h 31"/>
                  <a:gd name="T16" fmla="*/ 136 w 137"/>
                  <a:gd name="T17" fmla="*/ 30 h 31"/>
                  <a:gd name="T18" fmla="*/ 135 w 137"/>
                  <a:gd name="T19" fmla="*/ 31 h 31"/>
                  <a:gd name="T20" fmla="*/ 11 w 137"/>
                  <a:gd name="T21" fmla="*/ 21 h 31"/>
                  <a:gd name="T22" fmla="*/ 124 w 137"/>
                  <a:gd name="T23" fmla="*/ 27 h 31"/>
                  <a:gd name="T24" fmla="*/ 62 w 137"/>
                  <a:gd name="T25" fmla="*/ 3 h 31"/>
                  <a:gd name="T26" fmla="*/ 11 w 137"/>
                  <a:gd name="T27" fmla="*/ 2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7" h="31">
                    <a:moveTo>
                      <a:pt x="135" y="31"/>
                    </a:moveTo>
                    <a:cubicBezTo>
                      <a:pt x="135" y="31"/>
                      <a:pt x="135" y="31"/>
                      <a:pt x="135" y="31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23"/>
                      <a:pt x="1" y="23"/>
                      <a:pt x="1" y="22"/>
                    </a:cubicBezTo>
                    <a:cubicBezTo>
                      <a:pt x="0" y="21"/>
                      <a:pt x="1" y="20"/>
                      <a:pt x="2" y="2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2" y="0"/>
                      <a:pt x="63" y="0"/>
                      <a:pt x="63" y="0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6" y="28"/>
                      <a:pt x="137" y="29"/>
                      <a:pt x="136" y="30"/>
                    </a:cubicBezTo>
                    <a:cubicBezTo>
                      <a:pt x="136" y="31"/>
                      <a:pt x="136" y="31"/>
                      <a:pt x="135" y="31"/>
                    </a:cubicBezTo>
                    <a:close/>
                    <a:moveTo>
                      <a:pt x="11" y="21"/>
                    </a:moveTo>
                    <a:cubicBezTo>
                      <a:pt x="124" y="27"/>
                      <a:pt x="124" y="27"/>
                      <a:pt x="124" y="27"/>
                    </a:cubicBezTo>
                    <a:cubicBezTo>
                      <a:pt x="62" y="3"/>
                      <a:pt x="62" y="3"/>
                      <a:pt x="62" y="3"/>
                    </a:cubicBezTo>
                    <a:lnTo>
                      <a:pt x="11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6" name="Freeform 962"/>
              <p:cNvSpPr>
                <a:spLocks noEditPoints="1"/>
              </p:cNvSpPr>
              <p:nvPr userDrawn="1"/>
            </p:nvSpPr>
            <p:spPr bwMode="auto">
              <a:xfrm>
                <a:off x="1098" y="1030"/>
                <a:ext cx="65" cy="74"/>
              </a:xfrm>
              <a:custGeom>
                <a:avLst/>
                <a:gdLst>
                  <a:gd name="T0" fmla="*/ 9 w 53"/>
                  <a:gd name="T1" fmla="*/ 60 h 60"/>
                  <a:gd name="T2" fmla="*/ 9 w 53"/>
                  <a:gd name="T3" fmla="*/ 60 h 60"/>
                  <a:gd name="T4" fmla="*/ 7 w 53"/>
                  <a:gd name="T5" fmla="*/ 59 h 60"/>
                  <a:gd name="T6" fmla="*/ 0 w 53"/>
                  <a:gd name="T7" fmla="*/ 16 h 60"/>
                  <a:gd name="T8" fmla="*/ 1 w 53"/>
                  <a:gd name="T9" fmla="*/ 14 h 60"/>
                  <a:gd name="T10" fmla="*/ 51 w 53"/>
                  <a:gd name="T11" fmla="*/ 1 h 60"/>
                  <a:gd name="T12" fmla="*/ 53 w 53"/>
                  <a:gd name="T13" fmla="*/ 1 h 60"/>
                  <a:gd name="T14" fmla="*/ 53 w 53"/>
                  <a:gd name="T15" fmla="*/ 3 h 60"/>
                  <a:gd name="T16" fmla="*/ 10 w 53"/>
                  <a:gd name="T17" fmla="*/ 60 h 60"/>
                  <a:gd name="T18" fmla="*/ 9 w 53"/>
                  <a:gd name="T19" fmla="*/ 60 h 60"/>
                  <a:gd name="T20" fmla="*/ 3 w 53"/>
                  <a:gd name="T21" fmla="*/ 17 h 60"/>
                  <a:gd name="T22" fmla="*/ 10 w 53"/>
                  <a:gd name="T23" fmla="*/ 54 h 60"/>
                  <a:gd name="T24" fmla="*/ 47 w 53"/>
                  <a:gd name="T25" fmla="*/ 5 h 60"/>
                  <a:gd name="T26" fmla="*/ 3 w 53"/>
                  <a:gd name="T27" fmla="*/ 1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3" h="60">
                    <a:moveTo>
                      <a:pt x="9" y="60"/>
                    </a:moveTo>
                    <a:cubicBezTo>
                      <a:pt x="9" y="60"/>
                      <a:pt x="9" y="60"/>
                      <a:pt x="9" y="60"/>
                    </a:cubicBezTo>
                    <a:cubicBezTo>
                      <a:pt x="8" y="60"/>
                      <a:pt x="7" y="59"/>
                      <a:pt x="7" y="5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5"/>
                      <a:pt x="0" y="15"/>
                      <a:pt x="1" y="14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52" y="0"/>
                      <a:pt x="52" y="1"/>
                      <a:pt x="53" y="1"/>
                    </a:cubicBezTo>
                    <a:cubicBezTo>
                      <a:pt x="53" y="2"/>
                      <a:pt x="53" y="3"/>
                      <a:pt x="53" y="3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10" y="60"/>
                      <a:pt x="9" y="60"/>
                      <a:pt x="9" y="60"/>
                    </a:cubicBezTo>
                    <a:close/>
                    <a:moveTo>
                      <a:pt x="3" y="17"/>
                    </a:moveTo>
                    <a:cubicBezTo>
                      <a:pt x="10" y="54"/>
                      <a:pt x="10" y="54"/>
                      <a:pt x="10" y="54"/>
                    </a:cubicBezTo>
                    <a:cubicBezTo>
                      <a:pt x="47" y="5"/>
                      <a:pt x="47" y="5"/>
                      <a:pt x="47" y="5"/>
                    </a:cubicBezTo>
                    <a:lnTo>
                      <a:pt x="3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7" name="Freeform 963"/>
              <p:cNvSpPr>
                <a:spLocks noEditPoints="1"/>
              </p:cNvSpPr>
              <p:nvPr userDrawn="1"/>
            </p:nvSpPr>
            <p:spPr bwMode="auto">
              <a:xfrm>
                <a:off x="1328" y="984"/>
                <a:ext cx="170" cy="62"/>
              </a:xfrm>
              <a:custGeom>
                <a:avLst/>
                <a:gdLst>
                  <a:gd name="T0" fmla="*/ 108 w 137"/>
                  <a:gd name="T1" fmla="*/ 50 h 50"/>
                  <a:gd name="T2" fmla="*/ 108 w 137"/>
                  <a:gd name="T3" fmla="*/ 50 h 50"/>
                  <a:gd name="T4" fmla="*/ 2 w 137"/>
                  <a:gd name="T5" fmla="*/ 3 h 50"/>
                  <a:gd name="T6" fmla="*/ 1 w 137"/>
                  <a:gd name="T7" fmla="*/ 1 h 50"/>
                  <a:gd name="T8" fmla="*/ 2 w 137"/>
                  <a:gd name="T9" fmla="*/ 0 h 50"/>
                  <a:gd name="T10" fmla="*/ 135 w 137"/>
                  <a:gd name="T11" fmla="*/ 8 h 50"/>
                  <a:gd name="T12" fmla="*/ 136 w 137"/>
                  <a:gd name="T13" fmla="*/ 9 h 50"/>
                  <a:gd name="T14" fmla="*/ 136 w 137"/>
                  <a:gd name="T15" fmla="*/ 10 h 50"/>
                  <a:gd name="T16" fmla="*/ 110 w 137"/>
                  <a:gd name="T17" fmla="*/ 49 h 50"/>
                  <a:gd name="T18" fmla="*/ 108 w 137"/>
                  <a:gd name="T19" fmla="*/ 50 h 50"/>
                  <a:gd name="T20" fmla="*/ 11 w 137"/>
                  <a:gd name="T21" fmla="*/ 4 h 50"/>
                  <a:gd name="T22" fmla="*/ 108 w 137"/>
                  <a:gd name="T23" fmla="*/ 46 h 50"/>
                  <a:gd name="T24" fmla="*/ 132 w 137"/>
                  <a:gd name="T25" fmla="*/ 11 h 50"/>
                  <a:gd name="T26" fmla="*/ 11 w 137"/>
                  <a:gd name="T27" fmla="*/ 4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7" h="50">
                    <a:moveTo>
                      <a:pt x="108" y="50"/>
                    </a:moveTo>
                    <a:cubicBezTo>
                      <a:pt x="108" y="50"/>
                      <a:pt x="108" y="50"/>
                      <a:pt x="108" y="50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1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135" y="8"/>
                      <a:pt x="135" y="8"/>
                      <a:pt x="135" y="8"/>
                    </a:cubicBezTo>
                    <a:cubicBezTo>
                      <a:pt x="135" y="8"/>
                      <a:pt x="136" y="8"/>
                      <a:pt x="136" y="9"/>
                    </a:cubicBezTo>
                    <a:cubicBezTo>
                      <a:pt x="137" y="9"/>
                      <a:pt x="137" y="10"/>
                      <a:pt x="136" y="10"/>
                    </a:cubicBezTo>
                    <a:cubicBezTo>
                      <a:pt x="110" y="49"/>
                      <a:pt x="110" y="49"/>
                      <a:pt x="110" y="49"/>
                    </a:cubicBezTo>
                    <a:cubicBezTo>
                      <a:pt x="109" y="50"/>
                      <a:pt x="109" y="50"/>
                      <a:pt x="108" y="50"/>
                    </a:cubicBezTo>
                    <a:close/>
                    <a:moveTo>
                      <a:pt x="11" y="4"/>
                    </a:moveTo>
                    <a:cubicBezTo>
                      <a:pt x="108" y="46"/>
                      <a:pt x="108" y="46"/>
                      <a:pt x="108" y="46"/>
                    </a:cubicBezTo>
                    <a:cubicBezTo>
                      <a:pt x="132" y="11"/>
                      <a:pt x="132" y="11"/>
                      <a:pt x="132" y="11"/>
                    </a:cubicBez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8" name="Freeform 964"/>
              <p:cNvSpPr>
                <a:spLocks noEditPoints="1"/>
              </p:cNvSpPr>
              <p:nvPr userDrawn="1"/>
            </p:nvSpPr>
            <p:spPr bwMode="auto">
              <a:xfrm>
                <a:off x="1160" y="952"/>
                <a:ext cx="173" cy="82"/>
              </a:xfrm>
              <a:custGeom>
                <a:avLst/>
                <a:gdLst>
                  <a:gd name="T0" fmla="*/ 1 w 140"/>
                  <a:gd name="T1" fmla="*/ 67 h 67"/>
                  <a:gd name="T2" fmla="*/ 0 w 140"/>
                  <a:gd name="T3" fmla="*/ 66 h 67"/>
                  <a:gd name="T4" fmla="*/ 1 w 140"/>
                  <a:gd name="T5" fmla="*/ 64 h 67"/>
                  <a:gd name="T6" fmla="*/ 113 w 140"/>
                  <a:gd name="T7" fmla="*/ 0 h 67"/>
                  <a:gd name="T8" fmla="*/ 115 w 140"/>
                  <a:gd name="T9" fmla="*/ 0 h 67"/>
                  <a:gd name="T10" fmla="*/ 139 w 140"/>
                  <a:gd name="T11" fmla="*/ 27 h 67"/>
                  <a:gd name="T12" fmla="*/ 140 w 140"/>
                  <a:gd name="T13" fmla="*/ 28 h 67"/>
                  <a:gd name="T14" fmla="*/ 139 w 140"/>
                  <a:gd name="T15" fmla="*/ 29 h 67"/>
                  <a:gd name="T16" fmla="*/ 2 w 140"/>
                  <a:gd name="T17" fmla="*/ 67 h 67"/>
                  <a:gd name="T18" fmla="*/ 1 w 140"/>
                  <a:gd name="T19" fmla="*/ 67 h 67"/>
                  <a:gd name="T20" fmla="*/ 113 w 140"/>
                  <a:gd name="T21" fmla="*/ 3 h 67"/>
                  <a:gd name="T22" fmla="*/ 14 w 140"/>
                  <a:gd name="T23" fmla="*/ 60 h 67"/>
                  <a:gd name="T24" fmla="*/ 135 w 140"/>
                  <a:gd name="T25" fmla="*/ 27 h 67"/>
                  <a:gd name="T26" fmla="*/ 113 w 140"/>
                  <a:gd name="T27" fmla="*/ 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0" h="67">
                    <a:moveTo>
                      <a:pt x="1" y="67"/>
                    </a:moveTo>
                    <a:cubicBezTo>
                      <a:pt x="1" y="67"/>
                      <a:pt x="0" y="67"/>
                      <a:pt x="0" y="66"/>
                    </a:cubicBezTo>
                    <a:cubicBezTo>
                      <a:pt x="0" y="65"/>
                      <a:pt x="0" y="64"/>
                      <a:pt x="1" y="64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3" y="0"/>
                      <a:pt x="114" y="0"/>
                      <a:pt x="115" y="0"/>
                    </a:cubicBezTo>
                    <a:cubicBezTo>
                      <a:pt x="139" y="27"/>
                      <a:pt x="139" y="27"/>
                      <a:pt x="139" y="27"/>
                    </a:cubicBezTo>
                    <a:cubicBezTo>
                      <a:pt x="140" y="27"/>
                      <a:pt x="140" y="28"/>
                      <a:pt x="140" y="28"/>
                    </a:cubicBezTo>
                    <a:cubicBezTo>
                      <a:pt x="140" y="29"/>
                      <a:pt x="139" y="29"/>
                      <a:pt x="139" y="29"/>
                    </a:cubicBezTo>
                    <a:cubicBezTo>
                      <a:pt x="2" y="67"/>
                      <a:pt x="2" y="67"/>
                      <a:pt x="2" y="67"/>
                    </a:cubicBezTo>
                    <a:lnTo>
                      <a:pt x="1" y="67"/>
                    </a:lnTo>
                    <a:close/>
                    <a:moveTo>
                      <a:pt x="113" y="3"/>
                    </a:moveTo>
                    <a:cubicBezTo>
                      <a:pt x="14" y="60"/>
                      <a:pt x="14" y="60"/>
                      <a:pt x="14" y="60"/>
                    </a:cubicBezTo>
                    <a:cubicBezTo>
                      <a:pt x="135" y="27"/>
                      <a:pt x="135" y="27"/>
                      <a:pt x="135" y="27"/>
                    </a:cubicBezTo>
                    <a:lnTo>
                      <a:pt x="11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9" name="Freeform 965"/>
              <p:cNvSpPr>
                <a:spLocks noEditPoints="1"/>
              </p:cNvSpPr>
              <p:nvPr userDrawn="1"/>
            </p:nvSpPr>
            <p:spPr bwMode="auto">
              <a:xfrm>
                <a:off x="1323" y="1107"/>
                <a:ext cx="155" cy="81"/>
              </a:xfrm>
              <a:custGeom>
                <a:avLst/>
                <a:gdLst>
                  <a:gd name="T0" fmla="*/ 2 w 125"/>
                  <a:gd name="T1" fmla="*/ 65 h 65"/>
                  <a:gd name="T2" fmla="*/ 1 w 125"/>
                  <a:gd name="T3" fmla="*/ 65 h 65"/>
                  <a:gd name="T4" fmla="*/ 0 w 125"/>
                  <a:gd name="T5" fmla="*/ 63 h 65"/>
                  <a:gd name="T6" fmla="*/ 13 w 125"/>
                  <a:gd name="T7" fmla="*/ 1 h 65"/>
                  <a:gd name="T8" fmla="*/ 14 w 125"/>
                  <a:gd name="T9" fmla="*/ 0 h 65"/>
                  <a:gd name="T10" fmla="*/ 15 w 125"/>
                  <a:gd name="T11" fmla="*/ 0 h 65"/>
                  <a:gd name="T12" fmla="*/ 124 w 125"/>
                  <a:gd name="T13" fmla="*/ 52 h 65"/>
                  <a:gd name="T14" fmla="*/ 125 w 125"/>
                  <a:gd name="T15" fmla="*/ 54 h 65"/>
                  <a:gd name="T16" fmla="*/ 123 w 125"/>
                  <a:gd name="T17" fmla="*/ 55 h 65"/>
                  <a:gd name="T18" fmla="*/ 2 w 125"/>
                  <a:gd name="T19" fmla="*/ 65 h 65"/>
                  <a:gd name="T20" fmla="*/ 16 w 125"/>
                  <a:gd name="T21" fmla="*/ 4 h 65"/>
                  <a:gd name="T22" fmla="*/ 4 w 125"/>
                  <a:gd name="T23" fmla="*/ 62 h 65"/>
                  <a:gd name="T24" fmla="*/ 117 w 125"/>
                  <a:gd name="T25" fmla="*/ 53 h 65"/>
                  <a:gd name="T26" fmla="*/ 16 w 125"/>
                  <a:gd name="T27" fmla="*/ 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65">
                    <a:moveTo>
                      <a:pt x="2" y="65"/>
                    </a:moveTo>
                    <a:cubicBezTo>
                      <a:pt x="2" y="65"/>
                      <a:pt x="1" y="65"/>
                      <a:pt x="1" y="65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1"/>
                      <a:pt x="13" y="0"/>
                      <a:pt x="14" y="0"/>
                    </a:cubicBezTo>
                    <a:cubicBezTo>
                      <a:pt x="14" y="0"/>
                      <a:pt x="15" y="0"/>
                      <a:pt x="15" y="0"/>
                    </a:cubicBezTo>
                    <a:cubicBezTo>
                      <a:pt x="124" y="52"/>
                      <a:pt x="124" y="52"/>
                      <a:pt x="124" y="52"/>
                    </a:cubicBezTo>
                    <a:cubicBezTo>
                      <a:pt x="125" y="53"/>
                      <a:pt x="125" y="53"/>
                      <a:pt x="125" y="54"/>
                    </a:cubicBezTo>
                    <a:cubicBezTo>
                      <a:pt x="125" y="55"/>
                      <a:pt x="124" y="55"/>
                      <a:pt x="123" y="55"/>
                    </a:cubicBezTo>
                    <a:cubicBezTo>
                      <a:pt x="2" y="65"/>
                      <a:pt x="2" y="65"/>
                      <a:pt x="2" y="65"/>
                    </a:cubicBezTo>
                    <a:close/>
                    <a:moveTo>
                      <a:pt x="16" y="4"/>
                    </a:moveTo>
                    <a:cubicBezTo>
                      <a:pt x="4" y="62"/>
                      <a:pt x="4" y="62"/>
                      <a:pt x="4" y="62"/>
                    </a:cubicBezTo>
                    <a:cubicBezTo>
                      <a:pt x="117" y="53"/>
                      <a:pt x="117" y="53"/>
                      <a:pt x="117" y="53"/>
                    </a:cubicBezTo>
                    <a:lnTo>
                      <a:pt x="1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0" name="Freeform 966"/>
              <p:cNvSpPr>
                <a:spLocks noEditPoints="1"/>
              </p:cNvSpPr>
              <p:nvPr userDrawn="1"/>
            </p:nvSpPr>
            <p:spPr bwMode="auto">
              <a:xfrm>
                <a:off x="1160" y="984"/>
                <a:ext cx="173" cy="81"/>
              </a:xfrm>
              <a:custGeom>
                <a:avLst/>
                <a:gdLst>
                  <a:gd name="T0" fmla="*/ 126 w 140"/>
                  <a:gd name="T1" fmla="*/ 66 h 66"/>
                  <a:gd name="T2" fmla="*/ 125 w 140"/>
                  <a:gd name="T3" fmla="*/ 66 h 66"/>
                  <a:gd name="T4" fmla="*/ 1 w 140"/>
                  <a:gd name="T5" fmla="*/ 41 h 66"/>
                  <a:gd name="T6" fmla="*/ 0 w 140"/>
                  <a:gd name="T7" fmla="*/ 39 h 66"/>
                  <a:gd name="T8" fmla="*/ 1 w 140"/>
                  <a:gd name="T9" fmla="*/ 38 h 66"/>
                  <a:gd name="T10" fmla="*/ 138 w 140"/>
                  <a:gd name="T11" fmla="*/ 0 h 66"/>
                  <a:gd name="T12" fmla="*/ 139 w 140"/>
                  <a:gd name="T13" fmla="*/ 1 h 66"/>
                  <a:gd name="T14" fmla="*/ 140 w 140"/>
                  <a:gd name="T15" fmla="*/ 2 h 66"/>
                  <a:gd name="T16" fmla="*/ 127 w 140"/>
                  <a:gd name="T17" fmla="*/ 64 h 66"/>
                  <a:gd name="T18" fmla="*/ 126 w 140"/>
                  <a:gd name="T19" fmla="*/ 66 h 66"/>
                  <a:gd name="T20" fmla="*/ 9 w 140"/>
                  <a:gd name="T21" fmla="*/ 39 h 66"/>
                  <a:gd name="T22" fmla="*/ 124 w 140"/>
                  <a:gd name="T23" fmla="*/ 62 h 66"/>
                  <a:gd name="T24" fmla="*/ 136 w 140"/>
                  <a:gd name="T25" fmla="*/ 4 h 66"/>
                  <a:gd name="T26" fmla="*/ 9 w 140"/>
                  <a:gd name="T27" fmla="*/ 39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0" h="66">
                    <a:moveTo>
                      <a:pt x="126" y="66"/>
                    </a:moveTo>
                    <a:cubicBezTo>
                      <a:pt x="125" y="66"/>
                      <a:pt x="125" y="66"/>
                      <a:pt x="125" y="66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41"/>
                      <a:pt x="0" y="40"/>
                      <a:pt x="0" y="39"/>
                    </a:cubicBezTo>
                    <a:cubicBezTo>
                      <a:pt x="0" y="39"/>
                      <a:pt x="0" y="38"/>
                      <a:pt x="1" y="38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0"/>
                      <a:pt x="139" y="0"/>
                      <a:pt x="139" y="1"/>
                    </a:cubicBezTo>
                    <a:cubicBezTo>
                      <a:pt x="140" y="1"/>
                      <a:pt x="140" y="2"/>
                      <a:pt x="140" y="2"/>
                    </a:cubicBezTo>
                    <a:cubicBezTo>
                      <a:pt x="127" y="64"/>
                      <a:pt x="127" y="64"/>
                      <a:pt x="127" y="64"/>
                    </a:cubicBezTo>
                    <a:cubicBezTo>
                      <a:pt x="127" y="65"/>
                      <a:pt x="126" y="66"/>
                      <a:pt x="126" y="66"/>
                    </a:cubicBezTo>
                    <a:close/>
                    <a:moveTo>
                      <a:pt x="9" y="39"/>
                    </a:moveTo>
                    <a:cubicBezTo>
                      <a:pt x="124" y="62"/>
                      <a:pt x="124" y="62"/>
                      <a:pt x="124" y="62"/>
                    </a:cubicBezTo>
                    <a:cubicBezTo>
                      <a:pt x="136" y="4"/>
                      <a:pt x="136" y="4"/>
                      <a:pt x="136" y="4"/>
                    </a:cubicBezTo>
                    <a:lnTo>
                      <a:pt x="9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1" name="Freeform 967"/>
              <p:cNvSpPr>
                <a:spLocks noEditPoints="1"/>
              </p:cNvSpPr>
              <p:nvPr userDrawn="1"/>
            </p:nvSpPr>
            <p:spPr bwMode="auto">
              <a:xfrm>
                <a:off x="1160" y="1030"/>
                <a:ext cx="157" cy="108"/>
              </a:xfrm>
              <a:custGeom>
                <a:avLst/>
                <a:gdLst>
                  <a:gd name="T0" fmla="*/ 46 w 127"/>
                  <a:gd name="T1" fmla="*/ 88 h 88"/>
                  <a:gd name="T2" fmla="*/ 46 w 127"/>
                  <a:gd name="T3" fmla="*/ 88 h 88"/>
                  <a:gd name="T4" fmla="*/ 45 w 127"/>
                  <a:gd name="T5" fmla="*/ 87 h 88"/>
                  <a:gd name="T6" fmla="*/ 0 w 127"/>
                  <a:gd name="T7" fmla="*/ 3 h 88"/>
                  <a:gd name="T8" fmla="*/ 0 w 127"/>
                  <a:gd name="T9" fmla="*/ 1 h 88"/>
                  <a:gd name="T10" fmla="*/ 2 w 127"/>
                  <a:gd name="T11" fmla="*/ 1 h 88"/>
                  <a:gd name="T12" fmla="*/ 126 w 127"/>
                  <a:gd name="T13" fmla="*/ 25 h 88"/>
                  <a:gd name="T14" fmla="*/ 127 w 127"/>
                  <a:gd name="T15" fmla="*/ 27 h 88"/>
                  <a:gd name="T16" fmla="*/ 127 w 127"/>
                  <a:gd name="T17" fmla="*/ 28 h 88"/>
                  <a:gd name="T18" fmla="*/ 47 w 127"/>
                  <a:gd name="T19" fmla="*/ 88 h 88"/>
                  <a:gd name="T20" fmla="*/ 46 w 127"/>
                  <a:gd name="T21" fmla="*/ 88 h 88"/>
                  <a:gd name="T22" fmla="*/ 5 w 127"/>
                  <a:gd name="T23" fmla="*/ 5 h 88"/>
                  <a:gd name="T24" fmla="*/ 47 w 127"/>
                  <a:gd name="T25" fmla="*/ 84 h 88"/>
                  <a:gd name="T26" fmla="*/ 122 w 127"/>
                  <a:gd name="T27" fmla="*/ 28 h 88"/>
                  <a:gd name="T28" fmla="*/ 5 w 127"/>
                  <a:gd name="T29" fmla="*/ 5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7" h="88">
                    <a:moveTo>
                      <a:pt x="46" y="88"/>
                    </a:moveTo>
                    <a:cubicBezTo>
                      <a:pt x="46" y="88"/>
                      <a:pt x="46" y="88"/>
                      <a:pt x="46" y="88"/>
                    </a:cubicBezTo>
                    <a:cubicBezTo>
                      <a:pt x="46" y="88"/>
                      <a:pt x="45" y="88"/>
                      <a:pt x="45" y="87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1"/>
                      <a:pt x="1" y="0"/>
                      <a:pt x="2" y="1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7" y="25"/>
                      <a:pt x="127" y="26"/>
                      <a:pt x="127" y="27"/>
                    </a:cubicBezTo>
                    <a:cubicBezTo>
                      <a:pt x="127" y="27"/>
                      <a:pt x="127" y="28"/>
                      <a:pt x="127" y="28"/>
                    </a:cubicBezTo>
                    <a:cubicBezTo>
                      <a:pt x="47" y="88"/>
                      <a:pt x="47" y="88"/>
                      <a:pt x="47" y="88"/>
                    </a:cubicBezTo>
                    <a:lnTo>
                      <a:pt x="46" y="88"/>
                    </a:lnTo>
                    <a:close/>
                    <a:moveTo>
                      <a:pt x="5" y="5"/>
                    </a:moveTo>
                    <a:cubicBezTo>
                      <a:pt x="47" y="84"/>
                      <a:pt x="47" y="84"/>
                      <a:pt x="47" y="84"/>
                    </a:cubicBezTo>
                    <a:cubicBezTo>
                      <a:pt x="122" y="28"/>
                      <a:pt x="122" y="28"/>
                      <a:pt x="122" y="28"/>
                    </a:cubicBez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2" name="Freeform 968"/>
              <p:cNvSpPr>
                <a:spLocks noEditPoints="1"/>
              </p:cNvSpPr>
              <p:nvPr userDrawn="1"/>
            </p:nvSpPr>
            <p:spPr bwMode="auto">
              <a:xfrm>
                <a:off x="1176" y="1183"/>
                <a:ext cx="154" cy="52"/>
              </a:xfrm>
              <a:custGeom>
                <a:avLst/>
                <a:gdLst>
                  <a:gd name="T0" fmla="*/ 99 w 125"/>
                  <a:gd name="T1" fmla="*/ 42 h 42"/>
                  <a:gd name="T2" fmla="*/ 99 w 125"/>
                  <a:gd name="T3" fmla="*/ 42 h 42"/>
                  <a:gd name="T4" fmla="*/ 1 w 125"/>
                  <a:gd name="T5" fmla="*/ 13 h 42"/>
                  <a:gd name="T6" fmla="*/ 0 w 125"/>
                  <a:gd name="T7" fmla="*/ 12 h 42"/>
                  <a:gd name="T8" fmla="*/ 2 w 125"/>
                  <a:gd name="T9" fmla="*/ 10 h 42"/>
                  <a:gd name="T10" fmla="*/ 123 w 125"/>
                  <a:gd name="T11" fmla="*/ 0 h 42"/>
                  <a:gd name="T12" fmla="*/ 124 w 125"/>
                  <a:gd name="T13" fmla="*/ 1 h 42"/>
                  <a:gd name="T14" fmla="*/ 124 w 125"/>
                  <a:gd name="T15" fmla="*/ 3 h 42"/>
                  <a:gd name="T16" fmla="*/ 101 w 125"/>
                  <a:gd name="T17" fmla="*/ 41 h 42"/>
                  <a:gd name="T18" fmla="*/ 99 w 125"/>
                  <a:gd name="T19" fmla="*/ 42 h 42"/>
                  <a:gd name="T20" fmla="*/ 11 w 125"/>
                  <a:gd name="T21" fmla="*/ 13 h 42"/>
                  <a:gd name="T22" fmla="*/ 99 w 125"/>
                  <a:gd name="T23" fmla="*/ 39 h 42"/>
                  <a:gd name="T24" fmla="*/ 120 w 125"/>
                  <a:gd name="T25" fmla="*/ 4 h 42"/>
                  <a:gd name="T26" fmla="*/ 11 w 125"/>
                  <a:gd name="T27" fmla="*/ 1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42">
                    <a:moveTo>
                      <a:pt x="99" y="42"/>
                    </a:moveTo>
                    <a:cubicBezTo>
                      <a:pt x="99" y="42"/>
                      <a:pt x="99" y="42"/>
                      <a:pt x="99" y="42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0" y="12"/>
                      <a:pt x="0" y="12"/>
                    </a:cubicBezTo>
                    <a:cubicBezTo>
                      <a:pt x="0" y="11"/>
                      <a:pt x="1" y="10"/>
                      <a:pt x="2" y="1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4" y="0"/>
                      <a:pt x="124" y="1"/>
                      <a:pt x="124" y="1"/>
                    </a:cubicBezTo>
                    <a:cubicBezTo>
                      <a:pt x="125" y="2"/>
                      <a:pt x="125" y="2"/>
                      <a:pt x="124" y="3"/>
                    </a:cubicBezTo>
                    <a:cubicBezTo>
                      <a:pt x="101" y="41"/>
                      <a:pt x="101" y="41"/>
                      <a:pt x="101" y="41"/>
                    </a:cubicBezTo>
                    <a:cubicBezTo>
                      <a:pt x="100" y="42"/>
                      <a:pt x="100" y="42"/>
                      <a:pt x="99" y="42"/>
                    </a:cubicBezTo>
                    <a:close/>
                    <a:moveTo>
                      <a:pt x="11" y="13"/>
                    </a:moveTo>
                    <a:cubicBezTo>
                      <a:pt x="99" y="39"/>
                      <a:pt x="99" y="39"/>
                      <a:pt x="99" y="39"/>
                    </a:cubicBezTo>
                    <a:cubicBezTo>
                      <a:pt x="120" y="4"/>
                      <a:pt x="120" y="4"/>
                      <a:pt x="120" y="4"/>
                    </a:cubicBezTo>
                    <a:lnTo>
                      <a:pt x="11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3" name="Freeform 969"/>
              <p:cNvSpPr>
                <a:spLocks noEditPoints="1"/>
              </p:cNvSpPr>
              <p:nvPr userDrawn="1"/>
            </p:nvSpPr>
            <p:spPr bwMode="auto">
              <a:xfrm>
                <a:off x="1327" y="1181"/>
                <a:ext cx="126" cy="115"/>
              </a:xfrm>
              <a:custGeom>
                <a:avLst/>
                <a:gdLst>
                  <a:gd name="T0" fmla="*/ 100 w 102"/>
                  <a:gd name="T1" fmla="*/ 93 h 93"/>
                  <a:gd name="T2" fmla="*/ 99 w 102"/>
                  <a:gd name="T3" fmla="*/ 92 h 93"/>
                  <a:gd name="T4" fmla="*/ 1 w 102"/>
                  <a:gd name="T5" fmla="*/ 3 h 93"/>
                  <a:gd name="T6" fmla="*/ 0 w 102"/>
                  <a:gd name="T7" fmla="*/ 1 h 93"/>
                  <a:gd name="T8" fmla="*/ 2 w 102"/>
                  <a:gd name="T9" fmla="*/ 0 h 93"/>
                  <a:gd name="T10" fmla="*/ 100 w 102"/>
                  <a:gd name="T11" fmla="*/ 29 h 93"/>
                  <a:gd name="T12" fmla="*/ 101 w 102"/>
                  <a:gd name="T13" fmla="*/ 30 h 93"/>
                  <a:gd name="T14" fmla="*/ 102 w 102"/>
                  <a:gd name="T15" fmla="*/ 91 h 93"/>
                  <a:gd name="T16" fmla="*/ 101 w 102"/>
                  <a:gd name="T17" fmla="*/ 93 h 93"/>
                  <a:gd name="T18" fmla="*/ 100 w 102"/>
                  <a:gd name="T19" fmla="*/ 93 h 93"/>
                  <a:gd name="T20" fmla="*/ 8 w 102"/>
                  <a:gd name="T21" fmla="*/ 6 h 93"/>
                  <a:gd name="T22" fmla="*/ 99 w 102"/>
                  <a:gd name="T23" fmla="*/ 87 h 93"/>
                  <a:gd name="T24" fmla="*/ 98 w 102"/>
                  <a:gd name="T25" fmla="*/ 32 h 93"/>
                  <a:gd name="T26" fmla="*/ 8 w 102"/>
                  <a:gd name="T27" fmla="*/ 6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2" h="93">
                    <a:moveTo>
                      <a:pt x="100" y="93"/>
                    </a:moveTo>
                    <a:cubicBezTo>
                      <a:pt x="100" y="93"/>
                      <a:pt x="100" y="93"/>
                      <a:pt x="99" y="9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00" y="29"/>
                      <a:pt x="100" y="29"/>
                      <a:pt x="100" y="29"/>
                    </a:cubicBezTo>
                    <a:cubicBezTo>
                      <a:pt x="100" y="29"/>
                      <a:pt x="101" y="30"/>
                      <a:pt x="101" y="30"/>
                    </a:cubicBezTo>
                    <a:cubicBezTo>
                      <a:pt x="102" y="91"/>
                      <a:pt x="102" y="91"/>
                      <a:pt x="102" y="91"/>
                    </a:cubicBezTo>
                    <a:cubicBezTo>
                      <a:pt x="102" y="92"/>
                      <a:pt x="102" y="92"/>
                      <a:pt x="101" y="93"/>
                    </a:cubicBezTo>
                    <a:lnTo>
                      <a:pt x="100" y="93"/>
                    </a:lnTo>
                    <a:close/>
                    <a:moveTo>
                      <a:pt x="8" y="6"/>
                    </a:moveTo>
                    <a:cubicBezTo>
                      <a:pt x="99" y="87"/>
                      <a:pt x="99" y="87"/>
                      <a:pt x="99" y="87"/>
                    </a:cubicBezTo>
                    <a:cubicBezTo>
                      <a:pt x="98" y="32"/>
                      <a:pt x="98" y="32"/>
                      <a:pt x="98" y="32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4" name="Freeform 970"/>
              <p:cNvSpPr>
                <a:spLocks noEditPoints="1"/>
              </p:cNvSpPr>
              <p:nvPr userDrawn="1"/>
            </p:nvSpPr>
            <p:spPr bwMode="auto">
              <a:xfrm>
                <a:off x="3111" y="1151"/>
                <a:ext cx="62" cy="80"/>
              </a:xfrm>
              <a:custGeom>
                <a:avLst/>
                <a:gdLst>
                  <a:gd name="T0" fmla="*/ 48 w 50"/>
                  <a:gd name="T1" fmla="*/ 65 h 65"/>
                  <a:gd name="T2" fmla="*/ 47 w 50"/>
                  <a:gd name="T3" fmla="*/ 65 h 65"/>
                  <a:gd name="T4" fmla="*/ 1 w 50"/>
                  <a:gd name="T5" fmla="*/ 43 h 65"/>
                  <a:gd name="T6" fmla="*/ 0 w 50"/>
                  <a:gd name="T7" fmla="*/ 42 h 65"/>
                  <a:gd name="T8" fmla="*/ 0 w 50"/>
                  <a:gd name="T9" fmla="*/ 41 h 65"/>
                  <a:gd name="T10" fmla="*/ 36 w 50"/>
                  <a:gd name="T11" fmla="*/ 1 h 65"/>
                  <a:gd name="T12" fmla="*/ 38 w 50"/>
                  <a:gd name="T13" fmla="*/ 0 h 65"/>
                  <a:gd name="T14" fmla="*/ 39 w 50"/>
                  <a:gd name="T15" fmla="*/ 1 h 65"/>
                  <a:gd name="T16" fmla="*/ 49 w 50"/>
                  <a:gd name="T17" fmla="*/ 63 h 65"/>
                  <a:gd name="T18" fmla="*/ 49 w 50"/>
                  <a:gd name="T19" fmla="*/ 65 h 65"/>
                  <a:gd name="T20" fmla="*/ 48 w 50"/>
                  <a:gd name="T21" fmla="*/ 65 h 65"/>
                  <a:gd name="T22" fmla="*/ 4 w 50"/>
                  <a:gd name="T23" fmla="*/ 41 h 65"/>
                  <a:gd name="T24" fmla="*/ 46 w 50"/>
                  <a:gd name="T25" fmla="*/ 60 h 65"/>
                  <a:gd name="T26" fmla="*/ 36 w 50"/>
                  <a:gd name="T27" fmla="*/ 5 h 65"/>
                  <a:gd name="T28" fmla="*/ 4 w 50"/>
                  <a:gd name="T29" fmla="*/ 4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0" h="65">
                    <a:moveTo>
                      <a:pt x="48" y="65"/>
                    </a:moveTo>
                    <a:cubicBezTo>
                      <a:pt x="47" y="65"/>
                      <a:pt x="47" y="65"/>
                      <a:pt x="47" y="65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43"/>
                      <a:pt x="0" y="43"/>
                      <a:pt x="0" y="42"/>
                    </a:cubicBezTo>
                    <a:cubicBezTo>
                      <a:pt x="0" y="42"/>
                      <a:pt x="0" y="41"/>
                      <a:pt x="0" y="41"/>
                    </a:cubicBezTo>
                    <a:cubicBezTo>
                      <a:pt x="36" y="1"/>
                      <a:pt x="36" y="1"/>
                      <a:pt x="36" y="1"/>
                    </a:cubicBezTo>
                    <a:cubicBezTo>
                      <a:pt x="37" y="0"/>
                      <a:pt x="37" y="0"/>
                      <a:pt x="38" y="0"/>
                    </a:cubicBezTo>
                    <a:cubicBezTo>
                      <a:pt x="39" y="0"/>
                      <a:pt x="39" y="1"/>
                      <a:pt x="39" y="1"/>
                    </a:cubicBezTo>
                    <a:cubicBezTo>
                      <a:pt x="49" y="63"/>
                      <a:pt x="49" y="63"/>
                      <a:pt x="49" y="63"/>
                    </a:cubicBezTo>
                    <a:cubicBezTo>
                      <a:pt x="50" y="64"/>
                      <a:pt x="49" y="64"/>
                      <a:pt x="49" y="65"/>
                    </a:cubicBezTo>
                    <a:lnTo>
                      <a:pt x="48" y="65"/>
                    </a:lnTo>
                    <a:close/>
                    <a:moveTo>
                      <a:pt x="4" y="41"/>
                    </a:moveTo>
                    <a:cubicBezTo>
                      <a:pt x="46" y="60"/>
                      <a:pt x="46" y="60"/>
                      <a:pt x="46" y="60"/>
                    </a:cubicBezTo>
                    <a:cubicBezTo>
                      <a:pt x="36" y="5"/>
                      <a:pt x="36" y="5"/>
                      <a:pt x="36" y="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5" name="Freeform 971"/>
              <p:cNvSpPr>
                <a:spLocks noEditPoints="1"/>
              </p:cNvSpPr>
              <p:nvPr userDrawn="1"/>
            </p:nvSpPr>
            <p:spPr bwMode="auto">
              <a:xfrm>
                <a:off x="3241" y="1151"/>
                <a:ext cx="36" cy="80"/>
              </a:xfrm>
              <a:custGeom>
                <a:avLst/>
                <a:gdLst>
                  <a:gd name="T0" fmla="*/ 27 w 29"/>
                  <a:gd name="T1" fmla="*/ 65 h 65"/>
                  <a:gd name="T2" fmla="*/ 2 w 29"/>
                  <a:gd name="T3" fmla="*/ 65 h 65"/>
                  <a:gd name="T4" fmla="*/ 0 w 29"/>
                  <a:gd name="T5" fmla="*/ 64 h 65"/>
                  <a:gd name="T6" fmla="*/ 0 w 29"/>
                  <a:gd name="T7" fmla="*/ 63 h 65"/>
                  <a:gd name="T8" fmla="*/ 20 w 29"/>
                  <a:gd name="T9" fmla="*/ 1 h 65"/>
                  <a:gd name="T10" fmla="*/ 21 w 29"/>
                  <a:gd name="T11" fmla="*/ 0 h 65"/>
                  <a:gd name="T12" fmla="*/ 23 w 29"/>
                  <a:gd name="T13" fmla="*/ 2 h 65"/>
                  <a:gd name="T14" fmla="*/ 29 w 29"/>
                  <a:gd name="T15" fmla="*/ 63 h 65"/>
                  <a:gd name="T16" fmla="*/ 28 w 29"/>
                  <a:gd name="T17" fmla="*/ 65 h 65"/>
                  <a:gd name="T18" fmla="*/ 27 w 29"/>
                  <a:gd name="T19" fmla="*/ 65 h 65"/>
                  <a:gd name="T20" fmla="*/ 4 w 29"/>
                  <a:gd name="T21" fmla="*/ 62 h 65"/>
                  <a:gd name="T22" fmla="*/ 25 w 29"/>
                  <a:gd name="T23" fmla="*/ 62 h 65"/>
                  <a:gd name="T24" fmla="*/ 20 w 29"/>
                  <a:gd name="T25" fmla="*/ 10 h 65"/>
                  <a:gd name="T26" fmla="*/ 4 w 29"/>
                  <a:gd name="T27" fmla="*/ 6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65">
                    <a:moveTo>
                      <a:pt x="27" y="65"/>
                    </a:moveTo>
                    <a:cubicBezTo>
                      <a:pt x="2" y="65"/>
                      <a:pt x="2" y="65"/>
                      <a:pt x="2" y="65"/>
                    </a:cubicBezTo>
                    <a:cubicBezTo>
                      <a:pt x="1" y="65"/>
                      <a:pt x="1" y="65"/>
                      <a:pt x="0" y="64"/>
                    </a:cubicBezTo>
                    <a:cubicBezTo>
                      <a:pt x="0" y="64"/>
                      <a:pt x="0" y="63"/>
                      <a:pt x="0" y="63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22" y="0"/>
                      <a:pt x="23" y="1"/>
                      <a:pt x="23" y="2"/>
                    </a:cubicBezTo>
                    <a:cubicBezTo>
                      <a:pt x="29" y="63"/>
                      <a:pt x="29" y="63"/>
                      <a:pt x="29" y="63"/>
                    </a:cubicBezTo>
                    <a:cubicBezTo>
                      <a:pt x="29" y="64"/>
                      <a:pt x="29" y="64"/>
                      <a:pt x="28" y="65"/>
                    </a:cubicBezTo>
                    <a:cubicBezTo>
                      <a:pt x="28" y="65"/>
                      <a:pt x="28" y="65"/>
                      <a:pt x="27" y="65"/>
                    </a:cubicBezTo>
                    <a:close/>
                    <a:moveTo>
                      <a:pt x="4" y="62"/>
                    </a:moveTo>
                    <a:cubicBezTo>
                      <a:pt x="25" y="62"/>
                      <a:pt x="25" y="62"/>
                      <a:pt x="25" y="62"/>
                    </a:cubicBezTo>
                    <a:cubicBezTo>
                      <a:pt x="20" y="10"/>
                      <a:pt x="20" y="10"/>
                      <a:pt x="20" y="10"/>
                    </a:cubicBez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6" name="Freeform 972"/>
              <p:cNvSpPr>
                <a:spLocks noEditPoints="1"/>
              </p:cNvSpPr>
              <p:nvPr userDrawn="1"/>
            </p:nvSpPr>
            <p:spPr bwMode="auto">
              <a:xfrm>
                <a:off x="3193" y="1281"/>
                <a:ext cx="79" cy="115"/>
              </a:xfrm>
              <a:custGeom>
                <a:avLst/>
                <a:gdLst>
                  <a:gd name="T0" fmla="*/ 29 w 64"/>
                  <a:gd name="T1" fmla="*/ 93 h 93"/>
                  <a:gd name="T2" fmla="*/ 29 w 64"/>
                  <a:gd name="T3" fmla="*/ 93 h 93"/>
                  <a:gd name="T4" fmla="*/ 27 w 64"/>
                  <a:gd name="T5" fmla="*/ 92 h 93"/>
                  <a:gd name="T6" fmla="*/ 0 w 64"/>
                  <a:gd name="T7" fmla="*/ 2 h 93"/>
                  <a:gd name="T8" fmla="*/ 0 w 64"/>
                  <a:gd name="T9" fmla="*/ 0 h 93"/>
                  <a:gd name="T10" fmla="*/ 2 w 64"/>
                  <a:gd name="T11" fmla="*/ 0 h 93"/>
                  <a:gd name="T12" fmla="*/ 63 w 64"/>
                  <a:gd name="T13" fmla="*/ 14 h 93"/>
                  <a:gd name="T14" fmla="*/ 64 w 64"/>
                  <a:gd name="T15" fmla="*/ 14 h 93"/>
                  <a:gd name="T16" fmla="*/ 64 w 64"/>
                  <a:gd name="T17" fmla="*/ 16 h 93"/>
                  <a:gd name="T18" fmla="*/ 30 w 64"/>
                  <a:gd name="T19" fmla="*/ 92 h 93"/>
                  <a:gd name="T20" fmla="*/ 29 w 64"/>
                  <a:gd name="T21" fmla="*/ 93 h 93"/>
                  <a:gd name="T22" fmla="*/ 4 w 64"/>
                  <a:gd name="T23" fmla="*/ 4 h 93"/>
                  <a:gd name="T24" fmla="*/ 29 w 64"/>
                  <a:gd name="T25" fmla="*/ 86 h 93"/>
                  <a:gd name="T26" fmla="*/ 60 w 64"/>
                  <a:gd name="T27" fmla="*/ 16 h 93"/>
                  <a:gd name="T28" fmla="*/ 4 w 64"/>
                  <a:gd name="T29" fmla="*/ 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93">
                    <a:moveTo>
                      <a:pt x="29" y="93"/>
                    </a:moveTo>
                    <a:cubicBezTo>
                      <a:pt x="29" y="93"/>
                      <a:pt x="29" y="93"/>
                      <a:pt x="29" y="93"/>
                    </a:cubicBezTo>
                    <a:cubicBezTo>
                      <a:pt x="28" y="93"/>
                      <a:pt x="27" y="92"/>
                      <a:pt x="27" y="9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63" y="14"/>
                      <a:pt x="63" y="14"/>
                      <a:pt x="63" y="14"/>
                    </a:cubicBezTo>
                    <a:cubicBezTo>
                      <a:pt x="63" y="14"/>
                      <a:pt x="64" y="14"/>
                      <a:pt x="64" y="14"/>
                    </a:cubicBezTo>
                    <a:cubicBezTo>
                      <a:pt x="64" y="15"/>
                      <a:pt x="64" y="15"/>
                      <a:pt x="64" y="16"/>
                    </a:cubicBezTo>
                    <a:cubicBezTo>
                      <a:pt x="30" y="92"/>
                      <a:pt x="30" y="92"/>
                      <a:pt x="30" y="92"/>
                    </a:cubicBezTo>
                    <a:cubicBezTo>
                      <a:pt x="30" y="92"/>
                      <a:pt x="30" y="93"/>
                      <a:pt x="29" y="93"/>
                    </a:cubicBezTo>
                    <a:close/>
                    <a:moveTo>
                      <a:pt x="4" y="4"/>
                    </a:moveTo>
                    <a:cubicBezTo>
                      <a:pt x="29" y="86"/>
                      <a:pt x="29" y="86"/>
                      <a:pt x="29" y="86"/>
                    </a:cubicBezTo>
                    <a:cubicBezTo>
                      <a:pt x="60" y="16"/>
                      <a:pt x="60" y="16"/>
                      <a:pt x="60" y="16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7" name="Freeform 973"/>
              <p:cNvSpPr>
                <a:spLocks noEditPoints="1"/>
              </p:cNvSpPr>
              <p:nvPr userDrawn="1"/>
            </p:nvSpPr>
            <p:spPr bwMode="auto">
              <a:xfrm>
                <a:off x="3058" y="1200"/>
                <a:ext cx="77" cy="196"/>
              </a:xfrm>
              <a:custGeom>
                <a:avLst/>
                <a:gdLst>
                  <a:gd name="T0" fmla="*/ 2 w 62"/>
                  <a:gd name="T1" fmla="*/ 158 h 158"/>
                  <a:gd name="T2" fmla="*/ 1 w 62"/>
                  <a:gd name="T3" fmla="*/ 158 h 158"/>
                  <a:gd name="T4" fmla="*/ 1 w 62"/>
                  <a:gd name="T5" fmla="*/ 156 h 158"/>
                  <a:gd name="T6" fmla="*/ 43 w 62"/>
                  <a:gd name="T7" fmla="*/ 1 h 158"/>
                  <a:gd name="T8" fmla="*/ 45 w 62"/>
                  <a:gd name="T9" fmla="*/ 0 h 158"/>
                  <a:gd name="T10" fmla="*/ 46 w 62"/>
                  <a:gd name="T11" fmla="*/ 2 h 158"/>
                  <a:gd name="T12" fmla="*/ 62 w 62"/>
                  <a:gd name="T13" fmla="*/ 116 h 158"/>
                  <a:gd name="T14" fmla="*/ 61 w 62"/>
                  <a:gd name="T15" fmla="*/ 118 h 158"/>
                  <a:gd name="T16" fmla="*/ 3 w 62"/>
                  <a:gd name="T17" fmla="*/ 158 h 158"/>
                  <a:gd name="T18" fmla="*/ 2 w 62"/>
                  <a:gd name="T19" fmla="*/ 158 h 158"/>
                  <a:gd name="T20" fmla="*/ 44 w 62"/>
                  <a:gd name="T21" fmla="*/ 10 h 158"/>
                  <a:gd name="T22" fmla="*/ 5 w 62"/>
                  <a:gd name="T23" fmla="*/ 152 h 158"/>
                  <a:gd name="T24" fmla="*/ 58 w 62"/>
                  <a:gd name="T25" fmla="*/ 116 h 158"/>
                  <a:gd name="T26" fmla="*/ 44 w 62"/>
                  <a:gd name="T27" fmla="*/ 1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158">
                    <a:moveTo>
                      <a:pt x="2" y="158"/>
                    </a:moveTo>
                    <a:cubicBezTo>
                      <a:pt x="1" y="158"/>
                      <a:pt x="1" y="158"/>
                      <a:pt x="1" y="158"/>
                    </a:cubicBezTo>
                    <a:cubicBezTo>
                      <a:pt x="1" y="157"/>
                      <a:pt x="0" y="156"/>
                      <a:pt x="1" y="156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1"/>
                      <a:pt x="44" y="0"/>
                      <a:pt x="45" y="0"/>
                    </a:cubicBezTo>
                    <a:cubicBezTo>
                      <a:pt x="45" y="0"/>
                      <a:pt x="46" y="1"/>
                      <a:pt x="46" y="2"/>
                    </a:cubicBezTo>
                    <a:cubicBezTo>
                      <a:pt x="62" y="116"/>
                      <a:pt x="62" y="116"/>
                      <a:pt x="62" y="116"/>
                    </a:cubicBezTo>
                    <a:cubicBezTo>
                      <a:pt x="62" y="117"/>
                      <a:pt x="62" y="118"/>
                      <a:pt x="61" y="118"/>
                    </a:cubicBezTo>
                    <a:cubicBezTo>
                      <a:pt x="3" y="158"/>
                      <a:pt x="3" y="158"/>
                      <a:pt x="3" y="158"/>
                    </a:cubicBezTo>
                    <a:lnTo>
                      <a:pt x="2" y="158"/>
                    </a:lnTo>
                    <a:close/>
                    <a:moveTo>
                      <a:pt x="44" y="10"/>
                    </a:moveTo>
                    <a:cubicBezTo>
                      <a:pt x="5" y="152"/>
                      <a:pt x="5" y="152"/>
                      <a:pt x="5" y="152"/>
                    </a:cubicBezTo>
                    <a:cubicBezTo>
                      <a:pt x="58" y="116"/>
                      <a:pt x="58" y="116"/>
                      <a:pt x="58" y="116"/>
                    </a:cubicBezTo>
                    <a:lnTo>
                      <a:pt x="44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8" name="Freeform 974"/>
              <p:cNvSpPr>
                <a:spLocks noEditPoints="1"/>
              </p:cNvSpPr>
              <p:nvPr userDrawn="1"/>
            </p:nvSpPr>
            <p:spPr bwMode="auto">
              <a:xfrm>
                <a:off x="2351" y="1379"/>
                <a:ext cx="202" cy="107"/>
              </a:xfrm>
              <a:custGeom>
                <a:avLst/>
                <a:gdLst>
                  <a:gd name="T0" fmla="*/ 2 w 163"/>
                  <a:gd name="T1" fmla="*/ 87 h 87"/>
                  <a:gd name="T2" fmla="*/ 1 w 163"/>
                  <a:gd name="T3" fmla="*/ 86 h 87"/>
                  <a:gd name="T4" fmla="*/ 1 w 163"/>
                  <a:gd name="T5" fmla="*/ 85 h 87"/>
                  <a:gd name="T6" fmla="*/ 90 w 163"/>
                  <a:gd name="T7" fmla="*/ 0 h 87"/>
                  <a:gd name="T8" fmla="*/ 92 w 163"/>
                  <a:gd name="T9" fmla="*/ 0 h 87"/>
                  <a:gd name="T10" fmla="*/ 163 w 163"/>
                  <a:gd name="T11" fmla="*/ 60 h 87"/>
                  <a:gd name="T12" fmla="*/ 163 w 163"/>
                  <a:gd name="T13" fmla="*/ 62 h 87"/>
                  <a:gd name="T14" fmla="*/ 162 w 163"/>
                  <a:gd name="T15" fmla="*/ 63 h 87"/>
                  <a:gd name="T16" fmla="*/ 2 w 163"/>
                  <a:gd name="T17" fmla="*/ 87 h 87"/>
                  <a:gd name="T18" fmla="*/ 91 w 163"/>
                  <a:gd name="T19" fmla="*/ 4 h 87"/>
                  <a:gd name="T20" fmla="*/ 7 w 163"/>
                  <a:gd name="T21" fmla="*/ 83 h 87"/>
                  <a:gd name="T22" fmla="*/ 158 w 163"/>
                  <a:gd name="T23" fmla="*/ 61 h 87"/>
                  <a:gd name="T24" fmla="*/ 91 w 163"/>
                  <a:gd name="T25" fmla="*/ 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3" h="87">
                    <a:moveTo>
                      <a:pt x="2" y="87"/>
                    </a:moveTo>
                    <a:cubicBezTo>
                      <a:pt x="2" y="87"/>
                      <a:pt x="1" y="87"/>
                      <a:pt x="1" y="86"/>
                    </a:cubicBezTo>
                    <a:cubicBezTo>
                      <a:pt x="0" y="86"/>
                      <a:pt x="1" y="85"/>
                      <a:pt x="1" y="85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1" y="0"/>
                      <a:pt x="92" y="0"/>
                      <a:pt x="92" y="0"/>
                    </a:cubicBezTo>
                    <a:cubicBezTo>
                      <a:pt x="163" y="60"/>
                      <a:pt x="163" y="60"/>
                      <a:pt x="163" y="60"/>
                    </a:cubicBezTo>
                    <a:cubicBezTo>
                      <a:pt x="163" y="61"/>
                      <a:pt x="163" y="61"/>
                      <a:pt x="163" y="62"/>
                    </a:cubicBezTo>
                    <a:cubicBezTo>
                      <a:pt x="163" y="63"/>
                      <a:pt x="162" y="63"/>
                      <a:pt x="162" y="63"/>
                    </a:cubicBezTo>
                    <a:cubicBezTo>
                      <a:pt x="2" y="87"/>
                      <a:pt x="2" y="87"/>
                      <a:pt x="2" y="87"/>
                    </a:cubicBezTo>
                    <a:close/>
                    <a:moveTo>
                      <a:pt x="91" y="4"/>
                    </a:moveTo>
                    <a:cubicBezTo>
                      <a:pt x="7" y="83"/>
                      <a:pt x="7" y="83"/>
                      <a:pt x="7" y="83"/>
                    </a:cubicBezTo>
                    <a:cubicBezTo>
                      <a:pt x="158" y="61"/>
                      <a:pt x="158" y="61"/>
                      <a:pt x="158" y="61"/>
                    </a:cubicBezTo>
                    <a:lnTo>
                      <a:pt x="9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9" name="Freeform 975"/>
              <p:cNvSpPr>
                <a:spLocks noEditPoints="1"/>
              </p:cNvSpPr>
              <p:nvPr userDrawn="1"/>
            </p:nvSpPr>
            <p:spPr bwMode="auto">
              <a:xfrm>
                <a:off x="2905" y="1332"/>
                <a:ext cx="158" cy="79"/>
              </a:xfrm>
              <a:custGeom>
                <a:avLst/>
                <a:gdLst>
                  <a:gd name="T0" fmla="*/ 2 w 128"/>
                  <a:gd name="T1" fmla="*/ 64 h 64"/>
                  <a:gd name="T2" fmla="*/ 0 w 128"/>
                  <a:gd name="T3" fmla="*/ 63 h 64"/>
                  <a:gd name="T4" fmla="*/ 0 w 128"/>
                  <a:gd name="T5" fmla="*/ 62 h 64"/>
                  <a:gd name="T6" fmla="*/ 2 w 128"/>
                  <a:gd name="T7" fmla="*/ 2 h 64"/>
                  <a:gd name="T8" fmla="*/ 2 w 128"/>
                  <a:gd name="T9" fmla="*/ 0 h 64"/>
                  <a:gd name="T10" fmla="*/ 4 w 128"/>
                  <a:gd name="T11" fmla="*/ 0 h 64"/>
                  <a:gd name="T12" fmla="*/ 127 w 128"/>
                  <a:gd name="T13" fmla="*/ 49 h 64"/>
                  <a:gd name="T14" fmla="*/ 128 w 128"/>
                  <a:gd name="T15" fmla="*/ 50 h 64"/>
                  <a:gd name="T16" fmla="*/ 126 w 128"/>
                  <a:gd name="T17" fmla="*/ 52 h 64"/>
                  <a:gd name="T18" fmla="*/ 2 w 128"/>
                  <a:gd name="T19" fmla="*/ 64 h 64"/>
                  <a:gd name="T20" fmla="*/ 5 w 128"/>
                  <a:gd name="T21" fmla="*/ 4 h 64"/>
                  <a:gd name="T22" fmla="*/ 3 w 128"/>
                  <a:gd name="T23" fmla="*/ 60 h 64"/>
                  <a:gd name="T24" fmla="*/ 119 w 128"/>
                  <a:gd name="T25" fmla="*/ 49 h 64"/>
                  <a:gd name="T26" fmla="*/ 5 w 128"/>
                  <a:gd name="T27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64">
                    <a:moveTo>
                      <a:pt x="2" y="64"/>
                    </a:moveTo>
                    <a:cubicBezTo>
                      <a:pt x="1" y="64"/>
                      <a:pt x="1" y="64"/>
                      <a:pt x="0" y="63"/>
                    </a:cubicBezTo>
                    <a:cubicBezTo>
                      <a:pt x="0" y="63"/>
                      <a:pt x="0" y="63"/>
                      <a:pt x="0" y="6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2" y="1"/>
                      <a:pt x="2" y="0"/>
                    </a:cubicBezTo>
                    <a:cubicBezTo>
                      <a:pt x="3" y="0"/>
                      <a:pt x="3" y="0"/>
                      <a:pt x="4" y="0"/>
                    </a:cubicBezTo>
                    <a:cubicBezTo>
                      <a:pt x="127" y="49"/>
                      <a:pt x="127" y="49"/>
                      <a:pt x="127" y="49"/>
                    </a:cubicBezTo>
                    <a:cubicBezTo>
                      <a:pt x="127" y="49"/>
                      <a:pt x="128" y="50"/>
                      <a:pt x="128" y="50"/>
                    </a:cubicBezTo>
                    <a:cubicBezTo>
                      <a:pt x="128" y="51"/>
                      <a:pt x="127" y="52"/>
                      <a:pt x="126" y="52"/>
                    </a:cubicBezTo>
                    <a:cubicBezTo>
                      <a:pt x="2" y="64"/>
                      <a:pt x="2" y="64"/>
                      <a:pt x="2" y="64"/>
                    </a:cubicBezTo>
                    <a:close/>
                    <a:moveTo>
                      <a:pt x="5" y="4"/>
                    </a:moveTo>
                    <a:cubicBezTo>
                      <a:pt x="3" y="60"/>
                      <a:pt x="3" y="60"/>
                      <a:pt x="3" y="60"/>
                    </a:cubicBezTo>
                    <a:cubicBezTo>
                      <a:pt x="119" y="49"/>
                      <a:pt x="119" y="49"/>
                      <a:pt x="119" y="49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0" name="Freeform 976"/>
              <p:cNvSpPr>
                <a:spLocks noEditPoints="1"/>
              </p:cNvSpPr>
              <p:nvPr userDrawn="1"/>
            </p:nvSpPr>
            <p:spPr bwMode="auto">
              <a:xfrm>
                <a:off x="2735" y="1379"/>
                <a:ext cx="209" cy="78"/>
              </a:xfrm>
              <a:custGeom>
                <a:avLst/>
                <a:gdLst>
                  <a:gd name="T0" fmla="*/ 1 w 169"/>
                  <a:gd name="T1" fmla="*/ 63 h 63"/>
                  <a:gd name="T2" fmla="*/ 0 w 169"/>
                  <a:gd name="T3" fmla="*/ 62 h 63"/>
                  <a:gd name="T4" fmla="*/ 0 w 169"/>
                  <a:gd name="T5" fmla="*/ 60 h 63"/>
                  <a:gd name="T6" fmla="*/ 69 w 169"/>
                  <a:gd name="T7" fmla="*/ 0 h 63"/>
                  <a:gd name="T8" fmla="*/ 71 w 169"/>
                  <a:gd name="T9" fmla="*/ 0 h 63"/>
                  <a:gd name="T10" fmla="*/ 168 w 169"/>
                  <a:gd name="T11" fmla="*/ 55 h 63"/>
                  <a:gd name="T12" fmla="*/ 168 w 169"/>
                  <a:gd name="T13" fmla="*/ 57 h 63"/>
                  <a:gd name="T14" fmla="*/ 167 w 169"/>
                  <a:gd name="T15" fmla="*/ 58 h 63"/>
                  <a:gd name="T16" fmla="*/ 1 w 169"/>
                  <a:gd name="T17" fmla="*/ 63 h 63"/>
                  <a:gd name="T18" fmla="*/ 70 w 169"/>
                  <a:gd name="T19" fmla="*/ 4 h 63"/>
                  <a:gd name="T20" fmla="*/ 6 w 169"/>
                  <a:gd name="T21" fmla="*/ 60 h 63"/>
                  <a:gd name="T22" fmla="*/ 161 w 169"/>
                  <a:gd name="T23" fmla="*/ 55 h 63"/>
                  <a:gd name="T24" fmla="*/ 70 w 169"/>
                  <a:gd name="T25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9" h="63">
                    <a:moveTo>
                      <a:pt x="1" y="63"/>
                    </a:moveTo>
                    <a:cubicBezTo>
                      <a:pt x="1" y="63"/>
                      <a:pt x="0" y="63"/>
                      <a:pt x="0" y="62"/>
                    </a:cubicBezTo>
                    <a:cubicBezTo>
                      <a:pt x="0" y="62"/>
                      <a:pt x="0" y="61"/>
                      <a:pt x="0" y="6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9" y="0"/>
                      <a:pt x="70" y="0"/>
                      <a:pt x="71" y="0"/>
                    </a:cubicBezTo>
                    <a:cubicBezTo>
                      <a:pt x="168" y="55"/>
                      <a:pt x="168" y="55"/>
                      <a:pt x="168" y="55"/>
                    </a:cubicBezTo>
                    <a:cubicBezTo>
                      <a:pt x="168" y="56"/>
                      <a:pt x="169" y="56"/>
                      <a:pt x="168" y="57"/>
                    </a:cubicBezTo>
                    <a:cubicBezTo>
                      <a:pt x="168" y="58"/>
                      <a:pt x="167" y="58"/>
                      <a:pt x="167" y="58"/>
                    </a:cubicBezTo>
                    <a:cubicBezTo>
                      <a:pt x="1" y="63"/>
                      <a:pt x="1" y="63"/>
                      <a:pt x="1" y="63"/>
                    </a:cubicBezTo>
                    <a:close/>
                    <a:moveTo>
                      <a:pt x="70" y="4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161" y="55"/>
                      <a:pt x="161" y="55"/>
                      <a:pt x="161" y="55"/>
                    </a:cubicBezTo>
                    <a:lnTo>
                      <a:pt x="7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1" name="Freeform 977"/>
              <p:cNvSpPr>
                <a:spLocks noEditPoints="1"/>
              </p:cNvSpPr>
              <p:nvPr userDrawn="1"/>
            </p:nvSpPr>
            <p:spPr bwMode="auto">
              <a:xfrm>
                <a:off x="2196" y="1120"/>
                <a:ext cx="146" cy="130"/>
              </a:xfrm>
              <a:custGeom>
                <a:avLst/>
                <a:gdLst>
                  <a:gd name="T0" fmla="*/ 97 w 118"/>
                  <a:gd name="T1" fmla="*/ 105 h 105"/>
                  <a:gd name="T2" fmla="*/ 96 w 118"/>
                  <a:gd name="T3" fmla="*/ 104 h 105"/>
                  <a:gd name="T4" fmla="*/ 0 w 118"/>
                  <a:gd name="T5" fmla="*/ 3 h 105"/>
                  <a:gd name="T6" fmla="*/ 0 w 118"/>
                  <a:gd name="T7" fmla="*/ 1 h 105"/>
                  <a:gd name="T8" fmla="*/ 2 w 118"/>
                  <a:gd name="T9" fmla="*/ 0 h 105"/>
                  <a:gd name="T10" fmla="*/ 116 w 118"/>
                  <a:gd name="T11" fmla="*/ 43 h 105"/>
                  <a:gd name="T12" fmla="*/ 117 w 118"/>
                  <a:gd name="T13" fmla="*/ 45 h 105"/>
                  <a:gd name="T14" fmla="*/ 99 w 118"/>
                  <a:gd name="T15" fmla="*/ 103 h 105"/>
                  <a:gd name="T16" fmla="*/ 97 w 118"/>
                  <a:gd name="T17" fmla="*/ 105 h 105"/>
                  <a:gd name="T18" fmla="*/ 8 w 118"/>
                  <a:gd name="T19" fmla="*/ 6 h 105"/>
                  <a:gd name="T20" fmla="*/ 96 w 118"/>
                  <a:gd name="T21" fmla="*/ 100 h 105"/>
                  <a:gd name="T22" fmla="*/ 114 w 118"/>
                  <a:gd name="T23" fmla="*/ 46 h 105"/>
                  <a:gd name="T24" fmla="*/ 8 w 118"/>
                  <a:gd name="T25" fmla="*/ 6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8" h="105">
                    <a:moveTo>
                      <a:pt x="97" y="105"/>
                    </a:moveTo>
                    <a:cubicBezTo>
                      <a:pt x="97" y="105"/>
                      <a:pt x="96" y="104"/>
                      <a:pt x="96" y="10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16" y="43"/>
                      <a:pt x="116" y="43"/>
                      <a:pt x="116" y="43"/>
                    </a:cubicBezTo>
                    <a:cubicBezTo>
                      <a:pt x="117" y="43"/>
                      <a:pt x="118" y="44"/>
                      <a:pt x="117" y="45"/>
                    </a:cubicBezTo>
                    <a:cubicBezTo>
                      <a:pt x="99" y="103"/>
                      <a:pt x="99" y="103"/>
                      <a:pt x="99" y="103"/>
                    </a:cubicBezTo>
                    <a:cubicBezTo>
                      <a:pt x="98" y="104"/>
                      <a:pt x="98" y="104"/>
                      <a:pt x="97" y="105"/>
                    </a:cubicBezTo>
                    <a:close/>
                    <a:moveTo>
                      <a:pt x="8" y="6"/>
                    </a:moveTo>
                    <a:cubicBezTo>
                      <a:pt x="96" y="100"/>
                      <a:pt x="96" y="100"/>
                      <a:pt x="96" y="100"/>
                    </a:cubicBezTo>
                    <a:cubicBezTo>
                      <a:pt x="114" y="46"/>
                      <a:pt x="114" y="46"/>
                      <a:pt x="114" y="4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2" name="Freeform 978"/>
              <p:cNvSpPr>
                <a:spLocks noEditPoints="1"/>
              </p:cNvSpPr>
              <p:nvPr userDrawn="1"/>
            </p:nvSpPr>
            <p:spPr bwMode="auto">
              <a:xfrm>
                <a:off x="2090" y="1010"/>
                <a:ext cx="109" cy="115"/>
              </a:xfrm>
              <a:custGeom>
                <a:avLst/>
                <a:gdLst>
                  <a:gd name="T0" fmla="*/ 86 w 88"/>
                  <a:gd name="T1" fmla="*/ 93 h 93"/>
                  <a:gd name="T2" fmla="*/ 85 w 88"/>
                  <a:gd name="T3" fmla="*/ 92 h 93"/>
                  <a:gd name="T4" fmla="*/ 0 w 88"/>
                  <a:gd name="T5" fmla="*/ 3 h 93"/>
                  <a:gd name="T6" fmla="*/ 0 w 88"/>
                  <a:gd name="T7" fmla="*/ 1 h 93"/>
                  <a:gd name="T8" fmla="*/ 2 w 88"/>
                  <a:gd name="T9" fmla="*/ 0 h 93"/>
                  <a:gd name="T10" fmla="*/ 67 w 88"/>
                  <a:gd name="T11" fmla="*/ 21 h 93"/>
                  <a:gd name="T12" fmla="*/ 68 w 88"/>
                  <a:gd name="T13" fmla="*/ 22 h 93"/>
                  <a:gd name="T14" fmla="*/ 88 w 88"/>
                  <a:gd name="T15" fmla="*/ 90 h 93"/>
                  <a:gd name="T16" fmla="*/ 87 w 88"/>
                  <a:gd name="T17" fmla="*/ 92 h 93"/>
                  <a:gd name="T18" fmla="*/ 86 w 88"/>
                  <a:gd name="T19" fmla="*/ 93 h 93"/>
                  <a:gd name="T20" fmla="*/ 7 w 88"/>
                  <a:gd name="T21" fmla="*/ 5 h 93"/>
                  <a:gd name="T22" fmla="*/ 83 w 88"/>
                  <a:gd name="T23" fmla="*/ 85 h 93"/>
                  <a:gd name="T24" fmla="*/ 65 w 88"/>
                  <a:gd name="T25" fmla="*/ 24 h 93"/>
                  <a:gd name="T26" fmla="*/ 7 w 88"/>
                  <a:gd name="T27" fmla="*/ 5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93">
                    <a:moveTo>
                      <a:pt x="86" y="93"/>
                    </a:moveTo>
                    <a:cubicBezTo>
                      <a:pt x="86" y="93"/>
                      <a:pt x="86" y="92"/>
                      <a:pt x="85" y="9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67" y="21"/>
                      <a:pt x="67" y="21"/>
                      <a:pt x="67" y="21"/>
                    </a:cubicBezTo>
                    <a:cubicBezTo>
                      <a:pt x="67" y="21"/>
                      <a:pt x="68" y="22"/>
                      <a:pt x="68" y="22"/>
                    </a:cubicBezTo>
                    <a:cubicBezTo>
                      <a:pt x="88" y="90"/>
                      <a:pt x="88" y="90"/>
                      <a:pt x="88" y="90"/>
                    </a:cubicBezTo>
                    <a:cubicBezTo>
                      <a:pt x="88" y="91"/>
                      <a:pt x="88" y="92"/>
                      <a:pt x="87" y="92"/>
                    </a:cubicBezTo>
                    <a:lnTo>
                      <a:pt x="86" y="93"/>
                    </a:lnTo>
                    <a:close/>
                    <a:moveTo>
                      <a:pt x="7" y="5"/>
                    </a:moveTo>
                    <a:cubicBezTo>
                      <a:pt x="83" y="85"/>
                      <a:pt x="83" y="85"/>
                      <a:pt x="83" y="85"/>
                    </a:cubicBezTo>
                    <a:cubicBezTo>
                      <a:pt x="65" y="24"/>
                      <a:pt x="65" y="24"/>
                      <a:pt x="65" y="24"/>
                    </a:cubicBez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3" name="Freeform 979"/>
              <p:cNvSpPr>
                <a:spLocks noEditPoints="1"/>
              </p:cNvSpPr>
              <p:nvPr userDrawn="1"/>
            </p:nvSpPr>
            <p:spPr bwMode="auto">
              <a:xfrm>
                <a:off x="1970" y="882"/>
                <a:ext cx="125" cy="131"/>
              </a:xfrm>
              <a:custGeom>
                <a:avLst/>
                <a:gdLst>
                  <a:gd name="T0" fmla="*/ 99 w 101"/>
                  <a:gd name="T1" fmla="*/ 106 h 106"/>
                  <a:gd name="T2" fmla="*/ 97 w 101"/>
                  <a:gd name="T3" fmla="*/ 106 h 106"/>
                  <a:gd name="T4" fmla="*/ 0 w 101"/>
                  <a:gd name="T5" fmla="*/ 3 h 106"/>
                  <a:gd name="T6" fmla="*/ 0 w 101"/>
                  <a:gd name="T7" fmla="*/ 1 h 106"/>
                  <a:gd name="T8" fmla="*/ 2 w 101"/>
                  <a:gd name="T9" fmla="*/ 0 h 106"/>
                  <a:gd name="T10" fmla="*/ 51 w 101"/>
                  <a:gd name="T11" fmla="*/ 6 h 106"/>
                  <a:gd name="T12" fmla="*/ 53 w 101"/>
                  <a:gd name="T13" fmla="*/ 7 h 106"/>
                  <a:gd name="T14" fmla="*/ 100 w 101"/>
                  <a:gd name="T15" fmla="*/ 104 h 106"/>
                  <a:gd name="T16" fmla="*/ 100 w 101"/>
                  <a:gd name="T17" fmla="*/ 106 h 106"/>
                  <a:gd name="T18" fmla="*/ 99 w 101"/>
                  <a:gd name="T19" fmla="*/ 106 h 106"/>
                  <a:gd name="T20" fmla="*/ 6 w 101"/>
                  <a:gd name="T21" fmla="*/ 4 h 106"/>
                  <a:gd name="T22" fmla="*/ 92 w 101"/>
                  <a:gd name="T23" fmla="*/ 95 h 106"/>
                  <a:gd name="T24" fmla="*/ 50 w 101"/>
                  <a:gd name="T25" fmla="*/ 9 h 106"/>
                  <a:gd name="T26" fmla="*/ 6 w 101"/>
                  <a:gd name="T27" fmla="*/ 4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106">
                    <a:moveTo>
                      <a:pt x="99" y="106"/>
                    </a:moveTo>
                    <a:cubicBezTo>
                      <a:pt x="98" y="106"/>
                      <a:pt x="98" y="106"/>
                      <a:pt x="97" y="106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51" y="6"/>
                      <a:pt x="51" y="6"/>
                      <a:pt x="51" y="6"/>
                    </a:cubicBezTo>
                    <a:cubicBezTo>
                      <a:pt x="52" y="6"/>
                      <a:pt x="52" y="7"/>
                      <a:pt x="53" y="7"/>
                    </a:cubicBezTo>
                    <a:cubicBezTo>
                      <a:pt x="100" y="104"/>
                      <a:pt x="100" y="104"/>
                      <a:pt x="100" y="104"/>
                    </a:cubicBezTo>
                    <a:cubicBezTo>
                      <a:pt x="101" y="104"/>
                      <a:pt x="100" y="105"/>
                      <a:pt x="100" y="106"/>
                    </a:cubicBezTo>
                    <a:lnTo>
                      <a:pt x="99" y="106"/>
                    </a:lnTo>
                    <a:close/>
                    <a:moveTo>
                      <a:pt x="6" y="4"/>
                    </a:moveTo>
                    <a:cubicBezTo>
                      <a:pt x="92" y="95"/>
                      <a:pt x="92" y="95"/>
                      <a:pt x="92" y="95"/>
                    </a:cubicBezTo>
                    <a:cubicBezTo>
                      <a:pt x="50" y="9"/>
                      <a:pt x="50" y="9"/>
                      <a:pt x="50" y="9"/>
                    </a:cubicBezTo>
                    <a:lnTo>
                      <a:pt x="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4" name="Freeform 980"/>
              <p:cNvSpPr>
                <a:spLocks noEditPoints="1"/>
              </p:cNvSpPr>
              <p:nvPr userDrawn="1"/>
            </p:nvSpPr>
            <p:spPr bwMode="auto">
              <a:xfrm>
                <a:off x="2151" y="1073"/>
                <a:ext cx="151" cy="120"/>
              </a:xfrm>
              <a:custGeom>
                <a:avLst/>
                <a:gdLst>
                  <a:gd name="T0" fmla="*/ 90 w 122"/>
                  <a:gd name="T1" fmla="*/ 97 h 97"/>
                  <a:gd name="T2" fmla="*/ 89 w 122"/>
                  <a:gd name="T3" fmla="*/ 97 h 97"/>
                  <a:gd name="T4" fmla="*/ 0 w 122"/>
                  <a:gd name="T5" fmla="*/ 3 h 97"/>
                  <a:gd name="T6" fmla="*/ 0 w 122"/>
                  <a:gd name="T7" fmla="*/ 1 h 97"/>
                  <a:gd name="T8" fmla="*/ 2 w 122"/>
                  <a:gd name="T9" fmla="*/ 0 h 97"/>
                  <a:gd name="T10" fmla="*/ 121 w 122"/>
                  <a:gd name="T11" fmla="*/ 3 h 97"/>
                  <a:gd name="T12" fmla="*/ 122 w 122"/>
                  <a:gd name="T13" fmla="*/ 4 h 97"/>
                  <a:gd name="T14" fmla="*/ 122 w 122"/>
                  <a:gd name="T15" fmla="*/ 5 h 97"/>
                  <a:gd name="T16" fmla="*/ 92 w 122"/>
                  <a:gd name="T17" fmla="*/ 96 h 97"/>
                  <a:gd name="T18" fmla="*/ 90 w 122"/>
                  <a:gd name="T19" fmla="*/ 97 h 97"/>
                  <a:gd name="T20" fmla="*/ 5 w 122"/>
                  <a:gd name="T21" fmla="*/ 4 h 97"/>
                  <a:gd name="T22" fmla="*/ 89 w 122"/>
                  <a:gd name="T23" fmla="*/ 92 h 97"/>
                  <a:gd name="T24" fmla="*/ 118 w 122"/>
                  <a:gd name="T25" fmla="*/ 6 h 97"/>
                  <a:gd name="T26" fmla="*/ 5 w 122"/>
                  <a:gd name="T27" fmla="*/ 4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2" h="97">
                    <a:moveTo>
                      <a:pt x="90" y="97"/>
                    </a:moveTo>
                    <a:cubicBezTo>
                      <a:pt x="90" y="97"/>
                      <a:pt x="89" y="97"/>
                      <a:pt x="89" y="97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1" y="3"/>
                      <a:pt x="121" y="3"/>
                      <a:pt x="121" y="3"/>
                    </a:cubicBezTo>
                    <a:cubicBezTo>
                      <a:pt x="121" y="3"/>
                      <a:pt x="122" y="3"/>
                      <a:pt x="122" y="4"/>
                    </a:cubicBezTo>
                    <a:cubicBezTo>
                      <a:pt x="122" y="4"/>
                      <a:pt x="122" y="5"/>
                      <a:pt x="122" y="5"/>
                    </a:cubicBezTo>
                    <a:cubicBezTo>
                      <a:pt x="92" y="96"/>
                      <a:pt x="92" y="96"/>
                      <a:pt x="92" y="96"/>
                    </a:cubicBezTo>
                    <a:cubicBezTo>
                      <a:pt x="92" y="97"/>
                      <a:pt x="91" y="97"/>
                      <a:pt x="90" y="97"/>
                    </a:cubicBezTo>
                    <a:close/>
                    <a:moveTo>
                      <a:pt x="5" y="4"/>
                    </a:moveTo>
                    <a:cubicBezTo>
                      <a:pt x="89" y="92"/>
                      <a:pt x="89" y="92"/>
                      <a:pt x="89" y="92"/>
                    </a:cubicBezTo>
                    <a:cubicBezTo>
                      <a:pt x="118" y="6"/>
                      <a:pt x="118" y="6"/>
                      <a:pt x="118" y="6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5" name="Freeform 981"/>
              <p:cNvSpPr>
                <a:spLocks noEditPoints="1"/>
              </p:cNvSpPr>
              <p:nvPr userDrawn="1"/>
            </p:nvSpPr>
            <p:spPr bwMode="auto">
              <a:xfrm>
                <a:off x="2208" y="1281"/>
                <a:ext cx="78" cy="85"/>
              </a:xfrm>
              <a:custGeom>
                <a:avLst/>
                <a:gdLst>
                  <a:gd name="T0" fmla="*/ 1 w 63"/>
                  <a:gd name="T1" fmla="*/ 69 h 69"/>
                  <a:gd name="T2" fmla="*/ 0 w 63"/>
                  <a:gd name="T3" fmla="*/ 68 h 69"/>
                  <a:gd name="T4" fmla="*/ 0 w 63"/>
                  <a:gd name="T5" fmla="*/ 67 h 69"/>
                  <a:gd name="T6" fmla="*/ 0 w 63"/>
                  <a:gd name="T7" fmla="*/ 2 h 69"/>
                  <a:gd name="T8" fmla="*/ 0 w 63"/>
                  <a:gd name="T9" fmla="*/ 0 h 69"/>
                  <a:gd name="T10" fmla="*/ 2 w 63"/>
                  <a:gd name="T11" fmla="*/ 0 h 69"/>
                  <a:gd name="T12" fmla="*/ 62 w 63"/>
                  <a:gd name="T13" fmla="*/ 45 h 69"/>
                  <a:gd name="T14" fmla="*/ 63 w 63"/>
                  <a:gd name="T15" fmla="*/ 47 h 69"/>
                  <a:gd name="T16" fmla="*/ 62 w 63"/>
                  <a:gd name="T17" fmla="*/ 48 h 69"/>
                  <a:gd name="T18" fmla="*/ 2 w 63"/>
                  <a:gd name="T19" fmla="*/ 69 h 69"/>
                  <a:gd name="T20" fmla="*/ 1 w 63"/>
                  <a:gd name="T21" fmla="*/ 69 h 69"/>
                  <a:gd name="T22" fmla="*/ 3 w 63"/>
                  <a:gd name="T23" fmla="*/ 5 h 69"/>
                  <a:gd name="T24" fmla="*/ 3 w 63"/>
                  <a:gd name="T25" fmla="*/ 65 h 69"/>
                  <a:gd name="T26" fmla="*/ 57 w 63"/>
                  <a:gd name="T27" fmla="*/ 46 h 69"/>
                  <a:gd name="T28" fmla="*/ 3 w 63"/>
                  <a:gd name="T29" fmla="*/ 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3" h="69">
                    <a:moveTo>
                      <a:pt x="1" y="69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68"/>
                      <a:pt x="0" y="68"/>
                      <a:pt x="0" y="67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62" y="45"/>
                      <a:pt x="62" y="45"/>
                      <a:pt x="62" y="45"/>
                    </a:cubicBezTo>
                    <a:cubicBezTo>
                      <a:pt x="63" y="45"/>
                      <a:pt x="63" y="46"/>
                      <a:pt x="63" y="47"/>
                    </a:cubicBezTo>
                    <a:cubicBezTo>
                      <a:pt x="63" y="47"/>
                      <a:pt x="62" y="48"/>
                      <a:pt x="62" y="48"/>
                    </a:cubicBezTo>
                    <a:cubicBezTo>
                      <a:pt x="2" y="69"/>
                      <a:pt x="2" y="69"/>
                      <a:pt x="2" y="69"/>
                    </a:cubicBezTo>
                    <a:lnTo>
                      <a:pt x="1" y="69"/>
                    </a:lnTo>
                    <a:close/>
                    <a:moveTo>
                      <a:pt x="3" y="5"/>
                    </a:moveTo>
                    <a:cubicBezTo>
                      <a:pt x="3" y="65"/>
                      <a:pt x="3" y="65"/>
                      <a:pt x="3" y="65"/>
                    </a:cubicBezTo>
                    <a:cubicBezTo>
                      <a:pt x="57" y="46"/>
                      <a:pt x="57" y="46"/>
                      <a:pt x="57" y="46"/>
                    </a:cubicBez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6" name="Freeform 982"/>
              <p:cNvSpPr>
                <a:spLocks noEditPoints="1"/>
              </p:cNvSpPr>
              <p:nvPr userDrawn="1"/>
            </p:nvSpPr>
            <p:spPr bwMode="auto">
              <a:xfrm>
                <a:off x="2090" y="1010"/>
                <a:ext cx="212" cy="70"/>
              </a:xfrm>
              <a:custGeom>
                <a:avLst/>
                <a:gdLst>
                  <a:gd name="T0" fmla="*/ 169 w 171"/>
                  <a:gd name="T1" fmla="*/ 57 h 57"/>
                  <a:gd name="T2" fmla="*/ 169 w 171"/>
                  <a:gd name="T3" fmla="*/ 57 h 57"/>
                  <a:gd name="T4" fmla="*/ 50 w 171"/>
                  <a:gd name="T5" fmla="*/ 55 h 57"/>
                  <a:gd name="T6" fmla="*/ 49 w 171"/>
                  <a:gd name="T7" fmla="*/ 54 h 57"/>
                  <a:gd name="T8" fmla="*/ 0 w 171"/>
                  <a:gd name="T9" fmla="*/ 3 h 57"/>
                  <a:gd name="T10" fmla="*/ 0 w 171"/>
                  <a:gd name="T11" fmla="*/ 1 h 57"/>
                  <a:gd name="T12" fmla="*/ 2 w 171"/>
                  <a:gd name="T13" fmla="*/ 0 h 57"/>
                  <a:gd name="T14" fmla="*/ 170 w 171"/>
                  <a:gd name="T15" fmla="*/ 54 h 57"/>
                  <a:gd name="T16" fmla="*/ 171 w 171"/>
                  <a:gd name="T17" fmla="*/ 56 h 57"/>
                  <a:gd name="T18" fmla="*/ 169 w 171"/>
                  <a:gd name="T19" fmla="*/ 57 h 57"/>
                  <a:gd name="T20" fmla="*/ 51 w 171"/>
                  <a:gd name="T21" fmla="*/ 51 h 57"/>
                  <a:gd name="T22" fmla="*/ 158 w 171"/>
                  <a:gd name="T23" fmla="*/ 54 h 57"/>
                  <a:gd name="T24" fmla="*/ 7 w 171"/>
                  <a:gd name="T25" fmla="*/ 5 h 57"/>
                  <a:gd name="T26" fmla="*/ 51 w 171"/>
                  <a:gd name="T27" fmla="*/ 5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1" h="57">
                    <a:moveTo>
                      <a:pt x="169" y="57"/>
                    </a:moveTo>
                    <a:cubicBezTo>
                      <a:pt x="169" y="57"/>
                      <a:pt x="169" y="57"/>
                      <a:pt x="169" y="57"/>
                    </a:cubicBezTo>
                    <a:cubicBezTo>
                      <a:pt x="50" y="55"/>
                      <a:pt x="50" y="55"/>
                      <a:pt x="50" y="55"/>
                    </a:cubicBezTo>
                    <a:cubicBezTo>
                      <a:pt x="50" y="55"/>
                      <a:pt x="50" y="54"/>
                      <a:pt x="49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70" y="54"/>
                      <a:pt x="170" y="54"/>
                      <a:pt x="170" y="54"/>
                    </a:cubicBezTo>
                    <a:cubicBezTo>
                      <a:pt x="171" y="54"/>
                      <a:pt x="171" y="55"/>
                      <a:pt x="171" y="56"/>
                    </a:cubicBezTo>
                    <a:cubicBezTo>
                      <a:pt x="171" y="57"/>
                      <a:pt x="170" y="57"/>
                      <a:pt x="169" y="57"/>
                    </a:cubicBezTo>
                    <a:close/>
                    <a:moveTo>
                      <a:pt x="51" y="51"/>
                    </a:moveTo>
                    <a:cubicBezTo>
                      <a:pt x="158" y="54"/>
                      <a:pt x="158" y="54"/>
                      <a:pt x="158" y="54"/>
                    </a:cubicBezTo>
                    <a:cubicBezTo>
                      <a:pt x="7" y="5"/>
                      <a:pt x="7" y="5"/>
                      <a:pt x="7" y="5"/>
                    </a:cubicBezTo>
                    <a:lnTo>
                      <a:pt x="51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7" name="Freeform 983"/>
              <p:cNvSpPr>
                <a:spLocks noEditPoints="1"/>
              </p:cNvSpPr>
              <p:nvPr userDrawn="1"/>
            </p:nvSpPr>
            <p:spPr bwMode="auto">
              <a:xfrm>
                <a:off x="2031" y="890"/>
                <a:ext cx="116" cy="123"/>
              </a:xfrm>
              <a:custGeom>
                <a:avLst/>
                <a:gdLst>
                  <a:gd name="T0" fmla="*/ 50 w 94"/>
                  <a:gd name="T1" fmla="*/ 100 h 100"/>
                  <a:gd name="T2" fmla="*/ 50 w 94"/>
                  <a:gd name="T3" fmla="*/ 100 h 100"/>
                  <a:gd name="T4" fmla="*/ 48 w 94"/>
                  <a:gd name="T5" fmla="*/ 99 h 100"/>
                  <a:gd name="T6" fmla="*/ 1 w 94"/>
                  <a:gd name="T7" fmla="*/ 3 h 100"/>
                  <a:gd name="T8" fmla="*/ 1 w 94"/>
                  <a:gd name="T9" fmla="*/ 1 h 100"/>
                  <a:gd name="T10" fmla="*/ 3 w 94"/>
                  <a:gd name="T11" fmla="*/ 0 h 100"/>
                  <a:gd name="T12" fmla="*/ 92 w 94"/>
                  <a:gd name="T13" fmla="*/ 17 h 100"/>
                  <a:gd name="T14" fmla="*/ 94 w 94"/>
                  <a:gd name="T15" fmla="*/ 18 h 100"/>
                  <a:gd name="T16" fmla="*/ 94 w 94"/>
                  <a:gd name="T17" fmla="*/ 19 h 100"/>
                  <a:gd name="T18" fmla="*/ 51 w 94"/>
                  <a:gd name="T19" fmla="*/ 99 h 100"/>
                  <a:gd name="T20" fmla="*/ 50 w 94"/>
                  <a:gd name="T21" fmla="*/ 100 h 100"/>
                  <a:gd name="T22" fmla="*/ 5 w 94"/>
                  <a:gd name="T23" fmla="*/ 4 h 100"/>
                  <a:gd name="T24" fmla="*/ 50 w 94"/>
                  <a:gd name="T25" fmla="*/ 95 h 100"/>
                  <a:gd name="T26" fmla="*/ 89 w 94"/>
                  <a:gd name="T27" fmla="*/ 20 h 100"/>
                  <a:gd name="T28" fmla="*/ 5 w 94"/>
                  <a:gd name="T29" fmla="*/ 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100">
                    <a:moveTo>
                      <a:pt x="50" y="100"/>
                    </a:moveTo>
                    <a:cubicBezTo>
                      <a:pt x="50" y="100"/>
                      <a:pt x="50" y="100"/>
                      <a:pt x="50" y="100"/>
                    </a:cubicBezTo>
                    <a:cubicBezTo>
                      <a:pt x="49" y="100"/>
                      <a:pt x="48" y="100"/>
                      <a:pt x="48" y="9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92" y="17"/>
                      <a:pt x="92" y="17"/>
                      <a:pt x="92" y="17"/>
                    </a:cubicBezTo>
                    <a:cubicBezTo>
                      <a:pt x="93" y="17"/>
                      <a:pt x="93" y="17"/>
                      <a:pt x="94" y="18"/>
                    </a:cubicBezTo>
                    <a:cubicBezTo>
                      <a:pt x="94" y="18"/>
                      <a:pt x="94" y="19"/>
                      <a:pt x="94" y="19"/>
                    </a:cubicBezTo>
                    <a:cubicBezTo>
                      <a:pt x="51" y="99"/>
                      <a:pt x="51" y="99"/>
                      <a:pt x="51" y="99"/>
                    </a:cubicBezTo>
                    <a:cubicBezTo>
                      <a:pt x="51" y="100"/>
                      <a:pt x="50" y="100"/>
                      <a:pt x="50" y="100"/>
                    </a:cubicBezTo>
                    <a:close/>
                    <a:moveTo>
                      <a:pt x="5" y="4"/>
                    </a:moveTo>
                    <a:cubicBezTo>
                      <a:pt x="50" y="95"/>
                      <a:pt x="50" y="95"/>
                      <a:pt x="50" y="95"/>
                    </a:cubicBezTo>
                    <a:cubicBezTo>
                      <a:pt x="89" y="20"/>
                      <a:pt x="89" y="20"/>
                      <a:pt x="89" y="20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8" name="Freeform 984"/>
              <p:cNvSpPr>
                <a:spLocks noEditPoints="1"/>
              </p:cNvSpPr>
              <p:nvPr userDrawn="1"/>
            </p:nvSpPr>
            <p:spPr bwMode="auto">
              <a:xfrm>
                <a:off x="2090" y="911"/>
                <a:ext cx="84" cy="128"/>
              </a:xfrm>
              <a:custGeom>
                <a:avLst/>
                <a:gdLst>
                  <a:gd name="T0" fmla="*/ 66 w 68"/>
                  <a:gd name="T1" fmla="*/ 104 h 104"/>
                  <a:gd name="T2" fmla="*/ 66 w 68"/>
                  <a:gd name="T3" fmla="*/ 104 h 104"/>
                  <a:gd name="T4" fmla="*/ 1 w 68"/>
                  <a:gd name="T5" fmla="*/ 83 h 104"/>
                  <a:gd name="T6" fmla="*/ 0 w 68"/>
                  <a:gd name="T7" fmla="*/ 82 h 104"/>
                  <a:gd name="T8" fmla="*/ 0 w 68"/>
                  <a:gd name="T9" fmla="*/ 81 h 104"/>
                  <a:gd name="T10" fmla="*/ 43 w 68"/>
                  <a:gd name="T11" fmla="*/ 1 h 104"/>
                  <a:gd name="T12" fmla="*/ 44 w 68"/>
                  <a:gd name="T13" fmla="*/ 0 h 104"/>
                  <a:gd name="T14" fmla="*/ 46 w 68"/>
                  <a:gd name="T15" fmla="*/ 1 h 104"/>
                  <a:gd name="T16" fmla="*/ 68 w 68"/>
                  <a:gd name="T17" fmla="*/ 102 h 104"/>
                  <a:gd name="T18" fmla="*/ 67 w 68"/>
                  <a:gd name="T19" fmla="*/ 104 h 104"/>
                  <a:gd name="T20" fmla="*/ 66 w 68"/>
                  <a:gd name="T21" fmla="*/ 104 h 104"/>
                  <a:gd name="T22" fmla="*/ 4 w 68"/>
                  <a:gd name="T23" fmla="*/ 80 h 104"/>
                  <a:gd name="T24" fmla="*/ 64 w 68"/>
                  <a:gd name="T25" fmla="*/ 100 h 104"/>
                  <a:gd name="T26" fmla="*/ 43 w 68"/>
                  <a:gd name="T27" fmla="*/ 7 h 104"/>
                  <a:gd name="T28" fmla="*/ 4 w 68"/>
                  <a:gd name="T29" fmla="*/ 8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104">
                    <a:moveTo>
                      <a:pt x="66" y="104"/>
                    </a:moveTo>
                    <a:cubicBezTo>
                      <a:pt x="66" y="104"/>
                      <a:pt x="66" y="104"/>
                      <a:pt x="66" y="104"/>
                    </a:cubicBezTo>
                    <a:cubicBezTo>
                      <a:pt x="1" y="83"/>
                      <a:pt x="1" y="83"/>
                      <a:pt x="1" y="83"/>
                    </a:cubicBezTo>
                    <a:cubicBezTo>
                      <a:pt x="1" y="83"/>
                      <a:pt x="0" y="82"/>
                      <a:pt x="0" y="82"/>
                    </a:cubicBezTo>
                    <a:cubicBezTo>
                      <a:pt x="0" y="82"/>
                      <a:pt x="0" y="81"/>
                      <a:pt x="0" y="81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0"/>
                      <a:pt x="44" y="0"/>
                      <a:pt x="44" y="0"/>
                    </a:cubicBezTo>
                    <a:cubicBezTo>
                      <a:pt x="45" y="0"/>
                      <a:pt x="46" y="1"/>
                      <a:pt x="46" y="1"/>
                    </a:cubicBezTo>
                    <a:cubicBezTo>
                      <a:pt x="68" y="102"/>
                      <a:pt x="68" y="102"/>
                      <a:pt x="68" y="102"/>
                    </a:cubicBezTo>
                    <a:cubicBezTo>
                      <a:pt x="68" y="103"/>
                      <a:pt x="68" y="104"/>
                      <a:pt x="67" y="104"/>
                    </a:cubicBezTo>
                    <a:cubicBezTo>
                      <a:pt x="67" y="104"/>
                      <a:pt x="67" y="104"/>
                      <a:pt x="66" y="104"/>
                    </a:cubicBezTo>
                    <a:close/>
                    <a:moveTo>
                      <a:pt x="4" y="80"/>
                    </a:moveTo>
                    <a:cubicBezTo>
                      <a:pt x="64" y="100"/>
                      <a:pt x="64" y="100"/>
                      <a:pt x="64" y="100"/>
                    </a:cubicBezTo>
                    <a:cubicBezTo>
                      <a:pt x="43" y="7"/>
                      <a:pt x="43" y="7"/>
                      <a:pt x="43" y="7"/>
                    </a:cubicBezTo>
                    <a:lnTo>
                      <a:pt x="4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9" name="Freeform 985"/>
              <p:cNvSpPr>
                <a:spLocks noEditPoints="1"/>
              </p:cNvSpPr>
              <p:nvPr userDrawn="1"/>
            </p:nvSpPr>
            <p:spPr bwMode="auto">
              <a:xfrm>
                <a:off x="2207" y="1245"/>
                <a:ext cx="135" cy="44"/>
              </a:xfrm>
              <a:custGeom>
                <a:avLst/>
                <a:gdLst>
                  <a:gd name="T0" fmla="*/ 107 w 109"/>
                  <a:gd name="T1" fmla="*/ 36 h 36"/>
                  <a:gd name="T2" fmla="*/ 106 w 109"/>
                  <a:gd name="T3" fmla="*/ 36 h 36"/>
                  <a:gd name="T4" fmla="*/ 2 w 109"/>
                  <a:gd name="T5" fmla="*/ 6 h 36"/>
                  <a:gd name="T6" fmla="*/ 1 w 109"/>
                  <a:gd name="T7" fmla="*/ 4 h 36"/>
                  <a:gd name="T8" fmla="*/ 2 w 109"/>
                  <a:gd name="T9" fmla="*/ 2 h 36"/>
                  <a:gd name="T10" fmla="*/ 88 w 109"/>
                  <a:gd name="T11" fmla="*/ 0 h 36"/>
                  <a:gd name="T12" fmla="*/ 89 w 109"/>
                  <a:gd name="T13" fmla="*/ 1 h 36"/>
                  <a:gd name="T14" fmla="*/ 108 w 109"/>
                  <a:gd name="T15" fmla="*/ 33 h 36"/>
                  <a:gd name="T16" fmla="*/ 108 w 109"/>
                  <a:gd name="T17" fmla="*/ 35 h 36"/>
                  <a:gd name="T18" fmla="*/ 107 w 109"/>
                  <a:gd name="T19" fmla="*/ 36 h 36"/>
                  <a:gd name="T20" fmla="*/ 13 w 109"/>
                  <a:gd name="T21" fmla="*/ 5 h 36"/>
                  <a:gd name="T22" fmla="*/ 103 w 109"/>
                  <a:gd name="T23" fmla="*/ 31 h 36"/>
                  <a:gd name="T24" fmla="*/ 87 w 109"/>
                  <a:gd name="T25" fmla="*/ 4 h 36"/>
                  <a:gd name="T26" fmla="*/ 13 w 109"/>
                  <a:gd name="T27" fmla="*/ 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9" h="36">
                    <a:moveTo>
                      <a:pt x="107" y="36"/>
                    </a:moveTo>
                    <a:cubicBezTo>
                      <a:pt x="106" y="36"/>
                      <a:pt x="106" y="36"/>
                      <a:pt x="106" y="3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1" y="5"/>
                      <a:pt x="0" y="5"/>
                      <a:pt x="1" y="4"/>
                    </a:cubicBezTo>
                    <a:cubicBezTo>
                      <a:pt x="1" y="3"/>
                      <a:pt x="1" y="2"/>
                      <a:pt x="2" y="2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9" y="0"/>
                      <a:pt x="89" y="1"/>
                      <a:pt x="89" y="1"/>
                    </a:cubicBezTo>
                    <a:cubicBezTo>
                      <a:pt x="108" y="33"/>
                      <a:pt x="108" y="33"/>
                      <a:pt x="108" y="33"/>
                    </a:cubicBezTo>
                    <a:cubicBezTo>
                      <a:pt x="109" y="34"/>
                      <a:pt x="109" y="34"/>
                      <a:pt x="108" y="35"/>
                    </a:cubicBezTo>
                    <a:cubicBezTo>
                      <a:pt x="108" y="35"/>
                      <a:pt x="107" y="36"/>
                      <a:pt x="107" y="36"/>
                    </a:cubicBezTo>
                    <a:close/>
                    <a:moveTo>
                      <a:pt x="13" y="5"/>
                    </a:moveTo>
                    <a:cubicBezTo>
                      <a:pt x="103" y="31"/>
                      <a:pt x="103" y="31"/>
                      <a:pt x="103" y="31"/>
                    </a:cubicBezTo>
                    <a:cubicBezTo>
                      <a:pt x="87" y="4"/>
                      <a:pt x="87" y="4"/>
                      <a:pt x="87" y="4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0" name="Freeform 986"/>
              <p:cNvSpPr>
                <a:spLocks noEditPoints="1"/>
              </p:cNvSpPr>
              <p:nvPr userDrawn="1"/>
            </p:nvSpPr>
            <p:spPr bwMode="auto">
              <a:xfrm>
                <a:off x="1910" y="835"/>
                <a:ext cx="64" cy="115"/>
              </a:xfrm>
              <a:custGeom>
                <a:avLst/>
                <a:gdLst>
                  <a:gd name="T0" fmla="*/ 2 w 52"/>
                  <a:gd name="T1" fmla="*/ 93 h 93"/>
                  <a:gd name="T2" fmla="*/ 1 w 52"/>
                  <a:gd name="T3" fmla="*/ 92 h 93"/>
                  <a:gd name="T4" fmla="*/ 1 w 52"/>
                  <a:gd name="T5" fmla="*/ 90 h 93"/>
                  <a:gd name="T6" fmla="*/ 34 w 52"/>
                  <a:gd name="T7" fmla="*/ 2 h 93"/>
                  <a:gd name="T8" fmla="*/ 35 w 52"/>
                  <a:gd name="T9" fmla="*/ 0 h 93"/>
                  <a:gd name="T10" fmla="*/ 37 w 52"/>
                  <a:gd name="T11" fmla="*/ 2 h 93"/>
                  <a:gd name="T12" fmla="*/ 52 w 52"/>
                  <a:gd name="T13" fmla="*/ 39 h 93"/>
                  <a:gd name="T14" fmla="*/ 52 w 52"/>
                  <a:gd name="T15" fmla="*/ 41 h 93"/>
                  <a:gd name="T16" fmla="*/ 3 w 52"/>
                  <a:gd name="T17" fmla="*/ 92 h 93"/>
                  <a:gd name="T18" fmla="*/ 2 w 52"/>
                  <a:gd name="T19" fmla="*/ 93 h 93"/>
                  <a:gd name="T20" fmla="*/ 35 w 52"/>
                  <a:gd name="T21" fmla="*/ 7 h 93"/>
                  <a:gd name="T22" fmla="*/ 7 w 52"/>
                  <a:gd name="T23" fmla="*/ 84 h 93"/>
                  <a:gd name="T24" fmla="*/ 48 w 52"/>
                  <a:gd name="T25" fmla="*/ 39 h 93"/>
                  <a:gd name="T26" fmla="*/ 35 w 52"/>
                  <a:gd name="T27" fmla="*/ 7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" h="93">
                    <a:moveTo>
                      <a:pt x="2" y="93"/>
                    </a:moveTo>
                    <a:cubicBezTo>
                      <a:pt x="1" y="92"/>
                      <a:pt x="1" y="92"/>
                      <a:pt x="1" y="92"/>
                    </a:cubicBezTo>
                    <a:cubicBezTo>
                      <a:pt x="1" y="92"/>
                      <a:pt x="0" y="91"/>
                      <a:pt x="1" y="90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1"/>
                      <a:pt x="35" y="0"/>
                      <a:pt x="35" y="0"/>
                    </a:cubicBezTo>
                    <a:cubicBezTo>
                      <a:pt x="36" y="0"/>
                      <a:pt x="37" y="1"/>
                      <a:pt x="37" y="2"/>
                    </a:cubicBezTo>
                    <a:cubicBezTo>
                      <a:pt x="52" y="39"/>
                      <a:pt x="52" y="39"/>
                      <a:pt x="52" y="39"/>
                    </a:cubicBezTo>
                    <a:cubicBezTo>
                      <a:pt x="52" y="40"/>
                      <a:pt x="52" y="40"/>
                      <a:pt x="52" y="41"/>
                    </a:cubicBezTo>
                    <a:cubicBezTo>
                      <a:pt x="3" y="92"/>
                      <a:pt x="3" y="92"/>
                      <a:pt x="3" y="92"/>
                    </a:cubicBezTo>
                    <a:cubicBezTo>
                      <a:pt x="3" y="93"/>
                      <a:pt x="3" y="93"/>
                      <a:pt x="2" y="93"/>
                    </a:cubicBezTo>
                    <a:close/>
                    <a:moveTo>
                      <a:pt x="35" y="7"/>
                    </a:moveTo>
                    <a:cubicBezTo>
                      <a:pt x="7" y="84"/>
                      <a:pt x="7" y="84"/>
                      <a:pt x="7" y="84"/>
                    </a:cubicBezTo>
                    <a:cubicBezTo>
                      <a:pt x="48" y="39"/>
                      <a:pt x="48" y="39"/>
                      <a:pt x="48" y="39"/>
                    </a:cubicBezTo>
                    <a:lnTo>
                      <a:pt x="35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1" name="Freeform 987"/>
              <p:cNvSpPr>
                <a:spLocks noEditPoints="1"/>
              </p:cNvSpPr>
              <p:nvPr userDrawn="1"/>
            </p:nvSpPr>
            <p:spPr bwMode="auto">
              <a:xfrm>
                <a:off x="1818" y="945"/>
                <a:ext cx="97" cy="94"/>
              </a:xfrm>
              <a:custGeom>
                <a:avLst/>
                <a:gdLst>
                  <a:gd name="T0" fmla="*/ 7 w 78"/>
                  <a:gd name="T1" fmla="*/ 76 h 76"/>
                  <a:gd name="T2" fmla="*/ 6 w 78"/>
                  <a:gd name="T3" fmla="*/ 76 h 76"/>
                  <a:gd name="T4" fmla="*/ 5 w 78"/>
                  <a:gd name="T5" fmla="*/ 75 h 76"/>
                  <a:gd name="T6" fmla="*/ 0 w 78"/>
                  <a:gd name="T7" fmla="*/ 24 h 76"/>
                  <a:gd name="T8" fmla="*/ 1 w 78"/>
                  <a:gd name="T9" fmla="*/ 23 h 76"/>
                  <a:gd name="T10" fmla="*/ 76 w 78"/>
                  <a:gd name="T11" fmla="*/ 0 h 76"/>
                  <a:gd name="T12" fmla="*/ 78 w 78"/>
                  <a:gd name="T13" fmla="*/ 1 h 76"/>
                  <a:gd name="T14" fmla="*/ 77 w 78"/>
                  <a:gd name="T15" fmla="*/ 3 h 76"/>
                  <a:gd name="T16" fmla="*/ 8 w 78"/>
                  <a:gd name="T17" fmla="*/ 76 h 76"/>
                  <a:gd name="T18" fmla="*/ 7 w 78"/>
                  <a:gd name="T19" fmla="*/ 76 h 76"/>
                  <a:gd name="T20" fmla="*/ 3 w 78"/>
                  <a:gd name="T21" fmla="*/ 25 h 76"/>
                  <a:gd name="T22" fmla="*/ 8 w 78"/>
                  <a:gd name="T23" fmla="*/ 71 h 76"/>
                  <a:gd name="T24" fmla="*/ 71 w 78"/>
                  <a:gd name="T25" fmla="*/ 5 h 76"/>
                  <a:gd name="T26" fmla="*/ 3 w 78"/>
                  <a:gd name="T27" fmla="*/ 25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8" h="76">
                    <a:moveTo>
                      <a:pt x="7" y="76"/>
                    </a:moveTo>
                    <a:cubicBezTo>
                      <a:pt x="6" y="76"/>
                      <a:pt x="6" y="76"/>
                      <a:pt x="6" y="76"/>
                    </a:cubicBezTo>
                    <a:cubicBezTo>
                      <a:pt x="6" y="76"/>
                      <a:pt x="5" y="75"/>
                      <a:pt x="5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3"/>
                      <a:pt x="1" y="23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77" y="1"/>
                      <a:pt x="78" y="1"/>
                    </a:cubicBezTo>
                    <a:cubicBezTo>
                      <a:pt x="78" y="2"/>
                      <a:pt x="78" y="3"/>
                      <a:pt x="77" y="3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7" y="76"/>
                      <a:pt x="7" y="76"/>
                    </a:cubicBezTo>
                    <a:close/>
                    <a:moveTo>
                      <a:pt x="3" y="25"/>
                    </a:moveTo>
                    <a:cubicBezTo>
                      <a:pt x="8" y="71"/>
                      <a:pt x="8" y="71"/>
                      <a:pt x="8" y="71"/>
                    </a:cubicBezTo>
                    <a:cubicBezTo>
                      <a:pt x="71" y="5"/>
                      <a:pt x="71" y="5"/>
                      <a:pt x="71" y="5"/>
                    </a:cubicBezTo>
                    <a:lnTo>
                      <a:pt x="3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2" name="Freeform 988"/>
              <p:cNvSpPr>
                <a:spLocks noEditPoints="1"/>
              </p:cNvSpPr>
              <p:nvPr userDrawn="1"/>
            </p:nvSpPr>
            <p:spPr bwMode="auto">
              <a:xfrm>
                <a:off x="1743" y="973"/>
                <a:ext cx="86" cy="152"/>
              </a:xfrm>
              <a:custGeom>
                <a:avLst/>
                <a:gdLst>
                  <a:gd name="T0" fmla="*/ 2 w 70"/>
                  <a:gd name="T1" fmla="*/ 123 h 123"/>
                  <a:gd name="T2" fmla="*/ 1 w 70"/>
                  <a:gd name="T3" fmla="*/ 122 h 123"/>
                  <a:gd name="T4" fmla="*/ 1 w 70"/>
                  <a:gd name="T5" fmla="*/ 120 h 123"/>
                  <a:gd name="T6" fmla="*/ 61 w 70"/>
                  <a:gd name="T7" fmla="*/ 1 h 123"/>
                  <a:gd name="T8" fmla="*/ 63 w 70"/>
                  <a:gd name="T9" fmla="*/ 1 h 123"/>
                  <a:gd name="T10" fmla="*/ 64 w 70"/>
                  <a:gd name="T11" fmla="*/ 2 h 123"/>
                  <a:gd name="T12" fmla="*/ 70 w 70"/>
                  <a:gd name="T13" fmla="*/ 52 h 123"/>
                  <a:gd name="T14" fmla="*/ 69 w 70"/>
                  <a:gd name="T15" fmla="*/ 54 h 123"/>
                  <a:gd name="T16" fmla="*/ 4 w 70"/>
                  <a:gd name="T17" fmla="*/ 122 h 123"/>
                  <a:gd name="T18" fmla="*/ 2 w 70"/>
                  <a:gd name="T19" fmla="*/ 123 h 123"/>
                  <a:gd name="T20" fmla="*/ 61 w 70"/>
                  <a:gd name="T21" fmla="*/ 8 h 123"/>
                  <a:gd name="T22" fmla="*/ 9 w 70"/>
                  <a:gd name="T23" fmla="*/ 112 h 123"/>
                  <a:gd name="T24" fmla="*/ 66 w 70"/>
                  <a:gd name="T25" fmla="*/ 52 h 123"/>
                  <a:gd name="T26" fmla="*/ 61 w 70"/>
                  <a:gd name="T27" fmla="*/ 8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0" h="123">
                    <a:moveTo>
                      <a:pt x="2" y="123"/>
                    </a:moveTo>
                    <a:cubicBezTo>
                      <a:pt x="1" y="122"/>
                      <a:pt x="1" y="122"/>
                      <a:pt x="1" y="122"/>
                    </a:cubicBezTo>
                    <a:cubicBezTo>
                      <a:pt x="1" y="122"/>
                      <a:pt x="0" y="121"/>
                      <a:pt x="1" y="120"/>
                    </a:cubicBezTo>
                    <a:cubicBezTo>
                      <a:pt x="61" y="1"/>
                      <a:pt x="61" y="1"/>
                      <a:pt x="61" y="1"/>
                    </a:cubicBezTo>
                    <a:cubicBezTo>
                      <a:pt x="61" y="1"/>
                      <a:pt x="62" y="0"/>
                      <a:pt x="63" y="1"/>
                    </a:cubicBezTo>
                    <a:cubicBezTo>
                      <a:pt x="63" y="1"/>
                      <a:pt x="64" y="1"/>
                      <a:pt x="64" y="2"/>
                    </a:cubicBez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3"/>
                      <a:pt x="69" y="53"/>
                      <a:pt x="69" y="54"/>
                    </a:cubicBezTo>
                    <a:cubicBezTo>
                      <a:pt x="4" y="122"/>
                      <a:pt x="4" y="122"/>
                      <a:pt x="4" y="122"/>
                    </a:cubicBezTo>
                    <a:cubicBezTo>
                      <a:pt x="3" y="122"/>
                      <a:pt x="3" y="123"/>
                      <a:pt x="2" y="123"/>
                    </a:cubicBezTo>
                    <a:close/>
                    <a:moveTo>
                      <a:pt x="61" y="8"/>
                    </a:moveTo>
                    <a:cubicBezTo>
                      <a:pt x="9" y="112"/>
                      <a:pt x="9" y="112"/>
                      <a:pt x="9" y="112"/>
                    </a:cubicBezTo>
                    <a:cubicBezTo>
                      <a:pt x="66" y="52"/>
                      <a:pt x="66" y="52"/>
                      <a:pt x="66" y="52"/>
                    </a:cubicBezTo>
                    <a:lnTo>
                      <a:pt x="61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3" name="Freeform 989"/>
              <p:cNvSpPr>
                <a:spLocks noEditPoints="1"/>
              </p:cNvSpPr>
              <p:nvPr userDrawn="1"/>
            </p:nvSpPr>
            <p:spPr bwMode="auto">
              <a:xfrm>
                <a:off x="1667" y="1103"/>
                <a:ext cx="81" cy="101"/>
              </a:xfrm>
              <a:custGeom>
                <a:avLst/>
                <a:gdLst>
                  <a:gd name="T0" fmla="*/ 1 w 65"/>
                  <a:gd name="T1" fmla="*/ 82 h 82"/>
                  <a:gd name="T2" fmla="*/ 1 w 65"/>
                  <a:gd name="T3" fmla="*/ 82 h 82"/>
                  <a:gd name="T4" fmla="*/ 0 w 65"/>
                  <a:gd name="T5" fmla="*/ 80 h 82"/>
                  <a:gd name="T6" fmla="*/ 20 w 65"/>
                  <a:gd name="T7" fmla="*/ 2 h 82"/>
                  <a:gd name="T8" fmla="*/ 20 w 65"/>
                  <a:gd name="T9" fmla="*/ 1 h 82"/>
                  <a:gd name="T10" fmla="*/ 22 w 65"/>
                  <a:gd name="T11" fmla="*/ 0 h 82"/>
                  <a:gd name="T12" fmla="*/ 64 w 65"/>
                  <a:gd name="T13" fmla="*/ 14 h 82"/>
                  <a:gd name="T14" fmla="*/ 65 w 65"/>
                  <a:gd name="T15" fmla="*/ 15 h 82"/>
                  <a:gd name="T16" fmla="*/ 65 w 65"/>
                  <a:gd name="T17" fmla="*/ 17 h 82"/>
                  <a:gd name="T18" fmla="*/ 3 w 65"/>
                  <a:gd name="T19" fmla="*/ 82 h 82"/>
                  <a:gd name="T20" fmla="*/ 1 w 65"/>
                  <a:gd name="T21" fmla="*/ 82 h 82"/>
                  <a:gd name="T22" fmla="*/ 22 w 65"/>
                  <a:gd name="T23" fmla="*/ 4 h 82"/>
                  <a:gd name="T24" fmla="*/ 5 w 65"/>
                  <a:gd name="T25" fmla="*/ 75 h 82"/>
                  <a:gd name="T26" fmla="*/ 60 w 65"/>
                  <a:gd name="T27" fmla="*/ 17 h 82"/>
                  <a:gd name="T28" fmla="*/ 22 w 65"/>
                  <a:gd name="T29" fmla="*/ 4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5" h="82">
                    <a:moveTo>
                      <a:pt x="1" y="82"/>
                    </a:moveTo>
                    <a:cubicBezTo>
                      <a:pt x="1" y="82"/>
                      <a:pt x="1" y="82"/>
                      <a:pt x="1" y="82"/>
                    </a:cubicBezTo>
                    <a:cubicBezTo>
                      <a:pt x="0" y="82"/>
                      <a:pt x="0" y="81"/>
                      <a:pt x="0" y="80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1" y="0"/>
                      <a:pt x="21" y="0"/>
                      <a:pt x="22" y="0"/>
                    </a:cubicBezTo>
                    <a:cubicBezTo>
                      <a:pt x="64" y="14"/>
                      <a:pt x="64" y="14"/>
                      <a:pt x="64" y="14"/>
                    </a:cubicBezTo>
                    <a:cubicBezTo>
                      <a:pt x="64" y="14"/>
                      <a:pt x="65" y="15"/>
                      <a:pt x="65" y="15"/>
                    </a:cubicBezTo>
                    <a:cubicBezTo>
                      <a:pt x="65" y="16"/>
                      <a:pt x="65" y="17"/>
                      <a:pt x="65" y="17"/>
                    </a:cubicBezTo>
                    <a:cubicBezTo>
                      <a:pt x="3" y="82"/>
                      <a:pt x="3" y="82"/>
                      <a:pt x="3" y="82"/>
                    </a:cubicBezTo>
                    <a:cubicBezTo>
                      <a:pt x="2" y="82"/>
                      <a:pt x="2" y="82"/>
                      <a:pt x="1" y="82"/>
                    </a:cubicBezTo>
                    <a:close/>
                    <a:moveTo>
                      <a:pt x="22" y="4"/>
                    </a:moveTo>
                    <a:cubicBezTo>
                      <a:pt x="5" y="75"/>
                      <a:pt x="5" y="75"/>
                      <a:pt x="5" y="75"/>
                    </a:cubicBezTo>
                    <a:cubicBezTo>
                      <a:pt x="60" y="17"/>
                      <a:pt x="60" y="17"/>
                      <a:pt x="60" y="17"/>
                    </a:cubicBezTo>
                    <a:lnTo>
                      <a:pt x="22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4" name="Freeform 990"/>
              <p:cNvSpPr>
                <a:spLocks noEditPoints="1"/>
              </p:cNvSpPr>
              <p:nvPr userDrawn="1"/>
            </p:nvSpPr>
            <p:spPr bwMode="auto">
              <a:xfrm>
                <a:off x="1620" y="1127"/>
                <a:ext cx="89" cy="128"/>
              </a:xfrm>
              <a:custGeom>
                <a:avLst/>
                <a:gdLst>
                  <a:gd name="T0" fmla="*/ 2 w 72"/>
                  <a:gd name="T1" fmla="*/ 103 h 103"/>
                  <a:gd name="T2" fmla="*/ 1 w 72"/>
                  <a:gd name="T3" fmla="*/ 103 h 103"/>
                  <a:gd name="T4" fmla="*/ 0 w 72"/>
                  <a:gd name="T5" fmla="*/ 101 h 103"/>
                  <a:gd name="T6" fmla="*/ 24 w 72"/>
                  <a:gd name="T7" fmla="*/ 2 h 103"/>
                  <a:gd name="T8" fmla="*/ 25 w 72"/>
                  <a:gd name="T9" fmla="*/ 1 h 103"/>
                  <a:gd name="T10" fmla="*/ 27 w 72"/>
                  <a:gd name="T11" fmla="*/ 1 h 103"/>
                  <a:gd name="T12" fmla="*/ 71 w 72"/>
                  <a:gd name="T13" fmla="*/ 27 h 103"/>
                  <a:gd name="T14" fmla="*/ 72 w 72"/>
                  <a:gd name="T15" fmla="*/ 28 h 103"/>
                  <a:gd name="T16" fmla="*/ 72 w 72"/>
                  <a:gd name="T17" fmla="*/ 29 h 103"/>
                  <a:gd name="T18" fmla="*/ 3 w 72"/>
                  <a:gd name="T19" fmla="*/ 102 h 103"/>
                  <a:gd name="T20" fmla="*/ 2 w 72"/>
                  <a:gd name="T21" fmla="*/ 103 h 103"/>
                  <a:gd name="T22" fmla="*/ 27 w 72"/>
                  <a:gd name="T23" fmla="*/ 5 h 103"/>
                  <a:gd name="T24" fmla="*/ 5 w 72"/>
                  <a:gd name="T25" fmla="*/ 95 h 103"/>
                  <a:gd name="T26" fmla="*/ 68 w 72"/>
                  <a:gd name="T27" fmla="*/ 29 h 103"/>
                  <a:gd name="T28" fmla="*/ 27 w 72"/>
                  <a:gd name="T29" fmla="*/ 5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2" h="103">
                    <a:moveTo>
                      <a:pt x="2" y="103"/>
                    </a:moveTo>
                    <a:cubicBezTo>
                      <a:pt x="1" y="103"/>
                      <a:pt x="1" y="103"/>
                      <a:pt x="1" y="103"/>
                    </a:cubicBezTo>
                    <a:cubicBezTo>
                      <a:pt x="0" y="102"/>
                      <a:pt x="0" y="101"/>
                      <a:pt x="0" y="101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1"/>
                      <a:pt x="25" y="1"/>
                      <a:pt x="25" y="1"/>
                    </a:cubicBezTo>
                    <a:cubicBezTo>
                      <a:pt x="25" y="0"/>
                      <a:pt x="26" y="0"/>
                      <a:pt x="27" y="1"/>
                    </a:cubicBezTo>
                    <a:cubicBezTo>
                      <a:pt x="71" y="27"/>
                      <a:pt x="71" y="27"/>
                      <a:pt x="71" y="27"/>
                    </a:cubicBezTo>
                    <a:cubicBezTo>
                      <a:pt x="72" y="27"/>
                      <a:pt x="72" y="28"/>
                      <a:pt x="72" y="28"/>
                    </a:cubicBezTo>
                    <a:cubicBezTo>
                      <a:pt x="72" y="29"/>
                      <a:pt x="72" y="29"/>
                      <a:pt x="72" y="29"/>
                    </a:cubicBezTo>
                    <a:cubicBezTo>
                      <a:pt x="3" y="102"/>
                      <a:pt x="3" y="102"/>
                      <a:pt x="3" y="102"/>
                    </a:cubicBezTo>
                    <a:cubicBezTo>
                      <a:pt x="3" y="103"/>
                      <a:pt x="2" y="103"/>
                      <a:pt x="2" y="103"/>
                    </a:cubicBezTo>
                    <a:close/>
                    <a:moveTo>
                      <a:pt x="27" y="5"/>
                    </a:moveTo>
                    <a:cubicBezTo>
                      <a:pt x="5" y="95"/>
                      <a:pt x="5" y="95"/>
                      <a:pt x="5" y="95"/>
                    </a:cubicBezTo>
                    <a:cubicBezTo>
                      <a:pt x="68" y="29"/>
                      <a:pt x="68" y="29"/>
                      <a:pt x="68" y="29"/>
                    </a:cubicBezTo>
                    <a:lnTo>
                      <a:pt x="2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5" name="Freeform 991"/>
              <p:cNvSpPr>
                <a:spLocks noEditPoints="1"/>
              </p:cNvSpPr>
              <p:nvPr userDrawn="1"/>
            </p:nvSpPr>
            <p:spPr bwMode="auto">
              <a:xfrm>
                <a:off x="1620" y="1250"/>
                <a:ext cx="74" cy="39"/>
              </a:xfrm>
              <a:custGeom>
                <a:avLst/>
                <a:gdLst>
                  <a:gd name="T0" fmla="*/ 8 w 60"/>
                  <a:gd name="T1" fmla="*/ 32 h 32"/>
                  <a:gd name="T2" fmla="*/ 7 w 60"/>
                  <a:gd name="T3" fmla="*/ 31 h 32"/>
                  <a:gd name="T4" fmla="*/ 6 w 60"/>
                  <a:gd name="T5" fmla="*/ 30 h 32"/>
                  <a:gd name="T6" fmla="*/ 0 w 60"/>
                  <a:gd name="T7" fmla="*/ 2 h 32"/>
                  <a:gd name="T8" fmla="*/ 0 w 60"/>
                  <a:gd name="T9" fmla="*/ 1 h 32"/>
                  <a:gd name="T10" fmla="*/ 2 w 60"/>
                  <a:gd name="T11" fmla="*/ 0 h 32"/>
                  <a:gd name="T12" fmla="*/ 58 w 60"/>
                  <a:gd name="T13" fmla="*/ 0 h 32"/>
                  <a:gd name="T14" fmla="*/ 60 w 60"/>
                  <a:gd name="T15" fmla="*/ 2 h 32"/>
                  <a:gd name="T16" fmla="*/ 59 w 60"/>
                  <a:gd name="T17" fmla="*/ 3 h 32"/>
                  <a:gd name="T18" fmla="*/ 9 w 60"/>
                  <a:gd name="T19" fmla="*/ 31 h 32"/>
                  <a:gd name="T20" fmla="*/ 8 w 60"/>
                  <a:gd name="T21" fmla="*/ 32 h 32"/>
                  <a:gd name="T22" fmla="*/ 4 w 60"/>
                  <a:gd name="T23" fmla="*/ 4 h 32"/>
                  <a:gd name="T24" fmla="*/ 9 w 60"/>
                  <a:gd name="T25" fmla="*/ 27 h 32"/>
                  <a:gd name="T26" fmla="*/ 52 w 60"/>
                  <a:gd name="T27" fmla="*/ 4 h 32"/>
                  <a:gd name="T28" fmla="*/ 4 w 60"/>
                  <a:gd name="T29" fmla="*/ 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0" h="32">
                    <a:moveTo>
                      <a:pt x="8" y="32"/>
                    </a:move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6" y="31"/>
                      <a:pt x="6" y="3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9" y="0"/>
                      <a:pt x="60" y="1"/>
                      <a:pt x="60" y="2"/>
                    </a:cubicBezTo>
                    <a:cubicBezTo>
                      <a:pt x="60" y="2"/>
                      <a:pt x="60" y="3"/>
                      <a:pt x="59" y="3"/>
                    </a:cubicBezTo>
                    <a:cubicBezTo>
                      <a:pt x="9" y="31"/>
                      <a:pt x="9" y="31"/>
                      <a:pt x="9" y="31"/>
                    </a:cubicBezTo>
                    <a:lnTo>
                      <a:pt x="8" y="32"/>
                    </a:lnTo>
                    <a:close/>
                    <a:moveTo>
                      <a:pt x="4" y="4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52" y="4"/>
                      <a:pt x="52" y="4"/>
                      <a:pt x="52" y="4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6" name="Freeform 992"/>
              <p:cNvSpPr>
                <a:spLocks noEditPoints="1"/>
              </p:cNvSpPr>
              <p:nvPr userDrawn="1"/>
            </p:nvSpPr>
            <p:spPr bwMode="auto">
              <a:xfrm>
                <a:off x="1649" y="1251"/>
                <a:ext cx="95" cy="61"/>
              </a:xfrm>
              <a:custGeom>
                <a:avLst/>
                <a:gdLst>
                  <a:gd name="T0" fmla="*/ 2 w 77"/>
                  <a:gd name="T1" fmla="*/ 49 h 49"/>
                  <a:gd name="T2" fmla="*/ 1 w 77"/>
                  <a:gd name="T3" fmla="*/ 49 h 49"/>
                  <a:gd name="T4" fmla="*/ 0 w 77"/>
                  <a:gd name="T5" fmla="*/ 47 h 49"/>
                  <a:gd name="T6" fmla="*/ 11 w 77"/>
                  <a:gd name="T7" fmla="*/ 2 h 49"/>
                  <a:gd name="T8" fmla="*/ 13 w 77"/>
                  <a:gd name="T9" fmla="*/ 0 h 49"/>
                  <a:gd name="T10" fmla="*/ 75 w 77"/>
                  <a:gd name="T11" fmla="*/ 1 h 49"/>
                  <a:gd name="T12" fmla="*/ 76 w 77"/>
                  <a:gd name="T13" fmla="*/ 3 h 49"/>
                  <a:gd name="T14" fmla="*/ 76 w 77"/>
                  <a:gd name="T15" fmla="*/ 5 h 49"/>
                  <a:gd name="T16" fmla="*/ 2 w 77"/>
                  <a:gd name="T17" fmla="*/ 49 h 49"/>
                  <a:gd name="T18" fmla="*/ 14 w 77"/>
                  <a:gd name="T19" fmla="*/ 4 h 49"/>
                  <a:gd name="T20" fmla="*/ 4 w 77"/>
                  <a:gd name="T21" fmla="*/ 44 h 49"/>
                  <a:gd name="T22" fmla="*/ 69 w 77"/>
                  <a:gd name="T23" fmla="*/ 5 h 49"/>
                  <a:gd name="T24" fmla="*/ 14 w 77"/>
                  <a:gd name="T25" fmla="*/ 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7" h="49">
                    <a:moveTo>
                      <a:pt x="2" y="49"/>
                    </a:moveTo>
                    <a:cubicBezTo>
                      <a:pt x="1" y="49"/>
                      <a:pt x="1" y="49"/>
                      <a:pt x="1" y="49"/>
                    </a:cubicBezTo>
                    <a:cubicBezTo>
                      <a:pt x="0" y="48"/>
                      <a:pt x="0" y="48"/>
                      <a:pt x="0" y="47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75" y="1"/>
                      <a:pt x="75" y="1"/>
                      <a:pt x="75" y="1"/>
                    </a:cubicBezTo>
                    <a:cubicBezTo>
                      <a:pt x="75" y="1"/>
                      <a:pt x="76" y="2"/>
                      <a:pt x="76" y="3"/>
                    </a:cubicBezTo>
                    <a:cubicBezTo>
                      <a:pt x="77" y="3"/>
                      <a:pt x="76" y="4"/>
                      <a:pt x="76" y="5"/>
                    </a:cubicBezTo>
                    <a:cubicBezTo>
                      <a:pt x="2" y="49"/>
                      <a:pt x="2" y="49"/>
                      <a:pt x="2" y="49"/>
                    </a:cubicBezTo>
                    <a:close/>
                    <a:moveTo>
                      <a:pt x="14" y="4"/>
                    </a:moveTo>
                    <a:cubicBezTo>
                      <a:pt x="4" y="44"/>
                      <a:pt x="4" y="44"/>
                      <a:pt x="4" y="44"/>
                    </a:cubicBezTo>
                    <a:cubicBezTo>
                      <a:pt x="69" y="5"/>
                      <a:pt x="69" y="5"/>
                      <a:pt x="69" y="5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7" name="Freeform 993"/>
              <p:cNvSpPr>
                <a:spLocks noEditPoints="1"/>
              </p:cNvSpPr>
              <p:nvPr userDrawn="1"/>
            </p:nvSpPr>
            <p:spPr bwMode="auto">
              <a:xfrm>
                <a:off x="1649" y="1252"/>
                <a:ext cx="94" cy="130"/>
              </a:xfrm>
              <a:custGeom>
                <a:avLst/>
                <a:gdLst>
                  <a:gd name="T0" fmla="*/ 75 w 76"/>
                  <a:gd name="T1" fmla="*/ 105 h 105"/>
                  <a:gd name="T2" fmla="*/ 74 w 76"/>
                  <a:gd name="T3" fmla="*/ 105 h 105"/>
                  <a:gd name="T4" fmla="*/ 1 w 76"/>
                  <a:gd name="T5" fmla="*/ 48 h 105"/>
                  <a:gd name="T6" fmla="*/ 0 w 76"/>
                  <a:gd name="T7" fmla="*/ 46 h 105"/>
                  <a:gd name="T8" fmla="*/ 1 w 76"/>
                  <a:gd name="T9" fmla="*/ 45 h 105"/>
                  <a:gd name="T10" fmla="*/ 74 w 76"/>
                  <a:gd name="T11" fmla="*/ 1 h 105"/>
                  <a:gd name="T12" fmla="*/ 76 w 76"/>
                  <a:gd name="T13" fmla="*/ 1 h 105"/>
                  <a:gd name="T14" fmla="*/ 76 w 76"/>
                  <a:gd name="T15" fmla="*/ 2 h 105"/>
                  <a:gd name="T16" fmla="*/ 76 w 76"/>
                  <a:gd name="T17" fmla="*/ 104 h 105"/>
                  <a:gd name="T18" fmla="*/ 75 w 76"/>
                  <a:gd name="T19" fmla="*/ 105 h 105"/>
                  <a:gd name="T20" fmla="*/ 4 w 76"/>
                  <a:gd name="T21" fmla="*/ 47 h 105"/>
                  <a:gd name="T22" fmla="*/ 73 w 76"/>
                  <a:gd name="T23" fmla="*/ 100 h 105"/>
                  <a:gd name="T24" fmla="*/ 73 w 76"/>
                  <a:gd name="T25" fmla="*/ 5 h 105"/>
                  <a:gd name="T26" fmla="*/ 4 w 76"/>
                  <a:gd name="T27" fmla="*/ 47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105">
                    <a:moveTo>
                      <a:pt x="75" y="105"/>
                    </a:moveTo>
                    <a:cubicBezTo>
                      <a:pt x="74" y="105"/>
                      <a:pt x="74" y="105"/>
                      <a:pt x="74" y="105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7"/>
                      <a:pt x="0" y="47"/>
                      <a:pt x="0" y="46"/>
                    </a:cubicBezTo>
                    <a:cubicBezTo>
                      <a:pt x="0" y="46"/>
                      <a:pt x="0" y="45"/>
                      <a:pt x="1" y="45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0"/>
                      <a:pt x="75" y="0"/>
                      <a:pt x="76" y="1"/>
                    </a:cubicBezTo>
                    <a:cubicBezTo>
                      <a:pt x="76" y="1"/>
                      <a:pt x="76" y="1"/>
                      <a:pt x="76" y="2"/>
                    </a:cubicBezTo>
                    <a:cubicBezTo>
                      <a:pt x="76" y="104"/>
                      <a:pt x="76" y="104"/>
                      <a:pt x="76" y="104"/>
                    </a:cubicBezTo>
                    <a:cubicBezTo>
                      <a:pt x="76" y="104"/>
                      <a:pt x="76" y="105"/>
                      <a:pt x="75" y="105"/>
                    </a:cubicBezTo>
                    <a:close/>
                    <a:moveTo>
                      <a:pt x="4" y="47"/>
                    </a:moveTo>
                    <a:cubicBezTo>
                      <a:pt x="73" y="100"/>
                      <a:pt x="73" y="100"/>
                      <a:pt x="73" y="100"/>
                    </a:cubicBezTo>
                    <a:cubicBezTo>
                      <a:pt x="73" y="5"/>
                      <a:pt x="73" y="5"/>
                      <a:pt x="73" y="5"/>
                    </a:cubicBezTo>
                    <a:lnTo>
                      <a:pt x="4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8" name="Freeform 994"/>
              <p:cNvSpPr>
                <a:spLocks noEditPoints="1"/>
              </p:cNvSpPr>
              <p:nvPr userDrawn="1"/>
            </p:nvSpPr>
            <p:spPr bwMode="auto">
              <a:xfrm>
                <a:off x="1682" y="1379"/>
                <a:ext cx="61" cy="107"/>
              </a:xfrm>
              <a:custGeom>
                <a:avLst/>
                <a:gdLst>
                  <a:gd name="T0" fmla="*/ 48 w 49"/>
                  <a:gd name="T1" fmla="*/ 87 h 87"/>
                  <a:gd name="T2" fmla="*/ 1 w 49"/>
                  <a:gd name="T3" fmla="*/ 87 h 87"/>
                  <a:gd name="T4" fmla="*/ 0 w 49"/>
                  <a:gd name="T5" fmla="*/ 87 h 87"/>
                  <a:gd name="T6" fmla="*/ 0 w 49"/>
                  <a:gd name="T7" fmla="*/ 85 h 87"/>
                  <a:gd name="T8" fmla="*/ 46 w 49"/>
                  <a:gd name="T9" fmla="*/ 1 h 87"/>
                  <a:gd name="T10" fmla="*/ 48 w 49"/>
                  <a:gd name="T11" fmla="*/ 0 h 87"/>
                  <a:gd name="T12" fmla="*/ 49 w 49"/>
                  <a:gd name="T13" fmla="*/ 2 h 87"/>
                  <a:gd name="T14" fmla="*/ 49 w 49"/>
                  <a:gd name="T15" fmla="*/ 86 h 87"/>
                  <a:gd name="T16" fmla="*/ 48 w 49"/>
                  <a:gd name="T17" fmla="*/ 87 h 87"/>
                  <a:gd name="T18" fmla="*/ 4 w 49"/>
                  <a:gd name="T19" fmla="*/ 84 h 87"/>
                  <a:gd name="T20" fmla="*/ 46 w 49"/>
                  <a:gd name="T21" fmla="*/ 84 h 87"/>
                  <a:gd name="T22" fmla="*/ 46 w 49"/>
                  <a:gd name="T23" fmla="*/ 8 h 87"/>
                  <a:gd name="T24" fmla="*/ 4 w 49"/>
                  <a:gd name="T25" fmla="*/ 8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9" h="87">
                    <a:moveTo>
                      <a:pt x="48" y="87"/>
                    </a:moveTo>
                    <a:cubicBezTo>
                      <a:pt x="1" y="87"/>
                      <a:pt x="1" y="87"/>
                      <a:pt x="1" y="87"/>
                    </a:cubicBezTo>
                    <a:cubicBezTo>
                      <a:pt x="1" y="87"/>
                      <a:pt x="0" y="87"/>
                      <a:pt x="0" y="87"/>
                    </a:cubicBezTo>
                    <a:cubicBezTo>
                      <a:pt x="0" y="86"/>
                      <a:pt x="0" y="85"/>
                      <a:pt x="0" y="85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7" y="0"/>
                      <a:pt x="47" y="0"/>
                      <a:pt x="48" y="0"/>
                    </a:cubicBezTo>
                    <a:cubicBezTo>
                      <a:pt x="49" y="0"/>
                      <a:pt x="49" y="1"/>
                      <a:pt x="49" y="2"/>
                    </a:cubicBezTo>
                    <a:cubicBezTo>
                      <a:pt x="49" y="86"/>
                      <a:pt x="49" y="86"/>
                      <a:pt x="49" y="86"/>
                    </a:cubicBezTo>
                    <a:cubicBezTo>
                      <a:pt x="49" y="87"/>
                      <a:pt x="49" y="87"/>
                      <a:pt x="48" y="87"/>
                    </a:cubicBezTo>
                    <a:close/>
                    <a:moveTo>
                      <a:pt x="4" y="84"/>
                    </a:move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"/>
                      <a:pt x="46" y="8"/>
                      <a:pt x="46" y="8"/>
                    </a:cubicBezTo>
                    <a:lnTo>
                      <a:pt x="4" y="8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9" name="Freeform 995"/>
              <p:cNvSpPr>
                <a:spLocks noEditPoints="1"/>
              </p:cNvSpPr>
              <p:nvPr userDrawn="1"/>
            </p:nvSpPr>
            <p:spPr bwMode="auto">
              <a:xfrm>
                <a:off x="1689" y="1308"/>
                <a:ext cx="54" cy="126"/>
              </a:xfrm>
              <a:custGeom>
                <a:avLst/>
                <a:gdLst>
                  <a:gd name="T0" fmla="*/ 42 w 43"/>
                  <a:gd name="T1" fmla="*/ 102 h 102"/>
                  <a:gd name="T2" fmla="*/ 40 w 43"/>
                  <a:gd name="T3" fmla="*/ 102 h 102"/>
                  <a:gd name="T4" fmla="*/ 1 w 43"/>
                  <a:gd name="T5" fmla="*/ 30 h 102"/>
                  <a:gd name="T6" fmla="*/ 1 w 43"/>
                  <a:gd name="T7" fmla="*/ 28 h 102"/>
                  <a:gd name="T8" fmla="*/ 41 w 43"/>
                  <a:gd name="T9" fmla="*/ 0 h 102"/>
                  <a:gd name="T10" fmla="*/ 42 w 43"/>
                  <a:gd name="T11" fmla="*/ 0 h 102"/>
                  <a:gd name="T12" fmla="*/ 43 w 43"/>
                  <a:gd name="T13" fmla="*/ 2 h 102"/>
                  <a:gd name="T14" fmla="*/ 43 w 43"/>
                  <a:gd name="T15" fmla="*/ 101 h 102"/>
                  <a:gd name="T16" fmla="*/ 42 w 43"/>
                  <a:gd name="T17" fmla="*/ 102 h 102"/>
                  <a:gd name="T18" fmla="*/ 4 w 43"/>
                  <a:gd name="T19" fmla="*/ 30 h 102"/>
                  <a:gd name="T20" fmla="*/ 40 w 43"/>
                  <a:gd name="T21" fmla="*/ 94 h 102"/>
                  <a:gd name="T22" fmla="*/ 40 w 43"/>
                  <a:gd name="T23" fmla="*/ 5 h 102"/>
                  <a:gd name="T24" fmla="*/ 4 w 43"/>
                  <a:gd name="T25" fmla="*/ 3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102">
                    <a:moveTo>
                      <a:pt x="42" y="102"/>
                    </a:moveTo>
                    <a:cubicBezTo>
                      <a:pt x="41" y="102"/>
                      <a:pt x="41" y="102"/>
                      <a:pt x="40" y="102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30"/>
                      <a:pt x="1" y="29"/>
                      <a:pt x="1" y="28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2" y="0"/>
                      <a:pt x="42" y="0"/>
                    </a:cubicBezTo>
                    <a:cubicBezTo>
                      <a:pt x="43" y="0"/>
                      <a:pt x="43" y="1"/>
                      <a:pt x="43" y="2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101"/>
                      <a:pt x="43" y="102"/>
                      <a:pt x="42" y="102"/>
                    </a:cubicBezTo>
                    <a:close/>
                    <a:moveTo>
                      <a:pt x="4" y="30"/>
                    </a:moveTo>
                    <a:cubicBezTo>
                      <a:pt x="40" y="94"/>
                      <a:pt x="40" y="94"/>
                      <a:pt x="40" y="94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0" name="Freeform 996"/>
              <p:cNvSpPr>
                <a:spLocks noEditPoints="1"/>
              </p:cNvSpPr>
              <p:nvPr userDrawn="1"/>
            </p:nvSpPr>
            <p:spPr bwMode="auto">
              <a:xfrm>
                <a:off x="1545" y="1211"/>
                <a:ext cx="116" cy="44"/>
              </a:xfrm>
              <a:custGeom>
                <a:avLst/>
                <a:gdLst>
                  <a:gd name="T0" fmla="*/ 63 w 94"/>
                  <a:gd name="T1" fmla="*/ 35 h 35"/>
                  <a:gd name="T2" fmla="*/ 62 w 94"/>
                  <a:gd name="T3" fmla="*/ 35 h 35"/>
                  <a:gd name="T4" fmla="*/ 1 w 94"/>
                  <a:gd name="T5" fmla="*/ 3 h 35"/>
                  <a:gd name="T6" fmla="*/ 0 w 94"/>
                  <a:gd name="T7" fmla="*/ 1 h 35"/>
                  <a:gd name="T8" fmla="*/ 1 w 94"/>
                  <a:gd name="T9" fmla="*/ 0 h 35"/>
                  <a:gd name="T10" fmla="*/ 92 w 94"/>
                  <a:gd name="T11" fmla="*/ 0 h 35"/>
                  <a:gd name="T12" fmla="*/ 94 w 94"/>
                  <a:gd name="T13" fmla="*/ 1 h 35"/>
                  <a:gd name="T14" fmla="*/ 93 w 94"/>
                  <a:gd name="T15" fmla="*/ 3 h 35"/>
                  <a:gd name="T16" fmla="*/ 64 w 94"/>
                  <a:gd name="T17" fmla="*/ 34 h 35"/>
                  <a:gd name="T18" fmla="*/ 63 w 94"/>
                  <a:gd name="T19" fmla="*/ 35 h 35"/>
                  <a:gd name="T20" fmla="*/ 8 w 94"/>
                  <a:gd name="T21" fmla="*/ 3 h 35"/>
                  <a:gd name="T22" fmla="*/ 62 w 94"/>
                  <a:gd name="T23" fmla="*/ 31 h 35"/>
                  <a:gd name="T24" fmla="*/ 88 w 94"/>
                  <a:gd name="T25" fmla="*/ 3 h 35"/>
                  <a:gd name="T26" fmla="*/ 8 w 94"/>
                  <a:gd name="T27" fmla="*/ 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4" h="35">
                    <a:moveTo>
                      <a:pt x="63" y="35"/>
                    </a:moveTo>
                    <a:cubicBezTo>
                      <a:pt x="62" y="35"/>
                      <a:pt x="62" y="35"/>
                      <a:pt x="62" y="3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3" y="0"/>
                      <a:pt x="94" y="0"/>
                      <a:pt x="94" y="1"/>
                    </a:cubicBezTo>
                    <a:cubicBezTo>
                      <a:pt x="94" y="1"/>
                      <a:pt x="94" y="2"/>
                      <a:pt x="93" y="3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4" y="35"/>
                      <a:pt x="63" y="35"/>
                      <a:pt x="63" y="35"/>
                    </a:cubicBezTo>
                    <a:close/>
                    <a:moveTo>
                      <a:pt x="8" y="3"/>
                    </a:moveTo>
                    <a:cubicBezTo>
                      <a:pt x="62" y="31"/>
                      <a:pt x="62" y="31"/>
                      <a:pt x="62" y="31"/>
                    </a:cubicBezTo>
                    <a:cubicBezTo>
                      <a:pt x="88" y="3"/>
                      <a:pt x="88" y="3"/>
                      <a:pt x="88" y="3"/>
                    </a:cubicBezTo>
                    <a:lnTo>
                      <a:pt x="8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1" name="Freeform 997"/>
              <p:cNvSpPr>
                <a:spLocks noEditPoints="1"/>
              </p:cNvSpPr>
              <p:nvPr userDrawn="1"/>
            </p:nvSpPr>
            <p:spPr bwMode="auto">
              <a:xfrm>
                <a:off x="1950" y="835"/>
                <a:ext cx="86" cy="60"/>
              </a:xfrm>
              <a:custGeom>
                <a:avLst/>
                <a:gdLst>
                  <a:gd name="T0" fmla="*/ 67 w 69"/>
                  <a:gd name="T1" fmla="*/ 48 h 48"/>
                  <a:gd name="T2" fmla="*/ 67 w 69"/>
                  <a:gd name="T3" fmla="*/ 48 h 48"/>
                  <a:gd name="T4" fmla="*/ 17 w 69"/>
                  <a:gd name="T5" fmla="*/ 41 h 48"/>
                  <a:gd name="T6" fmla="*/ 16 w 69"/>
                  <a:gd name="T7" fmla="*/ 40 h 48"/>
                  <a:gd name="T8" fmla="*/ 1 w 69"/>
                  <a:gd name="T9" fmla="*/ 3 h 48"/>
                  <a:gd name="T10" fmla="*/ 1 w 69"/>
                  <a:gd name="T11" fmla="*/ 1 h 48"/>
                  <a:gd name="T12" fmla="*/ 3 w 69"/>
                  <a:gd name="T13" fmla="*/ 1 h 48"/>
                  <a:gd name="T14" fmla="*/ 68 w 69"/>
                  <a:gd name="T15" fmla="*/ 44 h 48"/>
                  <a:gd name="T16" fmla="*/ 69 w 69"/>
                  <a:gd name="T17" fmla="*/ 46 h 48"/>
                  <a:gd name="T18" fmla="*/ 67 w 69"/>
                  <a:gd name="T19" fmla="*/ 48 h 48"/>
                  <a:gd name="T20" fmla="*/ 19 w 69"/>
                  <a:gd name="T21" fmla="*/ 38 h 48"/>
                  <a:gd name="T22" fmla="*/ 60 w 69"/>
                  <a:gd name="T23" fmla="*/ 43 h 48"/>
                  <a:gd name="T24" fmla="*/ 6 w 69"/>
                  <a:gd name="T25" fmla="*/ 7 h 48"/>
                  <a:gd name="T26" fmla="*/ 19 w 69"/>
                  <a:gd name="T27" fmla="*/ 3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48">
                    <a:moveTo>
                      <a:pt x="67" y="48"/>
                    </a:moveTo>
                    <a:cubicBezTo>
                      <a:pt x="67" y="48"/>
                      <a:pt x="67" y="48"/>
                      <a:pt x="67" y="48"/>
                    </a:cubicBezTo>
                    <a:cubicBezTo>
                      <a:pt x="17" y="41"/>
                      <a:pt x="17" y="41"/>
                      <a:pt x="17" y="41"/>
                    </a:cubicBezTo>
                    <a:cubicBezTo>
                      <a:pt x="17" y="41"/>
                      <a:pt x="16" y="41"/>
                      <a:pt x="16" y="40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68" y="44"/>
                      <a:pt x="68" y="44"/>
                      <a:pt x="68" y="44"/>
                    </a:cubicBezTo>
                    <a:cubicBezTo>
                      <a:pt x="69" y="45"/>
                      <a:pt x="69" y="46"/>
                      <a:pt x="69" y="46"/>
                    </a:cubicBezTo>
                    <a:cubicBezTo>
                      <a:pt x="69" y="47"/>
                      <a:pt x="68" y="48"/>
                      <a:pt x="67" y="48"/>
                    </a:cubicBezTo>
                    <a:close/>
                    <a:moveTo>
                      <a:pt x="19" y="38"/>
                    </a:moveTo>
                    <a:cubicBezTo>
                      <a:pt x="60" y="43"/>
                      <a:pt x="60" y="43"/>
                      <a:pt x="60" y="43"/>
                    </a:cubicBezTo>
                    <a:cubicBezTo>
                      <a:pt x="6" y="7"/>
                      <a:pt x="6" y="7"/>
                      <a:pt x="6" y="7"/>
                    </a:cubicBezTo>
                    <a:lnTo>
                      <a:pt x="19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2" name="Freeform 998"/>
              <p:cNvSpPr>
                <a:spLocks noEditPoints="1"/>
              </p:cNvSpPr>
              <p:nvPr userDrawn="1"/>
            </p:nvSpPr>
            <p:spPr bwMode="auto">
              <a:xfrm>
                <a:off x="1864" y="902"/>
                <a:ext cx="91" cy="93"/>
              </a:xfrm>
              <a:custGeom>
                <a:avLst/>
                <a:gdLst>
                  <a:gd name="T0" fmla="*/ 2 w 74"/>
                  <a:gd name="T1" fmla="*/ 75 h 75"/>
                  <a:gd name="T2" fmla="*/ 1 w 74"/>
                  <a:gd name="T3" fmla="*/ 75 h 75"/>
                  <a:gd name="T4" fmla="*/ 0 w 74"/>
                  <a:gd name="T5" fmla="*/ 73 h 75"/>
                  <a:gd name="T6" fmla="*/ 0 w 74"/>
                  <a:gd name="T7" fmla="*/ 2 h 75"/>
                  <a:gd name="T8" fmla="*/ 2 w 74"/>
                  <a:gd name="T9" fmla="*/ 0 h 75"/>
                  <a:gd name="T10" fmla="*/ 72 w 74"/>
                  <a:gd name="T11" fmla="*/ 0 h 75"/>
                  <a:gd name="T12" fmla="*/ 74 w 74"/>
                  <a:gd name="T13" fmla="*/ 1 h 75"/>
                  <a:gd name="T14" fmla="*/ 73 w 74"/>
                  <a:gd name="T15" fmla="*/ 3 h 75"/>
                  <a:gd name="T16" fmla="*/ 3 w 74"/>
                  <a:gd name="T17" fmla="*/ 75 h 75"/>
                  <a:gd name="T18" fmla="*/ 2 w 74"/>
                  <a:gd name="T19" fmla="*/ 75 h 75"/>
                  <a:gd name="T20" fmla="*/ 3 w 74"/>
                  <a:gd name="T21" fmla="*/ 3 h 75"/>
                  <a:gd name="T22" fmla="*/ 3 w 74"/>
                  <a:gd name="T23" fmla="*/ 69 h 75"/>
                  <a:gd name="T24" fmla="*/ 68 w 74"/>
                  <a:gd name="T25" fmla="*/ 3 h 75"/>
                  <a:gd name="T26" fmla="*/ 3 w 74"/>
                  <a:gd name="T27" fmla="*/ 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75">
                    <a:moveTo>
                      <a:pt x="2" y="75"/>
                    </a:moveTo>
                    <a:cubicBezTo>
                      <a:pt x="1" y="75"/>
                      <a:pt x="1" y="75"/>
                      <a:pt x="1" y="75"/>
                    </a:cubicBezTo>
                    <a:cubicBezTo>
                      <a:pt x="1" y="75"/>
                      <a:pt x="0" y="74"/>
                      <a:pt x="0" y="7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3" y="0"/>
                      <a:pt x="74" y="1"/>
                      <a:pt x="74" y="1"/>
                    </a:cubicBezTo>
                    <a:cubicBezTo>
                      <a:pt x="74" y="2"/>
                      <a:pt x="74" y="3"/>
                      <a:pt x="73" y="3"/>
                    </a:cubicBezTo>
                    <a:cubicBezTo>
                      <a:pt x="3" y="75"/>
                      <a:pt x="3" y="75"/>
                      <a:pt x="3" y="75"/>
                    </a:cubicBezTo>
                    <a:cubicBezTo>
                      <a:pt x="3" y="75"/>
                      <a:pt x="2" y="75"/>
                      <a:pt x="2" y="75"/>
                    </a:cubicBezTo>
                    <a:close/>
                    <a:moveTo>
                      <a:pt x="3" y="3"/>
                    </a:moveTo>
                    <a:cubicBezTo>
                      <a:pt x="3" y="69"/>
                      <a:pt x="3" y="69"/>
                      <a:pt x="3" y="69"/>
                    </a:cubicBezTo>
                    <a:cubicBezTo>
                      <a:pt x="68" y="3"/>
                      <a:pt x="68" y="3"/>
                      <a:pt x="68" y="3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3" name="Freeform 999"/>
              <p:cNvSpPr>
                <a:spLocks noEditPoints="1"/>
              </p:cNvSpPr>
              <p:nvPr userDrawn="1"/>
            </p:nvSpPr>
            <p:spPr bwMode="auto">
              <a:xfrm>
                <a:off x="1692" y="1036"/>
                <a:ext cx="137" cy="89"/>
              </a:xfrm>
              <a:custGeom>
                <a:avLst/>
                <a:gdLst>
                  <a:gd name="T0" fmla="*/ 43 w 111"/>
                  <a:gd name="T1" fmla="*/ 72 h 72"/>
                  <a:gd name="T2" fmla="*/ 43 w 111"/>
                  <a:gd name="T3" fmla="*/ 71 h 72"/>
                  <a:gd name="T4" fmla="*/ 1 w 111"/>
                  <a:gd name="T5" fmla="*/ 58 h 72"/>
                  <a:gd name="T6" fmla="*/ 0 w 111"/>
                  <a:gd name="T7" fmla="*/ 56 h 72"/>
                  <a:gd name="T8" fmla="*/ 1 w 111"/>
                  <a:gd name="T9" fmla="*/ 55 h 72"/>
                  <a:gd name="T10" fmla="*/ 108 w 111"/>
                  <a:gd name="T11" fmla="*/ 0 h 72"/>
                  <a:gd name="T12" fmla="*/ 110 w 111"/>
                  <a:gd name="T13" fmla="*/ 1 h 72"/>
                  <a:gd name="T14" fmla="*/ 110 w 111"/>
                  <a:gd name="T15" fmla="*/ 3 h 72"/>
                  <a:gd name="T16" fmla="*/ 45 w 111"/>
                  <a:gd name="T17" fmla="*/ 71 h 72"/>
                  <a:gd name="T18" fmla="*/ 43 w 111"/>
                  <a:gd name="T19" fmla="*/ 72 h 72"/>
                  <a:gd name="T20" fmla="*/ 6 w 111"/>
                  <a:gd name="T21" fmla="*/ 56 h 72"/>
                  <a:gd name="T22" fmla="*/ 43 w 111"/>
                  <a:gd name="T23" fmla="*/ 68 h 72"/>
                  <a:gd name="T24" fmla="*/ 101 w 111"/>
                  <a:gd name="T25" fmla="*/ 8 h 72"/>
                  <a:gd name="T26" fmla="*/ 6 w 111"/>
                  <a:gd name="T27" fmla="*/ 5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1" h="72">
                    <a:moveTo>
                      <a:pt x="43" y="72"/>
                    </a:moveTo>
                    <a:cubicBezTo>
                      <a:pt x="43" y="71"/>
                      <a:pt x="43" y="71"/>
                      <a:pt x="43" y="71"/>
                    </a:cubicBezTo>
                    <a:cubicBezTo>
                      <a:pt x="1" y="58"/>
                      <a:pt x="1" y="58"/>
                      <a:pt x="1" y="58"/>
                    </a:cubicBezTo>
                    <a:cubicBezTo>
                      <a:pt x="0" y="57"/>
                      <a:pt x="0" y="57"/>
                      <a:pt x="0" y="56"/>
                    </a:cubicBezTo>
                    <a:cubicBezTo>
                      <a:pt x="0" y="56"/>
                      <a:pt x="0" y="55"/>
                      <a:pt x="1" y="55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1"/>
                      <a:pt x="111" y="2"/>
                      <a:pt x="110" y="3"/>
                    </a:cubicBezTo>
                    <a:cubicBezTo>
                      <a:pt x="45" y="71"/>
                      <a:pt x="45" y="71"/>
                      <a:pt x="45" y="71"/>
                    </a:cubicBezTo>
                    <a:cubicBezTo>
                      <a:pt x="44" y="71"/>
                      <a:pt x="44" y="72"/>
                      <a:pt x="43" y="72"/>
                    </a:cubicBezTo>
                    <a:close/>
                    <a:moveTo>
                      <a:pt x="6" y="56"/>
                    </a:moveTo>
                    <a:cubicBezTo>
                      <a:pt x="43" y="68"/>
                      <a:pt x="43" y="68"/>
                      <a:pt x="43" y="68"/>
                    </a:cubicBezTo>
                    <a:cubicBezTo>
                      <a:pt x="101" y="8"/>
                      <a:pt x="101" y="8"/>
                      <a:pt x="101" y="8"/>
                    </a:cubicBezTo>
                    <a:lnTo>
                      <a:pt x="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4" name="Freeform 1000"/>
              <p:cNvSpPr>
                <a:spLocks noEditPoints="1"/>
              </p:cNvSpPr>
              <p:nvPr userDrawn="1"/>
            </p:nvSpPr>
            <p:spPr bwMode="auto">
              <a:xfrm>
                <a:off x="1442" y="1450"/>
                <a:ext cx="244" cy="36"/>
              </a:xfrm>
              <a:custGeom>
                <a:avLst/>
                <a:gdLst>
                  <a:gd name="T0" fmla="*/ 195 w 197"/>
                  <a:gd name="T1" fmla="*/ 29 h 29"/>
                  <a:gd name="T2" fmla="*/ 1 w 197"/>
                  <a:gd name="T3" fmla="*/ 29 h 29"/>
                  <a:gd name="T4" fmla="*/ 0 w 197"/>
                  <a:gd name="T5" fmla="*/ 28 h 29"/>
                  <a:gd name="T6" fmla="*/ 0 w 197"/>
                  <a:gd name="T7" fmla="*/ 26 h 29"/>
                  <a:gd name="T8" fmla="*/ 35 w 197"/>
                  <a:gd name="T9" fmla="*/ 0 h 29"/>
                  <a:gd name="T10" fmla="*/ 36 w 197"/>
                  <a:gd name="T11" fmla="*/ 0 h 29"/>
                  <a:gd name="T12" fmla="*/ 196 w 197"/>
                  <a:gd name="T13" fmla="*/ 26 h 29"/>
                  <a:gd name="T14" fmla="*/ 197 w 197"/>
                  <a:gd name="T15" fmla="*/ 28 h 29"/>
                  <a:gd name="T16" fmla="*/ 195 w 197"/>
                  <a:gd name="T17" fmla="*/ 29 h 29"/>
                  <a:gd name="T18" fmla="*/ 6 w 197"/>
                  <a:gd name="T19" fmla="*/ 26 h 29"/>
                  <a:gd name="T20" fmla="*/ 175 w 197"/>
                  <a:gd name="T21" fmla="*/ 26 h 29"/>
                  <a:gd name="T22" fmla="*/ 37 w 197"/>
                  <a:gd name="T23" fmla="*/ 3 h 29"/>
                  <a:gd name="T24" fmla="*/ 6 w 197"/>
                  <a:gd name="T25" fmla="*/ 2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7" h="29">
                    <a:moveTo>
                      <a:pt x="195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0" y="29"/>
                      <a:pt x="0" y="28"/>
                    </a:cubicBezTo>
                    <a:cubicBezTo>
                      <a:pt x="0" y="28"/>
                      <a:pt x="0" y="27"/>
                      <a:pt x="0" y="26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196" y="26"/>
                      <a:pt x="196" y="26"/>
                      <a:pt x="196" y="26"/>
                    </a:cubicBezTo>
                    <a:cubicBezTo>
                      <a:pt x="197" y="26"/>
                      <a:pt x="197" y="27"/>
                      <a:pt x="197" y="28"/>
                    </a:cubicBezTo>
                    <a:cubicBezTo>
                      <a:pt x="197" y="29"/>
                      <a:pt x="196" y="29"/>
                      <a:pt x="195" y="29"/>
                    </a:cubicBezTo>
                    <a:close/>
                    <a:moveTo>
                      <a:pt x="6" y="26"/>
                    </a:moveTo>
                    <a:cubicBezTo>
                      <a:pt x="175" y="26"/>
                      <a:pt x="175" y="26"/>
                      <a:pt x="175" y="26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6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5" name="Freeform 1001"/>
              <p:cNvSpPr>
                <a:spLocks noEditPoints="1"/>
              </p:cNvSpPr>
              <p:nvPr userDrawn="1"/>
            </p:nvSpPr>
            <p:spPr bwMode="auto">
              <a:xfrm>
                <a:off x="1181" y="1450"/>
                <a:ext cx="308" cy="36"/>
              </a:xfrm>
              <a:custGeom>
                <a:avLst/>
                <a:gdLst>
                  <a:gd name="T0" fmla="*/ 212 w 249"/>
                  <a:gd name="T1" fmla="*/ 29 h 29"/>
                  <a:gd name="T2" fmla="*/ 2 w 249"/>
                  <a:gd name="T3" fmla="*/ 29 h 29"/>
                  <a:gd name="T4" fmla="*/ 0 w 249"/>
                  <a:gd name="T5" fmla="*/ 28 h 29"/>
                  <a:gd name="T6" fmla="*/ 1 w 249"/>
                  <a:gd name="T7" fmla="*/ 26 h 29"/>
                  <a:gd name="T8" fmla="*/ 247 w 249"/>
                  <a:gd name="T9" fmla="*/ 0 h 29"/>
                  <a:gd name="T10" fmla="*/ 249 w 249"/>
                  <a:gd name="T11" fmla="*/ 1 h 29"/>
                  <a:gd name="T12" fmla="*/ 248 w 249"/>
                  <a:gd name="T13" fmla="*/ 3 h 29"/>
                  <a:gd name="T14" fmla="*/ 213 w 249"/>
                  <a:gd name="T15" fmla="*/ 29 h 29"/>
                  <a:gd name="T16" fmla="*/ 212 w 249"/>
                  <a:gd name="T17" fmla="*/ 29 h 29"/>
                  <a:gd name="T18" fmla="*/ 33 w 249"/>
                  <a:gd name="T19" fmla="*/ 26 h 29"/>
                  <a:gd name="T20" fmla="*/ 212 w 249"/>
                  <a:gd name="T21" fmla="*/ 26 h 29"/>
                  <a:gd name="T22" fmla="*/ 241 w 249"/>
                  <a:gd name="T23" fmla="*/ 4 h 29"/>
                  <a:gd name="T24" fmla="*/ 33 w 249"/>
                  <a:gd name="T25" fmla="*/ 2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9" h="29">
                    <a:moveTo>
                      <a:pt x="212" y="29"/>
                    </a:moveTo>
                    <a:cubicBezTo>
                      <a:pt x="2" y="29"/>
                      <a:pt x="2" y="29"/>
                      <a:pt x="2" y="29"/>
                    </a:cubicBezTo>
                    <a:cubicBezTo>
                      <a:pt x="1" y="29"/>
                      <a:pt x="0" y="29"/>
                      <a:pt x="0" y="28"/>
                    </a:cubicBezTo>
                    <a:cubicBezTo>
                      <a:pt x="0" y="27"/>
                      <a:pt x="0" y="26"/>
                      <a:pt x="1" y="26"/>
                    </a:cubicBezTo>
                    <a:cubicBezTo>
                      <a:pt x="247" y="0"/>
                      <a:pt x="247" y="0"/>
                      <a:pt x="247" y="0"/>
                    </a:cubicBezTo>
                    <a:cubicBezTo>
                      <a:pt x="248" y="0"/>
                      <a:pt x="248" y="0"/>
                      <a:pt x="249" y="1"/>
                    </a:cubicBezTo>
                    <a:cubicBezTo>
                      <a:pt x="249" y="2"/>
                      <a:pt x="249" y="2"/>
                      <a:pt x="248" y="3"/>
                    </a:cubicBezTo>
                    <a:cubicBezTo>
                      <a:pt x="213" y="29"/>
                      <a:pt x="213" y="29"/>
                      <a:pt x="213" y="29"/>
                    </a:cubicBezTo>
                    <a:cubicBezTo>
                      <a:pt x="213" y="29"/>
                      <a:pt x="213" y="29"/>
                      <a:pt x="212" y="29"/>
                    </a:cubicBezTo>
                    <a:close/>
                    <a:moveTo>
                      <a:pt x="33" y="26"/>
                    </a:moveTo>
                    <a:cubicBezTo>
                      <a:pt x="212" y="26"/>
                      <a:pt x="212" y="26"/>
                      <a:pt x="212" y="26"/>
                    </a:cubicBezTo>
                    <a:cubicBezTo>
                      <a:pt x="241" y="4"/>
                      <a:pt x="241" y="4"/>
                      <a:pt x="241" y="4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6" name="Freeform 1002"/>
              <p:cNvSpPr>
                <a:spLocks noEditPoints="1"/>
              </p:cNvSpPr>
              <p:nvPr userDrawn="1"/>
            </p:nvSpPr>
            <p:spPr bwMode="auto">
              <a:xfrm>
                <a:off x="1043" y="1431"/>
                <a:ext cx="141" cy="55"/>
              </a:xfrm>
              <a:custGeom>
                <a:avLst/>
                <a:gdLst>
                  <a:gd name="T0" fmla="*/ 113 w 114"/>
                  <a:gd name="T1" fmla="*/ 45 h 45"/>
                  <a:gd name="T2" fmla="*/ 1 w 114"/>
                  <a:gd name="T3" fmla="*/ 45 h 45"/>
                  <a:gd name="T4" fmla="*/ 0 w 114"/>
                  <a:gd name="T5" fmla="*/ 44 h 45"/>
                  <a:gd name="T6" fmla="*/ 1 w 114"/>
                  <a:gd name="T7" fmla="*/ 42 h 45"/>
                  <a:gd name="T8" fmla="*/ 86 w 114"/>
                  <a:gd name="T9" fmla="*/ 0 h 45"/>
                  <a:gd name="T10" fmla="*/ 88 w 114"/>
                  <a:gd name="T11" fmla="*/ 1 h 45"/>
                  <a:gd name="T12" fmla="*/ 114 w 114"/>
                  <a:gd name="T13" fmla="*/ 43 h 45"/>
                  <a:gd name="T14" fmla="*/ 114 w 114"/>
                  <a:gd name="T15" fmla="*/ 45 h 45"/>
                  <a:gd name="T16" fmla="*/ 113 w 114"/>
                  <a:gd name="T17" fmla="*/ 45 h 45"/>
                  <a:gd name="T18" fmla="*/ 9 w 114"/>
                  <a:gd name="T19" fmla="*/ 42 h 45"/>
                  <a:gd name="T20" fmla="*/ 110 w 114"/>
                  <a:gd name="T21" fmla="*/ 42 h 45"/>
                  <a:gd name="T22" fmla="*/ 86 w 114"/>
                  <a:gd name="T23" fmla="*/ 4 h 45"/>
                  <a:gd name="T24" fmla="*/ 9 w 114"/>
                  <a:gd name="T25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4" h="45">
                    <a:moveTo>
                      <a:pt x="113" y="45"/>
                    </a:moveTo>
                    <a:cubicBezTo>
                      <a:pt x="1" y="45"/>
                      <a:pt x="1" y="45"/>
                      <a:pt x="1" y="45"/>
                    </a:cubicBezTo>
                    <a:cubicBezTo>
                      <a:pt x="1" y="45"/>
                      <a:pt x="0" y="45"/>
                      <a:pt x="0" y="44"/>
                    </a:cubicBezTo>
                    <a:cubicBezTo>
                      <a:pt x="0" y="43"/>
                      <a:pt x="0" y="43"/>
                      <a:pt x="1" y="42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7" y="0"/>
                      <a:pt x="88" y="0"/>
                      <a:pt x="88" y="1"/>
                    </a:cubicBezTo>
                    <a:cubicBezTo>
                      <a:pt x="114" y="43"/>
                      <a:pt x="114" y="43"/>
                      <a:pt x="114" y="43"/>
                    </a:cubicBezTo>
                    <a:cubicBezTo>
                      <a:pt x="114" y="43"/>
                      <a:pt x="114" y="44"/>
                      <a:pt x="114" y="45"/>
                    </a:cubicBezTo>
                    <a:cubicBezTo>
                      <a:pt x="114" y="45"/>
                      <a:pt x="113" y="45"/>
                      <a:pt x="113" y="45"/>
                    </a:cubicBezTo>
                    <a:close/>
                    <a:moveTo>
                      <a:pt x="9" y="42"/>
                    </a:moveTo>
                    <a:cubicBezTo>
                      <a:pt x="110" y="42"/>
                      <a:pt x="110" y="42"/>
                      <a:pt x="110" y="42"/>
                    </a:cubicBezTo>
                    <a:cubicBezTo>
                      <a:pt x="86" y="4"/>
                      <a:pt x="86" y="4"/>
                      <a:pt x="86" y="4"/>
                    </a:cubicBezTo>
                    <a:lnTo>
                      <a:pt x="9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7" name="Freeform 1003"/>
              <p:cNvSpPr>
                <a:spLocks noEditPoints="1"/>
              </p:cNvSpPr>
              <p:nvPr userDrawn="1"/>
            </p:nvSpPr>
            <p:spPr bwMode="auto">
              <a:xfrm>
                <a:off x="1373" y="1431"/>
                <a:ext cx="175" cy="55"/>
              </a:xfrm>
              <a:custGeom>
                <a:avLst/>
                <a:gdLst>
                  <a:gd name="T0" fmla="*/ 140 w 142"/>
                  <a:gd name="T1" fmla="*/ 45 h 45"/>
                  <a:gd name="T2" fmla="*/ 1 w 142"/>
                  <a:gd name="T3" fmla="*/ 45 h 45"/>
                  <a:gd name="T4" fmla="*/ 0 w 142"/>
                  <a:gd name="T5" fmla="*/ 45 h 45"/>
                  <a:gd name="T6" fmla="*/ 0 w 142"/>
                  <a:gd name="T7" fmla="*/ 43 h 45"/>
                  <a:gd name="T8" fmla="*/ 20 w 142"/>
                  <a:gd name="T9" fmla="*/ 1 h 45"/>
                  <a:gd name="T10" fmla="*/ 22 w 142"/>
                  <a:gd name="T11" fmla="*/ 0 h 45"/>
                  <a:gd name="T12" fmla="*/ 141 w 142"/>
                  <a:gd name="T13" fmla="*/ 42 h 45"/>
                  <a:gd name="T14" fmla="*/ 142 w 142"/>
                  <a:gd name="T15" fmla="*/ 44 h 45"/>
                  <a:gd name="T16" fmla="*/ 140 w 142"/>
                  <a:gd name="T17" fmla="*/ 45 h 45"/>
                  <a:gd name="T18" fmla="*/ 4 w 142"/>
                  <a:gd name="T19" fmla="*/ 42 h 45"/>
                  <a:gd name="T20" fmla="*/ 131 w 142"/>
                  <a:gd name="T21" fmla="*/ 42 h 45"/>
                  <a:gd name="T22" fmla="*/ 22 w 142"/>
                  <a:gd name="T23" fmla="*/ 4 h 45"/>
                  <a:gd name="T24" fmla="*/ 4 w 142"/>
                  <a:gd name="T25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2" h="45">
                    <a:moveTo>
                      <a:pt x="140" y="45"/>
                    </a:moveTo>
                    <a:cubicBezTo>
                      <a:pt x="1" y="45"/>
                      <a:pt x="1" y="45"/>
                      <a:pt x="1" y="45"/>
                    </a:cubicBezTo>
                    <a:cubicBezTo>
                      <a:pt x="1" y="45"/>
                      <a:pt x="0" y="45"/>
                      <a:pt x="0" y="45"/>
                    </a:cubicBezTo>
                    <a:cubicBezTo>
                      <a:pt x="0" y="44"/>
                      <a:pt x="0" y="44"/>
                      <a:pt x="0" y="43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2" y="0"/>
                    </a:cubicBezTo>
                    <a:cubicBezTo>
                      <a:pt x="141" y="42"/>
                      <a:pt x="141" y="42"/>
                      <a:pt x="141" y="42"/>
                    </a:cubicBezTo>
                    <a:cubicBezTo>
                      <a:pt x="142" y="42"/>
                      <a:pt x="142" y="43"/>
                      <a:pt x="142" y="44"/>
                    </a:cubicBezTo>
                    <a:cubicBezTo>
                      <a:pt x="142" y="45"/>
                      <a:pt x="141" y="45"/>
                      <a:pt x="140" y="45"/>
                    </a:cubicBezTo>
                    <a:close/>
                    <a:moveTo>
                      <a:pt x="4" y="42"/>
                    </a:moveTo>
                    <a:cubicBezTo>
                      <a:pt x="131" y="42"/>
                      <a:pt x="131" y="42"/>
                      <a:pt x="131" y="42"/>
                    </a:cubicBezTo>
                    <a:cubicBezTo>
                      <a:pt x="22" y="4"/>
                      <a:pt x="22" y="4"/>
                      <a:pt x="22" y="4"/>
                    </a:cubicBezTo>
                    <a:lnTo>
                      <a:pt x="4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8" name="Freeform 1004"/>
              <p:cNvSpPr>
                <a:spLocks noEditPoints="1"/>
              </p:cNvSpPr>
              <p:nvPr userDrawn="1"/>
            </p:nvSpPr>
            <p:spPr bwMode="auto">
              <a:xfrm>
                <a:off x="1545" y="1401"/>
                <a:ext cx="198" cy="85"/>
              </a:xfrm>
              <a:custGeom>
                <a:avLst/>
                <a:gdLst>
                  <a:gd name="T0" fmla="*/ 159 w 160"/>
                  <a:gd name="T1" fmla="*/ 69 h 69"/>
                  <a:gd name="T2" fmla="*/ 1 w 160"/>
                  <a:gd name="T3" fmla="*/ 69 h 69"/>
                  <a:gd name="T4" fmla="*/ 0 w 160"/>
                  <a:gd name="T5" fmla="*/ 68 h 69"/>
                  <a:gd name="T6" fmla="*/ 0 w 160"/>
                  <a:gd name="T7" fmla="*/ 66 h 69"/>
                  <a:gd name="T8" fmla="*/ 96 w 160"/>
                  <a:gd name="T9" fmla="*/ 0 h 69"/>
                  <a:gd name="T10" fmla="*/ 98 w 160"/>
                  <a:gd name="T11" fmla="*/ 1 h 69"/>
                  <a:gd name="T12" fmla="*/ 160 w 160"/>
                  <a:gd name="T13" fmla="*/ 67 h 69"/>
                  <a:gd name="T14" fmla="*/ 160 w 160"/>
                  <a:gd name="T15" fmla="*/ 68 h 69"/>
                  <a:gd name="T16" fmla="*/ 159 w 160"/>
                  <a:gd name="T17" fmla="*/ 69 h 69"/>
                  <a:gd name="T18" fmla="*/ 7 w 160"/>
                  <a:gd name="T19" fmla="*/ 66 h 69"/>
                  <a:gd name="T20" fmla="*/ 155 w 160"/>
                  <a:gd name="T21" fmla="*/ 66 h 69"/>
                  <a:gd name="T22" fmla="*/ 97 w 160"/>
                  <a:gd name="T23" fmla="*/ 4 h 69"/>
                  <a:gd name="T24" fmla="*/ 7 w 160"/>
                  <a:gd name="T25" fmla="*/ 66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69">
                    <a:moveTo>
                      <a:pt x="159" y="69"/>
                    </a:moveTo>
                    <a:cubicBezTo>
                      <a:pt x="1" y="69"/>
                      <a:pt x="1" y="69"/>
                      <a:pt x="1" y="69"/>
                    </a:cubicBezTo>
                    <a:cubicBezTo>
                      <a:pt x="1" y="69"/>
                      <a:pt x="0" y="69"/>
                      <a:pt x="0" y="68"/>
                    </a:cubicBezTo>
                    <a:cubicBezTo>
                      <a:pt x="0" y="68"/>
                      <a:pt x="0" y="67"/>
                      <a:pt x="0" y="66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7" y="0"/>
                      <a:pt x="98" y="0"/>
                      <a:pt x="98" y="1"/>
                    </a:cubicBezTo>
                    <a:cubicBezTo>
                      <a:pt x="160" y="67"/>
                      <a:pt x="160" y="67"/>
                      <a:pt x="160" y="67"/>
                    </a:cubicBezTo>
                    <a:cubicBezTo>
                      <a:pt x="160" y="67"/>
                      <a:pt x="160" y="68"/>
                      <a:pt x="160" y="68"/>
                    </a:cubicBezTo>
                    <a:cubicBezTo>
                      <a:pt x="160" y="69"/>
                      <a:pt x="159" y="69"/>
                      <a:pt x="159" y="69"/>
                    </a:cubicBezTo>
                    <a:close/>
                    <a:moveTo>
                      <a:pt x="7" y="66"/>
                    </a:moveTo>
                    <a:cubicBezTo>
                      <a:pt x="155" y="66"/>
                      <a:pt x="155" y="66"/>
                      <a:pt x="155" y="66"/>
                    </a:cubicBezTo>
                    <a:cubicBezTo>
                      <a:pt x="97" y="4"/>
                      <a:pt x="97" y="4"/>
                      <a:pt x="97" y="4"/>
                    </a:cubicBezTo>
                    <a:lnTo>
                      <a:pt x="7" y="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9" name="Freeform 1005"/>
              <p:cNvSpPr>
                <a:spLocks noEditPoints="1"/>
              </p:cNvSpPr>
              <p:nvPr userDrawn="1"/>
            </p:nvSpPr>
            <p:spPr bwMode="auto">
              <a:xfrm>
                <a:off x="911" y="1442"/>
                <a:ext cx="136" cy="44"/>
              </a:xfrm>
              <a:custGeom>
                <a:avLst/>
                <a:gdLst>
                  <a:gd name="T0" fmla="*/ 108 w 110"/>
                  <a:gd name="T1" fmla="*/ 36 h 36"/>
                  <a:gd name="T2" fmla="*/ 22 w 110"/>
                  <a:gd name="T3" fmla="*/ 36 h 36"/>
                  <a:gd name="T4" fmla="*/ 21 w 110"/>
                  <a:gd name="T5" fmla="*/ 36 h 36"/>
                  <a:gd name="T6" fmla="*/ 0 w 110"/>
                  <a:gd name="T7" fmla="*/ 3 h 36"/>
                  <a:gd name="T8" fmla="*/ 1 w 110"/>
                  <a:gd name="T9" fmla="*/ 1 h 36"/>
                  <a:gd name="T10" fmla="*/ 2 w 110"/>
                  <a:gd name="T11" fmla="*/ 0 h 36"/>
                  <a:gd name="T12" fmla="*/ 109 w 110"/>
                  <a:gd name="T13" fmla="*/ 33 h 36"/>
                  <a:gd name="T14" fmla="*/ 110 w 110"/>
                  <a:gd name="T15" fmla="*/ 35 h 36"/>
                  <a:gd name="T16" fmla="*/ 108 w 110"/>
                  <a:gd name="T17" fmla="*/ 36 h 36"/>
                  <a:gd name="T18" fmla="*/ 23 w 110"/>
                  <a:gd name="T19" fmla="*/ 33 h 36"/>
                  <a:gd name="T20" fmla="*/ 97 w 110"/>
                  <a:gd name="T21" fmla="*/ 33 h 36"/>
                  <a:gd name="T22" fmla="*/ 6 w 110"/>
                  <a:gd name="T23" fmla="*/ 5 h 36"/>
                  <a:gd name="T24" fmla="*/ 23 w 110"/>
                  <a:gd name="T25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36">
                    <a:moveTo>
                      <a:pt x="108" y="36"/>
                    </a:moveTo>
                    <a:cubicBezTo>
                      <a:pt x="22" y="36"/>
                      <a:pt x="22" y="36"/>
                      <a:pt x="22" y="36"/>
                    </a:cubicBezTo>
                    <a:cubicBezTo>
                      <a:pt x="22" y="36"/>
                      <a:pt x="21" y="36"/>
                      <a:pt x="21" y="36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09" y="33"/>
                      <a:pt x="109" y="33"/>
                      <a:pt x="109" y="33"/>
                    </a:cubicBezTo>
                    <a:cubicBezTo>
                      <a:pt x="110" y="33"/>
                      <a:pt x="110" y="34"/>
                      <a:pt x="110" y="35"/>
                    </a:cubicBezTo>
                    <a:cubicBezTo>
                      <a:pt x="110" y="36"/>
                      <a:pt x="109" y="36"/>
                      <a:pt x="108" y="36"/>
                    </a:cubicBezTo>
                    <a:close/>
                    <a:moveTo>
                      <a:pt x="23" y="33"/>
                    </a:moveTo>
                    <a:cubicBezTo>
                      <a:pt x="97" y="33"/>
                      <a:pt x="97" y="33"/>
                      <a:pt x="97" y="33"/>
                    </a:cubicBezTo>
                    <a:cubicBezTo>
                      <a:pt x="6" y="5"/>
                      <a:pt x="6" y="5"/>
                      <a:pt x="6" y="5"/>
                    </a:cubicBezTo>
                    <a:lnTo>
                      <a:pt x="23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0" name="Freeform 1006"/>
              <p:cNvSpPr>
                <a:spLocks noEditPoints="1"/>
              </p:cNvSpPr>
              <p:nvPr userDrawn="1"/>
            </p:nvSpPr>
            <p:spPr bwMode="auto">
              <a:xfrm>
                <a:off x="828" y="1442"/>
                <a:ext cx="113" cy="44"/>
              </a:xfrm>
              <a:custGeom>
                <a:avLst/>
                <a:gdLst>
                  <a:gd name="T0" fmla="*/ 89 w 91"/>
                  <a:gd name="T1" fmla="*/ 36 h 36"/>
                  <a:gd name="T2" fmla="*/ 89 w 91"/>
                  <a:gd name="T3" fmla="*/ 36 h 36"/>
                  <a:gd name="T4" fmla="*/ 2 w 91"/>
                  <a:gd name="T5" fmla="*/ 35 h 36"/>
                  <a:gd name="T6" fmla="*/ 0 w 91"/>
                  <a:gd name="T7" fmla="*/ 33 h 36"/>
                  <a:gd name="T8" fmla="*/ 1 w 91"/>
                  <a:gd name="T9" fmla="*/ 31 h 36"/>
                  <a:gd name="T10" fmla="*/ 68 w 91"/>
                  <a:gd name="T11" fmla="*/ 0 h 36"/>
                  <a:gd name="T12" fmla="*/ 70 w 91"/>
                  <a:gd name="T13" fmla="*/ 1 h 36"/>
                  <a:gd name="T14" fmla="*/ 91 w 91"/>
                  <a:gd name="T15" fmla="*/ 34 h 36"/>
                  <a:gd name="T16" fmla="*/ 91 w 91"/>
                  <a:gd name="T17" fmla="*/ 36 h 36"/>
                  <a:gd name="T18" fmla="*/ 89 w 91"/>
                  <a:gd name="T19" fmla="*/ 36 h 36"/>
                  <a:gd name="T20" fmla="*/ 9 w 91"/>
                  <a:gd name="T21" fmla="*/ 31 h 36"/>
                  <a:gd name="T22" fmla="*/ 86 w 91"/>
                  <a:gd name="T23" fmla="*/ 33 h 36"/>
                  <a:gd name="T24" fmla="*/ 68 w 91"/>
                  <a:gd name="T25" fmla="*/ 4 h 36"/>
                  <a:gd name="T26" fmla="*/ 9 w 91"/>
                  <a:gd name="T27" fmla="*/ 3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1" h="36">
                    <a:moveTo>
                      <a:pt x="89" y="36"/>
                    </a:moveTo>
                    <a:cubicBezTo>
                      <a:pt x="89" y="36"/>
                      <a:pt x="89" y="36"/>
                      <a:pt x="89" y="36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1" y="35"/>
                      <a:pt x="0" y="34"/>
                      <a:pt x="0" y="33"/>
                    </a:cubicBezTo>
                    <a:cubicBezTo>
                      <a:pt x="0" y="33"/>
                      <a:pt x="0" y="32"/>
                      <a:pt x="1" y="31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9" y="0"/>
                      <a:pt x="70" y="0"/>
                      <a:pt x="70" y="1"/>
                    </a:cubicBezTo>
                    <a:cubicBezTo>
                      <a:pt x="91" y="34"/>
                      <a:pt x="91" y="34"/>
                      <a:pt x="91" y="34"/>
                    </a:cubicBezTo>
                    <a:cubicBezTo>
                      <a:pt x="91" y="34"/>
                      <a:pt x="91" y="35"/>
                      <a:pt x="91" y="36"/>
                    </a:cubicBezTo>
                    <a:cubicBezTo>
                      <a:pt x="90" y="36"/>
                      <a:pt x="90" y="36"/>
                      <a:pt x="89" y="36"/>
                    </a:cubicBezTo>
                    <a:close/>
                    <a:moveTo>
                      <a:pt x="9" y="31"/>
                    </a:moveTo>
                    <a:cubicBezTo>
                      <a:pt x="86" y="33"/>
                      <a:pt x="86" y="33"/>
                      <a:pt x="86" y="33"/>
                    </a:cubicBezTo>
                    <a:cubicBezTo>
                      <a:pt x="68" y="4"/>
                      <a:pt x="68" y="4"/>
                      <a:pt x="68" y="4"/>
                    </a:cubicBezTo>
                    <a:lnTo>
                      <a:pt x="9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1" name="Freeform 1007"/>
              <p:cNvSpPr>
                <a:spLocks noEditPoints="1"/>
              </p:cNvSpPr>
              <p:nvPr userDrawn="1"/>
            </p:nvSpPr>
            <p:spPr bwMode="auto">
              <a:xfrm>
                <a:off x="754" y="1437"/>
                <a:ext cx="104" cy="48"/>
              </a:xfrm>
              <a:custGeom>
                <a:avLst/>
                <a:gdLst>
                  <a:gd name="T0" fmla="*/ 62 w 84"/>
                  <a:gd name="T1" fmla="*/ 39 h 39"/>
                  <a:gd name="T2" fmla="*/ 61 w 84"/>
                  <a:gd name="T3" fmla="*/ 38 h 39"/>
                  <a:gd name="T4" fmla="*/ 1 w 84"/>
                  <a:gd name="T5" fmla="*/ 3 h 39"/>
                  <a:gd name="T6" fmla="*/ 0 w 84"/>
                  <a:gd name="T7" fmla="*/ 2 h 39"/>
                  <a:gd name="T8" fmla="*/ 2 w 84"/>
                  <a:gd name="T9" fmla="*/ 0 h 39"/>
                  <a:gd name="T10" fmla="*/ 82 w 84"/>
                  <a:gd name="T11" fmla="*/ 0 h 39"/>
                  <a:gd name="T12" fmla="*/ 83 w 84"/>
                  <a:gd name="T13" fmla="*/ 1 h 39"/>
                  <a:gd name="T14" fmla="*/ 83 w 84"/>
                  <a:gd name="T15" fmla="*/ 3 h 39"/>
                  <a:gd name="T16" fmla="*/ 63 w 84"/>
                  <a:gd name="T17" fmla="*/ 38 h 39"/>
                  <a:gd name="T18" fmla="*/ 62 w 84"/>
                  <a:gd name="T19" fmla="*/ 39 h 39"/>
                  <a:gd name="T20" fmla="*/ 8 w 84"/>
                  <a:gd name="T21" fmla="*/ 4 h 39"/>
                  <a:gd name="T22" fmla="*/ 61 w 84"/>
                  <a:gd name="T23" fmla="*/ 35 h 39"/>
                  <a:gd name="T24" fmla="*/ 79 w 84"/>
                  <a:gd name="T25" fmla="*/ 4 h 39"/>
                  <a:gd name="T26" fmla="*/ 8 w 84"/>
                  <a:gd name="T27" fmla="*/ 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39">
                    <a:moveTo>
                      <a:pt x="62" y="39"/>
                    </a:moveTo>
                    <a:cubicBezTo>
                      <a:pt x="61" y="38"/>
                      <a:pt x="61" y="38"/>
                      <a:pt x="61" y="38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3" y="1"/>
                      <a:pt x="83" y="1"/>
                    </a:cubicBezTo>
                    <a:cubicBezTo>
                      <a:pt x="84" y="2"/>
                      <a:pt x="84" y="2"/>
                      <a:pt x="83" y="3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3" y="38"/>
                      <a:pt x="62" y="38"/>
                      <a:pt x="62" y="39"/>
                    </a:cubicBezTo>
                    <a:close/>
                    <a:moveTo>
                      <a:pt x="8" y="4"/>
                    </a:moveTo>
                    <a:cubicBezTo>
                      <a:pt x="61" y="35"/>
                      <a:pt x="61" y="35"/>
                      <a:pt x="61" y="35"/>
                    </a:cubicBezTo>
                    <a:cubicBezTo>
                      <a:pt x="79" y="4"/>
                      <a:pt x="79" y="4"/>
                      <a:pt x="79" y="4"/>
                    </a:cubicBezTo>
                    <a:lnTo>
                      <a:pt x="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2" name="Freeform 1008"/>
              <p:cNvSpPr>
                <a:spLocks noEditPoints="1"/>
              </p:cNvSpPr>
              <p:nvPr userDrawn="1"/>
            </p:nvSpPr>
            <p:spPr bwMode="auto">
              <a:xfrm>
                <a:off x="1149" y="1431"/>
                <a:ext cx="164" cy="55"/>
              </a:xfrm>
              <a:custGeom>
                <a:avLst/>
                <a:gdLst>
                  <a:gd name="T0" fmla="*/ 131 w 133"/>
                  <a:gd name="T1" fmla="*/ 45 h 45"/>
                  <a:gd name="T2" fmla="*/ 28 w 133"/>
                  <a:gd name="T3" fmla="*/ 45 h 45"/>
                  <a:gd name="T4" fmla="*/ 26 w 133"/>
                  <a:gd name="T5" fmla="*/ 45 h 45"/>
                  <a:gd name="T6" fmla="*/ 0 w 133"/>
                  <a:gd name="T7" fmla="*/ 3 h 45"/>
                  <a:gd name="T8" fmla="*/ 0 w 133"/>
                  <a:gd name="T9" fmla="*/ 1 h 45"/>
                  <a:gd name="T10" fmla="*/ 2 w 133"/>
                  <a:gd name="T11" fmla="*/ 0 h 45"/>
                  <a:gd name="T12" fmla="*/ 131 w 133"/>
                  <a:gd name="T13" fmla="*/ 42 h 45"/>
                  <a:gd name="T14" fmla="*/ 132 w 133"/>
                  <a:gd name="T15" fmla="*/ 44 h 45"/>
                  <a:gd name="T16" fmla="*/ 131 w 133"/>
                  <a:gd name="T17" fmla="*/ 45 h 45"/>
                  <a:gd name="T18" fmla="*/ 28 w 133"/>
                  <a:gd name="T19" fmla="*/ 42 h 45"/>
                  <a:gd name="T20" fmla="*/ 120 w 133"/>
                  <a:gd name="T21" fmla="*/ 42 h 45"/>
                  <a:gd name="T22" fmla="*/ 6 w 133"/>
                  <a:gd name="T23" fmla="*/ 5 h 45"/>
                  <a:gd name="T24" fmla="*/ 28 w 133"/>
                  <a:gd name="T25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3" h="45">
                    <a:moveTo>
                      <a:pt x="131" y="45"/>
                    </a:moveTo>
                    <a:cubicBezTo>
                      <a:pt x="28" y="45"/>
                      <a:pt x="28" y="45"/>
                      <a:pt x="28" y="45"/>
                    </a:cubicBezTo>
                    <a:cubicBezTo>
                      <a:pt x="27" y="45"/>
                      <a:pt x="26" y="45"/>
                      <a:pt x="26" y="4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31" y="42"/>
                      <a:pt x="131" y="42"/>
                      <a:pt x="131" y="42"/>
                    </a:cubicBezTo>
                    <a:cubicBezTo>
                      <a:pt x="132" y="42"/>
                      <a:pt x="133" y="43"/>
                      <a:pt x="132" y="44"/>
                    </a:cubicBezTo>
                    <a:cubicBezTo>
                      <a:pt x="132" y="45"/>
                      <a:pt x="132" y="45"/>
                      <a:pt x="131" y="45"/>
                    </a:cubicBezTo>
                    <a:close/>
                    <a:moveTo>
                      <a:pt x="28" y="42"/>
                    </a:moveTo>
                    <a:cubicBezTo>
                      <a:pt x="120" y="42"/>
                      <a:pt x="120" y="42"/>
                      <a:pt x="120" y="42"/>
                    </a:cubicBezTo>
                    <a:cubicBezTo>
                      <a:pt x="6" y="5"/>
                      <a:pt x="6" y="5"/>
                      <a:pt x="6" y="5"/>
                    </a:cubicBezTo>
                    <a:lnTo>
                      <a:pt x="28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3" name="Group 1210"/>
            <p:cNvGrpSpPr>
              <a:grpSpLocks/>
            </p:cNvGrpSpPr>
            <p:nvPr userDrawn="1"/>
          </p:nvGrpSpPr>
          <p:grpSpPr bwMode="auto">
            <a:xfrm>
              <a:off x="749301" y="-328613"/>
              <a:ext cx="4781550" cy="2687638"/>
              <a:chOff x="472" y="-207"/>
              <a:chExt cx="3012" cy="1693"/>
            </a:xfrm>
          </p:grpSpPr>
          <p:sp>
            <p:nvSpPr>
              <p:cNvPr id="173" name="Freeform 1010"/>
              <p:cNvSpPr>
                <a:spLocks noEditPoints="1"/>
              </p:cNvSpPr>
              <p:nvPr userDrawn="1"/>
            </p:nvSpPr>
            <p:spPr bwMode="auto">
              <a:xfrm>
                <a:off x="709" y="1348"/>
                <a:ext cx="62" cy="94"/>
              </a:xfrm>
              <a:custGeom>
                <a:avLst/>
                <a:gdLst>
                  <a:gd name="T0" fmla="*/ 38 w 50"/>
                  <a:gd name="T1" fmla="*/ 76 h 76"/>
                  <a:gd name="T2" fmla="*/ 37 w 50"/>
                  <a:gd name="T3" fmla="*/ 75 h 76"/>
                  <a:gd name="T4" fmla="*/ 0 w 50"/>
                  <a:gd name="T5" fmla="*/ 3 h 76"/>
                  <a:gd name="T6" fmla="*/ 0 w 50"/>
                  <a:gd name="T7" fmla="*/ 1 h 76"/>
                  <a:gd name="T8" fmla="*/ 2 w 50"/>
                  <a:gd name="T9" fmla="*/ 1 h 76"/>
                  <a:gd name="T10" fmla="*/ 49 w 50"/>
                  <a:gd name="T11" fmla="*/ 36 h 76"/>
                  <a:gd name="T12" fmla="*/ 50 w 50"/>
                  <a:gd name="T13" fmla="*/ 38 h 76"/>
                  <a:gd name="T14" fmla="*/ 40 w 50"/>
                  <a:gd name="T15" fmla="*/ 74 h 76"/>
                  <a:gd name="T16" fmla="*/ 38 w 50"/>
                  <a:gd name="T17" fmla="*/ 76 h 76"/>
                  <a:gd name="T18" fmla="*/ 6 w 50"/>
                  <a:gd name="T19" fmla="*/ 8 h 76"/>
                  <a:gd name="T20" fmla="*/ 38 w 50"/>
                  <a:gd name="T21" fmla="*/ 69 h 76"/>
                  <a:gd name="T22" fmla="*/ 46 w 50"/>
                  <a:gd name="T23" fmla="*/ 38 h 76"/>
                  <a:gd name="T24" fmla="*/ 6 w 50"/>
                  <a:gd name="T25" fmla="*/ 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76">
                    <a:moveTo>
                      <a:pt x="38" y="76"/>
                    </a:moveTo>
                    <a:cubicBezTo>
                      <a:pt x="37" y="76"/>
                      <a:pt x="37" y="75"/>
                      <a:pt x="37" y="7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0" y="36"/>
                      <a:pt x="50" y="37"/>
                      <a:pt x="50" y="38"/>
                    </a:cubicBezTo>
                    <a:cubicBezTo>
                      <a:pt x="40" y="74"/>
                      <a:pt x="40" y="74"/>
                      <a:pt x="40" y="74"/>
                    </a:cubicBezTo>
                    <a:cubicBezTo>
                      <a:pt x="40" y="75"/>
                      <a:pt x="39" y="76"/>
                      <a:pt x="38" y="76"/>
                    </a:cubicBezTo>
                    <a:close/>
                    <a:moveTo>
                      <a:pt x="6" y="8"/>
                    </a:moveTo>
                    <a:cubicBezTo>
                      <a:pt x="38" y="69"/>
                      <a:pt x="38" y="69"/>
                      <a:pt x="38" y="69"/>
                    </a:cubicBezTo>
                    <a:cubicBezTo>
                      <a:pt x="46" y="38"/>
                      <a:pt x="46" y="38"/>
                      <a:pt x="46" y="38"/>
                    </a:cubicBezTo>
                    <a:lnTo>
                      <a:pt x="6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4" name="Freeform 1011"/>
              <p:cNvSpPr>
                <a:spLocks noEditPoints="1"/>
              </p:cNvSpPr>
              <p:nvPr userDrawn="1"/>
            </p:nvSpPr>
            <p:spPr bwMode="auto">
              <a:xfrm>
                <a:off x="697" y="1250"/>
                <a:ext cx="41" cy="103"/>
              </a:xfrm>
              <a:custGeom>
                <a:avLst/>
                <a:gdLst>
                  <a:gd name="T0" fmla="*/ 11 w 33"/>
                  <a:gd name="T1" fmla="*/ 83 h 83"/>
                  <a:gd name="T2" fmla="*/ 11 w 33"/>
                  <a:gd name="T3" fmla="*/ 83 h 83"/>
                  <a:gd name="T4" fmla="*/ 10 w 33"/>
                  <a:gd name="T5" fmla="*/ 81 h 83"/>
                  <a:gd name="T6" fmla="*/ 1 w 33"/>
                  <a:gd name="T7" fmla="*/ 2 h 83"/>
                  <a:gd name="T8" fmla="*/ 2 w 33"/>
                  <a:gd name="T9" fmla="*/ 0 h 83"/>
                  <a:gd name="T10" fmla="*/ 4 w 33"/>
                  <a:gd name="T11" fmla="*/ 1 h 83"/>
                  <a:gd name="T12" fmla="*/ 33 w 33"/>
                  <a:gd name="T13" fmla="*/ 41 h 83"/>
                  <a:gd name="T14" fmla="*/ 33 w 33"/>
                  <a:gd name="T15" fmla="*/ 42 h 83"/>
                  <a:gd name="T16" fmla="*/ 13 w 33"/>
                  <a:gd name="T17" fmla="*/ 82 h 83"/>
                  <a:gd name="T18" fmla="*/ 11 w 33"/>
                  <a:gd name="T19" fmla="*/ 83 h 83"/>
                  <a:gd name="T20" fmla="*/ 5 w 33"/>
                  <a:gd name="T21" fmla="*/ 8 h 83"/>
                  <a:gd name="T22" fmla="*/ 12 w 33"/>
                  <a:gd name="T23" fmla="*/ 76 h 83"/>
                  <a:gd name="T24" fmla="*/ 29 w 33"/>
                  <a:gd name="T25" fmla="*/ 42 h 83"/>
                  <a:gd name="T26" fmla="*/ 5 w 33"/>
                  <a:gd name="T27" fmla="*/ 8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83">
                    <a:moveTo>
                      <a:pt x="11" y="83"/>
                    </a:moveTo>
                    <a:cubicBezTo>
                      <a:pt x="11" y="83"/>
                      <a:pt x="11" y="83"/>
                      <a:pt x="11" y="83"/>
                    </a:cubicBezTo>
                    <a:cubicBezTo>
                      <a:pt x="10" y="83"/>
                      <a:pt x="10" y="82"/>
                      <a:pt x="10" y="8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1"/>
                      <a:pt x="33" y="42"/>
                      <a:pt x="33" y="4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3"/>
                      <a:pt x="12" y="83"/>
                      <a:pt x="11" y="83"/>
                    </a:cubicBezTo>
                    <a:close/>
                    <a:moveTo>
                      <a:pt x="5" y="8"/>
                    </a:moveTo>
                    <a:cubicBezTo>
                      <a:pt x="12" y="76"/>
                      <a:pt x="12" y="76"/>
                      <a:pt x="12" y="76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5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5" name="Freeform 1012"/>
              <p:cNvSpPr>
                <a:spLocks noEditPoints="1"/>
              </p:cNvSpPr>
              <p:nvPr userDrawn="1"/>
            </p:nvSpPr>
            <p:spPr bwMode="auto">
              <a:xfrm>
                <a:off x="697" y="1131"/>
                <a:ext cx="41" cy="172"/>
              </a:xfrm>
              <a:custGeom>
                <a:avLst/>
                <a:gdLst>
                  <a:gd name="T0" fmla="*/ 31 w 33"/>
                  <a:gd name="T1" fmla="*/ 139 h 139"/>
                  <a:gd name="T2" fmla="*/ 30 w 33"/>
                  <a:gd name="T3" fmla="*/ 139 h 139"/>
                  <a:gd name="T4" fmla="*/ 1 w 33"/>
                  <a:gd name="T5" fmla="*/ 99 h 139"/>
                  <a:gd name="T6" fmla="*/ 1 w 33"/>
                  <a:gd name="T7" fmla="*/ 98 h 139"/>
                  <a:gd name="T8" fmla="*/ 15 w 33"/>
                  <a:gd name="T9" fmla="*/ 1 h 139"/>
                  <a:gd name="T10" fmla="*/ 17 w 33"/>
                  <a:gd name="T11" fmla="*/ 0 h 139"/>
                  <a:gd name="T12" fmla="*/ 18 w 33"/>
                  <a:gd name="T13" fmla="*/ 1 h 139"/>
                  <a:gd name="T14" fmla="*/ 33 w 33"/>
                  <a:gd name="T15" fmla="*/ 137 h 139"/>
                  <a:gd name="T16" fmla="*/ 32 w 33"/>
                  <a:gd name="T17" fmla="*/ 139 h 139"/>
                  <a:gd name="T18" fmla="*/ 31 w 33"/>
                  <a:gd name="T19" fmla="*/ 139 h 139"/>
                  <a:gd name="T20" fmla="*/ 4 w 33"/>
                  <a:gd name="T21" fmla="*/ 98 h 139"/>
                  <a:gd name="T22" fmla="*/ 29 w 33"/>
                  <a:gd name="T23" fmla="*/ 132 h 139"/>
                  <a:gd name="T24" fmla="*/ 16 w 33"/>
                  <a:gd name="T25" fmla="*/ 14 h 139"/>
                  <a:gd name="T26" fmla="*/ 4 w 33"/>
                  <a:gd name="T27" fmla="*/ 98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139">
                    <a:moveTo>
                      <a:pt x="31" y="139"/>
                    </a:moveTo>
                    <a:cubicBezTo>
                      <a:pt x="31" y="139"/>
                      <a:pt x="30" y="139"/>
                      <a:pt x="30" y="139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1" y="99"/>
                      <a:pt x="0" y="98"/>
                      <a:pt x="1" y="98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0"/>
                      <a:pt x="16" y="0"/>
                      <a:pt x="17" y="0"/>
                    </a:cubicBezTo>
                    <a:cubicBezTo>
                      <a:pt x="18" y="0"/>
                      <a:pt x="18" y="0"/>
                      <a:pt x="18" y="1"/>
                    </a:cubicBezTo>
                    <a:cubicBezTo>
                      <a:pt x="33" y="137"/>
                      <a:pt x="33" y="137"/>
                      <a:pt x="33" y="137"/>
                    </a:cubicBezTo>
                    <a:cubicBezTo>
                      <a:pt x="33" y="138"/>
                      <a:pt x="33" y="139"/>
                      <a:pt x="32" y="139"/>
                    </a:cubicBezTo>
                    <a:lnTo>
                      <a:pt x="31" y="139"/>
                    </a:lnTo>
                    <a:close/>
                    <a:moveTo>
                      <a:pt x="4" y="98"/>
                    </a:moveTo>
                    <a:cubicBezTo>
                      <a:pt x="29" y="132"/>
                      <a:pt x="29" y="132"/>
                      <a:pt x="29" y="132"/>
                    </a:cubicBezTo>
                    <a:cubicBezTo>
                      <a:pt x="16" y="14"/>
                      <a:pt x="16" y="14"/>
                      <a:pt x="16" y="14"/>
                    </a:cubicBezTo>
                    <a:lnTo>
                      <a:pt x="4" y="9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6" name="Freeform 1013"/>
              <p:cNvSpPr>
                <a:spLocks noEditPoints="1"/>
              </p:cNvSpPr>
              <p:nvPr userDrawn="1"/>
            </p:nvSpPr>
            <p:spPr bwMode="auto">
              <a:xfrm>
                <a:off x="715" y="1036"/>
                <a:ext cx="56" cy="99"/>
              </a:xfrm>
              <a:custGeom>
                <a:avLst/>
                <a:gdLst>
                  <a:gd name="T0" fmla="*/ 2 w 45"/>
                  <a:gd name="T1" fmla="*/ 80 h 80"/>
                  <a:gd name="T2" fmla="*/ 1 w 45"/>
                  <a:gd name="T3" fmla="*/ 79 h 80"/>
                  <a:gd name="T4" fmla="*/ 0 w 45"/>
                  <a:gd name="T5" fmla="*/ 78 h 80"/>
                  <a:gd name="T6" fmla="*/ 35 w 45"/>
                  <a:gd name="T7" fmla="*/ 1 h 80"/>
                  <a:gd name="T8" fmla="*/ 37 w 45"/>
                  <a:gd name="T9" fmla="*/ 0 h 80"/>
                  <a:gd name="T10" fmla="*/ 38 w 45"/>
                  <a:gd name="T11" fmla="*/ 1 h 80"/>
                  <a:gd name="T12" fmla="*/ 45 w 45"/>
                  <a:gd name="T13" fmla="*/ 63 h 80"/>
                  <a:gd name="T14" fmla="*/ 44 w 45"/>
                  <a:gd name="T15" fmla="*/ 65 h 80"/>
                  <a:gd name="T16" fmla="*/ 2 w 45"/>
                  <a:gd name="T17" fmla="*/ 80 h 80"/>
                  <a:gd name="T18" fmla="*/ 36 w 45"/>
                  <a:gd name="T19" fmla="*/ 8 h 80"/>
                  <a:gd name="T20" fmla="*/ 5 w 45"/>
                  <a:gd name="T21" fmla="*/ 75 h 80"/>
                  <a:gd name="T22" fmla="*/ 41 w 45"/>
                  <a:gd name="T23" fmla="*/ 62 h 80"/>
                  <a:gd name="T24" fmla="*/ 36 w 45"/>
                  <a:gd name="T25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80">
                    <a:moveTo>
                      <a:pt x="2" y="80"/>
                    </a:moveTo>
                    <a:cubicBezTo>
                      <a:pt x="1" y="80"/>
                      <a:pt x="1" y="80"/>
                      <a:pt x="1" y="79"/>
                    </a:cubicBezTo>
                    <a:cubicBezTo>
                      <a:pt x="0" y="79"/>
                      <a:pt x="0" y="78"/>
                      <a:pt x="0" y="78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5" y="0"/>
                      <a:pt x="36" y="0"/>
                      <a:pt x="37" y="0"/>
                    </a:cubicBezTo>
                    <a:cubicBezTo>
                      <a:pt x="38" y="0"/>
                      <a:pt x="38" y="1"/>
                      <a:pt x="38" y="1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4"/>
                      <a:pt x="45" y="65"/>
                      <a:pt x="44" y="65"/>
                    </a:cubicBezTo>
                    <a:cubicBezTo>
                      <a:pt x="2" y="80"/>
                      <a:pt x="2" y="80"/>
                      <a:pt x="2" y="80"/>
                    </a:cubicBezTo>
                    <a:close/>
                    <a:moveTo>
                      <a:pt x="36" y="8"/>
                    </a:moveTo>
                    <a:cubicBezTo>
                      <a:pt x="5" y="75"/>
                      <a:pt x="5" y="75"/>
                      <a:pt x="5" y="75"/>
                    </a:cubicBezTo>
                    <a:cubicBezTo>
                      <a:pt x="41" y="62"/>
                      <a:pt x="41" y="62"/>
                      <a:pt x="41" y="62"/>
                    </a:cubicBezTo>
                    <a:lnTo>
                      <a:pt x="36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7" name="Freeform 1014"/>
              <p:cNvSpPr>
                <a:spLocks noEditPoints="1"/>
              </p:cNvSpPr>
              <p:nvPr userDrawn="1"/>
            </p:nvSpPr>
            <p:spPr bwMode="auto">
              <a:xfrm>
                <a:off x="3364" y="1151"/>
                <a:ext cx="55" cy="99"/>
              </a:xfrm>
              <a:custGeom>
                <a:avLst/>
                <a:gdLst>
                  <a:gd name="T0" fmla="*/ 2 w 45"/>
                  <a:gd name="T1" fmla="*/ 80 h 80"/>
                  <a:gd name="T2" fmla="*/ 1 w 45"/>
                  <a:gd name="T3" fmla="*/ 80 h 80"/>
                  <a:gd name="T4" fmla="*/ 1 w 45"/>
                  <a:gd name="T5" fmla="*/ 78 h 80"/>
                  <a:gd name="T6" fmla="*/ 35 w 45"/>
                  <a:gd name="T7" fmla="*/ 1 h 80"/>
                  <a:gd name="T8" fmla="*/ 37 w 45"/>
                  <a:gd name="T9" fmla="*/ 0 h 80"/>
                  <a:gd name="T10" fmla="*/ 38 w 45"/>
                  <a:gd name="T11" fmla="*/ 2 h 80"/>
                  <a:gd name="T12" fmla="*/ 45 w 45"/>
                  <a:gd name="T13" fmla="*/ 63 h 80"/>
                  <a:gd name="T14" fmla="*/ 44 w 45"/>
                  <a:gd name="T15" fmla="*/ 65 h 80"/>
                  <a:gd name="T16" fmla="*/ 3 w 45"/>
                  <a:gd name="T17" fmla="*/ 80 h 80"/>
                  <a:gd name="T18" fmla="*/ 2 w 45"/>
                  <a:gd name="T19" fmla="*/ 80 h 80"/>
                  <a:gd name="T20" fmla="*/ 36 w 45"/>
                  <a:gd name="T21" fmla="*/ 8 h 80"/>
                  <a:gd name="T22" fmla="*/ 5 w 45"/>
                  <a:gd name="T23" fmla="*/ 76 h 80"/>
                  <a:gd name="T24" fmla="*/ 42 w 45"/>
                  <a:gd name="T25" fmla="*/ 62 h 80"/>
                  <a:gd name="T26" fmla="*/ 36 w 45"/>
                  <a:gd name="T27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5" h="80">
                    <a:moveTo>
                      <a:pt x="2" y="80"/>
                    </a:moveTo>
                    <a:cubicBezTo>
                      <a:pt x="2" y="80"/>
                      <a:pt x="1" y="80"/>
                      <a:pt x="1" y="80"/>
                    </a:cubicBezTo>
                    <a:cubicBezTo>
                      <a:pt x="0" y="79"/>
                      <a:pt x="0" y="78"/>
                      <a:pt x="1" y="78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6" y="0"/>
                      <a:pt x="36" y="0"/>
                      <a:pt x="37" y="0"/>
                    </a:cubicBezTo>
                    <a:cubicBezTo>
                      <a:pt x="38" y="0"/>
                      <a:pt x="38" y="1"/>
                      <a:pt x="38" y="2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4"/>
                      <a:pt x="45" y="65"/>
                      <a:pt x="44" y="65"/>
                    </a:cubicBezTo>
                    <a:cubicBezTo>
                      <a:pt x="3" y="80"/>
                      <a:pt x="3" y="80"/>
                      <a:pt x="3" y="80"/>
                    </a:cubicBezTo>
                    <a:lnTo>
                      <a:pt x="2" y="80"/>
                    </a:lnTo>
                    <a:close/>
                    <a:moveTo>
                      <a:pt x="36" y="8"/>
                    </a:moveTo>
                    <a:cubicBezTo>
                      <a:pt x="5" y="76"/>
                      <a:pt x="5" y="76"/>
                      <a:pt x="5" y="76"/>
                    </a:cubicBezTo>
                    <a:cubicBezTo>
                      <a:pt x="42" y="62"/>
                      <a:pt x="42" y="62"/>
                      <a:pt x="42" y="62"/>
                    </a:cubicBezTo>
                    <a:lnTo>
                      <a:pt x="36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8" name="Freeform 1015"/>
              <p:cNvSpPr>
                <a:spLocks noEditPoints="1"/>
              </p:cNvSpPr>
              <p:nvPr userDrawn="1"/>
            </p:nvSpPr>
            <p:spPr bwMode="auto">
              <a:xfrm>
                <a:off x="759" y="959"/>
                <a:ext cx="73" cy="157"/>
              </a:xfrm>
              <a:custGeom>
                <a:avLst/>
                <a:gdLst>
                  <a:gd name="T0" fmla="*/ 8 w 59"/>
                  <a:gd name="T1" fmla="*/ 127 h 127"/>
                  <a:gd name="T2" fmla="*/ 8 w 59"/>
                  <a:gd name="T3" fmla="*/ 127 h 127"/>
                  <a:gd name="T4" fmla="*/ 7 w 59"/>
                  <a:gd name="T5" fmla="*/ 126 h 127"/>
                  <a:gd name="T6" fmla="*/ 0 w 59"/>
                  <a:gd name="T7" fmla="*/ 64 h 127"/>
                  <a:gd name="T8" fmla="*/ 0 w 59"/>
                  <a:gd name="T9" fmla="*/ 63 h 127"/>
                  <a:gd name="T10" fmla="*/ 56 w 59"/>
                  <a:gd name="T11" fmla="*/ 0 h 127"/>
                  <a:gd name="T12" fmla="*/ 58 w 59"/>
                  <a:gd name="T13" fmla="*/ 0 h 127"/>
                  <a:gd name="T14" fmla="*/ 59 w 59"/>
                  <a:gd name="T15" fmla="*/ 2 h 127"/>
                  <a:gd name="T16" fmla="*/ 10 w 59"/>
                  <a:gd name="T17" fmla="*/ 126 h 127"/>
                  <a:gd name="T18" fmla="*/ 8 w 59"/>
                  <a:gd name="T19" fmla="*/ 127 h 127"/>
                  <a:gd name="T20" fmla="*/ 3 w 59"/>
                  <a:gd name="T21" fmla="*/ 64 h 127"/>
                  <a:gd name="T22" fmla="*/ 9 w 59"/>
                  <a:gd name="T23" fmla="*/ 118 h 127"/>
                  <a:gd name="T24" fmla="*/ 53 w 59"/>
                  <a:gd name="T25" fmla="*/ 10 h 127"/>
                  <a:gd name="T26" fmla="*/ 3 w 59"/>
                  <a:gd name="T27" fmla="*/ 64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9" h="127">
                    <a:moveTo>
                      <a:pt x="8" y="127"/>
                    </a:moveTo>
                    <a:cubicBezTo>
                      <a:pt x="8" y="127"/>
                      <a:pt x="8" y="127"/>
                      <a:pt x="8" y="127"/>
                    </a:cubicBezTo>
                    <a:cubicBezTo>
                      <a:pt x="7" y="127"/>
                      <a:pt x="7" y="126"/>
                      <a:pt x="7" y="12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0"/>
                      <a:pt x="58" y="0"/>
                    </a:cubicBezTo>
                    <a:cubicBezTo>
                      <a:pt x="59" y="1"/>
                      <a:pt x="59" y="1"/>
                      <a:pt x="59" y="2"/>
                    </a:cubicBezTo>
                    <a:cubicBezTo>
                      <a:pt x="10" y="126"/>
                      <a:pt x="10" y="126"/>
                      <a:pt x="10" y="126"/>
                    </a:cubicBezTo>
                    <a:cubicBezTo>
                      <a:pt x="10" y="127"/>
                      <a:pt x="9" y="127"/>
                      <a:pt x="8" y="127"/>
                    </a:cubicBezTo>
                    <a:close/>
                    <a:moveTo>
                      <a:pt x="3" y="64"/>
                    </a:moveTo>
                    <a:cubicBezTo>
                      <a:pt x="9" y="118"/>
                      <a:pt x="9" y="118"/>
                      <a:pt x="9" y="118"/>
                    </a:cubicBezTo>
                    <a:cubicBezTo>
                      <a:pt x="53" y="10"/>
                      <a:pt x="53" y="10"/>
                      <a:pt x="53" y="10"/>
                    </a:cubicBezTo>
                    <a:lnTo>
                      <a:pt x="3" y="6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9" name="Freeform 1016"/>
              <p:cNvSpPr>
                <a:spLocks noEditPoints="1"/>
              </p:cNvSpPr>
              <p:nvPr userDrawn="1"/>
            </p:nvSpPr>
            <p:spPr bwMode="auto">
              <a:xfrm>
                <a:off x="828" y="902"/>
                <a:ext cx="97" cy="61"/>
              </a:xfrm>
              <a:custGeom>
                <a:avLst/>
                <a:gdLst>
                  <a:gd name="T0" fmla="*/ 2 w 78"/>
                  <a:gd name="T1" fmla="*/ 49 h 49"/>
                  <a:gd name="T2" fmla="*/ 0 w 78"/>
                  <a:gd name="T3" fmla="*/ 48 h 49"/>
                  <a:gd name="T4" fmla="*/ 1 w 78"/>
                  <a:gd name="T5" fmla="*/ 46 h 49"/>
                  <a:gd name="T6" fmla="*/ 76 w 78"/>
                  <a:gd name="T7" fmla="*/ 0 h 49"/>
                  <a:gd name="T8" fmla="*/ 77 w 78"/>
                  <a:gd name="T9" fmla="*/ 0 h 49"/>
                  <a:gd name="T10" fmla="*/ 78 w 78"/>
                  <a:gd name="T11" fmla="*/ 2 h 49"/>
                  <a:gd name="T12" fmla="*/ 78 w 78"/>
                  <a:gd name="T13" fmla="*/ 32 h 49"/>
                  <a:gd name="T14" fmla="*/ 77 w 78"/>
                  <a:gd name="T15" fmla="*/ 34 h 49"/>
                  <a:gd name="T16" fmla="*/ 2 w 78"/>
                  <a:gd name="T17" fmla="*/ 49 h 49"/>
                  <a:gd name="T18" fmla="*/ 75 w 78"/>
                  <a:gd name="T19" fmla="*/ 5 h 49"/>
                  <a:gd name="T20" fmla="*/ 11 w 78"/>
                  <a:gd name="T21" fmla="*/ 44 h 49"/>
                  <a:gd name="T22" fmla="*/ 75 w 78"/>
                  <a:gd name="T23" fmla="*/ 31 h 49"/>
                  <a:gd name="T24" fmla="*/ 75 w 78"/>
                  <a:gd name="T25" fmla="*/ 5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8" h="49">
                    <a:moveTo>
                      <a:pt x="2" y="49"/>
                    </a:moveTo>
                    <a:cubicBezTo>
                      <a:pt x="1" y="49"/>
                      <a:pt x="0" y="49"/>
                      <a:pt x="0" y="48"/>
                    </a:cubicBezTo>
                    <a:cubicBezTo>
                      <a:pt x="0" y="47"/>
                      <a:pt x="0" y="47"/>
                      <a:pt x="1" y="46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77" y="0"/>
                      <a:pt x="77" y="0"/>
                    </a:cubicBezTo>
                    <a:cubicBezTo>
                      <a:pt x="78" y="1"/>
                      <a:pt x="78" y="1"/>
                      <a:pt x="78" y="2"/>
                    </a:cubicBezTo>
                    <a:cubicBezTo>
                      <a:pt x="78" y="32"/>
                      <a:pt x="78" y="32"/>
                      <a:pt x="78" y="32"/>
                    </a:cubicBezTo>
                    <a:cubicBezTo>
                      <a:pt x="78" y="33"/>
                      <a:pt x="78" y="34"/>
                      <a:pt x="77" y="34"/>
                    </a:cubicBezTo>
                    <a:cubicBezTo>
                      <a:pt x="2" y="49"/>
                      <a:pt x="2" y="49"/>
                      <a:pt x="2" y="49"/>
                    </a:cubicBezTo>
                    <a:close/>
                    <a:moveTo>
                      <a:pt x="75" y="5"/>
                    </a:moveTo>
                    <a:cubicBezTo>
                      <a:pt x="11" y="44"/>
                      <a:pt x="11" y="44"/>
                      <a:pt x="11" y="44"/>
                    </a:cubicBezTo>
                    <a:cubicBezTo>
                      <a:pt x="75" y="31"/>
                      <a:pt x="75" y="31"/>
                      <a:pt x="75" y="31"/>
                    </a:cubicBez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0" name="Freeform 1017"/>
              <p:cNvSpPr>
                <a:spLocks noEditPoints="1"/>
              </p:cNvSpPr>
              <p:nvPr userDrawn="1"/>
            </p:nvSpPr>
            <p:spPr bwMode="auto">
              <a:xfrm>
                <a:off x="921" y="869"/>
                <a:ext cx="119" cy="75"/>
              </a:xfrm>
              <a:custGeom>
                <a:avLst/>
                <a:gdLst>
                  <a:gd name="T0" fmla="*/ 2 w 96"/>
                  <a:gd name="T1" fmla="*/ 61 h 61"/>
                  <a:gd name="T2" fmla="*/ 1 w 96"/>
                  <a:gd name="T3" fmla="*/ 61 h 61"/>
                  <a:gd name="T4" fmla="*/ 0 w 96"/>
                  <a:gd name="T5" fmla="*/ 59 h 61"/>
                  <a:gd name="T6" fmla="*/ 0 w 96"/>
                  <a:gd name="T7" fmla="*/ 29 h 61"/>
                  <a:gd name="T8" fmla="*/ 1 w 96"/>
                  <a:gd name="T9" fmla="*/ 27 h 61"/>
                  <a:gd name="T10" fmla="*/ 93 w 96"/>
                  <a:gd name="T11" fmla="*/ 0 h 61"/>
                  <a:gd name="T12" fmla="*/ 95 w 96"/>
                  <a:gd name="T13" fmla="*/ 1 h 61"/>
                  <a:gd name="T14" fmla="*/ 95 w 96"/>
                  <a:gd name="T15" fmla="*/ 4 h 61"/>
                  <a:gd name="T16" fmla="*/ 3 w 96"/>
                  <a:gd name="T17" fmla="*/ 61 h 61"/>
                  <a:gd name="T18" fmla="*/ 2 w 96"/>
                  <a:gd name="T19" fmla="*/ 61 h 61"/>
                  <a:gd name="T20" fmla="*/ 3 w 96"/>
                  <a:gd name="T21" fmla="*/ 30 h 61"/>
                  <a:gd name="T22" fmla="*/ 3 w 96"/>
                  <a:gd name="T23" fmla="*/ 56 h 61"/>
                  <a:gd name="T24" fmla="*/ 82 w 96"/>
                  <a:gd name="T25" fmla="*/ 7 h 61"/>
                  <a:gd name="T26" fmla="*/ 3 w 96"/>
                  <a:gd name="T27" fmla="*/ 3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61">
                    <a:moveTo>
                      <a:pt x="2" y="61"/>
                    </a:moveTo>
                    <a:cubicBezTo>
                      <a:pt x="1" y="61"/>
                      <a:pt x="1" y="61"/>
                      <a:pt x="1" y="61"/>
                    </a:cubicBezTo>
                    <a:cubicBezTo>
                      <a:pt x="0" y="60"/>
                      <a:pt x="0" y="60"/>
                      <a:pt x="0" y="5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94" y="0"/>
                      <a:pt x="95" y="1"/>
                      <a:pt x="95" y="1"/>
                    </a:cubicBezTo>
                    <a:cubicBezTo>
                      <a:pt x="96" y="2"/>
                      <a:pt x="95" y="3"/>
                      <a:pt x="95" y="4"/>
                    </a:cubicBezTo>
                    <a:cubicBezTo>
                      <a:pt x="3" y="61"/>
                      <a:pt x="3" y="61"/>
                      <a:pt x="3" y="61"/>
                    </a:cubicBezTo>
                    <a:lnTo>
                      <a:pt x="2" y="61"/>
                    </a:lnTo>
                    <a:close/>
                    <a:moveTo>
                      <a:pt x="3" y="30"/>
                    </a:moveTo>
                    <a:cubicBezTo>
                      <a:pt x="3" y="56"/>
                      <a:pt x="3" y="56"/>
                      <a:pt x="3" y="56"/>
                    </a:cubicBezTo>
                    <a:cubicBezTo>
                      <a:pt x="82" y="7"/>
                      <a:pt x="82" y="7"/>
                      <a:pt x="82" y="7"/>
                    </a:cubicBezTo>
                    <a:lnTo>
                      <a:pt x="3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1" name="Freeform 1018"/>
              <p:cNvSpPr>
                <a:spLocks noEditPoints="1"/>
              </p:cNvSpPr>
              <p:nvPr userDrawn="1"/>
            </p:nvSpPr>
            <p:spPr bwMode="auto">
              <a:xfrm>
                <a:off x="3280" y="861"/>
                <a:ext cx="117" cy="74"/>
              </a:xfrm>
              <a:custGeom>
                <a:avLst/>
                <a:gdLst>
                  <a:gd name="T0" fmla="*/ 1 w 95"/>
                  <a:gd name="T1" fmla="*/ 60 h 60"/>
                  <a:gd name="T2" fmla="*/ 0 w 95"/>
                  <a:gd name="T3" fmla="*/ 60 h 60"/>
                  <a:gd name="T4" fmla="*/ 0 w 95"/>
                  <a:gd name="T5" fmla="*/ 59 h 60"/>
                  <a:gd name="T6" fmla="*/ 0 w 95"/>
                  <a:gd name="T7" fmla="*/ 28 h 60"/>
                  <a:gd name="T8" fmla="*/ 1 w 95"/>
                  <a:gd name="T9" fmla="*/ 27 h 60"/>
                  <a:gd name="T10" fmla="*/ 93 w 95"/>
                  <a:gd name="T11" fmla="*/ 0 h 60"/>
                  <a:gd name="T12" fmla="*/ 95 w 95"/>
                  <a:gd name="T13" fmla="*/ 1 h 60"/>
                  <a:gd name="T14" fmla="*/ 94 w 95"/>
                  <a:gd name="T15" fmla="*/ 3 h 60"/>
                  <a:gd name="T16" fmla="*/ 2 w 95"/>
                  <a:gd name="T17" fmla="*/ 60 h 60"/>
                  <a:gd name="T18" fmla="*/ 1 w 95"/>
                  <a:gd name="T19" fmla="*/ 60 h 60"/>
                  <a:gd name="T20" fmla="*/ 3 w 95"/>
                  <a:gd name="T21" fmla="*/ 30 h 60"/>
                  <a:gd name="T22" fmla="*/ 3 w 95"/>
                  <a:gd name="T23" fmla="*/ 56 h 60"/>
                  <a:gd name="T24" fmla="*/ 82 w 95"/>
                  <a:gd name="T25" fmla="*/ 7 h 60"/>
                  <a:gd name="T26" fmla="*/ 3 w 95"/>
                  <a:gd name="T27" fmla="*/ 3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5" h="60">
                    <a:moveTo>
                      <a:pt x="1" y="6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0" y="60"/>
                      <a:pt x="0" y="59"/>
                      <a:pt x="0" y="5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94" y="0"/>
                      <a:pt x="95" y="0"/>
                      <a:pt x="95" y="1"/>
                    </a:cubicBezTo>
                    <a:cubicBezTo>
                      <a:pt x="95" y="2"/>
                      <a:pt x="95" y="3"/>
                      <a:pt x="94" y="3"/>
                    </a:cubicBezTo>
                    <a:cubicBezTo>
                      <a:pt x="2" y="60"/>
                      <a:pt x="2" y="60"/>
                      <a:pt x="2" y="60"/>
                    </a:cubicBezTo>
                    <a:lnTo>
                      <a:pt x="1" y="60"/>
                    </a:lnTo>
                    <a:close/>
                    <a:moveTo>
                      <a:pt x="3" y="30"/>
                    </a:moveTo>
                    <a:cubicBezTo>
                      <a:pt x="3" y="56"/>
                      <a:pt x="3" y="56"/>
                      <a:pt x="3" y="56"/>
                    </a:cubicBezTo>
                    <a:cubicBezTo>
                      <a:pt x="82" y="7"/>
                      <a:pt x="82" y="7"/>
                      <a:pt x="82" y="7"/>
                    </a:cubicBezTo>
                    <a:lnTo>
                      <a:pt x="3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2" name="Freeform 1019"/>
              <p:cNvSpPr>
                <a:spLocks noEditPoints="1"/>
              </p:cNvSpPr>
              <p:nvPr userDrawn="1"/>
            </p:nvSpPr>
            <p:spPr bwMode="auto">
              <a:xfrm>
                <a:off x="1035" y="865"/>
                <a:ext cx="136" cy="43"/>
              </a:xfrm>
              <a:custGeom>
                <a:avLst/>
                <a:gdLst>
                  <a:gd name="T0" fmla="*/ 55 w 110"/>
                  <a:gd name="T1" fmla="*/ 35 h 35"/>
                  <a:gd name="T2" fmla="*/ 54 w 110"/>
                  <a:gd name="T3" fmla="*/ 35 h 35"/>
                  <a:gd name="T4" fmla="*/ 1 w 110"/>
                  <a:gd name="T5" fmla="*/ 7 h 35"/>
                  <a:gd name="T6" fmla="*/ 0 w 110"/>
                  <a:gd name="T7" fmla="*/ 5 h 35"/>
                  <a:gd name="T8" fmla="*/ 2 w 110"/>
                  <a:gd name="T9" fmla="*/ 3 h 35"/>
                  <a:gd name="T10" fmla="*/ 108 w 110"/>
                  <a:gd name="T11" fmla="*/ 0 h 35"/>
                  <a:gd name="T12" fmla="*/ 110 w 110"/>
                  <a:gd name="T13" fmla="*/ 2 h 35"/>
                  <a:gd name="T14" fmla="*/ 109 w 110"/>
                  <a:gd name="T15" fmla="*/ 4 h 35"/>
                  <a:gd name="T16" fmla="*/ 56 w 110"/>
                  <a:gd name="T17" fmla="*/ 35 h 35"/>
                  <a:gd name="T18" fmla="*/ 55 w 110"/>
                  <a:gd name="T19" fmla="*/ 35 h 35"/>
                  <a:gd name="T20" fmla="*/ 8 w 110"/>
                  <a:gd name="T21" fmla="*/ 7 h 35"/>
                  <a:gd name="T22" fmla="*/ 55 w 110"/>
                  <a:gd name="T23" fmla="*/ 32 h 35"/>
                  <a:gd name="T24" fmla="*/ 102 w 110"/>
                  <a:gd name="T25" fmla="*/ 4 h 35"/>
                  <a:gd name="T26" fmla="*/ 8 w 110"/>
                  <a:gd name="T27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35">
                    <a:moveTo>
                      <a:pt x="55" y="35"/>
                    </a:moveTo>
                    <a:cubicBezTo>
                      <a:pt x="54" y="35"/>
                      <a:pt x="54" y="35"/>
                      <a:pt x="54" y="3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6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3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9" y="0"/>
                      <a:pt x="109" y="1"/>
                      <a:pt x="110" y="2"/>
                    </a:cubicBezTo>
                    <a:cubicBezTo>
                      <a:pt x="110" y="2"/>
                      <a:pt x="110" y="3"/>
                      <a:pt x="109" y="4"/>
                    </a:cubicBezTo>
                    <a:cubicBezTo>
                      <a:pt x="56" y="35"/>
                      <a:pt x="56" y="35"/>
                      <a:pt x="56" y="35"/>
                    </a:cubicBezTo>
                    <a:lnTo>
                      <a:pt x="55" y="35"/>
                    </a:lnTo>
                    <a:close/>
                    <a:moveTo>
                      <a:pt x="8" y="7"/>
                    </a:moveTo>
                    <a:cubicBezTo>
                      <a:pt x="55" y="32"/>
                      <a:pt x="55" y="32"/>
                      <a:pt x="55" y="32"/>
                    </a:cubicBezTo>
                    <a:cubicBezTo>
                      <a:pt x="102" y="4"/>
                      <a:pt x="102" y="4"/>
                      <a:pt x="102" y="4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3" name="Freeform 1020"/>
              <p:cNvSpPr>
                <a:spLocks noEditPoints="1"/>
              </p:cNvSpPr>
              <p:nvPr userDrawn="1"/>
            </p:nvSpPr>
            <p:spPr bwMode="auto">
              <a:xfrm>
                <a:off x="1425" y="370"/>
                <a:ext cx="117" cy="32"/>
              </a:xfrm>
              <a:custGeom>
                <a:avLst/>
                <a:gdLst>
                  <a:gd name="T0" fmla="*/ 2 w 95"/>
                  <a:gd name="T1" fmla="*/ 26 h 26"/>
                  <a:gd name="T2" fmla="*/ 0 w 95"/>
                  <a:gd name="T3" fmla="*/ 24 h 26"/>
                  <a:gd name="T4" fmla="*/ 1 w 95"/>
                  <a:gd name="T5" fmla="*/ 22 h 26"/>
                  <a:gd name="T6" fmla="*/ 69 w 95"/>
                  <a:gd name="T7" fmla="*/ 1 h 26"/>
                  <a:gd name="T8" fmla="*/ 70 w 95"/>
                  <a:gd name="T9" fmla="*/ 1 h 26"/>
                  <a:gd name="T10" fmla="*/ 94 w 95"/>
                  <a:gd name="T11" fmla="*/ 17 h 26"/>
                  <a:gd name="T12" fmla="*/ 94 w 95"/>
                  <a:gd name="T13" fmla="*/ 19 h 26"/>
                  <a:gd name="T14" fmla="*/ 93 w 95"/>
                  <a:gd name="T15" fmla="*/ 20 h 26"/>
                  <a:gd name="T16" fmla="*/ 2 w 95"/>
                  <a:gd name="T17" fmla="*/ 26 h 26"/>
                  <a:gd name="T18" fmla="*/ 69 w 95"/>
                  <a:gd name="T19" fmla="*/ 4 h 26"/>
                  <a:gd name="T20" fmla="*/ 15 w 95"/>
                  <a:gd name="T21" fmla="*/ 21 h 26"/>
                  <a:gd name="T22" fmla="*/ 88 w 95"/>
                  <a:gd name="T23" fmla="*/ 17 h 26"/>
                  <a:gd name="T24" fmla="*/ 69 w 95"/>
                  <a:gd name="T25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5" h="26">
                    <a:moveTo>
                      <a:pt x="2" y="26"/>
                    </a:moveTo>
                    <a:cubicBezTo>
                      <a:pt x="1" y="26"/>
                      <a:pt x="0" y="25"/>
                      <a:pt x="0" y="24"/>
                    </a:cubicBezTo>
                    <a:cubicBezTo>
                      <a:pt x="0" y="23"/>
                      <a:pt x="0" y="23"/>
                      <a:pt x="1" y="22"/>
                    </a:cubicBezTo>
                    <a:cubicBezTo>
                      <a:pt x="69" y="1"/>
                      <a:pt x="69" y="1"/>
                      <a:pt x="69" y="1"/>
                    </a:cubicBezTo>
                    <a:cubicBezTo>
                      <a:pt x="69" y="0"/>
                      <a:pt x="70" y="1"/>
                      <a:pt x="70" y="1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94" y="17"/>
                      <a:pt x="95" y="18"/>
                      <a:pt x="94" y="19"/>
                    </a:cubicBezTo>
                    <a:cubicBezTo>
                      <a:pt x="94" y="19"/>
                      <a:pt x="94" y="20"/>
                      <a:pt x="93" y="20"/>
                    </a:cubicBezTo>
                    <a:cubicBezTo>
                      <a:pt x="2" y="26"/>
                      <a:pt x="2" y="26"/>
                      <a:pt x="2" y="26"/>
                    </a:cubicBezTo>
                    <a:close/>
                    <a:moveTo>
                      <a:pt x="69" y="4"/>
                    </a:moveTo>
                    <a:cubicBezTo>
                      <a:pt x="15" y="21"/>
                      <a:pt x="15" y="21"/>
                      <a:pt x="15" y="21"/>
                    </a:cubicBezTo>
                    <a:cubicBezTo>
                      <a:pt x="88" y="17"/>
                      <a:pt x="88" y="17"/>
                      <a:pt x="88" y="17"/>
                    </a:cubicBezTo>
                    <a:lnTo>
                      <a:pt x="69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4" name="Freeform 1021"/>
              <p:cNvSpPr>
                <a:spLocks noEditPoints="1"/>
              </p:cNvSpPr>
              <p:nvPr userDrawn="1"/>
            </p:nvSpPr>
            <p:spPr bwMode="auto">
              <a:xfrm>
                <a:off x="1358" y="397"/>
                <a:ext cx="70" cy="68"/>
              </a:xfrm>
              <a:custGeom>
                <a:avLst/>
                <a:gdLst>
                  <a:gd name="T0" fmla="*/ 13 w 57"/>
                  <a:gd name="T1" fmla="*/ 55 h 55"/>
                  <a:gd name="T2" fmla="*/ 13 w 57"/>
                  <a:gd name="T3" fmla="*/ 55 h 55"/>
                  <a:gd name="T4" fmla="*/ 12 w 57"/>
                  <a:gd name="T5" fmla="*/ 55 h 55"/>
                  <a:gd name="T6" fmla="*/ 0 w 57"/>
                  <a:gd name="T7" fmla="*/ 32 h 55"/>
                  <a:gd name="T8" fmla="*/ 1 w 57"/>
                  <a:gd name="T9" fmla="*/ 30 h 55"/>
                  <a:gd name="T10" fmla="*/ 55 w 57"/>
                  <a:gd name="T11" fmla="*/ 1 h 55"/>
                  <a:gd name="T12" fmla="*/ 57 w 57"/>
                  <a:gd name="T13" fmla="*/ 1 h 55"/>
                  <a:gd name="T14" fmla="*/ 57 w 57"/>
                  <a:gd name="T15" fmla="*/ 3 h 55"/>
                  <a:gd name="T16" fmla="*/ 15 w 57"/>
                  <a:gd name="T17" fmla="*/ 55 h 55"/>
                  <a:gd name="T18" fmla="*/ 13 w 57"/>
                  <a:gd name="T19" fmla="*/ 55 h 55"/>
                  <a:gd name="T20" fmla="*/ 4 w 57"/>
                  <a:gd name="T21" fmla="*/ 32 h 55"/>
                  <a:gd name="T22" fmla="*/ 14 w 57"/>
                  <a:gd name="T23" fmla="*/ 51 h 55"/>
                  <a:gd name="T24" fmla="*/ 49 w 57"/>
                  <a:gd name="T25" fmla="*/ 8 h 55"/>
                  <a:gd name="T26" fmla="*/ 4 w 57"/>
                  <a:gd name="T27" fmla="*/ 32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7" h="55">
                    <a:moveTo>
                      <a:pt x="13" y="55"/>
                    </a:moveTo>
                    <a:cubicBezTo>
                      <a:pt x="13" y="55"/>
                      <a:pt x="13" y="55"/>
                      <a:pt x="13" y="55"/>
                    </a:cubicBezTo>
                    <a:cubicBezTo>
                      <a:pt x="13" y="55"/>
                      <a:pt x="12" y="55"/>
                      <a:pt x="12" y="55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1"/>
                      <a:pt x="1" y="30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0"/>
                      <a:pt x="56" y="0"/>
                      <a:pt x="57" y="1"/>
                    </a:cubicBezTo>
                    <a:cubicBezTo>
                      <a:pt x="57" y="2"/>
                      <a:pt x="57" y="2"/>
                      <a:pt x="57" y="3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14" y="55"/>
                      <a:pt x="14" y="55"/>
                      <a:pt x="13" y="55"/>
                    </a:cubicBezTo>
                    <a:close/>
                    <a:moveTo>
                      <a:pt x="4" y="32"/>
                    </a:moveTo>
                    <a:cubicBezTo>
                      <a:pt x="14" y="51"/>
                      <a:pt x="14" y="51"/>
                      <a:pt x="14" y="51"/>
                    </a:cubicBezTo>
                    <a:cubicBezTo>
                      <a:pt x="49" y="8"/>
                      <a:pt x="49" y="8"/>
                      <a:pt x="49" y="8"/>
                    </a:cubicBezTo>
                    <a:lnTo>
                      <a:pt x="4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5" name="Freeform 1022"/>
              <p:cNvSpPr>
                <a:spLocks noEditPoints="1"/>
              </p:cNvSpPr>
              <p:nvPr userDrawn="1"/>
            </p:nvSpPr>
            <p:spPr bwMode="auto">
              <a:xfrm>
                <a:off x="1762" y="12"/>
                <a:ext cx="148" cy="68"/>
              </a:xfrm>
              <a:custGeom>
                <a:avLst/>
                <a:gdLst>
                  <a:gd name="T0" fmla="*/ 27 w 119"/>
                  <a:gd name="T1" fmla="*/ 55 h 55"/>
                  <a:gd name="T2" fmla="*/ 25 w 119"/>
                  <a:gd name="T3" fmla="*/ 55 h 55"/>
                  <a:gd name="T4" fmla="*/ 1 w 119"/>
                  <a:gd name="T5" fmla="*/ 32 h 55"/>
                  <a:gd name="T6" fmla="*/ 0 w 119"/>
                  <a:gd name="T7" fmla="*/ 31 h 55"/>
                  <a:gd name="T8" fmla="*/ 2 w 119"/>
                  <a:gd name="T9" fmla="*/ 30 h 55"/>
                  <a:gd name="T10" fmla="*/ 117 w 119"/>
                  <a:gd name="T11" fmla="*/ 0 h 55"/>
                  <a:gd name="T12" fmla="*/ 119 w 119"/>
                  <a:gd name="T13" fmla="*/ 1 h 55"/>
                  <a:gd name="T14" fmla="*/ 118 w 119"/>
                  <a:gd name="T15" fmla="*/ 3 h 55"/>
                  <a:gd name="T16" fmla="*/ 27 w 119"/>
                  <a:gd name="T17" fmla="*/ 55 h 55"/>
                  <a:gd name="T18" fmla="*/ 6 w 119"/>
                  <a:gd name="T19" fmla="*/ 32 h 55"/>
                  <a:gd name="T20" fmla="*/ 27 w 119"/>
                  <a:gd name="T21" fmla="*/ 51 h 55"/>
                  <a:gd name="T22" fmla="*/ 106 w 119"/>
                  <a:gd name="T23" fmla="*/ 6 h 55"/>
                  <a:gd name="T24" fmla="*/ 6 w 119"/>
                  <a:gd name="T25" fmla="*/ 32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" h="55">
                    <a:moveTo>
                      <a:pt x="27" y="55"/>
                    </a:moveTo>
                    <a:cubicBezTo>
                      <a:pt x="26" y="55"/>
                      <a:pt x="26" y="55"/>
                      <a:pt x="25" y="55"/>
                    </a:cubicBezTo>
                    <a:cubicBezTo>
                      <a:pt x="1" y="32"/>
                      <a:pt x="1" y="32"/>
                      <a:pt x="1" y="32"/>
                    </a:cubicBezTo>
                    <a:cubicBezTo>
                      <a:pt x="1" y="32"/>
                      <a:pt x="0" y="31"/>
                      <a:pt x="0" y="31"/>
                    </a:cubicBezTo>
                    <a:cubicBezTo>
                      <a:pt x="1" y="30"/>
                      <a:pt x="1" y="30"/>
                      <a:pt x="2" y="3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118" y="0"/>
                      <a:pt x="119" y="0"/>
                      <a:pt x="119" y="1"/>
                    </a:cubicBezTo>
                    <a:cubicBezTo>
                      <a:pt x="119" y="2"/>
                      <a:pt x="119" y="3"/>
                      <a:pt x="118" y="3"/>
                    </a:cubicBezTo>
                    <a:cubicBezTo>
                      <a:pt x="27" y="55"/>
                      <a:pt x="27" y="55"/>
                      <a:pt x="27" y="55"/>
                    </a:cubicBezTo>
                    <a:close/>
                    <a:moveTo>
                      <a:pt x="6" y="32"/>
                    </a:moveTo>
                    <a:cubicBezTo>
                      <a:pt x="27" y="51"/>
                      <a:pt x="27" y="51"/>
                      <a:pt x="27" y="51"/>
                    </a:cubicBezTo>
                    <a:cubicBezTo>
                      <a:pt x="106" y="6"/>
                      <a:pt x="106" y="6"/>
                      <a:pt x="106" y="6"/>
                    </a:cubicBezTo>
                    <a:lnTo>
                      <a:pt x="6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6" name="Freeform 1023"/>
              <p:cNvSpPr>
                <a:spLocks noEditPoints="1"/>
              </p:cNvSpPr>
              <p:nvPr userDrawn="1"/>
            </p:nvSpPr>
            <p:spPr bwMode="auto">
              <a:xfrm>
                <a:off x="1300" y="434"/>
                <a:ext cx="76" cy="51"/>
              </a:xfrm>
              <a:custGeom>
                <a:avLst/>
                <a:gdLst>
                  <a:gd name="T0" fmla="*/ 2 w 62"/>
                  <a:gd name="T1" fmla="*/ 41 h 41"/>
                  <a:gd name="T2" fmla="*/ 1 w 62"/>
                  <a:gd name="T3" fmla="*/ 40 h 41"/>
                  <a:gd name="T4" fmla="*/ 1 w 62"/>
                  <a:gd name="T5" fmla="*/ 38 h 41"/>
                  <a:gd name="T6" fmla="*/ 48 w 62"/>
                  <a:gd name="T7" fmla="*/ 0 h 41"/>
                  <a:gd name="T8" fmla="*/ 49 w 62"/>
                  <a:gd name="T9" fmla="*/ 0 h 41"/>
                  <a:gd name="T10" fmla="*/ 50 w 62"/>
                  <a:gd name="T11" fmla="*/ 1 h 41"/>
                  <a:gd name="T12" fmla="*/ 62 w 62"/>
                  <a:gd name="T13" fmla="*/ 23 h 41"/>
                  <a:gd name="T14" fmla="*/ 62 w 62"/>
                  <a:gd name="T15" fmla="*/ 24 h 41"/>
                  <a:gd name="T16" fmla="*/ 61 w 62"/>
                  <a:gd name="T17" fmla="*/ 25 h 41"/>
                  <a:gd name="T18" fmla="*/ 3 w 62"/>
                  <a:gd name="T19" fmla="*/ 41 h 41"/>
                  <a:gd name="T20" fmla="*/ 2 w 62"/>
                  <a:gd name="T21" fmla="*/ 41 h 41"/>
                  <a:gd name="T22" fmla="*/ 48 w 62"/>
                  <a:gd name="T23" fmla="*/ 4 h 41"/>
                  <a:gd name="T24" fmla="*/ 9 w 62"/>
                  <a:gd name="T25" fmla="*/ 36 h 41"/>
                  <a:gd name="T26" fmla="*/ 58 w 62"/>
                  <a:gd name="T27" fmla="*/ 23 h 41"/>
                  <a:gd name="T28" fmla="*/ 48 w 62"/>
                  <a:gd name="T29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2" h="41">
                    <a:moveTo>
                      <a:pt x="2" y="41"/>
                    </a:moveTo>
                    <a:cubicBezTo>
                      <a:pt x="2" y="41"/>
                      <a:pt x="1" y="41"/>
                      <a:pt x="1" y="40"/>
                    </a:cubicBezTo>
                    <a:cubicBezTo>
                      <a:pt x="0" y="40"/>
                      <a:pt x="1" y="39"/>
                      <a:pt x="1" y="38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9" y="0"/>
                      <a:pt x="49" y="0"/>
                    </a:cubicBezTo>
                    <a:cubicBezTo>
                      <a:pt x="50" y="0"/>
                      <a:pt x="50" y="0"/>
                      <a:pt x="50" y="1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62" y="23"/>
                      <a:pt x="62" y="24"/>
                      <a:pt x="62" y="24"/>
                    </a:cubicBezTo>
                    <a:cubicBezTo>
                      <a:pt x="62" y="25"/>
                      <a:pt x="61" y="25"/>
                      <a:pt x="61" y="25"/>
                    </a:cubicBezTo>
                    <a:cubicBezTo>
                      <a:pt x="3" y="41"/>
                      <a:pt x="3" y="41"/>
                      <a:pt x="3" y="41"/>
                    </a:cubicBezTo>
                    <a:lnTo>
                      <a:pt x="2" y="41"/>
                    </a:lnTo>
                    <a:close/>
                    <a:moveTo>
                      <a:pt x="48" y="4"/>
                    </a:moveTo>
                    <a:cubicBezTo>
                      <a:pt x="9" y="36"/>
                      <a:pt x="9" y="36"/>
                      <a:pt x="9" y="36"/>
                    </a:cubicBezTo>
                    <a:cubicBezTo>
                      <a:pt x="58" y="23"/>
                      <a:pt x="58" y="23"/>
                      <a:pt x="58" y="23"/>
                    </a:cubicBezTo>
                    <a:lnTo>
                      <a:pt x="4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7" name="Freeform 1024"/>
              <p:cNvSpPr>
                <a:spLocks noEditPoints="1"/>
              </p:cNvSpPr>
              <p:nvPr userDrawn="1"/>
            </p:nvSpPr>
            <p:spPr bwMode="auto">
              <a:xfrm>
                <a:off x="1231" y="481"/>
                <a:ext cx="82" cy="91"/>
              </a:xfrm>
              <a:custGeom>
                <a:avLst/>
                <a:gdLst>
                  <a:gd name="T0" fmla="*/ 2 w 66"/>
                  <a:gd name="T1" fmla="*/ 73 h 73"/>
                  <a:gd name="T2" fmla="*/ 1 w 66"/>
                  <a:gd name="T3" fmla="*/ 72 h 73"/>
                  <a:gd name="T4" fmla="*/ 1 w 66"/>
                  <a:gd name="T5" fmla="*/ 70 h 73"/>
                  <a:gd name="T6" fmla="*/ 56 w 66"/>
                  <a:gd name="T7" fmla="*/ 1 h 73"/>
                  <a:gd name="T8" fmla="*/ 58 w 66"/>
                  <a:gd name="T9" fmla="*/ 0 h 73"/>
                  <a:gd name="T10" fmla="*/ 59 w 66"/>
                  <a:gd name="T11" fmla="*/ 1 h 73"/>
                  <a:gd name="T12" fmla="*/ 65 w 66"/>
                  <a:gd name="T13" fmla="*/ 46 h 73"/>
                  <a:gd name="T14" fmla="*/ 64 w 66"/>
                  <a:gd name="T15" fmla="*/ 48 h 73"/>
                  <a:gd name="T16" fmla="*/ 3 w 66"/>
                  <a:gd name="T17" fmla="*/ 72 h 73"/>
                  <a:gd name="T18" fmla="*/ 2 w 66"/>
                  <a:gd name="T19" fmla="*/ 73 h 73"/>
                  <a:gd name="T20" fmla="*/ 56 w 66"/>
                  <a:gd name="T21" fmla="*/ 6 h 73"/>
                  <a:gd name="T22" fmla="*/ 7 w 66"/>
                  <a:gd name="T23" fmla="*/ 67 h 73"/>
                  <a:gd name="T24" fmla="*/ 62 w 66"/>
                  <a:gd name="T25" fmla="*/ 45 h 73"/>
                  <a:gd name="T26" fmla="*/ 56 w 66"/>
                  <a:gd name="T27" fmla="*/ 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6" h="73">
                    <a:moveTo>
                      <a:pt x="2" y="73"/>
                    </a:moveTo>
                    <a:cubicBezTo>
                      <a:pt x="1" y="73"/>
                      <a:pt x="1" y="72"/>
                      <a:pt x="1" y="72"/>
                    </a:cubicBezTo>
                    <a:cubicBezTo>
                      <a:pt x="0" y="71"/>
                      <a:pt x="0" y="70"/>
                      <a:pt x="1" y="70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56" y="0"/>
                      <a:pt x="57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6" y="47"/>
                      <a:pt x="65" y="48"/>
                      <a:pt x="64" y="48"/>
                    </a:cubicBezTo>
                    <a:cubicBezTo>
                      <a:pt x="3" y="72"/>
                      <a:pt x="3" y="72"/>
                      <a:pt x="3" y="72"/>
                    </a:cubicBezTo>
                    <a:lnTo>
                      <a:pt x="2" y="73"/>
                    </a:lnTo>
                    <a:close/>
                    <a:moveTo>
                      <a:pt x="56" y="6"/>
                    </a:moveTo>
                    <a:cubicBezTo>
                      <a:pt x="7" y="67"/>
                      <a:pt x="7" y="67"/>
                      <a:pt x="7" y="67"/>
                    </a:cubicBezTo>
                    <a:cubicBezTo>
                      <a:pt x="62" y="45"/>
                      <a:pt x="62" y="45"/>
                      <a:pt x="62" y="45"/>
                    </a:cubicBezTo>
                    <a:lnTo>
                      <a:pt x="56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8" name="Freeform 1025"/>
              <p:cNvSpPr>
                <a:spLocks noEditPoints="1"/>
              </p:cNvSpPr>
              <p:nvPr userDrawn="1"/>
            </p:nvSpPr>
            <p:spPr bwMode="auto">
              <a:xfrm>
                <a:off x="1186" y="567"/>
                <a:ext cx="50" cy="128"/>
              </a:xfrm>
              <a:custGeom>
                <a:avLst/>
                <a:gdLst>
                  <a:gd name="T0" fmla="*/ 27 w 41"/>
                  <a:gd name="T1" fmla="*/ 104 h 104"/>
                  <a:gd name="T2" fmla="*/ 26 w 41"/>
                  <a:gd name="T3" fmla="*/ 104 h 104"/>
                  <a:gd name="T4" fmla="*/ 1 w 41"/>
                  <a:gd name="T5" fmla="*/ 85 h 104"/>
                  <a:gd name="T6" fmla="*/ 0 w 41"/>
                  <a:gd name="T7" fmla="*/ 83 h 104"/>
                  <a:gd name="T8" fmla="*/ 37 w 41"/>
                  <a:gd name="T9" fmla="*/ 1 h 104"/>
                  <a:gd name="T10" fmla="*/ 39 w 41"/>
                  <a:gd name="T11" fmla="*/ 0 h 104"/>
                  <a:gd name="T12" fmla="*/ 41 w 41"/>
                  <a:gd name="T13" fmla="*/ 2 h 104"/>
                  <a:gd name="T14" fmla="*/ 28 w 41"/>
                  <a:gd name="T15" fmla="*/ 103 h 104"/>
                  <a:gd name="T16" fmla="*/ 27 w 41"/>
                  <a:gd name="T17" fmla="*/ 104 h 104"/>
                  <a:gd name="T18" fmla="*/ 4 w 41"/>
                  <a:gd name="T19" fmla="*/ 83 h 104"/>
                  <a:gd name="T20" fmla="*/ 25 w 41"/>
                  <a:gd name="T21" fmla="*/ 99 h 104"/>
                  <a:gd name="T22" fmla="*/ 36 w 41"/>
                  <a:gd name="T23" fmla="*/ 12 h 104"/>
                  <a:gd name="T24" fmla="*/ 4 w 41"/>
                  <a:gd name="T25" fmla="*/ 8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104">
                    <a:moveTo>
                      <a:pt x="27" y="104"/>
                    </a:moveTo>
                    <a:cubicBezTo>
                      <a:pt x="26" y="104"/>
                      <a:pt x="26" y="104"/>
                      <a:pt x="26" y="104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0" y="85"/>
                      <a:pt x="0" y="84"/>
                      <a:pt x="0" y="83"/>
                    </a:cubicBezTo>
                    <a:cubicBezTo>
                      <a:pt x="2" y="79"/>
                      <a:pt x="36" y="4"/>
                      <a:pt x="37" y="1"/>
                    </a:cubicBezTo>
                    <a:cubicBezTo>
                      <a:pt x="38" y="0"/>
                      <a:pt x="39" y="0"/>
                      <a:pt x="39" y="0"/>
                    </a:cubicBezTo>
                    <a:cubicBezTo>
                      <a:pt x="40" y="1"/>
                      <a:pt x="41" y="1"/>
                      <a:pt x="41" y="2"/>
                    </a:cubicBezTo>
                    <a:cubicBezTo>
                      <a:pt x="28" y="103"/>
                      <a:pt x="28" y="103"/>
                      <a:pt x="28" y="103"/>
                    </a:cubicBezTo>
                    <a:cubicBezTo>
                      <a:pt x="28" y="103"/>
                      <a:pt x="28" y="104"/>
                      <a:pt x="27" y="104"/>
                    </a:cubicBezTo>
                    <a:close/>
                    <a:moveTo>
                      <a:pt x="4" y="83"/>
                    </a:moveTo>
                    <a:cubicBezTo>
                      <a:pt x="25" y="99"/>
                      <a:pt x="25" y="99"/>
                      <a:pt x="25" y="99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24" y="38"/>
                      <a:pt x="7" y="76"/>
                      <a:pt x="4" y="8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9" name="Freeform 1026"/>
              <p:cNvSpPr>
                <a:spLocks noEditPoints="1"/>
              </p:cNvSpPr>
              <p:nvPr userDrawn="1"/>
            </p:nvSpPr>
            <p:spPr bwMode="auto">
              <a:xfrm>
                <a:off x="1167" y="668"/>
                <a:ext cx="53" cy="87"/>
              </a:xfrm>
              <a:custGeom>
                <a:avLst/>
                <a:gdLst>
                  <a:gd name="T0" fmla="*/ 2 w 43"/>
                  <a:gd name="T1" fmla="*/ 70 h 70"/>
                  <a:gd name="T2" fmla="*/ 1 w 43"/>
                  <a:gd name="T3" fmla="*/ 70 h 70"/>
                  <a:gd name="T4" fmla="*/ 0 w 43"/>
                  <a:gd name="T5" fmla="*/ 68 h 70"/>
                  <a:gd name="T6" fmla="*/ 15 w 43"/>
                  <a:gd name="T7" fmla="*/ 1 h 70"/>
                  <a:gd name="T8" fmla="*/ 16 w 43"/>
                  <a:gd name="T9" fmla="*/ 0 h 70"/>
                  <a:gd name="T10" fmla="*/ 18 w 43"/>
                  <a:gd name="T11" fmla="*/ 0 h 70"/>
                  <a:gd name="T12" fmla="*/ 43 w 43"/>
                  <a:gd name="T13" fmla="*/ 19 h 70"/>
                  <a:gd name="T14" fmla="*/ 43 w 43"/>
                  <a:gd name="T15" fmla="*/ 20 h 70"/>
                  <a:gd name="T16" fmla="*/ 43 w 43"/>
                  <a:gd name="T17" fmla="*/ 22 h 70"/>
                  <a:gd name="T18" fmla="*/ 3 w 43"/>
                  <a:gd name="T19" fmla="*/ 70 h 70"/>
                  <a:gd name="T20" fmla="*/ 2 w 43"/>
                  <a:gd name="T21" fmla="*/ 70 h 70"/>
                  <a:gd name="T22" fmla="*/ 18 w 43"/>
                  <a:gd name="T23" fmla="*/ 5 h 70"/>
                  <a:gd name="T24" fmla="*/ 5 w 43"/>
                  <a:gd name="T25" fmla="*/ 62 h 70"/>
                  <a:gd name="T26" fmla="*/ 39 w 43"/>
                  <a:gd name="T27" fmla="*/ 21 h 70"/>
                  <a:gd name="T28" fmla="*/ 18 w 43"/>
                  <a:gd name="T29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70">
                    <a:moveTo>
                      <a:pt x="2" y="70"/>
                    </a:moveTo>
                    <a:cubicBezTo>
                      <a:pt x="1" y="70"/>
                      <a:pt x="1" y="70"/>
                      <a:pt x="1" y="70"/>
                    </a:cubicBezTo>
                    <a:cubicBezTo>
                      <a:pt x="0" y="70"/>
                      <a:pt x="0" y="69"/>
                      <a:pt x="0" y="68"/>
                    </a:cubicBezTo>
                    <a:cubicBezTo>
                      <a:pt x="1" y="65"/>
                      <a:pt x="14" y="4"/>
                      <a:pt x="15" y="1"/>
                    </a:cubicBezTo>
                    <a:cubicBezTo>
                      <a:pt x="15" y="1"/>
                      <a:pt x="16" y="0"/>
                      <a:pt x="16" y="0"/>
                    </a:cubicBezTo>
                    <a:cubicBezTo>
                      <a:pt x="17" y="0"/>
                      <a:pt x="17" y="0"/>
                      <a:pt x="18" y="0"/>
                    </a:cubicBezTo>
                    <a:cubicBezTo>
                      <a:pt x="43" y="19"/>
                      <a:pt x="43" y="19"/>
                      <a:pt x="43" y="19"/>
                    </a:cubicBezTo>
                    <a:cubicBezTo>
                      <a:pt x="43" y="19"/>
                      <a:pt x="43" y="20"/>
                      <a:pt x="43" y="20"/>
                    </a:cubicBezTo>
                    <a:cubicBezTo>
                      <a:pt x="43" y="21"/>
                      <a:pt x="43" y="21"/>
                      <a:pt x="43" y="22"/>
                    </a:cubicBezTo>
                    <a:cubicBezTo>
                      <a:pt x="3" y="70"/>
                      <a:pt x="3" y="70"/>
                      <a:pt x="3" y="70"/>
                    </a:cubicBezTo>
                    <a:cubicBezTo>
                      <a:pt x="3" y="70"/>
                      <a:pt x="2" y="70"/>
                      <a:pt x="2" y="70"/>
                    </a:cubicBezTo>
                    <a:close/>
                    <a:moveTo>
                      <a:pt x="18" y="5"/>
                    </a:moveTo>
                    <a:cubicBezTo>
                      <a:pt x="14" y="22"/>
                      <a:pt x="8" y="50"/>
                      <a:pt x="5" y="62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18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0" name="Freeform 1027"/>
              <p:cNvSpPr>
                <a:spLocks noEditPoints="1"/>
              </p:cNvSpPr>
              <p:nvPr userDrawn="1"/>
            </p:nvSpPr>
            <p:spPr bwMode="auto">
              <a:xfrm>
                <a:off x="1166" y="751"/>
                <a:ext cx="31" cy="119"/>
              </a:xfrm>
              <a:custGeom>
                <a:avLst/>
                <a:gdLst>
                  <a:gd name="T0" fmla="*/ 2 w 25"/>
                  <a:gd name="T1" fmla="*/ 96 h 96"/>
                  <a:gd name="T2" fmla="*/ 1 w 25"/>
                  <a:gd name="T3" fmla="*/ 96 h 96"/>
                  <a:gd name="T4" fmla="*/ 0 w 25"/>
                  <a:gd name="T5" fmla="*/ 94 h 96"/>
                  <a:gd name="T6" fmla="*/ 1 w 25"/>
                  <a:gd name="T7" fmla="*/ 2 h 96"/>
                  <a:gd name="T8" fmla="*/ 3 w 25"/>
                  <a:gd name="T9" fmla="*/ 0 h 96"/>
                  <a:gd name="T10" fmla="*/ 4 w 25"/>
                  <a:gd name="T11" fmla="*/ 1 h 96"/>
                  <a:gd name="T12" fmla="*/ 24 w 25"/>
                  <a:gd name="T13" fmla="*/ 70 h 96"/>
                  <a:gd name="T14" fmla="*/ 24 w 25"/>
                  <a:gd name="T15" fmla="*/ 71 h 96"/>
                  <a:gd name="T16" fmla="*/ 3 w 25"/>
                  <a:gd name="T17" fmla="*/ 95 h 96"/>
                  <a:gd name="T18" fmla="*/ 2 w 25"/>
                  <a:gd name="T19" fmla="*/ 96 h 96"/>
                  <a:gd name="T20" fmla="*/ 4 w 25"/>
                  <a:gd name="T21" fmla="*/ 13 h 96"/>
                  <a:gd name="T22" fmla="*/ 4 w 25"/>
                  <a:gd name="T23" fmla="*/ 90 h 96"/>
                  <a:gd name="T24" fmla="*/ 21 w 25"/>
                  <a:gd name="T25" fmla="*/ 70 h 96"/>
                  <a:gd name="T26" fmla="*/ 4 w 25"/>
                  <a:gd name="T27" fmla="*/ 13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" h="96">
                    <a:moveTo>
                      <a:pt x="2" y="96"/>
                    </a:moveTo>
                    <a:cubicBezTo>
                      <a:pt x="1" y="96"/>
                      <a:pt x="1" y="96"/>
                      <a:pt x="1" y="96"/>
                    </a:cubicBezTo>
                    <a:cubicBezTo>
                      <a:pt x="1" y="95"/>
                      <a:pt x="0" y="95"/>
                      <a:pt x="0" y="94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3" y="0"/>
                      <a:pt x="4" y="0"/>
                      <a:pt x="4" y="1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4" y="71"/>
                      <a:pt x="24" y="71"/>
                    </a:cubicBezTo>
                    <a:cubicBezTo>
                      <a:pt x="3" y="95"/>
                      <a:pt x="3" y="95"/>
                      <a:pt x="3" y="95"/>
                    </a:cubicBezTo>
                    <a:cubicBezTo>
                      <a:pt x="3" y="96"/>
                      <a:pt x="2" y="96"/>
                      <a:pt x="2" y="96"/>
                    </a:cubicBezTo>
                    <a:close/>
                    <a:moveTo>
                      <a:pt x="4" y="13"/>
                    </a:moveTo>
                    <a:cubicBezTo>
                      <a:pt x="4" y="90"/>
                      <a:pt x="4" y="90"/>
                      <a:pt x="4" y="90"/>
                    </a:cubicBezTo>
                    <a:cubicBezTo>
                      <a:pt x="21" y="70"/>
                      <a:pt x="21" y="70"/>
                      <a:pt x="21" y="70"/>
                    </a:cubicBezTo>
                    <a:lnTo>
                      <a:pt x="4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1" name="Freeform 1028"/>
              <p:cNvSpPr>
                <a:spLocks noEditPoints="1"/>
              </p:cNvSpPr>
              <p:nvPr userDrawn="1"/>
            </p:nvSpPr>
            <p:spPr bwMode="auto">
              <a:xfrm>
                <a:off x="1655" y="366"/>
                <a:ext cx="115" cy="82"/>
              </a:xfrm>
              <a:custGeom>
                <a:avLst/>
                <a:gdLst>
                  <a:gd name="T0" fmla="*/ 81 w 93"/>
                  <a:gd name="T1" fmla="*/ 66 h 66"/>
                  <a:gd name="T2" fmla="*/ 80 w 93"/>
                  <a:gd name="T3" fmla="*/ 65 h 66"/>
                  <a:gd name="T4" fmla="*/ 1 w 93"/>
                  <a:gd name="T5" fmla="*/ 3 h 66"/>
                  <a:gd name="T6" fmla="*/ 0 w 93"/>
                  <a:gd name="T7" fmla="*/ 1 h 66"/>
                  <a:gd name="T8" fmla="*/ 2 w 93"/>
                  <a:gd name="T9" fmla="*/ 0 h 66"/>
                  <a:gd name="T10" fmla="*/ 91 w 93"/>
                  <a:gd name="T11" fmla="*/ 23 h 66"/>
                  <a:gd name="T12" fmla="*/ 92 w 93"/>
                  <a:gd name="T13" fmla="*/ 25 h 66"/>
                  <a:gd name="T14" fmla="*/ 82 w 93"/>
                  <a:gd name="T15" fmla="*/ 64 h 66"/>
                  <a:gd name="T16" fmla="*/ 81 w 93"/>
                  <a:gd name="T17" fmla="*/ 65 h 66"/>
                  <a:gd name="T18" fmla="*/ 81 w 93"/>
                  <a:gd name="T19" fmla="*/ 66 h 66"/>
                  <a:gd name="T20" fmla="*/ 9 w 93"/>
                  <a:gd name="T21" fmla="*/ 5 h 66"/>
                  <a:gd name="T22" fmla="*/ 80 w 93"/>
                  <a:gd name="T23" fmla="*/ 61 h 66"/>
                  <a:gd name="T24" fmla="*/ 89 w 93"/>
                  <a:gd name="T25" fmla="*/ 26 h 66"/>
                  <a:gd name="T26" fmla="*/ 9 w 93"/>
                  <a:gd name="T27" fmla="*/ 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3" h="66">
                    <a:moveTo>
                      <a:pt x="81" y="66"/>
                    </a:moveTo>
                    <a:cubicBezTo>
                      <a:pt x="80" y="66"/>
                      <a:pt x="80" y="65"/>
                      <a:pt x="80" y="6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2" y="23"/>
                      <a:pt x="93" y="24"/>
                      <a:pt x="92" y="25"/>
                    </a:cubicBezTo>
                    <a:cubicBezTo>
                      <a:pt x="82" y="64"/>
                      <a:pt x="82" y="64"/>
                      <a:pt x="82" y="64"/>
                    </a:cubicBezTo>
                    <a:cubicBezTo>
                      <a:pt x="82" y="65"/>
                      <a:pt x="82" y="65"/>
                      <a:pt x="81" y="65"/>
                    </a:cubicBezTo>
                    <a:lnTo>
                      <a:pt x="81" y="66"/>
                    </a:lnTo>
                    <a:close/>
                    <a:moveTo>
                      <a:pt x="9" y="5"/>
                    </a:moveTo>
                    <a:cubicBezTo>
                      <a:pt x="80" y="61"/>
                      <a:pt x="80" y="61"/>
                      <a:pt x="80" y="61"/>
                    </a:cubicBezTo>
                    <a:cubicBezTo>
                      <a:pt x="89" y="26"/>
                      <a:pt x="89" y="26"/>
                      <a:pt x="89" y="26"/>
                    </a:cubicBez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2" name="Freeform 1029"/>
              <p:cNvSpPr>
                <a:spLocks noEditPoints="1"/>
              </p:cNvSpPr>
              <p:nvPr userDrawn="1"/>
            </p:nvSpPr>
            <p:spPr bwMode="auto">
              <a:xfrm>
                <a:off x="1537" y="359"/>
                <a:ext cx="109" cy="47"/>
              </a:xfrm>
              <a:custGeom>
                <a:avLst/>
                <a:gdLst>
                  <a:gd name="T0" fmla="*/ 86 w 88"/>
                  <a:gd name="T1" fmla="*/ 38 h 38"/>
                  <a:gd name="T2" fmla="*/ 86 w 88"/>
                  <a:gd name="T3" fmla="*/ 38 h 38"/>
                  <a:gd name="T4" fmla="*/ 2 w 88"/>
                  <a:gd name="T5" fmla="*/ 29 h 38"/>
                  <a:gd name="T6" fmla="*/ 0 w 88"/>
                  <a:gd name="T7" fmla="*/ 27 h 38"/>
                  <a:gd name="T8" fmla="*/ 1 w 88"/>
                  <a:gd name="T9" fmla="*/ 26 h 38"/>
                  <a:gd name="T10" fmla="*/ 57 w 88"/>
                  <a:gd name="T11" fmla="*/ 0 h 38"/>
                  <a:gd name="T12" fmla="*/ 59 w 88"/>
                  <a:gd name="T13" fmla="*/ 1 h 38"/>
                  <a:gd name="T14" fmla="*/ 87 w 88"/>
                  <a:gd name="T15" fmla="*/ 35 h 38"/>
                  <a:gd name="T16" fmla="*/ 87 w 88"/>
                  <a:gd name="T17" fmla="*/ 37 h 38"/>
                  <a:gd name="T18" fmla="*/ 86 w 88"/>
                  <a:gd name="T19" fmla="*/ 38 h 38"/>
                  <a:gd name="T20" fmla="*/ 8 w 88"/>
                  <a:gd name="T21" fmla="*/ 26 h 38"/>
                  <a:gd name="T22" fmla="*/ 82 w 88"/>
                  <a:gd name="T23" fmla="*/ 34 h 38"/>
                  <a:gd name="T24" fmla="*/ 57 w 88"/>
                  <a:gd name="T25" fmla="*/ 4 h 38"/>
                  <a:gd name="T26" fmla="*/ 8 w 88"/>
                  <a:gd name="T27" fmla="*/ 2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38">
                    <a:moveTo>
                      <a:pt x="86" y="38"/>
                    </a:moveTo>
                    <a:cubicBezTo>
                      <a:pt x="86" y="38"/>
                      <a:pt x="86" y="38"/>
                      <a:pt x="86" y="38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1" y="29"/>
                      <a:pt x="0" y="28"/>
                      <a:pt x="0" y="27"/>
                    </a:cubicBezTo>
                    <a:cubicBezTo>
                      <a:pt x="0" y="27"/>
                      <a:pt x="0" y="26"/>
                      <a:pt x="1" y="26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9" y="0"/>
                      <a:pt x="59" y="1"/>
                    </a:cubicBezTo>
                    <a:cubicBezTo>
                      <a:pt x="87" y="35"/>
                      <a:pt x="87" y="35"/>
                      <a:pt x="87" y="35"/>
                    </a:cubicBezTo>
                    <a:cubicBezTo>
                      <a:pt x="88" y="35"/>
                      <a:pt x="88" y="36"/>
                      <a:pt x="87" y="37"/>
                    </a:cubicBezTo>
                    <a:cubicBezTo>
                      <a:pt x="87" y="37"/>
                      <a:pt x="87" y="38"/>
                      <a:pt x="86" y="38"/>
                    </a:cubicBezTo>
                    <a:close/>
                    <a:moveTo>
                      <a:pt x="8" y="26"/>
                    </a:moveTo>
                    <a:cubicBezTo>
                      <a:pt x="82" y="34"/>
                      <a:pt x="82" y="34"/>
                      <a:pt x="82" y="34"/>
                    </a:cubicBezTo>
                    <a:cubicBezTo>
                      <a:pt x="57" y="4"/>
                      <a:pt x="57" y="4"/>
                      <a:pt x="57" y="4"/>
                    </a:cubicBezTo>
                    <a:lnTo>
                      <a:pt x="8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3" name="Freeform 1030"/>
              <p:cNvSpPr>
                <a:spLocks noEditPoints="1"/>
              </p:cNvSpPr>
              <p:nvPr userDrawn="1"/>
            </p:nvSpPr>
            <p:spPr bwMode="auto">
              <a:xfrm>
                <a:off x="1853" y="461"/>
                <a:ext cx="79" cy="97"/>
              </a:xfrm>
              <a:custGeom>
                <a:avLst/>
                <a:gdLst>
                  <a:gd name="T0" fmla="*/ 62 w 64"/>
                  <a:gd name="T1" fmla="*/ 78 h 78"/>
                  <a:gd name="T2" fmla="*/ 61 w 64"/>
                  <a:gd name="T3" fmla="*/ 78 h 78"/>
                  <a:gd name="T4" fmla="*/ 1 w 64"/>
                  <a:gd name="T5" fmla="*/ 54 h 78"/>
                  <a:gd name="T6" fmla="*/ 0 w 64"/>
                  <a:gd name="T7" fmla="*/ 53 h 78"/>
                  <a:gd name="T8" fmla="*/ 0 w 64"/>
                  <a:gd name="T9" fmla="*/ 51 h 78"/>
                  <a:gd name="T10" fmla="*/ 30 w 64"/>
                  <a:gd name="T11" fmla="*/ 1 h 78"/>
                  <a:gd name="T12" fmla="*/ 31 w 64"/>
                  <a:gd name="T13" fmla="*/ 0 h 78"/>
                  <a:gd name="T14" fmla="*/ 33 w 64"/>
                  <a:gd name="T15" fmla="*/ 1 h 78"/>
                  <a:gd name="T16" fmla="*/ 64 w 64"/>
                  <a:gd name="T17" fmla="*/ 76 h 78"/>
                  <a:gd name="T18" fmla="*/ 63 w 64"/>
                  <a:gd name="T19" fmla="*/ 78 h 78"/>
                  <a:gd name="T20" fmla="*/ 62 w 64"/>
                  <a:gd name="T21" fmla="*/ 78 h 78"/>
                  <a:gd name="T22" fmla="*/ 4 w 64"/>
                  <a:gd name="T23" fmla="*/ 51 h 78"/>
                  <a:gd name="T24" fmla="*/ 59 w 64"/>
                  <a:gd name="T25" fmla="*/ 73 h 78"/>
                  <a:gd name="T26" fmla="*/ 31 w 64"/>
                  <a:gd name="T27" fmla="*/ 6 h 78"/>
                  <a:gd name="T28" fmla="*/ 4 w 64"/>
                  <a:gd name="T29" fmla="*/ 5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78">
                    <a:moveTo>
                      <a:pt x="62" y="78"/>
                    </a:moveTo>
                    <a:cubicBezTo>
                      <a:pt x="61" y="78"/>
                      <a:pt x="61" y="78"/>
                      <a:pt x="61" y="78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0" y="54"/>
                      <a:pt x="0" y="53"/>
                      <a:pt x="0" y="53"/>
                    </a:cubicBezTo>
                    <a:cubicBezTo>
                      <a:pt x="0" y="52"/>
                      <a:pt x="0" y="52"/>
                      <a:pt x="0" y="51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32" y="0"/>
                      <a:pt x="32" y="1"/>
                      <a:pt x="33" y="1"/>
                    </a:cubicBezTo>
                    <a:cubicBezTo>
                      <a:pt x="64" y="76"/>
                      <a:pt x="64" y="76"/>
                      <a:pt x="64" y="76"/>
                    </a:cubicBezTo>
                    <a:cubicBezTo>
                      <a:pt x="64" y="76"/>
                      <a:pt x="64" y="77"/>
                      <a:pt x="63" y="78"/>
                    </a:cubicBezTo>
                    <a:cubicBezTo>
                      <a:pt x="63" y="78"/>
                      <a:pt x="62" y="78"/>
                      <a:pt x="62" y="78"/>
                    </a:cubicBezTo>
                    <a:close/>
                    <a:moveTo>
                      <a:pt x="4" y="51"/>
                    </a:moveTo>
                    <a:cubicBezTo>
                      <a:pt x="59" y="73"/>
                      <a:pt x="59" y="73"/>
                      <a:pt x="59" y="73"/>
                    </a:cubicBezTo>
                    <a:cubicBezTo>
                      <a:pt x="31" y="6"/>
                      <a:pt x="31" y="6"/>
                      <a:pt x="31" y="6"/>
                    </a:cubicBezTo>
                    <a:lnTo>
                      <a:pt x="4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4" name="Freeform 1031"/>
              <p:cNvSpPr>
                <a:spLocks noEditPoints="1"/>
              </p:cNvSpPr>
              <p:nvPr userDrawn="1"/>
            </p:nvSpPr>
            <p:spPr bwMode="auto">
              <a:xfrm>
                <a:off x="472" y="904"/>
                <a:ext cx="79" cy="97"/>
              </a:xfrm>
              <a:custGeom>
                <a:avLst/>
                <a:gdLst>
                  <a:gd name="T0" fmla="*/ 63 w 64"/>
                  <a:gd name="T1" fmla="*/ 78 h 78"/>
                  <a:gd name="T2" fmla="*/ 62 w 64"/>
                  <a:gd name="T3" fmla="*/ 78 h 78"/>
                  <a:gd name="T4" fmla="*/ 1 w 64"/>
                  <a:gd name="T5" fmla="*/ 54 h 78"/>
                  <a:gd name="T6" fmla="*/ 0 w 64"/>
                  <a:gd name="T7" fmla="*/ 53 h 78"/>
                  <a:gd name="T8" fmla="*/ 1 w 64"/>
                  <a:gd name="T9" fmla="*/ 52 h 78"/>
                  <a:gd name="T10" fmla="*/ 30 w 64"/>
                  <a:gd name="T11" fmla="*/ 1 h 78"/>
                  <a:gd name="T12" fmla="*/ 32 w 64"/>
                  <a:gd name="T13" fmla="*/ 0 h 78"/>
                  <a:gd name="T14" fmla="*/ 33 w 64"/>
                  <a:gd name="T15" fmla="*/ 1 h 78"/>
                  <a:gd name="T16" fmla="*/ 64 w 64"/>
                  <a:gd name="T17" fmla="*/ 76 h 78"/>
                  <a:gd name="T18" fmla="*/ 64 w 64"/>
                  <a:gd name="T19" fmla="*/ 78 h 78"/>
                  <a:gd name="T20" fmla="*/ 63 w 64"/>
                  <a:gd name="T21" fmla="*/ 78 h 78"/>
                  <a:gd name="T22" fmla="*/ 4 w 64"/>
                  <a:gd name="T23" fmla="*/ 52 h 78"/>
                  <a:gd name="T24" fmla="*/ 60 w 64"/>
                  <a:gd name="T25" fmla="*/ 74 h 78"/>
                  <a:gd name="T26" fmla="*/ 31 w 64"/>
                  <a:gd name="T27" fmla="*/ 6 h 78"/>
                  <a:gd name="T28" fmla="*/ 4 w 64"/>
                  <a:gd name="T29" fmla="*/ 5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78">
                    <a:moveTo>
                      <a:pt x="63" y="78"/>
                    </a:moveTo>
                    <a:cubicBezTo>
                      <a:pt x="62" y="78"/>
                      <a:pt x="62" y="78"/>
                      <a:pt x="62" y="78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1" y="54"/>
                      <a:pt x="1" y="53"/>
                      <a:pt x="0" y="53"/>
                    </a:cubicBezTo>
                    <a:cubicBezTo>
                      <a:pt x="0" y="53"/>
                      <a:pt x="0" y="52"/>
                      <a:pt x="1" y="52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1" y="1"/>
                      <a:pt x="31" y="0"/>
                      <a:pt x="32" y="0"/>
                    </a:cubicBezTo>
                    <a:cubicBezTo>
                      <a:pt x="32" y="0"/>
                      <a:pt x="33" y="1"/>
                      <a:pt x="33" y="1"/>
                    </a:cubicBezTo>
                    <a:cubicBezTo>
                      <a:pt x="64" y="76"/>
                      <a:pt x="64" y="76"/>
                      <a:pt x="64" y="76"/>
                    </a:cubicBezTo>
                    <a:cubicBezTo>
                      <a:pt x="64" y="77"/>
                      <a:pt x="64" y="77"/>
                      <a:pt x="64" y="78"/>
                    </a:cubicBezTo>
                    <a:cubicBezTo>
                      <a:pt x="63" y="78"/>
                      <a:pt x="63" y="78"/>
                      <a:pt x="63" y="78"/>
                    </a:cubicBezTo>
                    <a:close/>
                    <a:moveTo>
                      <a:pt x="4" y="52"/>
                    </a:moveTo>
                    <a:cubicBezTo>
                      <a:pt x="60" y="74"/>
                      <a:pt x="60" y="74"/>
                      <a:pt x="60" y="74"/>
                    </a:cubicBezTo>
                    <a:cubicBezTo>
                      <a:pt x="31" y="6"/>
                      <a:pt x="31" y="6"/>
                      <a:pt x="31" y="6"/>
                    </a:cubicBezTo>
                    <a:lnTo>
                      <a:pt x="4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5" name="Freeform 1032"/>
              <p:cNvSpPr>
                <a:spLocks noEditPoints="1"/>
              </p:cNvSpPr>
              <p:nvPr userDrawn="1"/>
            </p:nvSpPr>
            <p:spPr bwMode="auto">
              <a:xfrm>
                <a:off x="1425" y="390"/>
                <a:ext cx="146" cy="58"/>
              </a:xfrm>
              <a:custGeom>
                <a:avLst/>
                <a:gdLst>
                  <a:gd name="T0" fmla="*/ 116 w 118"/>
                  <a:gd name="T1" fmla="*/ 47 h 47"/>
                  <a:gd name="T2" fmla="*/ 116 w 118"/>
                  <a:gd name="T3" fmla="*/ 46 h 47"/>
                  <a:gd name="T4" fmla="*/ 1 w 118"/>
                  <a:gd name="T5" fmla="*/ 10 h 47"/>
                  <a:gd name="T6" fmla="*/ 0 w 118"/>
                  <a:gd name="T7" fmla="*/ 8 h 47"/>
                  <a:gd name="T8" fmla="*/ 1 w 118"/>
                  <a:gd name="T9" fmla="*/ 6 h 47"/>
                  <a:gd name="T10" fmla="*/ 93 w 118"/>
                  <a:gd name="T11" fmla="*/ 0 h 47"/>
                  <a:gd name="T12" fmla="*/ 94 w 118"/>
                  <a:gd name="T13" fmla="*/ 1 h 47"/>
                  <a:gd name="T14" fmla="*/ 118 w 118"/>
                  <a:gd name="T15" fmla="*/ 44 h 47"/>
                  <a:gd name="T16" fmla="*/ 118 w 118"/>
                  <a:gd name="T17" fmla="*/ 46 h 47"/>
                  <a:gd name="T18" fmla="*/ 116 w 118"/>
                  <a:gd name="T19" fmla="*/ 47 h 47"/>
                  <a:gd name="T20" fmla="*/ 11 w 118"/>
                  <a:gd name="T21" fmla="*/ 9 h 47"/>
                  <a:gd name="T22" fmla="*/ 113 w 118"/>
                  <a:gd name="T23" fmla="*/ 42 h 47"/>
                  <a:gd name="T24" fmla="*/ 92 w 118"/>
                  <a:gd name="T25" fmla="*/ 4 h 47"/>
                  <a:gd name="T26" fmla="*/ 11 w 118"/>
                  <a:gd name="T27" fmla="*/ 9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8" h="47">
                    <a:moveTo>
                      <a:pt x="116" y="47"/>
                    </a:moveTo>
                    <a:cubicBezTo>
                      <a:pt x="116" y="46"/>
                      <a:pt x="116" y="46"/>
                      <a:pt x="116" y="46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0" y="7"/>
                      <a:pt x="1" y="6"/>
                      <a:pt x="1" y="6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93" y="0"/>
                      <a:pt x="94" y="1"/>
                      <a:pt x="94" y="1"/>
                    </a:cubicBezTo>
                    <a:cubicBezTo>
                      <a:pt x="118" y="44"/>
                      <a:pt x="118" y="44"/>
                      <a:pt x="118" y="44"/>
                    </a:cubicBezTo>
                    <a:cubicBezTo>
                      <a:pt x="118" y="45"/>
                      <a:pt x="118" y="45"/>
                      <a:pt x="118" y="46"/>
                    </a:cubicBezTo>
                    <a:cubicBezTo>
                      <a:pt x="117" y="46"/>
                      <a:pt x="117" y="47"/>
                      <a:pt x="116" y="47"/>
                    </a:cubicBezTo>
                    <a:close/>
                    <a:moveTo>
                      <a:pt x="11" y="9"/>
                    </a:moveTo>
                    <a:cubicBezTo>
                      <a:pt x="113" y="42"/>
                      <a:pt x="113" y="42"/>
                      <a:pt x="113" y="42"/>
                    </a:cubicBezTo>
                    <a:cubicBezTo>
                      <a:pt x="92" y="4"/>
                      <a:pt x="92" y="4"/>
                      <a:pt x="92" y="4"/>
                    </a:cubicBezTo>
                    <a:lnTo>
                      <a:pt x="11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6" name="Freeform 1033"/>
              <p:cNvSpPr>
                <a:spLocks noEditPoints="1"/>
              </p:cNvSpPr>
              <p:nvPr userDrawn="1"/>
            </p:nvSpPr>
            <p:spPr bwMode="auto">
              <a:xfrm>
                <a:off x="1300" y="461"/>
                <a:ext cx="76" cy="80"/>
              </a:xfrm>
              <a:custGeom>
                <a:avLst/>
                <a:gdLst>
                  <a:gd name="T0" fmla="*/ 9 w 62"/>
                  <a:gd name="T1" fmla="*/ 64 h 64"/>
                  <a:gd name="T2" fmla="*/ 8 w 62"/>
                  <a:gd name="T3" fmla="*/ 64 h 64"/>
                  <a:gd name="T4" fmla="*/ 7 w 62"/>
                  <a:gd name="T5" fmla="*/ 63 h 64"/>
                  <a:gd name="T6" fmla="*/ 1 w 62"/>
                  <a:gd name="T7" fmla="*/ 18 h 64"/>
                  <a:gd name="T8" fmla="*/ 2 w 62"/>
                  <a:gd name="T9" fmla="*/ 16 h 64"/>
                  <a:gd name="T10" fmla="*/ 60 w 62"/>
                  <a:gd name="T11" fmla="*/ 0 h 64"/>
                  <a:gd name="T12" fmla="*/ 62 w 62"/>
                  <a:gd name="T13" fmla="*/ 1 h 64"/>
                  <a:gd name="T14" fmla="*/ 62 w 62"/>
                  <a:gd name="T15" fmla="*/ 3 h 64"/>
                  <a:gd name="T16" fmla="*/ 10 w 62"/>
                  <a:gd name="T17" fmla="*/ 64 h 64"/>
                  <a:gd name="T18" fmla="*/ 9 w 62"/>
                  <a:gd name="T19" fmla="*/ 64 h 64"/>
                  <a:gd name="T20" fmla="*/ 4 w 62"/>
                  <a:gd name="T21" fmla="*/ 19 h 64"/>
                  <a:gd name="T22" fmla="*/ 10 w 62"/>
                  <a:gd name="T23" fmla="*/ 59 h 64"/>
                  <a:gd name="T24" fmla="*/ 56 w 62"/>
                  <a:gd name="T25" fmla="*/ 5 h 64"/>
                  <a:gd name="T26" fmla="*/ 4 w 62"/>
                  <a:gd name="T27" fmla="*/ 19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64">
                    <a:moveTo>
                      <a:pt x="9" y="64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8" y="64"/>
                      <a:pt x="7" y="63"/>
                      <a:pt x="7" y="63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0" y="17"/>
                      <a:pt x="1" y="16"/>
                      <a:pt x="2" y="16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1" y="0"/>
                      <a:pt x="61" y="0"/>
                      <a:pt x="62" y="1"/>
                    </a:cubicBezTo>
                    <a:cubicBezTo>
                      <a:pt x="62" y="1"/>
                      <a:pt x="62" y="2"/>
                      <a:pt x="62" y="3"/>
                    </a:cubicBezTo>
                    <a:cubicBezTo>
                      <a:pt x="10" y="64"/>
                      <a:pt x="10" y="64"/>
                      <a:pt x="10" y="64"/>
                    </a:cubicBezTo>
                    <a:cubicBezTo>
                      <a:pt x="10" y="64"/>
                      <a:pt x="9" y="64"/>
                      <a:pt x="9" y="64"/>
                    </a:cubicBezTo>
                    <a:close/>
                    <a:moveTo>
                      <a:pt x="4" y="19"/>
                    </a:moveTo>
                    <a:cubicBezTo>
                      <a:pt x="10" y="59"/>
                      <a:pt x="10" y="59"/>
                      <a:pt x="10" y="59"/>
                    </a:cubicBezTo>
                    <a:cubicBezTo>
                      <a:pt x="56" y="5"/>
                      <a:pt x="56" y="5"/>
                      <a:pt x="56" y="5"/>
                    </a:cubicBezTo>
                    <a:lnTo>
                      <a:pt x="4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7" name="Freeform 1034"/>
              <p:cNvSpPr>
                <a:spLocks noEditPoints="1"/>
              </p:cNvSpPr>
              <p:nvPr userDrawn="1"/>
            </p:nvSpPr>
            <p:spPr bwMode="auto">
              <a:xfrm>
                <a:off x="1231" y="537"/>
                <a:ext cx="82" cy="122"/>
              </a:xfrm>
              <a:custGeom>
                <a:avLst/>
                <a:gdLst>
                  <a:gd name="T0" fmla="*/ 33 w 66"/>
                  <a:gd name="T1" fmla="*/ 99 h 99"/>
                  <a:gd name="T2" fmla="*/ 31 w 66"/>
                  <a:gd name="T3" fmla="*/ 98 h 99"/>
                  <a:gd name="T4" fmla="*/ 0 w 66"/>
                  <a:gd name="T5" fmla="*/ 27 h 99"/>
                  <a:gd name="T6" fmla="*/ 0 w 66"/>
                  <a:gd name="T7" fmla="*/ 25 h 99"/>
                  <a:gd name="T8" fmla="*/ 1 w 66"/>
                  <a:gd name="T9" fmla="*/ 24 h 99"/>
                  <a:gd name="T10" fmla="*/ 63 w 66"/>
                  <a:gd name="T11" fmla="*/ 0 h 99"/>
                  <a:gd name="T12" fmla="*/ 65 w 66"/>
                  <a:gd name="T13" fmla="*/ 0 h 99"/>
                  <a:gd name="T14" fmla="*/ 65 w 66"/>
                  <a:gd name="T15" fmla="*/ 2 h 99"/>
                  <a:gd name="T16" fmla="*/ 34 w 66"/>
                  <a:gd name="T17" fmla="*/ 98 h 99"/>
                  <a:gd name="T18" fmla="*/ 33 w 66"/>
                  <a:gd name="T19" fmla="*/ 99 h 99"/>
                  <a:gd name="T20" fmla="*/ 4 w 66"/>
                  <a:gd name="T21" fmla="*/ 27 h 99"/>
                  <a:gd name="T22" fmla="*/ 33 w 66"/>
                  <a:gd name="T23" fmla="*/ 93 h 99"/>
                  <a:gd name="T24" fmla="*/ 61 w 66"/>
                  <a:gd name="T25" fmla="*/ 4 h 99"/>
                  <a:gd name="T26" fmla="*/ 4 w 66"/>
                  <a:gd name="T27" fmla="*/ 2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6" h="99">
                    <a:moveTo>
                      <a:pt x="33" y="99"/>
                    </a:moveTo>
                    <a:cubicBezTo>
                      <a:pt x="32" y="99"/>
                      <a:pt x="32" y="99"/>
                      <a:pt x="31" y="98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6"/>
                      <a:pt x="0" y="26"/>
                      <a:pt x="0" y="25"/>
                    </a:cubicBezTo>
                    <a:cubicBezTo>
                      <a:pt x="1" y="25"/>
                      <a:pt x="1" y="25"/>
                      <a:pt x="1" y="24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65" y="1"/>
                      <a:pt x="66" y="1"/>
                      <a:pt x="65" y="2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9"/>
                      <a:pt x="34" y="99"/>
                      <a:pt x="33" y="99"/>
                    </a:cubicBezTo>
                    <a:close/>
                    <a:moveTo>
                      <a:pt x="4" y="27"/>
                    </a:moveTo>
                    <a:cubicBezTo>
                      <a:pt x="33" y="93"/>
                      <a:pt x="33" y="93"/>
                      <a:pt x="33" y="93"/>
                    </a:cubicBezTo>
                    <a:cubicBezTo>
                      <a:pt x="61" y="4"/>
                      <a:pt x="61" y="4"/>
                      <a:pt x="61" y="4"/>
                    </a:cubicBezTo>
                    <a:lnTo>
                      <a:pt x="4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8" name="Freeform 1035"/>
              <p:cNvSpPr>
                <a:spLocks noEditPoints="1"/>
              </p:cNvSpPr>
              <p:nvPr userDrawn="1"/>
            </p:nvSpPr>
            <p:spPr bwMode="auto">
              <a:xfrm>
                <a:off x="1217" y="567"/>
                <a:ext cx="58" cy="128"/>
              </a:xfrm>
              <a:custGeom>
                <a:avLst/>
                <a:gdLst>
                  <a:gd name="T0" fmla="*/ 2 w 47"/>
                  <a:gd name="T1" fmla="*/ 104 h 104"/>
                  <a:gd name="T2" fmla="*/ 1 w 47"/>
                  <a:gd name="T3" fmla="*/ 104 h 104"/>
                  <a:gd name="T4" fmla="*/ 0 w 47"/>
                  <a:gd name="T5" fmla="*/ 102 h 104"/>
                  <a:gd name="T6" fmla="*/ 12 w 47"/>
                  <a:gd name="T7" fmla="*/ 2 h 104"/>
                  <a:gd name="T8" fmla="*/ 14 w 47"/>
                  <a:gd name="T9" fmla="*/ 0 h 104"/>
                  <a:gd name="T10" fmla="*/ 16 w 47"/>
                  <a:gd name="T11" fmla="*/ 1 h 104"/>
                  <a:gd name="T12" fmla="*/ 46 w 47"/>
                  <a:gd name="T13" fmla="*/ 73 h 104"/>
                  <a:gd name="T14" fmla="*/ 46 w 47"/>
                  <a:gd name="T15" fmla="*/ 75 h 104"/>
                  <a:gd name="T16" fmla="*/ 3 w 47"/>
                  <a:gd name="T17" fmla="*/ 104 h 104"/>
                  <a:gd name="T18" fmla="*/ 2 w 47"/>
                  <a:gd name="T19" fmla="*/ 104 h 104"/>
                  <a:gd name="T20" fmla="*/ 15 w 47"/>
                  <a:gd name="T21" fmla="*/ 8 h 104"/>
                  <a:gd name="T22" fmla="*/ 4 w 47"/>
                  <a:gd name="T23" fmla="*/ 99 h 104"/>
                  <a:gd name="T24" fmla="*/ 43 w 47"/>
                  <a:gd name="T25" fmla="*/ 73 h 104"/>
                  <a:gd name="T26" fmla="*/ 15 w 47"/>
                  <a:gd name="T27" fmla="*/ 8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7" h="104">
                    <a:moveTo>
                      <a:pt x="2" y="104"/>
                    </a:moveTo>
                    <a:cubicBezTo>
                      <a:pt x="1" y="104"/>
                      <a:pt x="1" y="104"/>
                      <a:pt x="1" y="104"/>
                    </a:cubicBezTo>
                    <a:cubicBezTo>
                      <a:pt x="0" y="104"/>
                      <a:pt x="0" y="103"/>
                      <a:pt x="0" y="10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3" y="0"/>
                      <a:pt x="14" y="0"/>
                    </a:cubicBezTo>
                    <a:cubicBezTo>
                      <a:pt x="14" y="0"/>
                      <a:pt x="15" y="1"/>
                      <a:pt x="16" y="1"/>
                    </a:cubicBezTo>
                    <a:cubicBezTo>
                      <a:pt x="46" y="73"/>
                      <a:pt x="46" y="73"/>
                      <a:pt x="46" y="73"/>
                    </a:cubicBezTo>
                    <a:cubicBezTo>
                      <a:pt x="47" y="73"/>
                      <a:pt x="46" y="74"/>
                      <a:pt x="46" y="75"/>
                    </a:cubicBezTo>
                    <a:cubicBezTo>
                      <a:pt x="3" y="104"/>
                      <a:pt x="3" y="104"/>
                      <a:pt x="3" y="104"/>
                    </a:cubicBezTo>
                    <a:lnTo>
                      <a:pt x="2" y="104"/>
                    </a:lnTo>
                    <a:close/>
                    <a:moveTo>
                      <a:pt x="15" y="8"/>
                    </a:moveTo>
                    <a:cubicBezTo>
                      <a:pt x="4" y="99"/>
                      <a:pt x="4" y="99"/>
                      <a:pt x="4" y="99"/>
                    </a:cubicBezTo>
                    <a:cubicBezTo>
                      <a:pt x="43" y="73"/>
                      <a:pt x="43" y="73"/>
                      <a:pt x="43" y="73"/>
                    </a:cubicBezTo>
                    <a:lnTo>
                      <a:pt x="15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9" name="Freeform 1036"/>
              <p:cNvSpPr>
                <a:spLocks noEditPoints="1"/>
              </p:cNvSpPr>
              <p:nvPr userDrawn="1"/>
            </p:nvSpPr>
            <p:spPr bwMode="auto">
              <a:xfrm>
                <a:off x="1167" y="692"/>
                <a:ext cx="81" cy="63"/>
              </a:xfrm>
              <a:custGeom>
                <a:avLst/>
                <a:gdLst>
                  <a:gd name="T0" fmla="*/ 2 w 65"/>
                  <a:gd name="T1" fmla="*/ 51 h 51"/>
                  <a:gd name="T2" fmla="*/ 0 w 65"/>
                  <a:gd name="T3" fmla="*/ 50 h 51"/>
                  <a:gd name="T4" fmla="*/ 1 w 65"/>
                  <a:gd name="T5" fmla="*/ 49 h 51"/>
                  <a:gd name="T6" fmla="*/ 40 w 65"/>
                  <a:gd name="T7" fmla="*/ 0 h 51"/>
                  <a:gd name="T8" fmla="*/ 42 w 65"/>
                  <a:gd name="T9" fmla="*/ 0 h 51"/>
                  <a:gd name="T10" fmla="*/ 43 w 65"/>
                  <a:gd name="T11" fmla="*/ 1 h 51"/>
                  <a:gd name="T12" fmla="*/ 65 w 65"/>
                  <a:gd name="T13" fmla="*/ 44 h 51"/>
                  <a:gd name="T14" fmla="*/ 65 w 65"/>
                  <a:gd name="T15" fmla="*/ 46 h 51"/>
                  <a:gd name="T16" fmla="*/ 63 w 65"/>
                  <a:gd name="T17" fmla="*/ 47 h 51"/>
                  <a:gd name="T18" fmla="*/ 2 w 65"/>
                  <a:gd name="T19" fmla="*/ 51 h 51"/>
                  <a:gd name="T20" fmla="*/ 41 w 65"/>
                  <a:gd name="T21" fmla="*/ 5 h 51"/>
                  <a:gd name="T22" fmla="*/ 6 w 65"/>
                  <a:gd name="T23" fmla="*/ 48 h 51"/>
                  <a:gd name="T24" fmla="*/ 61 w 65"/>
                  <a:gd name="T25" fmla="*/ 44 h 51"/>
                  <a:gd name="T26" fmla="*/ 41 w 65"/>
                  <a:gd name="T27" fmla="*/ 5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51">
                    <a:moveTo>
                      <a:pt x="2" y="51"/>
                    </a:moveTo>
                    <a:cubicBezTo>
                      <a:pt x="1" y="51"/>
                      <a:pt x="1" y="51"/>
                      <a:pt x="0" y="50"/>
                    </a:cubicBezTo>
                    <a:cubicBezTo>
                      <a:pt x="0" y="50"/>
                      <a:pt x="0" y="49"/>
                      <a:pt x="1" y="49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1" y="0"/>
                      <a:pt x="41" y="0"/>
                      <a:pt x="42" y="0"/>
                    </a:cubicBezTo>
                    <a:cubicBezTo>
                      <a:pt x="42" y="0"/>
                      <a:pt x="43" y="0"/>
                      <a:pt x="43" y="1"/>
                    </a:cubicBezTo>
                    <a:cubicBezTo>
                      <a:pt x="65" y="44"/>
                      <a:pt x="65" y="44"/>
                      <a:pt x="65" y="44"/>
                    </a:cubicBezTo>
                    <a:cubicBezTo>
                      <a:pt x="65" y="45"/>
                      <a:pt x="65" y="46"/>
                      <a:pt x="65" y="46"/>
                    </a:cubicBezTo>
                    <a:cubicBezTo>
                      <a:pt x="64" y="47"/>
                      <a:pt x="64" y="47"/>
                      <a:pt x="63" y="47"/>
                    </a:cubicBezTo>
                    <a:cubicBezTo>
                      <a:pt x="2" y="51"/>
                      <a:pt x="2" y="51"/>
                      <a:pt x="2" y="51"/>
                    </a:cubicBezTo>
                    <a:close/>
                    <a:moveTo>
                      <a:pt x="41" y="5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61" y="44"/>
                      <a:pt x="61" y="44"/>
                      <a:pt x="61" y="44"/>
                    </a:cubicBezTo>
                    <a:lnTo>
                      <a:pt x="41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0" name="Freeform 1037"/>
              <p:cNvSpPr>
                <a:spLocks noEditPoints="1"/>
              </p:cNvSpPr>
              <p:nvPr userDrawn="1"/>
            </p:nvSpPr>
            <p:spPr bwMode="auto">
              <a:xfrm>
                <a:off x="1167" y="746"/>
                <a:ext cx="81" cy="94"/>
              </a:xfrm>
              <a:custGeom>
                <a:avLst/>
                <a:gdLst>
                  <a:gd name="T0" fmla="*/ 22 w 65"/>
                  <a:gd name="T1" fmla="*/ 76 h 76"/>
                  <a:gd name="T2" fmla="*/ 22 w 65"/>
                  <a:gd name="T3" fmla="*/ 76 h 76"/>
                  <a:gd name="T4" fmla="*/ 20 w 65"/>
                  <a:gd name="T5" fmla="*/ 75 h 76"/>
                  <a:gd name="T6" fmla="*/ 0 w 65"/>
                  <a:gd name="T7" fmla="*/ 6 h 76"/>
                  <a:gd name="T8" fmla="*/ 0 w 65"/>
                  <a:gd name="T9" fmla="*/ 5 h 76"/>
                  <a:gd name="T10" fmla="*/ 2 w 65"/>
                  <a:gd name="T11" fmla="*/ 4 h 76"/>
                  <a:gd name="T12" fmla="*/ 63 w 65"/>
                  <a:gd name="T13" fmla="*/ 0 h 76"/>
                  <a:gd name="T14" fmla="*/ 65 w 65"/>
                  <a:gd name="T15" fmla="*/ 0 h 76"/>
                  <a:gd name="T16" fmla="*/ 65 w 65"/>
                  <a:gd name="T17" fmla="*/ 2 h 76"/>
                  <a:gd name="T18" fmla="*/ 23 w 65"/>
                  <a:gd name="T19" fmla="*/ 75 h 76"/>
                  <a:gd name="T20" fmla="*/ 22 w 65"/>
                  <a:gd name="T21" fmla="*/ 76 h 76"/>
                  <a:gd name="T22" fmla="*/ 4 w 65"/>
                  <a:gd name="T23" fmla="*/ 7 h 76"/>
                  <a:gd name="T24" fmla="*/ 22 w 65"/>
                  <a:gd name="T25" fmla="*/ 70 h 76"/>
                  <a:gd name="T26" fmla="*/ 60 w 65"/>
                  <a:gd name="T27" fmla="*/ 3 h 76"/>
                  <a:gd name="T28" fmla="*/ 4 w 65"/>
                  <a:gd name="T29" fmla="*/ 7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5" h="76">
                    <a:moveTo>
                      <a:pt x="22" y="76"/>
                    </a:moveTo>
                    <a:cubicBezTo>
                      <a:pt x="22" y="76"/>
                      <a:pt x="22" y="76"/>
                      <a:pt x="22" y="76"/>
                    </a:cubicBezTo>
                    <a:cubicBezTo>
                      <a:pt x="21" y="76"/>
                      <a:pt x="20" y="75"/>
                      <a:pt x="20" y="7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5"/>
                    </a:cubicBezTo>
                    <a:cubicBezTo>
                      <a:pt x="1" y="4"/>
                      <a:pt x="1" y="4"/>
                      <a:pt x="2" y="4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65" y="1"/>
                      <a:pt x="65" y="2"/>
                      <a:pt x="65" y="2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3" y="75"/>
                      <a:pt x="22" y="76"/>
                      <a:pt x="22" y="76"/>
                    </a:cubicBezTo>
                    <a:close/>
                    <a:moveTo>
                      <a:pt x="4" y="7"/>
                    </a:moveTo>
                    <a:cubicBezTo>
                      <a:pt x="22" y="70"/>
                      <a:pt x="22" y="70"/>
                      <a:pt x="22" y="70"/>
                    </a:cubicBezTo>
                    <a:cubicBezTo>
                      <a:pt x="60" y="3"/>
                      <a:pt x="60" y="3"/>
                      <a:pt x="60" y="3"/>
                    </a:cubicBez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1" name="Freeform 1038"/>
              <p:cNvSpPr>
                <a:spLocks noEditPoints="1"/>
              </p:cNvSpPr>
              <p:nvPr userDrawn="1"/>
            </p:nvSpPr>
            <p:spPr bwMode="auto">
              <a:xfrm>
                <a:off x="1203" y="520"/>
                <a:ext cx="109" cy="113"/>
              </a:xfrm>
              <a:custGeom>
                <a:avLst/>
                <a:gdLst>
                  <a:gd name="T0" fmla="*/ 2 w 88"/>
                  <a:gd name="T1" fmla="*/ 92 h 92"/>
                  <a:gd name="T2" fmla="*/ 1 w 88"/>
                  <a:gd name="T3" fmla="*/ 91 h 92"/>
                  <a:gd name="T4" fmla="*/ 0 w 88"/>
                  <a:gd name="T5" fmla="*/ 89 h 92"/>
                  <a:gd name="T6" fmla="*/ 54 w 88"/>
                  <a:gd name="T7" fmla="*/ 1 h 92"/>
                  <a:gd name="T8" fmla="*/ 57 w 88"/>
                  <a:gd name="T9" fmla="*/ 0 h 92"/>
                  <a:gd name="T10" fmla="*/ 87 w 88"/>
                  <a:gd name="T11" fmla="*/ 14 h 92"/>
                  <a:gd name="T12" fmla="*/ 88 w 88"/>
                  <a:gd name="T13" fmla="*/ 15 h 92"/>
                  <a:gd name="T14" fmla="*/ 88 w 88"/>
                  <a:gd name="T15" fmla="*/ 17 h 92"/>
                  <a:gd name="T16" fmla="*/ 3 w 88"/>
                  <a:gd name="T17" fmla="*/ 91 h 92"/>
                  <a:gd name="T18" fmla="*/ 2 w 88"/>
                  <a:gd name="T19" fmla="*/ 92 h 92"/>
                  <a:gd name="T20" fmla="*/ 57 w 88"/>
                  <a:gd name="T21" fmla="*/ 4 h 92"/>
                  <a:gd name="T22" fmla="*/ 9 w 88"/>
                  <a:gd name="T23" fmla="*/ 82 h 92"/>
                  <a:gd name="T24" fmla="*/ 84 w 88"/>
                  <a:gd name="T25" fmla="*/ 16 h 92"/>
                  <a:gd name="T26" fmla="*/ 57 w 88"/>
                  <a:gd name="T27" fmla="*/ 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92">
                    <a:moveTo>
                      <a:pt x="2" y="92"/>
                    </a:moveTo>
                    <a:cubicBezTo>
                      <a:pt x="1" y="92"/>
                      <a:pt x="1" y="92"/>
                      <a:pt x="1" y="91"/>
                    </a:cubicBezTo>
                    <a:cubicBezTo>
                      <a:pt x="0" y="91"/>
                      <a:pt x="0" y="90"/>
                      <a:pt x="0" y="89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5" y="0"/>
                      <a:pt x="56" y="0"/>
                      <a:pt x="57" y="0"/>
                    </a:cubicBezTo>
                    <a:cubicBezTo>
                      <a:pt x="87" y="14"/>
                      <a:pt x="87" y="14"/>
                      <a:pt x="87" y="14"/>
                    </a:cubicBezTo>
                    <a:cubicBezTo>
                      <a:pt x="88" y="14"/>
                      <a:pt x="88" y="15"/>
                      <a:pt x="88" y="15"/>
                    </a:cubicBezTo>
                    <a:cubicBezTo>
                      <a:pt x="88" y="16"/>
                      <a:pt x="88" y="16"/>
                      <a:pt x="88" y="17"/>
                    </a:cubicBezTo>
                    <a:cubicBezTo>
                      <a:pt x="3" y="91"/>
                      <a:pt x="3" y="91"/>
                      <a:pt x="3" y="91"/>
                    </a:cubicBezTo>
                    <a:cubicBezTo>
                      <a:pt x="3" y="92"/>
                      <a:pt x="2" y="92"/>
                      <a:pt x="2" y="92"/>
                    </a:cubicBezTo>
                    <a:close/>
                    <a:moveTo>
                      <a:pt x="57" y="4"/>
                    </a:moveTo>
                    <a:cubicBezTo>
                      <a:pt x="9" y="82"/>
                      <a:pt x="9" y="82"/>
                      <a:pt x="9" y="82"/>
                    </a:cubicBezTo>
                    <a:cubicBezTo>
                      <a:pt x="84" y="16"/>
                      <a:pt x="84" y="16"/>
                      <a:pt x="84" y="16"/>
                    </a:cubicBezTo>
                    <a:lnTo>
                      <a:pt x="5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2" name="Freeform 1039"/>
              <p:cNvSpPr>
                <a:spLocks noEditPoints="1"/>
              </p:cNvSpPr>
              <p:nvPr userDrawn="1"/>
            </p:nvSpPr>
            <p:spPr bwMode="auto">
              <a:xfrm>
                <a:off x="2384" y="870"/>
                <a:ext cx="50" cy="105"/>
              </a:xfrm>
              <a:custGeom>
                <a:avLst/>
                <a:gdLst>
                  <a:gd name="T0" fmla="*/ 10 w 41"/>
                  <a:gd name="T1" fmla="*/ 85 h 85"/>
                  <a:gd name="T2" fmla="*/ 9 w 41"/>
                  <a:gd name="T3" fmla="*/ 85 h 85"/>
                  <a:gd name="T4" fmla="*/ 8 w 41"/>
                  <a:gd name="T5" fmla="*/ 83 h 85"/>
                  <a:gd name="T6" fmla="*/ 0 w 41"/>
                  <a:gd name="T7" fmla="*/ 2 h 85"/>
                  <a:gd name="T8" fmla="*/ 1 w 41"/>
                  <a:gd name="T9" fmla="*/ 0 h 85"/>
                  <a:gd name="T10" fmla="*/ 3 w 41"/>
                  <a:gd name="T11" fmla="*/ 1 h 85"/>
                  <a:gd name="T12" fmla="*/ 40 w 41"/>
                  <a:gd name="T13" fmla="*/ 63 h 85"/>
                  <a:gd name="T14" fmla="*/ 40 w 41"/>
                  <a:gd name="T15" fmla="*/ 65 h 85"/>
                  <a:gd name="T16" fmla="*/ 10 w 41"/>
                  <a:gd name="T17" fmla="*/ 85 h 85"/>
                  <a:gd name="T18" fmla="*/ 11 w 41"/>
                  <a:gd name="T19" fmla="*/ 84 h 85"/>
                  <a:gd name="T20" fmla="*/ 11 w 41"/>
                  <a:gd name="T21" fmla="*/ 84 h 85"/>
                  <a:gd name="T22" fmla="*/ 4 w 41"/>
                  <a:gd name="T23" fmla="*/ 9 h 85"/>
                  <a:gd name="T24" fmla="*/ 12 w 41"/>
                  <a:gd name="T25" fmla="*/ 81 h 85"/>
                  <a:gd name="T26" fmla="*/ 37 w 41"/>
                  <a:gd name="T27" fmla="*/ 63 h 85"/>
                  <a:gd name="T28" fmla="*/ 4 w 41"/>
                  <a:gd name="T29" fmla="*/ 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" h="85">
                    <a:moveTo>
                      <a:pt x="10" y="85"/>
                    </a:move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8" y="84"/>
                      <a:pt x="8" y="83"/>
                    </a:cubicBezTo>
                    <a:cubicBezTo>
                      <a:pt x="9" y="79"/>
                      <a:pt x="3" y="31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1" y="63"/>
                      <a:pt x="41" y="64"/>
                      <a:pt x="40" y="65"/>
                    </a:cubicBezTo>
                    <a:cubicBezTo>
                      <a:pt x="17" y="83"/>
                      <a:pt x="12" y="85"/>
                      <a:pt x="10" y="85"/>
                    </a:cubicBezTo>
                    <a:close/>
                    <a:moveTo>
                      <a:pt x="11" y="84"/>
                    </a:moveTo>
                    <a:cubicBezTo>
                      <a:pt x="11" y="84"/>
                      <a:pt x="11" y="84"/>
                      <a:pt x="11" y="84"/>
                    </a:cubicBezTo>
                    <a:close/>
                    <a:moveTo>
                      <a:pt x="4" y="9"/>
                    </a:moveTo>
                    <a:cubicBezTo>
                      <a:pt x="6" y="29"/>
                      <a:pt x="12" y="70"/>
                      <a:pt x="12" y="81"/>
                    </a:cubicBezTo>
                    <a:cubicBezTo>
                      <a:pt x="16" y="79"/>
                      <a:pt x="27" y="71"/>
                      <a:pt x="37" y="63"/>
                    </a:cubicBez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3" name="Freeform 1040"/>
              <p:cNvSpPr>
                <a:spLocks noEditPoints="1"/>
              </p:cNvSpPr>
              <p:nvPr userDrawn="1"/>
            </p:nvSpPr>
            <p:spPr bwMode="auto">
              <a:xfrm>
                <a:off x="2275" y="15"/>
                <a:ext cx="50" cy="106"/>
              </a:xfrm>
              <a:custGeom>
                <a:avLst/>
                <a:gdLst>
                  <a:gd name="T0" fmla="*/ 10 w 41"/>
                  <a:gd name="T1" fmla="*/ 86 h 86"/>
                  <a:gd name="T2" fmla="*/ 9 w 41"/>
                  <a:gd name="T3" fmla="*/ 86 h 86"/>
                  <a:gd name="T4" fmla="*/ 8 w 41"/>
                  <a:gd name="T5" fmla="*/ 83 h 86"/>
                  <a:gd name="T6" fmla="*/ 0 w 41"/>
                  <a:gd name="T7" fmla="*/ 2 h 86"/>
                  <a:gd name="T8" fmla="*/ 1 w 41"/>
                  <a:gd name="T9" fmla="*/ 1 h 86"/>
                  <a:gd name="T10" fmla="*/ 3 w 41"/>
                  <a:gd name="T11" fmla="*/ 1 h 86"/>
                  <a:gd name="T12" fmla="*/ 41 w 41"/>
                  <a:gd name="T13" fmla="*/ 64 h 86"/>
                  <a:gd name="T14" fmla="*/ 40 w 41"/>
                  <a:gd name="T15" fmla="*/ 66 h 86"/>
                  <a:gd name="T16" fmla="*/ 10 w 41"/>
                  <a:gd name="T17" fmla="*/ 86 h 86"/>
                  <a:gd name="T18" fmla="*/ 12 w 41"/>
                  <a:gd name="T19" fmla="*/ 85 h 86"/>
                  <a:gd name="T20" fmla="*/ 12 w 41"/>
                  <a:gd name="T21" fmla="*/ 85 h 86"/>
                  <a:gd name="T22" fmla="*/ 4 w 41"/>
                  <a:gd name="T23" fmla="*/ 10 h 86"/>
                  <a:gd name="T24" fmla="*/ 12 w 41"/>
                  <a:gd name="T25" fmla="*/ 82 h 86"/>
                  <a:gd name="T26" fmla="*/ 37 w 41"/>
                  <a:gd name="T27" fmla="*/ 64 h 86"/>
                  <a:gd name="T28" fmla="*/ 4 w 41"/>
                  <a:gd name="T29" fmla="*/ 1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" h="86">
                    <a:moveTo>
                      <a:pt x="10" y="86"/>
                    </a:moveTo>
                    <a:cubicBezTo>
                      <a:pt x="10" y="86"/>
                      <a:pt x="9" y="86"/>
                      <a:pt x="9" y="86"/>
                    </a:cubicBezTo>
                    <a:cubicBezTo>
                      <a:pt x="9" y="85"/>
                      <a:pt x="8" y="85"/>
                      <a:pt x="8" y="83"/>
                    </a:cubicBezTo>
                    <a:cubicBezTo>
                      <a:pt x="9" y="80"/>
                      <a:pt x="4" y="3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41" y="64"/>
                      <a:pt x="41" y="64"/>
                      <a:pt x="41" y="64"/>
                    </a:cubicBezTo>
                    <a:cubicBezTo>
                      <a:pt x="41" y="64"/>
                      <a:pt x="41" y="65"/>
                      <a:pt x="40" y="66"/>
                    </a:cubicBezTo>
                    <a:cubicBezTo>
                      <a:pt x="18" y="83"/>
                      <a:pt x="12" y="86"/>
                      <a:pt x="10" y="86"/>
                    </a:cubicBezTo>
                    <a:close/>
                    <a:moveTo>
                      <a:pt x="12" y="85"/>
                    </a:moveTo>
                    <a:cubicBezTo>
                      <a:pt x="12" y="85"/>
                      <a:pt x="12" y="85"/>
                      <a:pt x="12" y="85"/>
                    </a:cubicBezTo>
                    <a:close/>
                    <a:moveTo>
                      <a:pt x="4" y="10"/>
                    </a:moveTo>
                    <a:cubicBezTo>
                      <a:pt x="7" y="29"/>
                      <a:pt x="12" y="71"/>
                      <a:pt x="12" y="82"/>
                    </a:cubicBezTo>
                    <a:cubicBezTo>
                      <a:pt x="16" y="80"/>
                      <a:pt x="27" y="72"/>
                      <a:pt x="37" y="64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4" name="Freeform 1041"/>
              <p:cNvSpPr>
                <a:spLocks noEditPoints="1"/>
              </p:cNvSpPr>
              <p:nvPr userDrawn="1"/>
            </p:nvSpPr>
            <p:spPr bwMode="auto">
              <a:xfrm>
                <a:off x="2307" y="786"/>
                <a:ext cx="80" cy="88"/>
              </a:xfrm>
              <a:custGeom>
                <a:avLst/>
                <a:gdLst>
                  <a:gd name="T0" fmla="*/ 63 w 65"/>
                  <a:gd name="T1" fmla="*/ 71 h 71"/>
                  <a:gd name="T2" fmla="*/ 63 w 65"/>
                  <a:gd name="T3" fmla="*/ 71 h 71"/>
                  <a:gd name="T4" fmla="*/ 8 w 65"/>
                  <a:gd name="T5" fmla="*/ 47 h 71"/>
                  <a:gd name="T6" fmla="*/ 7 w 65"/>
                  <a:gd name="T7" fmla="*/ 46 h 71"/>
                  <a:gd name="T8" fmla="*/ 1 w 65"/>
                  <a:gd name="T9" fmla="*/ 2 h 71"/>
                  <a:gd name="T10" fmla="*/ 2 w 65"/>
                  <a:gd name="T11" fmla="*/ 0 h 71"/>
                  <a:gd name="T12" fmla="*/ 4 w 65"/>
                  <a:gd name="T13" fmla="*/ 1 h 71"/>
                  <a:gd name="T14" fmla="*/ 65 w 65"/>
                  <a:gd name="T15" fmla="*/ 68 h 71"/>
                  <a:gd name="T16" fmla="*/ 65 w 65"/>
                  <a:gd name="T17" fmla="*/ 70 h 71"/>
                  <a:gd name="T18" fmla="*/ 63 w 65"/>
                  <a:gd name="T19" fmla="*/ 71 h 71"/>
                  <a:gd name="T20" fmla="*/ 11 w 65"/>
                  <a:gd name="T21" fmla="*/ 45 h 71"/>
                  <a:gd name="T22" fmla="*/ 57 w 65"/>
                  <a:gd name="T23" fmla="*/ 65 h 71"/>
                  <a:gd name="T24" fmla="*/ 5 w 65"/>
                  <a:gd name="T25" fmla="*/ 7 h 71"/>
                  <a:gd name="T26" fmla="*/ 11 w 65"/>
                  <a:gd name="T27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71">
                    <a:moveTo>
                      <a:pt x="63" y="71"/>
                    </a:moveTo>
                    <a:cubicBezTo>
                      <a:pt x="63" y="71"/>
                      <a:pt x="63" y="71"/>
                      <a:pt x="63" y="71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7" y="47"/>
                      <a:pt x="7" y="46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5" y="68"/>
                      <a:pt x="65" y="68"/>
                      <a:pt x="65" y="68"/>
                    </a:cubicBezTo>
                    <a:cubicBezTo>
                      <a:pt x="65" y="69"/>
                      <a:pt x="65" y="70"/>
                      <a:pt x="65" y="70"/>
                    </a:cubicBezTo>
                    <a:cubicBezTo>
                      <a:pt x="64" y="71"/>
                      <a:pt x="64" y="71"/>
                      <a:pt x="63" y="71"/>
                    </a:cubicBezTo>
                    <a:close/>
                    <a:moveTo>
                      <a:pt x="11" y="45"/>
                    </a:moveTo>
                    <a:cubicBezTo>
                      <a:pt x="57" y="65"/>
                      <a:pt x="57" y="65"/>
                      <a:pt x="57" y="65"/>
                    </a:cubicBezTo>
                    <a:cubicBezTo>
                      <a:pt x="5" y="7"/>
                      <a:pt x="5" y="7"/>
                      <a:pt x="5" y="7"/>
                    </a:cubicBezTo>
                    <a:lnTo>
                      <a:pt x="11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5" name="Freeform 1042"/>
              <p:cNvSpPr>
                <a:spLocks noEditPoints="1"/>
              </p:cNvSpPr>
              <p:nvPr userDrawn="1"/>
            </p:nvSpPr>
            <p:spPr bwMode="auto">
              <a:xfrm>
                <a:off x="2219" y="721"/>
                <a:ext cx="102" cy="123"/>
              </a:xfrm>
              <a:custGeom>
                <a:avLst/>
                <a:gdLst>
                  <a:gd name="T0" fmla="*/ 80 w 82"/>
                  <a:gd name="T1" fmla="*/ 99 h 99"/>
                  <a:gd name="T2" fmla="*/ 79 w 82"/>
                  <a:gd name="T3" fmla="*/ 99 h 99"/>
                  <a:gd name="T4" fmla="*/ 1 w 82"/>
                  <a:gd name="T5" fmla="*/ 3 h 99"/>
                  <a:gd name="T6" fmla="*/ 1 w 82"/>
                  <a:gd name="T7" fmla="*/ 1 h 99"/>
                  <a:gd name="T8" fmla="*/ 3 w 82"/>
                  <a:gd name="T9" fmla="*/ 0 h 99"/>
                  <a:gd name="T10" fmla="*/ 74 w 82"/>
                  <a:gd name="T11" fmla="*/ 53 h 99"/>
                  <a:gd name="T12" fmla="*/ 75 w 82"/>
                  <a:gd name="T13" fmla="*/ 54 h 99"/>
                  <a:gd name="T14" fmla="*/ 82 w 82"/>
                  <a:gd name="T15" fmla="*/ 98 h 99"/>
                  <a:gd name="T16" fmla="*/ 81 w 82"/>
                  <a:gd name="T17" fmla="*/ 99 h 99"/>
                  <a:gd name="T18" fmla="*/ 80 w 82"/>
                  <a:gd name="T19" fmla="*/ 99 h 99"/>
                  <a:gd name="T20" fmla="*/ 12 w 82"/>
                  <a:gd name="T21" fmla="*/ 11 h 99"/>
                  <a:gd name="T22" fmla="*/ 77 w 82"/>
                  <a:gd name="T23" fmla="*/ 92 h 99"/>
                  <a:gd name="T24" fmla="*/ 72 w 82"/>
                  <a:gd name="T25" fmla="*/ 55 h 99"/>
                  <a:gd name="T26" fmla="*/ 12 w 82"/>
                  <a:gd name="T27" fmla="*/ 11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2" h="99">
                    <a:moveTo>
                      <a:pt x="80" y="99"/>
                    </a:moveTo>
                    <a:cubicBezTo>
                      <a:pt x="80" y="99"/>
                      <a:pt x="79" y="99"/>
                      <a:pt x="79" y="9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5" y="53"/>
                      <a:pt x="75" y="53"/>
                      <a:pt x="75" y="54"/>
                    </a:cubicBezTo>
                    <a:cubicBezTo>
                      <a:pt x="82" y="98"/>
                      <a:pt x="82" y="98"/>
                      <a:pt x="82" y="98"/>
                    </a:cubicBezTo>
                    <a:cubicBezTo>
                      <a:pt x="82" y="98"/>
                      <a:pt x="81" y="99"/>
                      <a:pt x="81" y="99"/>
                    </a:cubicBezTo>
                    <a:lnTo>
                      <a:pt x="80" y="99"/>
                    </a:lnTo>
                    <a:close/>
                    <a:moveTo>
                      <a:pt x="12" y="11"/>
                    </a:moveTo>
                    <a:cubicBezTo>
                      <a:pt x="77" y="92"/>
                      <a:pt x="77" y="92"/>
                      <a:pt x="77" y="92"/>
                    </a:cubicBezTo>
                    <a:cubicBezTo>
                      <a:pt x="72" y="55"/>
                      <a:pt x="72" y="55"/>
                      <a:pt x="72" y="55"/>
                    </a:cubicBezTo>
                    <a:lnTo>
                      <a:pt x="12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6" name="Freeform 1043"/>
              <p:cNvSpPr>
                <a:spLocks noEditPoints="1"/>
              </p:cNvSpPr>
              <p:nvPr userDrawn="1"/>
            </p:nvSpPr>
            <p:spPr bwMode="auto">
              <a:xfrm>
                <a:off x="2120" y="672"/>
                <a:ext cx="104" cy="55"/>
              </a:xfrm>
              <a:custGeom>
                <a:avLst/>
                <a:gdLst>
                  <a:gd name="T0" fmla="*/ 20 w 84"/>
                  <a:gd name="T1" fmla="*/ 45 h 45"/>
                  <a:gd name="T2" fmla="*/ 18 w 84"/>
                  <a:gd name="T3" fmla="*/ 44 h 45"/>
                  <a:gd name="T4" fmla="*/ 0 w 84"/>
                  <a:gd name="T5" fmla="*/ 2 h 45"/>
                  <a:gd name="T6" fmla="*/ 0 w 84"/>
                  <a:gd name="T7" fmla="*/ 0 h 45"/>
                  <a:gd name="T8" fmla="*/ 2 w 84"/>
                  <a:gd name="T9" fmla="*/ 0 h 45"/>
                  <a:gd name="T10" fmla="*/ 83 w 84"/>
                  <a:gd name="T11" fmla="*/ 40 h 45"/>
                  <a:gd name="T12" fmla="*/ 84 w 84"/>
                  <a:gd name="T13" fmla="*/ 42 h 45"/>
                  <a:gd name="T14" fmla="*/ 82 w 84"/>
                  <a:gd name="T15" fmla="*/ 43 h 45"/>
                  <a:gd name="T16" fmla="*/ 20 w 84"/>
                  <a:gd name="T17" fmla="*/ 45 h 45"/>
                  <a:gd name="T18" fmla="*/ 5 w 84"/>
                  <a:gd name="T19" fmla="*/ 5 h 45"/>
                  <a:gd name="T20" fmla="*/ 21 w 84"/>
                  <a:gd name="T21" fmla="*/ 42 h 45"/>
                  <a:gd name="T22" fmla="*/ 76 w 84"/>
                  <a:gd name="T23" fmla="*/ 40 h 45"/>
                  <a:gd name="T24" fmla="*/ 5 w 84"/>
                  <a:gd name="T25" fmla="*/ 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45">
                    <a:moveTo>
                      <a:pt x="20" y="45"/>
                    </a:moveTo>
                    <a:cubicBezTo>
                      <a:pt x="19" y="45"/>
                      <a:pt x="19" y="45"/>
                      <a:pt x="18" y="4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83" y="40"/>
                      <a:pt x="83" y="40"/>
                      <a:pt x="83" y="40"/>
                    </a:cubicBezTo>
                    <a:cubicBezTo>
                      <a:pt x="84" y="41"/>
                      <a:pt x="84" y="41"/>
                      <a:pt x="84" y="42"/>
                    </a:cubicBezTo>
                    <a:cubicBezTo>
                      <a:pt x="84" y="43"/>
                      <a:pt x="83" y="43"/>
                      <a:pt x="82" y="43"/>
                    </a:cubicBezTo>
                    <a:cubicBezTo>
                      <a:pt x="20" y="45"/>
                      <a:pt x="20" y="45"/>
                      <a:pt x="20" y="45"/>
                    </a:cubicBezTo>
                    <a:close/>
                    <a:moveTo>
                      <a:pt x="5" y="5"/>
                    </a:moveTo>
                    <a:cubicBezTo>
                      <a:pt x="21" y="42"/>
                      <a:pt x="21" y="42"/>
                      <a:pt x="21" y="42"/>
                    </a:cubicBezTo>
                    <a:cubicBezTo>
                      <a:pt x="76" y="40"/>
                      <a:pt x="76" y="40"/>
                      <a:pt x="76" y="40"/>
                    </a:cubicBez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7" name="Freeform 1044"/>
              <p:cNvSpPr>
                <a:spLocks noEditPoints="1"/>
              </p:cNvSpPr>
              <p:nvPr userDrawn="1"/>
            </p:nvSpPr>
            <p:spPr bwMode="auto">
              <a:xfrm>
                <a:off x="2012" y="647"/>
                <a:ext cx="112" cy="33"/>
              </a:xfrm>
              <a:custGeom>
                <a:avLst/>
                <a:gdLst>
                  <a:gd name="T0" fmla="*/ 21 w 90"/>
                  <a:gd name="T1" fmla="*/ 27 h 27"/>
                  <a:gd name="T2" fmla="*/ 20 w 90"/>
                  <a:gd name="T3" fmla="*/ 27 h 27"/>
                  <a:gd name="T4" fmla="*/ 1 w 90"/>
                  <a:gd name="T5" fmla="*/ 3 h 27"/>
                  <a:gd name="T6" fmla="*/ 0 w 90"/>
                  <a:gd name="T7" fmla="*/ 1 h 27"/>
                  <a:gd name="T8" fmla="*/ 2 w 90"/>
                  <a:gd name="T9" fmla="*/ 1 h 27"/>
                  <a:gd name="T10" fmla="*/ 89 w 90"/>
                  <a:gd name="T11" fmla="*/ 20 h 27"/>
                  <a:gd name="T12" fmla="*/ 90 w 90"/>
                  <a:gd name="T13" fmla="*/ 22 h 27"/>
                  <a:gd name="T14" fmla="*/ 89 w 90"/>
                  <a:gd name="T15" fmla="*/ 23 h 27"/>
                  <a:gd name="T16" fmla="*/ 21 w 90"/>
                  <a:gd name="T17" fmla="*/ 27 h 27"/>
                  <a:gd name="T18" fmla="*/ 6 w 90"/>
                  <a:gd name="T19" fmla="*/ 5 h 27"/>
                  <a:gd name="T20" fmla="*/ 22 w 90"/>
                  <a:gd name="T21" fmla="*/ 24 h 27"/>
                  <a:gd name="T22" fmla="*/ 76 w 90"/>
                  <a:gd name="T23" fmla="*/ 20 h 27"/>
                  <a:gd name="T24" fmla="*/ 6 w 90"/>
                  <a:gd name="T25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27">
                    <a:moveTo>
                      <a:pt x="21" y="27"/>
                    </a:moveTo>
                    <a:cubicBezTo>
                      <a:pt x="21" y="27"/>
                      <a:pt x="20" y="27"/>
                      <a:pt x="20" y="2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1"/>
                      <a:pt x="2" y="0"/>
                      <a:pt x="2" y="1"/>
                    </a:cubicBezTo>
                    <a:cubicBezTo>
                      <a:pt x="89" y="20"/>
                      <a:pt x="89" y="20"/>
                      <a:pt x="89" y="20"/>
                    </a:cubicBezTo>
                    <a:cubicBezTo>
                      <a:pt x="90" y="20"/>
                      <a:pt x="90" y="21"/>
                      <a:pt x="90" y="22"/>
                    </a:cubicBezTo>
                    <a:cubicBezTo>
                      <a:pt x="90" y="22"/>
                      <a:pt x="89" y="23"/>
                      <a:pt x="89" y="23"/>
                    </a:cubicBezTo>
                    <a:cubicBezTo>
                      <a:pt x="21" y="27"/>
                      <a:pt x="21" y="27"/>
                      <a:pt x="21" y="27"/>
                    </a:cubicBezTo>
                    <a:close/>
                    <a:moveTo>
                      <a:pt x="6" y="5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76" y="20"/>
                      <a:pt x="76" y="20"/>
                      <a:pt x="76" y="20"/>
                    </a:cubicBezTo>
                    <a:lnTo>
                      <a:pt x="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8" name="Freeform 1045"/>
              <p:cNvSpPr>
                <a:spLocks noEditPoints="1"/>
              </p:cNvSpPr>
              <p:nvPr userDrawn="1"/>
            </p:nvSpPr>
            <p:spPr bwMode="auto">
              <a:xfrm>
                <a:off x="1916" y="643"/>
                <a:ext cx="125" cy="37"/>
              </a:xfrm>
              <a:custGeom>
                <a:avLst/>
                <a:gdLst>
                  <a:gd name="T0" fmla="*/ 99 w 101"/>
                  <a:gd name="T1" fmla="*/ 30 h 30"/>
                  <a:gd name="T2" fmla="*/ 99 w 101"/>
                  <a:gd name="T3" fmla="*/ 30 h 30"/>
                  <a:gd name="T4" fmla="*/ 1 w 101"/>
                  <a:gd name="T5" fmla="*/ 3 h 30"/>
                  <a:gd name="T6" fmla="*/ 0 w 101"/>
                  <a:gd name="T7" fmla="*/ 1 h 30"/>
                  <a:gd name="T8" fmla="*/ 2 w 101"/>
                  <a:gd name="T9" fmla="*/ 0 h 30"/>
                  <a:gd name="T10" fmla="*/ 80 w 101"/>
                  <a:gd name="T11" fmla="*/ 3 h 30"/>
                  <a:gd name="T12" fmla="*/ 81 w 101"/>
                  <a:gd name="T13" fmla="*/ 4 h 30"/>
                  <a:gd name="T14" fmla="*/ 101 w 101"/>
                  <a:gd name="T15" fmla="*/ 27 h 30"/>
                  <a:gd name="T16" fmla="*/ 101 w 101"/>
                  <a:gd name="T17" fmla="*/ 29 h 30"/>
                  <a:gd name="T18" fmla="*/ 99 w 101"/>
                  <a:gd name="T19" fmla="*/ 30 h 30"/>
                  <a:gd name="T20" fmla="*/ 17 w 101"/>
                  <a:gd name="T21" fmla="*/ 4 h 30"/>
                  <a:gd name="T22" fmla="*/ 95 w 101"/>
                  <a:gd name="T23" fmla="*/ 25 h 30"/>
                  <a:gd name="T24" fmla="*/ 79 w 101"/>
                  <a:gd name="T25" fmla="*/ 7 h 30"/>
                  <a:gd name="T26" fmla="*/ 17 w 101"/>
                  <a:gd name="T27" fmla="*/ 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30">
                    <a:moveTo>
                      <a:pt x="99" y="30"/>
                    </a:moveTo>
                    <a:cubicBezTo>
                      <a:pt x="99" y="30"/>
                      <a:pt x="99" y="30"/>
                      <a:pt x="99" y="30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80" y="3"/>
                      <a:pt x="80" y="3"/>
                      <a:pt x="80" y="3"/>
                    </a:cubicBezTo>
                    <a:cubicBezTo>
                      <a:pt x="80" y="3"/>
                      <a:pt x="81" y="4"/>
                      <a:pt x="81" y="4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8"/>
                      <a:pt x="101" y="29"/>
                      <a:pt x="101" y="29"/>
                    </a:cubicBezTo>
                    <a:cubicBezTo>
                      <a:pt x="100" y="30"/>
                      <a:pt x="100" y="30"/>
                      <a:pt x="99" y="30"/>
                    </a:cubicBezTo>
                    <a:close/>
                    <a:moveTo>
                      <a:pt x="17" y="4"/>
                    </a:moveTo>
                    <a:cubicBezTo>
                      <a:pt x="95" y="25"/>
                      <a:pt x="95" y="25"/>
                      <a:pt x="95" y="25"/>
                    </a:cubicBezTo>
                    <a:cubicBezTo>
                      <a:pt x="79" y="7"/>
                      <a:pt x="79" y="7"/>
                      <a:pt x="79" y="7"/>
                    </a:cubicBezTo>
                    <a:lnTo>
                      <a:pt x="1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9" name="Freeform 1046"/>
              <p:cNvSpPr>
                <a:spLocks noEditPoints="1"/>
              </p:cNvSpPr>
              <p:nvPr userDrawn="1"/>
            </p:nvSpPr>
            <p:spPr bwMode="auto">
              <a:xfrm>
                <a:off x="1834" y="643"/>
                <a:ext cx="86" cy="46"/>
              </a:xfrm>
              <a:custGeom>
                <a:avLst/>
                <a:gdLst>
                  <a:gd name="T0" fmla="*/ 7 w 69"/>
                  <a:gd name="T1" fmla="*/ 37 h 37"/>
                  <a:gd name="T2" fmla="*/ 6 w 69"/>
                  <a:gd name="T3" fmla="*/ 37 h 37"/>
                  <a:gd name="T4" fmla="*/ 5 w 69"/>
                  <a:gd name="T5" fmla="*/ 36 h 37"/>
                  <a:gd name="T6" fmla="*/ 0 w 69"/>
                  <a:gd name="T7" fmla="*/ 11 h 37"/>
                  <a:gd name="T8" fmla="*/ 0 w 69"/>
                  <a:gd name="T9" fmla="*/ 9 h 37"/>
                  <a:gd name="T10" fmla="*/ 2 w 69"/>
                  <a:gd name="T11" fmla="*/ 9 h 37"/>
                  <a:gd name="T12" fmla="*/ 67 w 69"/>
                  <a:gd name="T13" fmla="*/ 0 h 37"/>
                  <a:gd name="T14" fmla="*/ 69 w 69"/>
                  <a:gd name="T15" fmla="*/ 1 h 37"/>
                  <a:gd name="T16" fmla="*/ 68 w 69"/>
                  <a:gd name="T17" fmla="*/ 3 h 37"/>
                  <a:gd name="T18" fmla="*/ 7 w 69"/>
                  <a:gd name="T19" fmla="*/ 37 h 37"/>
                  <a:gd name="T20" fmla="*/ 4 w 69"/>
                  <a:gd name="T21" fmla="*/ 12 h 37"/>
                  <a:gd name="T22" fmla="*/ 8 w 69"/>
                  <a:gd name="T23" fmla="*/ 33 h 37"/>
                  <a:gd name="T24" fmla="*/ 59 w 69"/>
                  <a:gd name="T25" fmla="*/ 4 h 37"/>
                  <a:gd name="T26" fmla="*/ 4 w 69"/>
                  <a:gd name="T27" fmla="*/ 1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37">
                    <a:moveTo>
                      <a:pt x="7" y="37"/>
                    </a:move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6"/>
                      <a:pt x="5" y="36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0"/>
                      <a:pt x="0" y="10"/>
                      <a:pt x="0" y="9"/>
                    </a:cubicBezTo>
                    <a:cubicBezTo>
                      <a:pt x="1" y="9"/>
                      <a:pt x="1" y="9"/>
                      <a:pt x="2" y="9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8" y="0"/>
                      <a:pt x="69" y="0"/>
                      <a:pt x="69" y="1"/>
                    </a:cubicBezTo>
                    <a:cubicBezTo>
                      <a:pt x="69" y="2"/>
                      <a:pt x="69" y="3"/>
                      <a:pt x="68" y="3"/>
                    </a:cubicBezTo>
                    <a:cubicBezTo>
                      <a:pt x="7" y="37"/>
                      <a:pt x="7" y="37"/>
                      <a:pt x="7" y="37"/>
                    </a:cubicBezTo>
                    <a:close/>
                    <a:moveTo>
                      <a:pt x="4" y="12"/>
                    </a:moveTo>
                    <a:cubicBezTo>
                      <a:pt x="8" y="33"/>
                      <a:pt x="8" y="33"/>
                      <a:pt x="8" y="33"/>
                    </a:cubicBezTo>
                    <a:cubicBezTo>
                      <a:pt x="59" y="4"/>
                      <a:pt x="59" y="4"/>
                      <a:pt x="59" y="4"/>
                    </a:cubicBezTo>
                    <a:lnTo>
                      <a:pt x="4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0" name="Freeform 1047"/>
              <p:cNvSpPr>
                <a:spLocks noEditPoints="1"/>
              </p:cNvSpPr>
              <p:nvPr userDrawn="1"/>
            </p:nvSpPr>
            <p:spPr bwMode="auto">
              <a:xfrm>
                <a:off x="1759" y="654"/>
                <a:ext cx="85" cy="35"/>
              </a:xfrm>
              <a:custGeom>
                <a:avLst/>
                <a:gdLst>
                  <a:gd name="T0" fmla="*/ 68 w 69"/>
                  <a:gd name="T1" fmla="*/ 28 h 28"/>
                  <a:gd name="T2" fmla="*/ 67 w 69"/>
                  <a:gd name="T3" fmla="*/ 28 h 28"/>
                  <a:gd name="T4" fmla="*/ 1 w 69"/>
                  <a:gd name="T5" fmla="*/ 22 h 28"/>
                  <a:gd name="T6" fmla="*/ 0 w 69"/>
                  <a:gd name="T7" fmla="*/ 21 h 28"/>
                  <a:gd name="T8" fmla="*/ 1 w 69"/>
                  <a:gd name="T9" fmla="*/ 19 h 28"/>
                  <a:gd name="T10" fmla="*/ 62 w 69"/>
                  <a:gd name="T11" fmla="*/ 0 h 28"/>
                  <a:gd name="T12" fmla="*/ 64 w 69"/>
                  <a:gd name="T13" fmla="*/ 0 h 28"/>
                  <a:gd name="T14" fmla="*/ 64 w 69"/>
                  <a:gd name="T15" fmla="*/ 1 h 28"/>
                  <a:gd name="T16" fmla="*/ 69 w 69"/>
                  <a:gd name="T17" fmla="*/ 26 h 28"/>
                  <a:gd name="T18" fmla="*/ 69 w 69"/>
                  <a:gd name="T19" fmla="*/ 28 h 28"/>
                  <a:gd name="T20" fmla="*/ 68 w 69"/>
                  <a:gd name="T21" fmla="*/ 28 h 28"/>
                  <a:gd name="T22" fmla="*/ 10 w 69"/>
                  <a:gd name="T23" fmla="*/ 20 h 28"/>
                  <a:gd name="T24" fmla="*/ 66 w 69"/>
                  <a:gd name="T25" fmla="*/ 25 h 28"/>
                  <a:gd name="T26" fmla="*/ 61 w 69"/>
                  <a:gd name="T27" fmla="*/ 4 h 28"/>
                  <a:gd name="T28" fmla="*/ 10 w 69"/>
                  <a:gd name="T29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28">
                    <a:moveTo>
                      <a:pt x="68" y="28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1" y="22"/>
                      <a:pt x="0" y="22"/>
                      <a:pt x="0" y="21"/>
                    </a:cubicBezTo>
                    <a:cubicBezTo>
                      <a:pt x="0" y="20"/>
                      <a:pt x="0" y="19"/>
                      <a:pt x="1" y="19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3" y="0"/>
                      <a:pt x="63" y="0"/>
                      <a:pt x="64" y="0"/>
                    </a:cubicBezTo>
                    <a:cubicBezTo>
                      <a:pt x="64" y="0"/>
                      <a:pt x="64" y="1"/>
                      <a:pt x="64" y="1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9" y="27"/>
                      <a:pt x="69" y="27"/>
                      <a:pt x="69" y="28"/>
                    </a:cubicBezTo>
                    <a:cubicBezTo>
                      <a:pt x="69" y="28"/>
                      <a:pt x="68" y="28"/>
                      <a:pt x="68" y="28"/>
                    </a:cubicBezTo>
                    <a:close/>
                    <a:moveTo>
                      <a:pt x="10" y="20"/>
                    </a:move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4"/>
                      <a:pt x="61" y="4"/>
                      <a:pt x="61" y="4"/>
                    </a:cubicBezTo>
                    <a:lnTo>
                      <a:pt x="10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1" name="Freeform 1048"/>
              <p:cNvSpPr>
                <a:spLocks noEditPoints="1"/>
              </p:cNvSpPr>
              <p:nvPr userDrawn="1"/>
            </p:nvSpPr>
            <p:spPr bwMode="auto">
              <a:xfrm>
                <a:off x="1658" y="678"/>
                <a:ext cx="104" cy="61"/>
              </a:xfrm>
              <a:custGeom>
                <a:avLst/>
                <a:gdLst>
                  <a:gd name="T0" fmla="*/ 2 w 84"/>
                  <a:gd name="T1" fmla="*/ 49 h 49"/>
                  <a:gd name="T2" fmla="*/ 1 w 84"/>
                  <a:gd name="T3" fmla="*/ 48 h 49"/>
                  <a:gd name="T4" fmla="*/ 1 w 84"/>
                  <a:gd name="T5" fmla="*/ 46 h 49"/>
                  <a:gd name="T6" fmla="*/ 82 w 84"/>
                  <a:gd name="T7" fmla="*/ 0 h 49"/>
                  <a:gd name="T8" fmla="*/ 83 w 84"/>
                  <a:gd name="T9" fmla="*/ 0 h 49"/>
                  <a:gd name="T10" fmla="*/ 84 w 84"/>
                  <a:gd name="T11" fmla="*/ 2 h 49"/>
                  <a:gd name="T12" fmla="*/ 77 w 84"/>
                  <a:gd name="T13" fmla="*/ 47 h 49"/>
                  <a:gd name="T14" fmla="*/ 75 w 84"/>
                  <a:gd name="T15" fmla="*/ 48 h 49"/>
                  <a:gd name="T16" fmla="*/ 2 w 84"/>
                  <a:gd name="T17" fmla="*/ 49 h 49"/>
                  <a:gd name="T18" fmla="*/ 80 w 84"/>
                  <a:gd name="T19" fmla="*/ 5 h 49"/>
                  <a:gd name="T20" fmla="*/ 9 w 84"/>
                  <a:gd name="T21" fmla="*/ 46 h 49"/>
                  <a:gd name="T22" fmla="*/ 73 w 84"/>
                  <a:gd name="T23" fmla="*/ 45 h 49"/>
                  <a:gd name="T24" fmla="*/ 80 w 84"/>
                  <a:gd name="T25" fmla="*/ 5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49">
                    <a:moveTo>
                      <a:pt x="2" y="49"/>
                    </a:moveTo>
                    <a:cubicBezTo>
                      <a:pt x="1" y="49"/>
                      <a:pt x="1" y="49"/>
                      <a:pt x="1" y="48"/>
                    </a:cubicBezTo>
                    <a:cubicBezTo>
                      <a:pt x="0" y="47"/>
                      <a:pt x="1" y="47"/>
                      <a:pt x="1" y="46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3" y="0"/>
                      <a:pt x="83" y="0"/>
                    </a:cubicBezTo>
                    <a:cubicBezTo>
                      <a:pt x="84" y="1"/>
                      <a:pt x="84" y="1"/>
                      <a:pt x="84" y="2"/>
                    </a:cubicBezTo>
                    <a:cubicBezTo>
                      <a:pt x="77" y="47"/>
                      <a:pt x="77" y="47"/>
                      <a:pt x="77" y="47"/>
                    </a:cubicBezTo>
                    <a:cubicBezTo>
                      <a:pt x="76" y="48"/>
                      <a:pt x="76" y="48"/>
                      <a:pt x="75" y="48"/>
                    </a:cubicBezTo>
                    <a:cubicBezTo>
                      <a:pt x="2" y="49"/>
                      <a:pt x="2" y="49"/>
                      <a:pt x="2" y="49"/>
                    </a:cubicBezTo>
                    <a:close/>
                    <a:moveTo>
                      <a:pt x="80" y="5"/>
                    </a:moveTo>
                    <a:cubicBezTo>
                      <a:pt x="9" y="46"/>
                      <a:pt x="9" y="46"/>
                      <a:pt x="9" y="46"/>
                    </a:cubicBezTo>
                    <a:cubicBezTo>
                      <a:pt x="73" y="45"/>
                      <a:pt x="73" y="45"/>
                      <a:pt x="73" y="45"/>
                    </a:cubicBezTo>
                    <a:lnTo>
                      <a:pt x="8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2" name="Freeform 1049"/>
              <p:cNvSpPr>
                <a:spLocks noEditPoints="1"/>
              </p:cNvSpPr>
              <p:nvPr userDrawn="1"/>
            </p:nvSpPr>
            <p:spPr bwMode="auto">
              <a:xfrm>
                <a:off x="1578" y="735"/>
                <a:ext cx="85" cy="116"/>
              </a:xfrm>
              <a:custGeom>
                <a:avLst/>
                <a:gdLst>
                  <a:gd name="T0" fmla="*/ 22 w 69"/>
                  <a:gd name="T1" fmla="*/ 94 h 94"/>
                  <a:gd name="T2" fmla="*/ 21 w 69"/>
                  <a:gd name="T3" fmla="*/ 94 h 94"/>
                  <a:gd name="T4" fmla="*/ 0 w 69"/>
                  <a:gd name="T5" fmla="*/ 67 h 94"/>
                  <a:gd name="T6" fmla="*/ 0 w 69"/>
                  <a:gd name="T7" fmla="*/ 65 h 94"/>
                  <a:gd name="T8" fmla="*/ 66 w 69"/>
                  <a:gd name="T9" fmla="*/ 0 h 94"/>
                  <a:gd name="T10" fmla="*/ 68 w 69"/>
                  <a:gd name="T11" fmla="*/ 0 h 94"/>
                  <a:gd name="T12" fmla="*/ 69 w 69"/>
                  <a:gd name="T13" fmla="*/ 2 h 94"/>
                  <a:gd name="T14" fmla="*/ 23 w 69"/>
                  <a:gd name="T15" fmla="*/ 93 h 94"/>
                  <a:gd name="T16" fmla="*/ 22 w 69"/>
                  <a:gd name="T17" fmla="*/ 94 h 94"/>
                  <a:gd name="T18" fmla="*/ 4 w 69"/>
                  <a:gd name="T19" fmla="*/ 66 h 94"/>
                  <a:gd name="T20" fmla="*/ 22 w 69"/>
                  <a:gd name="T21" fmla="*/ 89 h 94"/>
                  <a:gd name="T22" fmla="*/ 61 w 69"/>
                  <a:gd name="T23" fmla="*/ 10 h 94"/>
                  <a:gd name="T24" fmla="*/ 4 w 69"/>
                  <a:gd name="T25" fmla="*/ 66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9" h="94">
                    <a:moveTo>
                      <a:pt x="22" y="94"/>
                    </a:moveTo>
                    <a:cubicBezTo>
                      <a:pt x="21" y="94"/>
                      <a:pt x="21" y="94"/>
                      <a:pt x="21" y="94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66"/>
                      <a:pt x="0" y="65"/>
                      <a:pt x="0" y="65"/>
                    </a:cubicBezTo>
                    <a:cubicBezTo>
                      <a:pt x="3" y="61"/>
                      <a:pt x="63" y="3"/>
                      <a:pt x="66" y="0"/>
                    </a:cubicBezTo>
                    <a:cubicBezTo>
                      <a:pt x="67" y="0"/>
                      <a:pt x="67" y="0"/>
                      <a:pt x="68" y="0"/>
                    </a:cubicBezTo>
                    <a:cubicBezTo>
                      <a:pt x="69" y="1"/>
                      <a:pt x="69" y="2"/>
                      <a:pt x="69" y="2"/>
                    </a:cubicBezTo>
                    <a:cubicBezTo>
                      <a:pt x="23" y="93"/>
                      <a:pt x="23" y="93"/>
                      <a:pt x="23" y="93"/>
                    </a:cubicBezTo>
                    <a:cubicBezTo>
                      <a:pt x="23" y="94"/>
                      <a:pt x="23" y="94"/>
                      <a:pt x="22" y="94"/>
                    </a:cubicBezTo>
                    <a:close/>
                    <a:moveTo>
                      <a:pt x="4" y="66"/>
                    </a:moveTo>
                    <a:cubicBezTo>
                      <a:pt x="22" y="89"/>
                      <a:pt x="22" y="89"/>
                      <a:pt x="22" y="89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40" y="30"/>
                      <a:pt x="10" y="60"/>
                      <a:pt x="4" y="6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3" name="Freeform 1050"/>
              <p:cNvSpPr>
                <a:spLocks noEditPoints="1"/>
              </p:cNvSpPr>
              <p:nvPr userDrawn="1"/>
            </p:nvSpPr>
            <p:spPr bwMode="auto">
              <a:xfrm>
                <a:off x="1532" y="814"/>
                <a:ext cx="76" cy="77"/>
              </a:xfrm>
              <a:custGeom>
                <a:avLst/>
                <a:gdLst>
                  <a:gd name="T0" fmla="*/ 2 w 61"/>
                  <a:gd name="T1" fmla="*/ 62 h 62"/>
                  <a:gd name="T2" fmla="*/ 0 w 61"/>
                  <a:gd name="T3" fmla="*/ 61 h 62"/>
                  <a:gd name="T4" fmla="*/ 0 w 61"/>
                  <a:gd name="T5" fmla="*/ 59 h 62"/>
                  <a:gd name="T6" fmla="*/ 37 w 61"/>
                  <a:gd name="T7" fmla="*/ 1 h 62"/>
                  <a:gd name="T8" fmla="*/ 39 w 61"/>
                  <a:gd name="T9" fmla="*/ 0 h 62"/>
                  <a:gd name="T10" fmla="*/ 40 w 61"/>
                  <a:gd name="T11" fmla="*/ 1 h 62"/>
                  <a:gd name="T12" fmla="*/ 60 w 61"/>
                  <a:gd name="T13" fmla="*/ 27 h 62"/>
                  <a:gd name="T14" fmla="*/ 61 w 61"/>
                  <a:gd name="T15" fmla="*/ 29 h 62"/>
                  <a:gd name="T16" fmla="*/ 60 w 61"/>
                  <a:gd name="T17" fmla="*/ 30 h 62"/>
                  <a:gd name="T18" fmla="*/ 2 w 61"/>
                  <a:gd name="T19" fmla="*/ 61 h 62"/>
                  <a:gd name="T20" fmla="*/ 2 w 61"/>
                  <a:gd name="T21" fmla="*/ 62 h 62"/>
                  <a:gd name="T22" fmla="*/ 39 w 61"/>
                  <a:gd name="T23" fmla="*/ 5 h 62"/>
                  <a:gd name="T24" fmla="*/ 6 w 61"/>
                  <a:gd name="T25" fmla="*/ 55 h 62"/>
                  <a:gd name="T26" fmla="*/ 56 w 61"/>
                  <a:gd name="T27" fmla="*/ 28 h 62"/>
                  <a:gd name="T28" fmla="*/ 39 w 61"/>
                  <a:gd name="T29" fmla="*/ 5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1" h="62">
                    <a:moveTo>
                      <a:pt x="2" y="62"/>
                    </a:moveTo>
                    <a:cubicBezTo>
                      <a:pt x="1" y="62"/>
                      <a:pt x="1" y="61"/>
                      <a:pt x="0" y="61"/>
                    </a:cubicBezTo>
                    <a:cubicBezTo>
                      <a:pt x="0" y="61"/>
                      <a:pt x="0" y="60"/>
                      <a:pt x="0" y="59"/>
                    </a:cubicBezTo>
                    <a:cubicBezTo>
                      <a:pt x="2" y="56"/>
                      <a:pt x="36" y="3"/>
                      <a:pt x="37" y="1"/>
                    </a:cubicBezTo>
                    <a:cubicBezTo>
                      <a:pt x="38" y="0"/>
                      <a:pt x="38" y="0"/>
                      <a:pt x="39" y="0"/>
                    </a:cubicBezTo>
                    <a:cubicBezTo>
                      <a:pt x="39" y="0"/>
                      <a:pt x="40" y="0"/>
                      <a:pt x="40" y="1"/>
                    </a:cubicBezTo>
                    <a:cubicBezTo>
                      <a:pt x="60" y="27"/>
                      <a:pt x="60" y="27"/>
                      <a:pt x="60" y="27"/>
                    </a:cubicBezTo>
                    <a:cubicBezTo>
                      <a:pt x="61" y="28"/>
                      <a:pt x="61" y="28"/>
                      <a:pt x="61" y="29"/>
                    </a:cubicBezTo>
                    <a:cubicBezTo>
                      <a:pt x="60" y="29"/>
                      <a:pt x="60" y="30"/>
                      <a:pt x="60" y="30"/>
                    </a:cubicBezTo>
                    <a:cubicBezTo>
                      <a:pt x="2" y="61"/>
                      <a:pt x="2" y="61"/>
                      <a:pt x="2" y="61"/>
                    </a:cubicBezTo>
                    <a:lnTo>
                      <a:pt x="2" y="62"/>
                    </a:lnTo>
                    <a:close/>
                    <a:moveTo>
                      <a:pt x="39" y="5"/>
                    </a:moveTo>
                    <a:cubicBezTo>
                      <a:pt x="30" y="18"/>
                      <a:pt x="13" y="44"/>
                      <a:pt x="6" y="55"/>
                    </a:cubicBezTo>
                    <a:cubicBezTo>
                      <a:pt x="56" y="28"/>
                      <a:pt x="56" y="28"/>
                      <a:pt x="56" y="28"/>
                    </a:cubicBezTo>
                    <a:lnTo>
                      <a:pt x="3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4" name="Freeform 1051"/>
              <p:cNvSpPr>
                <a:spLocks noEditPoints="1"/>
              </p:cNvSpPr>
              <p:nvPr userDrawn="1"/>
            </p:nvSpPr>
            <p:spPr bwMode="auto">
              <a:xfrm>
                <a:off x="1494" y="886"/>
                <a:ext cx="42" cy="113"/>
              </a:xfrm>
              <a:custGeom>
                <a:avLst/>
                <a:gdLst>
                  <a:gd name="T0" fmla="*/ 2 w 34"/>
                  <a:gd name="T1" fmla="*/ 91 h 91"/>
                  <a:gd name="T2" fmla="*/ 1 w 34"/>
                  <a:gd name="T3" fmla="*/ 90 h 91"/>
                  <a:gd name="T4" fmla="*/ 0 w 34"/>
                  <a:gd name="T5" fmla="*/ 89 h 91"/>
                  <a:gd name="T6" fmla="*/ 31 w 34"/>
                  <a:gd name="T7" fmla="*/ 1 h 91"/>
                  <a:gd name="T8" fmla="*/ 33 w 34"/>
                  <a:gd name="T9" fmla="*/ 0 h 91"/>
                  <a:gd name="T10" fmla="*/ 34 w 34"/>
                  <a:gd name="T11" fmla="*/ 2 h 91"/>
                  <a:gd name="T12" fmla="*/ 33 w 34"/>
                  <a:gd name="T13" fmla="*/ 74 h 91"/>
                  <a:gd name="T14" fmla="*/ 32 w 34"/>
                  <a:gd name="T15" fmla="*/ 75 h 91"/>
                  <a:gd name="T16" fmla="*/ 3 w 34"/>
                  <a:gd name="T17" fmla="*/ 91 h 91"/>
                  <a:gd name="T18" fmla="*/ 2 w 34"/>
                  <a:gd name="T19" fmla="*/ 91 h 91"/>
                  <a:gd name="T20" fmla="*/ 31 w 34"/>
                  <a:gd name="T21" fmla="*/ 12 h 91"/>
                  <a:gd name="T22" fmla="*/ 5 w 34"/>
                  <a:gd name="T23" fmla="*/ 86 h 91"/>
                  <a:gd name="T24" fmla="*/ 30 w 34"/>
                  <a:gd name="T25" fmla="*/ 73 h 91"/>
                  <a:gd name="T26" fmla="*/ 31 w 34"/>
                  <a:gd name="T27" fmla="*/ 12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4" h="91">
                    <a:moveTo>
                      <a:pt x="2" y="91"/>
                    </a:moveTo>
                    <a:cubicBezTo>
                      <a:pt x="2" y="91"/>
                      <a:pt x="1" y="91"/>
                      <a:pt x="1" y="90"/>
                    </a:cubicBezTo>
                    <a:cubicBezTo>
                      <a:pt x="0" y="90"/>
                      <a:pt x="0" y="89"/>
                      <a:pt x="0" y="89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1"/>
                      <a:pt x="32" y="0"/>
                      <a:pt x="33" y="0"/>
                    </a:cubicBezTo>
                    <a:cubicBezTo>
                      <a:pt x="34" y="0"/>
                      <a:pt x="34" y="1"/>
                      <a:pt x="34" y="2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5"/>
                      <a:pt x="32" y="75"/>
                    </a:cubicBezTo>
                    <a:cubicBezTo>
                      <a:pt x="3" y="91"/>
                      <a:pt x="3" y="91"/>
                      <a:pt x="3" y="91"/>
                    </a:cubicBezTo>
                    <a:lnTo>
                      <a:pt x="2" y="91"/>
                    </a:lnTo>
                    <a:close/>
                    <a:moveTo>
                      <a:pt x="31" y="12"/>
                    </a:moveTo>
                    <a:cubicBezTo>
                      <a:pt x="5" y="86"/>
                      <a:pt x="5" y="86"/>
                      <a:pt x="5" y="86"/>
                    </a:cubicBezTo>
                    <a:cubicBezTo>
                      <a:pt x="30" y="73"/>
                      <a:pt x="30" y="73"/>
                      <a:pt x="30" y="73"/>
                    </a:cubicBezTo>
                    <a:lnTo>
                      <a:pt x="31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5" name="Freeform 1052"/>
              <p:cNvSpPr>
                <a:spLocks noEditPoints="1"/>
              </p:cNvSpPr>
              <p:nvPr userDrawn="1"/>
            </p:nvSpPr>
            <p:spPr bwMode="auto">
              <a:xfrm>
                <a:off x="2168" y="695"/>
                <a:ext cx="110" cy="113"/>
              </a:xfrm>
              <a:custGeom>
                <a:avLst/>
                <a:gdLst>
                  <a:gd name="T0" fmla="*/ 64 w 89"/>
                  <a:gd name="T1" fmla="*/ 91 h 91"/>
                  <a:gd name="T2" fmla="*/ 63 w 89"/>
                  <a:gd name="T3" fmla="*/ 90 h 91"/>
                  <a:gd name="T4" fmla="*/ 0 w 89"/>
                  <a:gd name="T5" fmla="*/ 3 h 91"/>
                  <a:gd name="T6" fmla="*/ 0 w 89"/>
                  <a:gd name="T7" fmla="*/ 1 h 91"/>
                  <a:gd name="T8" fmla="*/ 2 w 89"/>
                  <a:gd name="T9" fmla="*/ 0 h 91"/>
                  <a:gd name="T10" fmla="*/ 88 w 89"/>
                  <a:gd name="T11" fmla="*/ 54 h 91"/>
                  <a:gd name="T12" fmla="*/ 89 w 89"/>
                  <a:gd name="T13" fmla="*/ 55 h 91"/>
                  <a:gd name="T14" fmla="*/ 89 w 89"/>
                  <a:gd name="T15" fmla="*/ 56 h 91"/>
                  <a:gd name="T16" fmla="*/ 66 w 89"/>
                  <a:gd name="T17" fmla="*/ 90 h 91"/>
                  <a:gd name="T18" fmla="*/ 64 w 89"/>
                  <a:gd name="T19" fmla="*/ 91 h 91"/>
                  <a:gd name="T20" fmla="*/ 8 w 89"/>
                  <a:gd name="T21" fmla="*/ 8 h 91"/>
                  <a:gd name="T22" fmla="*/ 64 w 89"/>
                  <a:gd name="T23" fmla="*/ 86 h 91"/>
                  <a:gd name="T24" fmla="*/ 85 w 89"/>
                  <a:gd name="T25" fmla="*/ 56 h 91"/>
                  <a:gd name="T26" fmla="*/ 8 w 89"/>
                  <a:gd name="T27" fmla="*/ 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91">
                    <a:moveTo>
                      <a:pt x="64" y="91"/>
                    </a:moveTo>
                    <a:cubicBezTo>
                      <a:pt x="64" y="91"/>
                      <a:pt x="63" y="90"/>
                      <a:pt x="63" y="9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4"/>
                      <a:pt x="89" y="54"/>
                      <a:pt x="89" y="55"/>
                    </a:cubicBezTo>
                    <a:cubicBezTo>
                      <a:pt x="89" y="55"/>
                      <a:pt x="89" y="56"/>
                      <a:pt x="89" y="56"/>
                    </a:cubicBezTo>
                    <a:cubicBezTo>
                      <a:pt x="66" y="90"/>
                      <a:pt x="66" y="90"/>
                      <a:pt x="66" y="90"/>
                    </a:cubicBezTo>
                    <a:cubicBezTo>
                      <a:pt x="65" y="90"/>
                      <a:pt x="65" y="91"/>
                      <a:pt x="64" y="91"/>
                    </a:cubicBezTo>
                    <a:close/>
                    <a:moveTo>
                      <a:pt x="8" y="8"/>
                    </a:moveTo>
                    <a:cubicBezTo>
                      <a:pt x="64" y="86"/>
                      <a:pt x="64" y="86"/>
                      <a:pt x="64" y="86"/>
                    </a:cubicBezTo>
                    <a:cubicBezTo>
                      <a:pt x="85" y="56"/>
                      <a:pt x="85" y="56"/>
                      <a:pt x="85" y="56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6" name="Freeform 1053"/>
              <p:cNvSpPr>
                <a:spLocks noEditPoints="1"/>
              </p:cNvSpPr>
              <p:nvPr userDrawn="1"/>
            </p:nvSpPr>
            <p:spPr bwMode="auto">
              <a:xfrm>
                <a:off x="2037" y="672"/>
                <a:ext cx="110" cy="55"/>
              </a:xfrm>
              <a:custGeom>
                <a:avLst/>
                <a:gdLst>
                  <a:gd name="T0" fmla="*/ 87 w 89"/>
                  <a:gd name="T1" fmla="*/ 45 h 45"/>
                  <a:gd name="T2" fmla="*/ 86 w 89"/>
                  <a:gd name="T3" fmla="*/ 45 h 45"/>
                  <a:gd name="T4" fmla="*/ 1 w 89"/>
                  <a:gd name="T5" fmla="*/ 7 h 45"/>
                  <a:gd name="T6" fmla="*/ 0 w 89"/>
                  <a:gd name="T7" fmla="*/ 5 h 45"/>
                  <a:gd name="T8" fmla="*/ 1 w 89"/>
                  <a:gd name="T9" fmla="*/ 4 h 45"/>
                  <a:gd name="T10" fmla="*/ 68 w 89"/>
                  <a:gd name="T11" fmla="*/ 0 h 45"/>
                  <a:gd name="T12" fmla="*/ 70 w 89"/>
                  <a:gd name="T13" fmla="*/ 1 h 45"/>
                  <a:gd name="T14" fmla="*/ 88 w 89"/>
                  <a:gd name="T15" fmla="*/ 43 h 45"/>
                  <a:gd name="T16" fmla="*/ 88 w 89"/>
                  <a:gd name="T17" fmla="*/ 45 h 45"/>
                  <a:gd name="T18" fmla="*/ 87 w 89"/>
                  <a:gd name="T19" fmla="*/ 45 h 45"/>
                  <a:gd name="T20" fmla="*/ 8 w 89"/>
                  <a:gd name="T21" fmla="*/ 7 h 45"/>
                  <a:gd name="T22" fmla="*/ 84 w 89"/>
                  <a:gd name="T23" fmla="*/ 40 h 45"/>
                  <a:gd name="T24" fmla="*/ 67 w 89"/>
                  <a:gd name="T25" fmla="*/ 3 h 45"/>
                  <a:gd name="T26" fmla="*/ 8 w 89"/>
                  <a:gd name="T27" fmla="*/ 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45">
                    <a:moveTo>
                      <a:pt x="87" y="45"/>
                    </a:moveTo>
                    <a:cubicBezTo>
                      <a:pt x="86" y="45"/>
                      <a:pt x="86" y="45"/>
                      <a:pt x="86" y="4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7"/>
                      <a:pt x="0" y="6"/>
                      <a:pt x="0" y="5"/>
                    </a:cubicBezTo>
                    <a:cubicBezTo>
                      <a:pt x="0" y="4"/>
                      <a:pt x="0" y="4"/>
                      <a:pt x="1" y="4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9" y="0"/>
                      <a:pt x="70" y="0"/>
                      <a:pt x="70" y="1"/>
                    </a:cubicBezTo>
                    <a:cubicBezTo>
                      <a:pt x="88" y="43"/>
                      <a:pt x="88" y="43"/>
                      <a:pt x="88" y="43"/>
                    </a:cubicBezTo>
                    <a:cubicBezTo>
                      <a:pt x="89" y="44"/>
                      <a:pt x="89" y="45"/>
                      <a:pt x="88" y="45"/>
                    </a:cubicBezTo>
                    <a:cubicBezTo>
                      <a:pt x="88" y="45"/>
                      <a:pt x="87" y="45"/>
                      <a:pt x="87" y="45"/>
                    </a:cubicBezTo>
                    <a:close/>
                    <a:moveTo>
                      <a:pt x="8" y="7"/>
                    </a:moveTo>
                    <a:cubicBezTo>
                      <a:pt x="84" y="40"/>
                      <a:pt x="84" y="40"/>
                      <a:pt x="84" y="40"/>
                    </a:cubicBezTo>
                    <a:cubicBezTo>
                      <a:pt x="67" y="3"/>
                      <a:pt x="67" y="3"/>
                      <a:pt x="67" y="3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7" name="Freeform 1054"/>
              <p:cNvSpPr>
                <a:spLocks noEditPoints="1"/>
              </p:cNvSpPr>
              <p:nvPr userDrawn="1"/>
            </p:nvSpPr>
            <p:spPr bwMode="auto">
              <a:xfrm>
                <a:off x="2324" y="870"/>
                <a:ext cx="74" cy="105"/>
              </a:xfrm>
              <a:custGeom>
                <a:avLst/>
                <a:gdLst>
                  <a:gd name="T0" fmla="*/ 58 w 60"/>
                  <a:gd name="T1" fmla="*/ 85 h 85"/>
                  <a:gd name="T2" fmla="*/ 57 w 60"/>
                  <a:gd name="T3" fmla="*/ 85 h 85"/>
                  <a:gd name="T4" fmla="*/ 1 w 60"/>
                  <a:gd name="T5" fmla="*/ 40 h 85"/>
                  <a:gd name="T6" fmla="*/ 0 w 60"/>
                  <a:gd name="T7" fmla="*/ 39 h 85"/>
                  <a:gd name="T8" fmla="*/ 1 w 60"/>
                  <a:gd name="T9" fmla="*/ 37 h 85"/>
                  <a:gd name="T10" fmla="*/ 48 w 60"/>
                  <a:gd name="T11" fmla="*/ 0 h 85"/>
                  <a:gd name="T12" fmla="*/ 50 w 60"/>
                  <a:gd name="T13" fmla="*/ 0 h 85"/>
                  <a:gd name="T14" fmla="*/ 51 w 60"/>
                  <a:gd name="T15" fmla="*/ 1 h 85"/>
                  <a:gd name="T16" fmla="*/ 59 w 60"/>
                  <a:gd name="T17" fmla="*/ 83 h 85"/>
                  <a:gd name="T18" fmla="*/ 59 w 60"/>
                  <a:gd name="T19" fmla="*/ 85 h 85"/>
                  <a:gd name="T20" fmla="*/ 58 w 60"/>
                  <a:gd name="T21" fmla="*/ 85 h 85"/>
                  <a:gd name="T22" fmla="*/ 5 w 60"/>
                  <a:gd name="T23" fmla="*/ 39 h 85"/>
                  <a:gd name="T24" fmla="*/ 56 w 60"/>
                  <a:gd name="T25" fmla="*/ 79 h 85"/>
                  <a:gd name="T26" fmla="*/ 48 w 60"/>
                  <a:gd name="T27" fmla="*/ 5 h 85"/>
                  <a:gd name="T28" fmla="*/ 5 w 60"/>
                  <a:gd name="T29" fmla="*/ 3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0" h="85">
                    <a:moveTo>
                      <a:pt x="58" y="85"/>
                    </a:moveTo>
                    <a:cubicBezTo>
                      <a:pt x="57" y="85"/>
                      <a:pt x="57" y="85"/>
                      <a:pt x="57" y="85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0" y="38"/>
                      <a:pt x="0" y="38"/>
                      <a:pt x="1" y="37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9" y="0"/>
                      <a:pt x="49" y="0"/>
                      <a:pt x="50" y="0"/>
                    </a:cubicBezTo>
                    <a:cubicBezTo>
                      <a:pt x="51" y="0"/>
                      <a:pt x="51" y="1"/>
                      <a:pt x="51" y="1"/>
                    </a:cubicBezTo>
                    <a:cubicBezTo>
                      <a:pt x="59" y="83"/>
                      <a:pt x="59" y="83"/>
                      <a:pt x="59" y="83"/>
                    </a:cubicBezTo>
                    <a:cubicBezTo>
                      <a:pt x="60" y="84"/>
                      <a:pt x="59" y="84"/>
                      <a:pt x="59" y="85"/>
                    </a:cubicBezTo>
                    <a:lnTo>
                      <a:pt x="58" y="85"/>
                    </a:lnTo>
                    <a:close/>
                    <a:moveTo>
                      <a:pt x="5" y="39"/>
                    </a:moveTo>
                    <a:cubicBezTo>
                      <a:pt x="56" y="79"/>
                      <a:pt x="56" y="79"/>
                      <a:pt x="56" y="79"/>
                    </a:cubicBezTo>
                    <a:cubicBezTo>
                      <a:pt x="48" y="5"/>
                      <a:pt x="48" y="5"/>
                      <a:pt x="48" y="5"/>
                    </a:cubicBezTo>
                    <a:lnTo>
                      <a:pt x="5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8" name="Freeform 1055"/>
              <p:cNvSpPr>
                <a:spLocks noEditPoints="1"/>
              </p:cNvSpPr>
              <p:nvPr userDrawn="1"/>
            </p:nvSpPr>
            <p:spPr bwMode="auto">
              <a:xfrm>
                <a:off x="1916" y="643"/>
                <a:ext cx="138" cy="98"/>
              </a:xfrm>
              <a:custGeom>
                <a:avLst/>
                <a:gdLst>
                  <a:gd name="T0" fmla="*/ 110 w 112"/>
                  <a:gd name="T1" fmla="*/ 79 h 79"/>
                  <a:gd name="T2" fmla="*/ 109 w 112"/>
                  <a:gd name="T3" fmla="*/ 79 h 79"/>
                  <a:gd name="T4" fmla="*/ 1 w 112"/>
                  <a:gd name="T5" fmla="*/ 3 h 79"/>
                  <a:gd name="T6" fmla="*/ 0 w 112"/>
                  <a:gd name="T7" fmla="*/ 1 h 79"/>
                  <a:gd name="T8" fmla="*/ 2 w 112"/>
                  <a:gd name="T9" fmla="*/ 0 h 79"/>
                  <a:gd name="T10" fmla="*/ 100 w 112"/>
                  <a:gd name="T11" fmla="*/ 27 h 79"/>
                  <a:gd name="T12" fmla="*/ 101 w 112"/>
                  <a:gd name="T13" fmla="*/ 28 h 79"/>
                  <a:gd name="T14" fmla="*/ 112 w 112"/>
                  <a:gd name="T15" fmla="*/ 77 h 79"/>
                  <a:gd name="T16" fmla="*/ 111 w 112"/>
                  <a:gd name="T17" fmla="*/ 79 h 79"/>
                  <a:gd name="T18" fmla="*/ 110 w 112"/>
                  <a:gd name="T19" fmla="*/ 79 h 79"/>
                  <a:gd name="T20" fmla="*/ 11 w 112"/>
                  <a:gd name="T21" fmla="*/ 6 h 79"/>
                  <a:gd name="T22" fmla="*/ 108 w 112"/>
                  <a:gd name="T23" fmla="*/ 73 h 79"/>
                  <a:gd name="T24" fmla="*/ 98 w 112"/>
                  <a:gd name="T25" fmla="*/ 30 h 79"/>
                  <a:gd name="T26" fmla="*/ 11 w 112"/>
                  <a:gd name="T27" fmla="*/ 6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2" h="79">
                    <a:moveTo>
                      <a:pt x="110" y="79"/>
                    </a:moveTo>
                    <a:cubicBezTo>
                      <a:pt x="109" y="79"/>
                      <a:pt x="109" y="79"/>
                      <a:pt x="109" y="7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27"/>
                      <a:pt x="101" y="27"/>
                      <a:pt x="101" y="28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8"/>
                      <a:pt x="112" y="78"/>
                      <a:pt x="111" y="79"/>
                    </a:cubicBezTo>
                    <a:lnTo>
                      <a:pt x="110" y="79"/>
                    </a:lnTo>
                    <a:close/>
                    <a:moveTo>
                      <a:pt x="11" y="6"/>
                    </a:moveTo>
                    <a:cubicBezTo>
                      <a:pt x="108" y="73"/>
                      <a:pt x="108" y="73"/>
                      <a:pt x="108" y="73"/>
                    </a:cubicBezTo>
                    <a:cubicBezTo>
                      <a:pt x="98" y="30"/>
                      <a:pt x="98" y="30"/>
                      <a:pt x="98" y="30"/>
                    </a:cubicBez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9" name="Freeform 1056"/>
              <p:cNvSpPr>
                <a:spLocks noEditPoints="1"/>
              </p:cNvSpPr>
              <p:nvPr userDrawn="1"/>
            </p:nvSpPr>
            <p:spPr bwMode="auto">
              <a:xfrm>
                <a:off x="1749" y="678"/>
                <a:ext cx="95" cy="59"/>
              </a:xfrm>
              <a:custGeom>
                <a:avLst/>
                <a:gdLst>
                  <a:gd name="T0" fmla="*/ 2 w 77"/>
                  <a:gd name="T1" fmla="*/ 48 h 48"/>
                  <a:gd name="T2" fmla="*/ 1 w 77"/>
                  <a:gd name="T3" fmla="*/ 48 h 48"/>
                  <a:gd name="T4" fmla="*/ 0 w 77"/>
                  <a:gd name="T5" fmla="*/ 46 h 48"/>
                  <a:gd name="T6" fmla="*/ 8 w 77"/>
                  <a:gd name="T7" fmla="*/ 2 h 48"/>
                  <a:gd name="T8" fmla="*/ 10 w 77"/>
                  <a:gd name="T9" fmla="*/ 0 h 48"/>
                  <a:gd name="T10" fmla="*/ 76 w 77"/>
                  <a:gd name="T11" fmla="*/ 6 h 48"/>
                  <a:gd name="T12" fmla="*/ 77 w 77"/>
                  <a:gd name="T13" fmla="*/ 7 h 48"/>
                  <a:gd name="T14" fmla="*/ 76 w 77"/>
                  <a:gd name="T15" fmla="*/ 9 h 48"/>
                  <a:gd name="T16" fmla="*/ 3 w 77"/>
                  <a:gd name="T17" fmla="*/ 48 h 48"/>
                  <a:gd name="T18" fmla="*/ 2 w 77"/>
                  <a:gd name="T19" fmla="*/ 48 h 48"/>
                  <a:gd name="T20" fmla="*/ 11 w 77"/>
                  <a:gd name="T21" fmla="*/ 4 h 48"/>
                  <a:gd name="T22" fmla="*/ 4 w 77"/>
                  <a:gd name="T23" fmla="*/ 43 h 48"/>
                  <a:gd name="T24" fmla="*/ 70 w 77"/>
                  <a:gd name="T25" fmla="*/ 9 h 48"/>
                  <a:gd name="T26" fmla="*/ 11 w 77"/>
                  <a:gd name="T27" fmla="*/ 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7" h="48">
                    <a:moveTo>
                      <a:pt x="2" y="48"/>
                    </a:moveTo>
                    <a:cubicBezTo>
                      <a:pt x="1" y="48"/>
                      <a:pt x="1" y="48"/>
                      <a:pt x="1" y="48"/>
                    </a:cubicBezTo>
                    <a:cubicBezTo>
                      <a:pt x="0" y="48"/>
                      <a:pt x="0" y="47"/>
                      <a:pt x="0" y="46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9" y="0"/>
                      <a:pt x="10" y="0"/>
                    </a:cubicBezTo>
                    <a:cubicBezTo>
                      <a:pt x="76" y="6"/>
                      <a:pt x="76" y="6"/>
                      <a:pt x="76" y="6"/>
                    </a:cubicBezTo>
                    <a:cubicBezTo>
                      <a:pt x="76" y="6"/>
                      <a:pt x="77" y="6"/>
                      <a:pt x="77" y="7"/>
                    </a:cubicBezTo>
                    <a:cubicBezTo>
                      <a:pt x="77" y="8"/>
                      <a:pt x="77" y="9"/>
                      <a:pt x="76" y="9"/>
                    </a:cubicBezTo>
                    <a:cubicBezTo>
                      <a:pt x="3" y="48"/>
                      <a:pt x="3" y="48"/>
                      <a:pt x="3" y="48"/>
                    </a:cubicBezTo>
                    <a:lnTo>
                      <a:pt x="2" y="48"/>
                    </a:lnTo>
                    <a:close/>
                    <a:moveTo>
                      <a:pt x="11" y="4"/>
                    </a:moveTo>
                    <a:cubicBezTo>
                      <a:pt x="4" y="43"/>
                      <a:pt x="4" y="43"/>
                      <a:pt x="4" y="43"/>
                    </a:cubicBezTo>
                    <a:cubicBezTo>
                      <a:pt x="70" y="9"/>
                      <a:pt x="70" y="9"/>
                      <a:pt x="70" y="9"/>
                    </a:cubicBez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0" name="Freeform 1057"/>
              <p:cNvSpPr>
                <a:spLocks noEditPoints="1"/>
              </p:cNvSpPr>
              <p:nvPr userDrawn="1"/>
            </p:nvSpPr>
            <p:spPr bwMode="auto">
              <a:xfrm>
                <a:off x="1658" y="734"/>
                <a:ext cx="96" cy="102"/>
              </a:xfrm>
              <a:custGeom>
                <a:avLst/>
                <a:gdLst>
                  <a:gd name="T0" fmla="*/ 12 w 77"/>
                  <a:gd name="T1" fmla="*/ 83 h 83"/>
                  <a:gd name="T2" fmla="*/ 11 w 77"/>
                  <a:gd name="T3" fmla="*/ 83 h 83"/>
                  <a:gd name="T4" fmla="*/ 10 w 77"/>
                  <a:gd name="T5" fmla="*/ 81 h 83"/>
                  <a:gd name="T6" fmla="*/ 0 w 77"/>
                  <a:gd name="T7" fmla="*/ 3 h 83"/>
                  <a:gd name="T8" fmla="*/ 1 w 77"/>
                  <a:gd name="T9" fmla="*/ 2 h 83"/>
                  <a:gd name="T10" fmla="*/ 2 w 77"/>
                  <a:gd name="T11" fmla="*/ 1 h 83"/>
                  <a:gd name="T12" fmla="*/ 75 w 77"/>
                  <a:gd name="T13" fmla="*/ 0 h 83"/>
                  <a:gd name="T14" fmla="*/ 76 w 77"/>
                  <a:gd name="T15" fmla="*/ 1 h 83"/>
                  <a:gd name="T16" fmla="*/ 76 w 77"/>
                  <a:gd name="T17" fmla="*/ 3 h 83"/>
                  <a:gd name="T18" fmla="*/ 13 w 77"/>
                  <a:gd name="T19" fmla="*/ 82 h 83"/>
                  <a:gd name="T20" fmla="*/ 12 w 77"/>
                  <a:gd name="T21" fmla="*/ 83 h 83"/>
                  <a:gd name="T22" fmla="*/ 4 w 77"/>
                  <a:gd name="T23" fmla="*/ 4 h 83"/>
                  <a:gd name="T24" fmla="*/ 13 w 77"/>
                  <a:gd name="T25" fmla="*/ 77 h 83"/>
                  <a:gd name="T26" fmla="*/ 71 w 77"/>
                  <a:gd name="T27" fmla="*/ 3 h 83"/>
                  <a:gd name="T28" fmla="*/ 4 w 77"/>
                  <a:gd name="T29" fmla="*/ 4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7" h="83">
                    <a:moveTo>
                      <a:pt x="12" y="83"/>
                    </a:moveTo>
                    <a:cubicBezTo>
                      <a:pt x="11" y="83"/>
                      <a:pt x="11" y="83"/>
                      <a:pt x="11" y="83"/>
                    </a:cubicBezTo>
                    <a:cubicBezTo>
                      <a:pt x="11" y="83"/>
                      <a:pt x="10" y="82"/>
                      <a:pt x="10" y="81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5" y="0"/>
                      <a:pt x="76" y="0"/>
                      <a:pt x="76" y="1"/>
                    </a:cubicBezTo>
                    <a:cubicBezTo>
                      <a:pt x="77" y="1"/>
                      <a:pt x="77" y="2"/>
                      <a:pt x="76" y="3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3"/>
                      <a:pt x="12" y="83"/>
                      <a:pt x="12" y="83"/>
                    </a:cubicBezTo>
                    <a:close/>
                    <a:moveTo>
                      <a:pt x="4" y="4"/>
                    </a:moveTo>
                    <a:cubicBezTo>
                      <a:pt x="13" y="77"/>
                      <a:pt x="13" y="77"/>
                      <a:pt x="13" y="77"/>
                    </a:cubicBezTo>
                    <a:cubicBezTo>
                      <a:pt x="71" y="3"/>
                      <a:pt x="71" y="3"/>
                      <a:pt x="71" y="3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1" name="Freeform 1058"/>
              <p:cNvSpPr>
                <a:spLocks noEditPoints="1"/>
              </p:cNvSpPr>
              <p:nvPr userDrawn="1"/>
            </p:nvSpPr>
            <p:spPr bwMode="auto">
              <a:xfrm>
                <a:off x="1603" y="735"/>
                <a:ext cx="72" cy="116"/>
              </a:xfrm>
              <a:custGeom>
                <a:avLst/>
                <a:gdLst>
                  <a:gd name="T0" fmla="*/ 2 w 58"/>
                  <a:gd name="T1" fmla="*/ 94 h 94"/>
                  <a:gd name="T2" fmla="*/ 1 w 58"/>
                  <a:gd name="T3" fmla="*/ 94 h 94"/>
                  <a:gd name="T4" fmla="*/ 0 w 58"/>
                  <a:gd name="T5" fmla="*/ 92 h 94"/>
                  <a:gd name="T6" fmla="*/ 46 w 58"/>
                  <a:gd name="T7" fmla="*/ 1 h 94"/>
                  <a:gd name="T8" fmla="*/ 47 w 58"/>
                  <a:gd name="T9" fmla="*/ 0 h 94"/>
                  <a:gd name="T10" fmla="*/ 49 w 58"/>
                  <a:gd name="T11" fmla="*/ 1 h 94"/>
                  <a:gd name="T12" fmla="*/ 58 w 58"/>
                  <a:gd name="T13" fmla="*/ 80 h 94"/>
                  <a:gd name="T14" fmla="*/ 57 w 58"/>
                  <a:gd name="T15" fmla="*/ 82 h 94"/>
                  <a:gd name="T16" fmla="*/ 2 w 58"/>
                  <a:gd name="T17" fmla="*/ 94 h 94"/>
                  <a:gd name="T18" fmla="*/ 46 w 58"/>
                  <a:gd name="T19" fmla="*/ 7 h 94"/>
                  <a:gd name="T20" fmla="*/ 5 w 58"/>
                  <a:gd name="T21" fmla="*/ 90 h 94"/>
                  <a:gd name="T22" fmla="*/ 55 w 58"/>
                  <a:gd name="T23" fmla="*/ 79 h 94"/>
                  <a:gd name="T24" fmla="*/ 46 w 58"/>
                  <a:gd name="T25" fmla="*/ 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8" h="94">
                    <a:moveTo>
                      <a:pt x="2" y="94"/>
                    </a:moveTo>
                    <a:cubicBezTo>
                      <a:pt x="1" y="94"/>
                      <a:pt x="1" y="94"/>
                      <a:pt x="1" y="94"/>
                    </a:cubicBezTo>
                    <a:cubicBezTo>
                      <a:pt x="0" y="93"/>
                      <a:pt x="0" y="92"/>
                      <a:pt x="0" y="9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0"/>
                      <a:pt x="47" y="0"/>
                      <a:pt x="47" y="0"/>
                    </a:cubicBezTo>
                    <a:cubicBezTo>
                      <a:pt x="48" y="0"/>
                      <a:pt x="49" y="1"/>
                      <a:pt x="49" y="1"/>
                    </a:cubicBezTo>
                    <a:cubicBezTo>
                      <a:pt x="58" y="80"/>
                      <a:pt x="58" y="80"/>
                      <a:pt x="58" y="80"/>
                    </a:cubicBezTo>
                    <a:cubicBezTo>
                      <a:pt x="58" y="81"/>
                      <a:pt x="58" y="82"/>
                      <a:pt x="57" y="82"/>
                    </a:cubicBezTo>
                    <a:cubicBezTo>
                      <a:pt x="2" y="94"/>
                      <a:pt x="2" y="94"/>
                      <a:pt x="2" y="94"/>
                    </a:cubicBezTo>
                    <a:close/>
                    <a:moveTo>
                      <a:pt x="46" y="7"/>
                    </a:moveTo>
                    <a:cubicBezTo>
                      <a:pt x="5" y="90"/>
                      <a:pt x="5" y="90"/>
                      <a:pt x="5" y="90"/>
                    </a:cubicBezTo>
                    <a:cubicBezTo>
                      <a:pt x="55" y="79"/>
                      <a:pt x="55" y="79"/>
                      <a:pt x="55" y="79"/>
                    </a:cubicBezTo>
                    <a:lnTo>
                      <a:pt x="46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2" name="Freeform 1059"/>
              <p:cNvSpPr>
                <a:spLocks noEditPoints="1"/>
              </p:cNvSpPr>
              <p:nvPr userDrawn="1"/>
            </p:nvSpPr>
            <p:spPr bwMode="auto">
              <a:xfrm>
                <a:off x="1532" y="848"/>
                <a:ext cx="86" cy="64"/>
              </a:xfrm>
              <a:custGeom>
                <a:avLst/>
                <a:gdLst>
                  <a:gd name="T0" fmla="*/ 68 w 69"/>
                  <a:gd name="T1" fmla="*/ 52 h 52"/>
                  <a:gd name="T2" fmla="*/ 67 w 69"/>
                  <a:gd name="T3" fmla="*/ 52 h 52"/>
                  <a:gd name="T4" fmla="*/ 1 w 69"/>
                  <a:gd name="T5" fmla="*/ 35 h 52"/>
                  <a:gd name="T6" fmla="*/ 0 w 69"/>
                  <a:gd name="T7" fmla="*/ 33 h 52"/>
                  <a:gd name="T8" fmla="*/ 1 w 69"/>
                  <a:gd name="T9" fmla="*/ 31 h 52"/>
                  <a:gd name="T10" fmla="*/ 58 w 69"/>
                  <a:gd name="T11" fmla="*/ 0 h 52"/>
                  <a:gd name="T12" fmla="*/ 60 w 69"/>
                  <a:gd name="T13" fmla="*/ 0 h 52"/>
                  <a:gd name="T14" fmla="*/ 61 w 69"/>
                  <a:gd name="T15" fmla="*/ 1 h 52"/>
                  <a:gd name="T16" fmla="*/ 69 w 69"/>
                  <a:gd name="T17" fmla="*/ 50 h 52"/>
                  <a:gd name="T18" fmla="*/ 69 w 69"/>
                  <a:gd name="T19" fmla="*/ 52 h 52"/>
                  <a:gd name="T20" fmla="*/ 68 w 69"/>
                  <a:gd name="T21" fmla="*/ 52 h 52"/>
                  <a:gd name="T22" fmla="*/ 6 w 69"/>
                  <a:gd name="T23" fmla="*/ 32 h 52"/>
                  <a:gd name="T24" fmla="*/ 65 w 69"/>
                  <a:gd name="T25" fmla="*/ 48 h 52"/>
                  <a:gd name="T26" fmla="*/ 58 w 69"/>
                  <a:gd name="T27" fmla="*/ 4 h 52"/>
                  <a:gd name="T28" fmla="*/ 6 w 69"/>
                  <a:gd name="T29" fmla="*/ 3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52">
                    <a:moveTo>
                      <a:pt x="68" y="52"/>
                    </a:moveTo>
                    <a:cubicBezTo>
                      <a:pt x="67" y="52"/>
                      <a:pt x="67" y="52"/>
                      <a:pt x="67" y="52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34"/>
                      <a:pt x="0" y="34"/>
                      <a:pt x="0" y="33"/>
                    </a:cubicBezTo>
                    <a:cubicBezTo>
                      <a:pt x="0" y="32"/>
                      <a:pt x="0" y="32"/>
                      <a:pt x="1" y="31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9" y="0"/>
                      <a:pt x="59" y="0"/>
                      <a:pt x="60" y="0"/>
                    </a:cubicBezTo>
                    <a:cubicBezTo>
                      <a:pt x="60" y="0"/>
                      <a:pt x="60" y="1"/>
                      <a:pt x="61" y="1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51"/>
                      <a:pt x="69" y="51"/>
                      <a:pt x="69" y="52"/>
                    </a:cubicBezTo>
                    <a:cubicBezTo>
                      <a:pt x="68" y="52"/>
                      <a:pt x="68" y="52"/>
                      <a:pt x="68" y="52"/>
                    </a:cubicBezTo>
                    <a:close/>
                    <a:moveTo>
                      <a:pt x="6" y="32"/>
                    </a:moveTo>
                    <a:cubicBezTo>
                      <a:pt x="65" y="48"/>
                      <a:pt x="65" y="48"/>
                      <a:pt x="65" y="48"/>
                    </a:cubicBezTo>
                    <a:cubicBezTo>
                      <a:pt x="58" y="4"/>
                      <a:pt x="58" y="4"/>
                      <a:pt x="58" y="4"/>
                    </a:cubicBezTo>
                    <a:lnTo>
                      <a:pt x="6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3" name="Freeform 1060"/>
              <p:cNvSpPr>
                <a:spLocks noEditPoints="1"/>
              </p:cNvSpPr>
              <p:nvPr userDrawn="1"/>
            </p:nvSpPr>
            <p:spPr bwMode="auto">
              <a:xfrm>
                <a:off x="1531" y="886"/>
                <a:ext cx="87" cy="94"/>
              </a:xfrm>
              <a:custGeom>
                <a:avLst/>
                <a:gdLst>
                  <a:gd name="T0" fmla="*/ 1 w 70"/>
                  <a:gd name="T1" fmla="*/ 76 h 76"/>
                  <a:gd name="T2" fmla="*/ 1 w 70"/>
                  <a:gd name="T3" fmla="*/ 75 h 76"/>
                  <a:gd name="T4" fmla="*/ 0 w 70"/>
                  <a:gd name="T5" fmla="*/ 74 h 76"/>
                  <a:gd name="T6" fmla="*/ 1 w 70"/>
                  <a:gd name="T7" fmla="*/ 2 h 76"/>
                  <a:gd name="T8" fmla="*/ 2 w 70"/>
                  <a:gd name="T9" fmla="*/ 1 h 76"/>
                  <a:gd name="T10" fmla="*/ 3 w 70"/>
                  <a:gd name="T11" fmla="*/ 0 h 76"/>
                  <a:gd name="T12" fmla="*/ 69 w 70"/>
                  <a:gd name="T13" fmla="*/ 18 h 76"/>
                  <a:gd name="T14" fmla="*/ 70 w 70"/>
                  <a:gd name="T15" fmla="*/ 19 h 76"/>
                  <a:gd name="T16" fmla="*/ 70 w 70"/>
                  <a:gd name="T17" fmla="*/ 21 h 76"/>
                  <a:gd name="T18" fmla="*/ 3 w 70"/>
                  <a:gd name="T19" fmla="*/ 75 h 76"/>
                  <a:gd name="T20" fmla="*/ 1 w 70"/>
                  <a:gd name="T21" fmla="*/ 76 h 76"/>
                  <a:gd name="T22" fmla="*/ 4 w 70"/>
                  <a:gd name="T23" fmla="*/ 4 h 76"/>
                  <a:gd name="T24" fmla="*/ 3 w 70"/>
                  <a:gd name="T25" fmla="*/ 70 h 76"/>
                  <a:gd name="T26" fmla="*/ 65 w 70"/>
                  <a:gd name="T27" fmla="*/ 20 h 76"/>
                  <a:gd name="T28" fmla="*/ 4 w 70"/>
                  <a:gd name="T2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0" h="76">
                    <a:moveTo>
                      <a:pt x="1" y="76"/>
                    </a:moveTo>
                    <a:cubicBezTo>
                      <a:pt x="1" y="75"/>
                      <a:pt x="1" y="75"/>
                      <a:pt x="1" y="75"/>
                    </a:cubicBezTo>
                    <a:cubicBezTo>
                      <a:pt x="0" y="75"/>
                      <a:pt x="0" y="74"/>
                      <a:pt x="0" y="74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69" y="18"/>
                      <a:pt x="69" y="18"/>
                      <a:pt x="69" y="18"/>
                    </a:cubicBezTo>
                    <a:cubicBezTo>
                      <a:pt x="70" y="18"/>
                      <a:pt x="70" y="19"/>
                      <a:pt x="70" y="19"/>
                    </a:cubicBezTo>
                    <a:cubicBezTo>
                      <a:pt x="70" y="20"/>
                      <a:pt x="70" y="21"/>
                      <a:pt x="70" y="21"/>
                    </a:cubicBezTo>
                    <a:cubicBezTo>
                      <a:pt x="3" y="75"/>
                      <a:pt x="3" y="75"/>
                      <a:pt x="3" y="75"/>
                    </a:cubicBezTo>
                    <a:cubicBezTo>
                      <a:pt x="2" y="75"/>
                      <a:pt x="2" y="76"/>
                      <a:pt x="1" y="76"/>
                    </a:cubicBezTo>
                    <a:close/>
                    <a:moveTo>
                      <a:pt x="4" y="4"/>
                    </a:moveTo>
                    <a:cubicBezTo>
                      <a:pt x="3" y="70"/>
                      <a:pt x="3" y="70"/>
                      <a:pt x="3" y="70"/>
                    </a:cubicBezTo>
                    <a:cubicBezTo>
                      <a:pt x="65" y="20"/>
                      <a:pt x="65" y="20"/>
                      <a:pt x="65" y="20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4" name="Freeform 1061"/>
              <p:cNvSpPr>
                <a:spLocks noEditPoints="1"/>
              </p:cNvSpPr>
              <p:nvPr userDrawn="1"/>
            </p:nvSpPr>
            <p:spPr bwMode="auto">
              <a:xfrm>
                <a:off x="1609" y="703"/>
                <a:ext cx="145" cy="85"/>
              </a:xfrm>
              <a:custGeom>
                <a:avLst/>
                <a:gdLst>
                  <a:gd name="T0" fmla="*/ 2 w 117"/>
                  <a:gd name="T1" fmla="*/ 69 h 69"/>
                  <a:gd name="T2" fmla="*/ 0 w 117"/>
                  <a:gd name="T3" fmla="*/ 68 h 69"/>
                  <a:gd name="T4" fmla="*/ 1 w 117"/>
                  <a:gd name="T5" fmla="*/ 66 h 69"/>
                  <a:gd name="T6" fmla="*/ 86 w 117"/>
                  <a:gd name="T7" fmla="*/ 1 h 69"/>
                  <a:gd name="T8" fmla="*/ 88 w 117"/>
                  <a:gd name="T9" fmla="*/ 1 h 69"/>
                  <a:gd name="T10" fmla="*/ 116 w 117"/>
                  <a:gd name="T11" fmla="*/ 25 h 69"/>
                  <a:gd name="T12" fmla="*/ 117 w 117"/>
                  <a:gd name="T13" fmla="*/ 27 h 69"/>
                  <a:gd name="T14" fmla="*/ 115 w 117"/>
                  <a:gd name="T15" fmla="*/ 28 h 69"/>
                  <a:gd name="T16" fmla="*/ 2 w 117"/>
                  <a:gd name="T17" fmla="*/ 69 h 69"/>
                  <a:gd name="T18" fmla="*/ 87 w 117"/>
                  <a:gd name="T19" fmla="*/ 4 h 69"/>
                  <a:gd name="T20" fmla="*/ 11 w 117"/>
                  <a:gd name="T21" fmla="*/ 62 h 69"/>
                  <a:gd name="T22" fmla="*/ 112 w 117"/>
                  <a:gd name="T23" fmla="*/ 26 h 69"/>
                  <a:gd name="T24" fmla="*/ 87 w 117"/>
                  <a:gd name="T25" fmla="*/ 4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7" h="69">
                    <a:moveTo>
                      <a:pt x="2" y="69"/>
                    </a:moveTo>
                    <a:cubicBezTo>
                      <a:pt x="1" y="69"/>
                      <a:pt x="0" y="68"/>
                      <a:pt x="0" y="68"/>
                    </a:cubicBezTo>
                    <a:cubicBezTo>
                      <a:pt x="0" y="67"/>
                      <a:pt x="0" y="66"/>
                      <a:pt x="1" y="66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7" y="0"/>
                      <a:pt x="87" y="0"/>
                      <a:pt x="88" y="1"/>
                    </a:cubicBezTo>
                    <a:cubicBezTo>
                      <a:pt x="116" y="25"/>
                      <a:pt x="116" y="25"/>
                      <a:pt x="116" y="25"/>
                    </a:cubicBezTo>
                    <a:cubicBezTo>
                      <a:pt x="116" y="26"/>
                      <a:pt x="117" y="26"/>
                      <a:pt x="117" y="27"/>
                    </a:cubicBezTo>
                    <a:cubicBezTo>
                      <a:pt x="116" y="27"/>
                      <a:pt x="116" y="28"/>
                      <a:pt x="115" y="28"/>
                    </a:cubicBezTo>
                    <a:cubicBezTo>
                      <a:pt x="2" y="69"/>
                      <a:pt x="2" y="69"/>
                      <a:pt x="2" y="69"/>
                    </a:cubicBezTo>
                    <a:close/>
                    <a:moveTo>
                      <a:pt x="87" y="4"/>
                    </a:moveTo>
                    <a:cubicBezTo>
                      <a:pt x="11" y="62"/>
                      <a:pt x="11" y="62"/>
                      <a:pt x="11" y="62"/>
                    </a:cubicBezTo>
                    <a:cubicBezTo>
                      <a:pt x="112" y="26"/>
                      <a:pt x="112" y="26"/>
                      <a:pt x="112" y="26"/>
                    </a:cubicBezTo>
                    <a:lnTo>
                      <a:pt x="8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5" name="Freeform 1062"/>
              <p:cNvSpPr>
                <a:spLocks noEditPoints="1"/>
              </p:cNvSpPr>
              <p:nvPr userDrawn="1"/>
            </p:nvSpPr>
            <p:spPr bwMode="auto">
              <a:xfrm>
                <a:off x="978" y="865"/>
                <a:ext cx="127" cy="43"/>
              </a:xfrm>
              <a:custGeom>
                <a:avLst/>
                <a:gdLst>
                  <a:gd name="T0" fmla="*/ 101 w 103"/>
                  <a:gd name="T1" fmla="*/ 35 h 35"/>
                  <a:gd name="T2" fmla="*/ 101 w 103"/>
                  <a:gd name="T3" fmla="*/ 35 h 35"/>
                  <a:gd name="T4" fmla="*/ 1 w 103"/>
                  <a:gd name="T5" fmla="*/ 17 h 35"/>
                  <a:gd name="T6" fmla="*/ 0 w 103"/>
                  <a:gd name="T7" fmla="*/ 15 h 35"/>
                  <a:gd name="T8" fmla="*/ 1 w 103"/>
                  <a:gd name="T9" fmla="*/ 14 h 35"/>
                  <a:gd name="T10" fmla="*/ 101 w 103"/>
                  <a:gd name="T11" fmla="*/ 0 h 35"/>
                  <a:gd name="T12" fmla="*/ 102 w 103"/>
                  <a:gd name="T13" fmla="*/ 1 h 35"/>
                  <a:gd name="T14" fmla="*/ 103 w 103"/>
                  <a:gd name="T15" fmla="*/ 2 h 35"/>
                  <a:gd name="T16" fmla="*/ 103 w 103"/>
                  <a:gd name="T17" fmla="*/ 34 h 35"/>
                  <a:gd name="T18" fmla="*/ 102 w 103"/>
                  <a:gd name="T19" fmla="*/ 35 h 35"/>
                  <a:gd name="T20" fmla="*/ 101 w 103"/>
                  <a:gd name="T21" fmla="*/ 35 h 35"/>
                  <a:gd name="T22" fmla="*/ 12 w 103"/>
                  <a:gd name="T23" fmla="*/ 16 h 35"/>
                  <a:gd name="T24" fmla="*/ 99 w 103"/>
                  <a:gd name="T25" fmla="*/ 32 h 35"/>
                  <a:gd name="T26" fmla="*/ 99 w 103"/>
                  <a:gd name="T27" fmla="*/ 4 h 35"/>
                  <a:gd name="T28" fmla="*/ 12 w 103"/>
                  <a:gd name="T29" fmla="*/ 1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3" h="35">
                    <a:moveTo>
                      <a:pt x="101" y="35"/>
                    </a:moveTo>
                    <a:cubicBezTo>
                      <a:pt x="101" y="35"/>
                      <a:pt x="101" y="35"/>
                      <a:pt x="101" y="35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0" y="16"/>
                      <a:pt x="0" y="15"/>
                    </a:cubicBezTo>
                    <a:cubicBezTo>
                      <a:pt x="0" y="14"/>
                      <a:pt x="1" y="14"/>
                      <a:pt x="1" y="14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1" y="0"/>
                      <a:pt x="102" y="1"/>
                      <a:pt x="102" y="1"/>
                    </a:cubicBezTo>
                    <a:cubicBezTo>
                      <a:pt x="102" y="1"/>
                      <a:pt x="103" y="2"/>
                      <a:pt x="103" y="2"/>
                    </a:cubicBezTo>
                    <a:cubicBezTo>
                      <a:pt x="103" y="34"/>
                      <a:pt x="103" y="34"/>
                      <a:pt x="103" y="34"/>
                    </a:cubicBezTo>
                    <a:cubicBezTo>
                      <a:pt x="103" y="34"/>
                      <a:pt x="102" y="35"/>
                      <a:pt x="102" y="35"/>
                    </a:cubicBezTo>
                    <a:cubicBezTo>
                      <a:pt x="102" y="35"/>
                      <a:pt x="101" y="35"/>
                      <a:pt x="101" y="35"/>
                    </a:cubicBezTo>
                    <a:close/>
                    <a:moveTo>
                      <a:pt x="12" y="16"/>
                    </a:moveTo>
                    <a:cubicBezTo>
                      <a:pt x="99" y="32"/>
                      <a:pt x="99" y="32"/>
                      <a:pt x="99" y="32"/>
                    </a:cubicBezTo>
                    <a:cubicBezTo>
                      <a:pt x="99" y="4"/>
                      <a:pt x="99" y="4"/>
                      <a:pt x="99" y="4"/>
                    </a:cubicBezTo>
                    <a:lnTo>
                      <a:pt x="12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6" name="Freeform 1063"/>
              <p:cNvSpPr>
                <a:spLocks noEditPoints="1"/>
              </p:cNvSpPr>
              <p:nvPr userDrawn="1"/>
            </p:nvSpPr>
            <p:spPr bwMode="auto">
              <a:xfrm>
                <a:off x="828" y="926"/>
                <a:ext cx="58" cy="113"/>
              </a:xfrm>
              <a:custGeom>
                <a:avLst/>
                <a:gdLst>
                  <a:gd name="T0" fmla="*/ 11 w 47"/>
                  <a:gd name="T1" fmla="*/ 92 h 92"/>
                  <a:gd name="T2" fmla="*/ 10 w 47"/>
                  <a:gd name="T3" fmla="*/ 92 h 92"/>
                  <a:gd name="T4" fmla="*/ 9 w 47"/>
                  <a:gd name="T5" fmla="*/ 91 h 92"/>
                  <a:gd name="T6" fmla="*/ 0 w 47"/>
                  <a:gd name="T7" fmla="*/ 29 h 92"/>
                  <a:gd name="T8" fmla="*/ 1 w 47"/>
                  <a:gd name="T9" fmla="*/ 27 h 92"/>
                  <a:gd name="T10" fmla="*/ 44 w 47"/>
                  <a:gd name="T11" fmla="*/ 0 h 92"/>
                  <a:gd name="T12" fmla="*/ 46 w 47"/>
                  <a:gd name="T13" fmla="*/ 1 h 92"/>
                  <a:gd name="T14" fmla="*/ 47 w 47"/>
                  <a:gd name="T15" fmla="*/ 2 h 92"/>
                  <a:gd name="T16" fmla="*/ 12 w 47"/>
                  <a:gd name="T17" fmla="*/ 91 h 92"/>
                  <a:gd name="T18" fmla="*/ 11 w 47"/>
                  <a:gd name="T19" fmla="*/ 92 h 92"/>
                  <a:gd name="T20" fmla="*/ 3 w 47"/>
                  <a:gd name="T21" fmla="*/ 29 h 92"/>
                  <a:gd name="T22" fmla="*/ 11 w 47"/>
                  <a:gd name="T23" fmla="*/ 84 h 92"/>
                  <a:gd name="T24" fmla="*/ 42 w 47"/>
                  <a:gd name="T25" fmla="*/ 6 h 92"/>
                  <a:gd name="T26" fmla="*/ 3 w 47"/>
                  <a:gd name="T27" fmla="*/ 29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7" h="92">
                    <a:moveTo>
                      <a:pt x="11" y="92"/>
                    </a:move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2"/>
                      <a:pt x="9" y="91"/>
                      <a:pt x="9" y="91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0"/>
                      <a:pt x="46" y="0"/>
                      <a:pt x="46" y="1"/>
                    </a:cubicBezTo>
                    <a:cubicBezTo>
                      <a:pt x="47" y="1"/>
                      <a:pt x="47" y="2"/>
                      <a:pt x="47" y="2"/>
                    </a:cubicBezTo>
                    <a:cubicBezTo>
                      <a:pt x="12" y="91"/>
                      <a:pt x="12" y="91"/>
                      <a:pt x="12" y="91"/>
                    </a:cubicBezTo>
                    <a:cubicBezTo>
                      <a:pt x="12" y="92"/>
                      <a:pt x="11" y="92"/>
                      <a:pt x="11" y="92"/>
                    </a:cubicBezTo>
                    <a:close/>
                    <a:moveTo>
                      <a:pt x="3" y="29"/>
                    </a:moveTo>
                    <a:cubicBezTo>
                      <a:pt x="11" y="84"/>
                      <a:pt x="11" y="84"/>
                      <a:pt x="11" y="84"/>
                    </a:cubicBezTo>
                    <a:cubicBezTo>
                      <a:pt x="42" y="6"/>
                      <a:pt x="42" y="6"/>
                      <a:pt x="42" y="6"/>
                    </a:cubicBezTo>
                    <a:lnTo>
                      <a:pt x="3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7" name="Freeform 1064"/>
              <p:cNvSpPr>
                <a:spLocks noEditPoints="1"/>
              </p:cNvSpPr>
              <p:nvPr userDrawn="1"/>
            </p:nvSpPr>
            <p:spPr bwMode="auto">
              <a:xfrm>
                <a:off x="989" y="1450"/>
                <a:ext cx="127" cy="36"/>
              </a:xfrm>
              <a:custGeom>
                <a:avLst/>
                <a:gdLst>
                  <a:gd name="T0" fmla="*/ 2 w 103"/>
                  <a:gd name="T1" fmla="*/ 29 h 29"/>
                  <a:gd name="T2" fmla="*/ 0 w 103"/>
                  <a:gd name="T3" fmla="*/ 28 h 29"/>
                  <a:gd name="T4" fmla="*/ 1 w 103"/>
                  <a:gd name="T5" fmla="*/ 26 h 29"/>
                  <a:gd name="T6" fmla="*/ 98 w 103"/>
                  <a:gd name="T7" fmla="*/ 0 h 29"/>
                  <a:gd name="T8" fmla="*/ 100 w 103"/>
                  <a:gd name="T9" fmla="*/ 0 h 29"/>
                  <a:gd name="T10" fmla="*/ 101 w 103"/>
                  <a:gd name="T11" fmla="*/ 1 h 29"/>
                  <a:gd name="T12" fmla="*/ 103 w 103"/>
                  <a:gd name="T13" fmla="*/ 26 h 29"/>
                  <a:gd name="T14" fmla="*/ 102 w 103"/>
                  <a:gd name="T15" fmla="*/ 27 h 29"/>
                  <a:gd name="T16" fmla="*/ 101 w 103"/>
                  <a:gd name="T17" fmla="*/ 28 h 29"/>
                  <a:gd name="T18" fmla="*/ 2 w 103"/>
                  <a:gd name="T19" fmla="*/ 29 h 29"/>
                  <a:gd name="T20" fmla="*/ 97 w 103"/>
                  <a:gd name="T21" fmla="*/ 4 h 29"/>
                  <a:gd name="T22" fmla="*/ 15 w 103"/>
                  <a:gd name="T23" fmla="*/ 26 h 29"/>
                  <a:gd name="T24" fmla="*/ 99 w 103"/>
                  <a:gd name="T25" fmla="*/ 24 h 29"/>
                  <a:gd name="T26" fmla="*/ 97 w 103"/>
                  <a:gd name="T27" fmla="*/ 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3" h="29">
                    <a:moveTo>
                      <a:pt x="2" y="29"/>
                    </a:moveTo>
                    <a:cubicBezTo>
                      <a:pt x="1" y="29"/>
                      <a:pt x="0" y="29"/>
                      <a:pt x="0" y="28"/>
                    </a:cubicBezTo>
                    <a:cubicBezTo>
                      <a:pt x="0" y="27"/>
                      <a:pt x="0" y="26"/>
                      <a:pt x="1" y="26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99" y="0"/>
                      <a:pt x="99" y="0"/>
                      <a:pt x="100" y="0"/>
                    </a:cubicBezTo>
                    <a:cubicBezTo>
                      <a:pt x="100" y="0"/>
                      <a:pt x="101" y="1"/>
                      <a:pt x="101" y="1"/>
                    </a:cubicBezTo>
                    <a:cubicBezTo>
                      <a:pt x="103" y="26"/>
                      <a:pt x="103" y="26"/>
                      <a:pt x="103" y="26"/>
                    </a:cubicBezTo>
                    <a:cubicBezTo>
                      <a:pt x="103" y="26"/>
                      <a:pt x="103" y="27"/>
                      <a:pt x="102" y="27"/>
                    </a:cubicBezTo>
                    <a:cubicBezTo>
                      <a:pt x="102" y="27"/>
                      <a:pt x="102" y="28"/>
                      <a:pt x="101" y="28"/>
                    </a:cubicBezTo>
                    <a:cubicBezTo>
                      <a:pt x="2" y="29"/>
                      <a:pt x="2" y="29"/>
                      <a:pt x="2" y="29"/>
                    </a:cubicBezTo>
                    <a:close/>
                    <a:moveTo>
                      <a:pt x="97" y="4"/>
                    </a:moveTo>
                    <a:cubicBezTo>
                      <a:pt x="15" y="26"/>
                      <a:pt x="15" y="26"/>
                      <a:pt x="15" y="26"/>
                    </a:cubicBezTo>
                    <a:cubicBezTo>
                      <a:pt x="99" y="24"/>
                      <a:pt x="99" y="24"/>
                      <a:pt x="99" y="24"/>
                    </a:cubicBezTo>
                    <a:lnTo>
                      <a:pt x="9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8" name="Freeform 1065"/>
              <p:cNvSpPr>
                <a:spLocks noEditPoints="1"/>
              </p:cNvSpPr>
              <p:nvPr userDrawn="1"/>
            </p:nvSpPr>
            <p:spPr bwMode="auto">
              <a:xfrm>
                <a:off x="702" y="1292"/>
                <a:ext cx="36" cy="105"/>
              </a:xfrm>
              <a:custGeom>
                <a:avLst/>
                <a:gdLst>
                  <a:gd name="T0" fmla="*/ 20 w 29"/>
                  <a:gd name="T1" fmla="*/ 85 h 85"/>
                  <a:gd name="T2" fmla="*/ 19 w 29"/>
                  <a:gd name="T3" fmla="*/ 84 h 85"/>
                  <a:gd name="T4" fmla="*/ 1 w 29"/>
                  <a:gd name="T5" fmla="*/ 2 h 85"/>
                  <a:gd name="T6" fmla="*/ 1 w 29"/>
                  <a:gd name="T7" fmla="*/ 1 h 85"/>
                  <a:gd name="T8" fmla="*/ 3 w 29"/>
                  <a:gd name="T9" fmla="*/ 0 h 85"/>
                  <a:gd name="T10" fmla="*/ 28 w 29"/>
                  <a:gd name="T11" fmla="*/ 6 h 85"/>
                  <a:gd name="T12" fmla="*/ 29 w 29"/>
                  <a:gd name="T13" fmla="*/ 8 h 85"/>
                  <a:gd name="T14" fmla="*/ 22 w 29"/>
                  <a:gd name="T15" fmla="*/ 83 h 85"/>
                  <a:gd name="T16" fmla="*/ 21 w 29"/>
                  <a:gd name="T17" fmla="*/ 85 h 85"/>
                  <a:gd name="T18" fmla="*/ 20 w 29"/>
                  <a:gd name="T19" fmla="*/ 85 h 85"/>
                  <a:gd name="T20" fmla="*/ 4 w 29"/>
                  <a:gd name="T21" fmla="*/ 4 h 85"/>
                  <a:gd name="T22" fmla="*/ 20 w 29"/>
                  <a:gd name="T23" fmla="*/ 72 h 85"/>
                  <a:gd name="T24" fmla="*/ 26 w 29"/>
                  <a:gd name="T25" fmla="*/ 9 h 85"/>
                  <a:gd name="T26" fmla="*/ 4 w 29"/>
                  <a:gd name="T27" fmla="*/ 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85">
                    <a:moveTo>
                      <a:pt x="20" y="85"/>
                    </a:moveTo>
                    <a:cubicBezTo>
                      <a:pt x="20" y="85"/>
                      <a:pt x="19" y="84"/>
                      <a:pt x="19" y="84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9" y="6"/>
                      <a:pt x="29" y="7"/>
                      <a:pt x="29" y="8"/>
                    </a:cubicBezTo>
                    <a:cubicBezTo>
                      <a:pt x="22" y="83"/>
                      <a:pt x="22" y="83"/>
                      <a:pt x="22" y="83"/>
                    </a:cubicBezTo>
                    <a:cubicBezTo>
                      <a:pt x="22" y="84"/>
                      <a:pt x="21" y="85"/>
                      <a:pt x="21" y="85"/>
                    </a:cubicBezTo>
                    <a:lnTo>
                      <a:pt x="20" y="85"/>
                    </a:lnTo>
                    <a:close/>
                    <a:moveTo>
                      <a:pt x="4" y="4"/>
                    </a:moveTo>
                    <a:cubicBezTo>
                      <a:pt x="20" y="72"/>
                      <a:pt x="20" y="72"/>
                      <a:pt x="20" y="72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9" name="Freeform 1066"/>
              <p:cNvSpPr>
                <a:spLocks noEditPoints="1"/>
              </p:cNvSpPr>
              <p:nvPr userDrawn="1"/>
            </p:nvSpPr>
            <p:spPr bwMode="auto">
              <a:xfrm>
                <a:off x="510" y="1242"/>
                <a:ext cx="36" cy="104"/>
              </a:xfrm>
              <a:custGeom>
                <a:avLst/>
                <a:gdLst>
                  <a:gd name="T0" fmla="*/ 20 w 29"/>
                  <a:gd name="T1" fmla="*/ 84 h 84"/>
                  <a:gd name="T2" fmla="*/ 19 w 29"/>
                  <a:gd name="T3" fmla="*/ 83 h 84"/>
                  <a:gd name="T4" fmla="*/ 1 w 29"/>
                  <a:gd name="T5" fmla="*/ 2 h 84"/>
                  <a:gd name="T6" fmla="*/ 1 w 29"/>
                  <a:gd name="T7" fmla="*/ 0 h 84"/>
                  <a:gd name="T8" fmla="*/ 3 w 29"/>
                  <a:gd name="T9" fmla="*/ 0 h 84"/>
                  <a:gd name="T10" fmla="*/ 28 w 29"/>
                  <a:gd name="T11" fmla="*/ 5 h 84"/>
                  <a:gd name="T12" fmla="*/ 29 w 29"/>
                  <a:gd name="T13" fmla="*/ 7 h 84"/>
                  <a:gd name="T14" fmla="*/ 22 w 29"/>
                  <a:gd name="T15" fmla="*/ 83 h 84"/>
                  <a:gd name="T16" fmla="*/ 21 w 29"/>
                  <a:gd name="T17" fmla="*/ 84 h 84"/>
                  <a:gd name="T18" fmla="*/ 20 w 29"/>
                  <a:gd name="T19" fmla="*/ 84 h 84"/>
                  <a:gd name="T20" fmla="*/ 4 w 29"/>
                  <a:gd name="T21" fmla="*/ 4 h 84"/>
                  <a:gd name="T22" fmla="*/ 20 w 29"/>
                  <a:gd name="T23" fmla="*/ 72 h 84"/>
                  <a:gd name="T24" fmla="*/ 26 w 29"/>
                  <a:gd name="T25" fmla="*/ 8 h 84"/>
                  <a:gd name="T26" fmla="*/ 4 w 29"/>
                  <a:gd name="T27" fmla="*/ 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84">
                    <a:moveTo>
                      <a:pt x="20" y="84"/>
                    </a:moveTo>
                    <a:cubicBezTo>
                      <a:pt x="20" y="84"/>
                      <a:pt x="19" y="84"/>
                      <a:pt x="19" y="8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29" y="6"/>
                      <a:pt x="29" y="6"/>
                      <a:pt x="29" y="7"/>
                    </a:cubicBezTo>
                    <a:cubicBezTo>
                      <a:pt x="22" y="83"/>
                      <a:pt x="22" y="83"/>
                      <a:pt x="22" y="83"/>
                    </a:cubicBezTo>
                    <a:cubicBezTo>
                      <a:pt x="22" y="84"/>
                      <a:pt x="21" y="84"/>
                      <a:pt x="21" y="84"/>
                    </a:cubicBezTo>
                    <a:lnTo>
                      <a:pt x="20" y="84"/>
                    </a:lnTo>
                    <a:close/>
                    <a:moveTo>
                      <a:pt x="4" y="4"/>
                    </a:moveTo>
                    <a:cubicBezTo>
                      <a:pt x="20" y="72"/>
                      <a:pt x="20" y="72"/>
                      <a:pt x="20" y="72"/>
                    </a:cubicBezTo>
                    <a:cubicBezTo>
                      <a:pt x="26" y="8"/>
                      <a:pt x="26" y="8"/>
                      <a:pt x="26" y="8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0" name="Freeform 1067"/>
              <p:cNvSpPr>
                <a:spLocks noEditPoints="1"/>
              </p:cNvSpPr>
              <p:nvPr userDrawn="1"/>
            </p:nvSpPr>
            <p:spPr bwMode="auto">
              <a:xfrm>
                <a:off x="725" y="1392"/>
                <a:ext cx="133" cy="79"/>
              </a:xfrm>
              <a:custGeom>
                <a:avLst/>
                <a:gdLst>
                  <a:gd name="T0" fmla="*/ 57 w 107"/>
                  <a:gd name="T1" fmla="*/ 64 h 64"/>
                  <a:gd name="T2" fmla="*/ 55 w 107"/>
                  <a:gd name="T3" fmla="*/ 64 h 64"/>
                  <a:gd name="T4" fmla="*/ 0 w 107"/>
                  <a:gd name="T5" fmla="*/ 3 h 64"/>
                  <a:gd name="T6" fmla="*/ 0 w 107"/>
                  <a:gd name="T7" fmla="*/ 1 h 64"/>
                  <a:gd name="T8" fmla="*/ 2 w 107"/>
                  <a:gd name="T9" fmla="*/ 1 h 64"/>
                  <a:gd name="T10" fmla="*/ 105 w 107"/>
                  <a:gd name="T11" fmla="*/ 36 h 64"/>
                  <a:gd name="T12" fmla="*/ 106 w 107"/>
                  <a:gd name="T13" fmla="*/ 38 h 64"/>
                  <a:gd name="T14" fmla="*/ 106 w 107"/>
                  <a:gd name="T15" fmla="*/ 39 h 64"/>
                  <a:gd name="T16" fmla="*/ 57 w 107"/>
                  <a:gd name="T17" fmla="*/ 64 h 64"/>
                  <a:gd name="T18" fmla="*/ 7 w 107"/>
                  <a:gd name="T19" fmla="*/ 6 h 64"/>
                  <a:gd name="T20" fmla="*/ 57 w 107"/>
                  <a:gd name="T21" fmla="*/ 61 h 64"/>
                  <a:gd name="T22" fmla="*/ 101 w 107"/>
                  <a:gd name="T23" fmla="*/ 38 h 64"/>
                  <a:gd name="T24" fmla="*/ 7 w 107"/>
                  <a:gd name="T25" fmla="*/ 6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7" h="64">
                    <a:moveTo>
                      <a:pt x="57" y="64"/>
                    </a:moveTo>
                    <a:cubicBezTo>
                      <a:pt x="56" y="64"/>
                      <a:pt x="56" y="64"/>
                      <a:pt x="55" y="6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1"/>
                    </a:cubicBezTo>
                    <a:cubicBezTo>
                      <a:pt x="105" y="36"/>
                      <a:pt x="105" y="36"/>
                      <a:pt x="105" y="36"/>
                    </a:cubicBezTo>
                    <a:cubicBezTo>
                      <a:pt x="106" y="37"/>
                      <a:pt x="106" y="37"/>
                      <a:pt x="106" y="38"/>
                    </a:cubicBezTo>
                    <a:cubicBezTo>
                      <a:pt x="107" y="39"/>
                      <a:pt x="106" y="39"/>
                      <a:pt x="106" y="39"/>
                    </a:cubicBezTo>
                    <a:cubicBezTo>
                      <a:pt x="57" y="64"/>
                      <a:pt x="57" y="64"/>
                      <a:pt x="57" y="64"/>
                    </a:cubicBezTo>
                    <a:close/>
                    <a:moveTo>
                      <a:pt x="7" y="6"/>
                    </a:moveTo>
                    <a:cubicBezTo>
                      <a:pt x="57" y="61"/>
                      <a:pt x="57" y="61"/>
                      <a:pt x="57" y="61"/>
                    </a:cubicBezTo>
                    <a:cubicBezTo>
                      <a:pt x="101" y="38"/>
                      <a:pt x="101" y="38"/>
                      <a:pt x="101" y="38"/>
                    </a:cubicBezTo>
                    <a:lnTo>
                      <a:pt x="7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1" name="Freeform 1068"/>
              <p:cNvSpPr>
                <a:spLocks noEditPoints="1"/>
              </p:cNvSpPr>
              <p:nvPr userDrawn="1"/>
            </p:nvSpPr>
            <p:spPr bwMode="auto">
              <a:xfrm>
                <a:off x="828" y="1437"/>
                <a:ext cx="88" cy="48"/>
              </a:xfrm>
              <a:custGeom>
                <a:avLst/>
                <a:gdLst>
                  <a:gd name="T0" fmla="*/ 2 w 71"/>
                  <a:gd name="T1" fmla="*/ 39 h 39"/>
                  <a:gd name="T2" fmla="*/ 0 w 71"/>
                  <a:gd name="T3" fmla="*/ 38 h 39"/>
                  <a:gd name="T4" fmla="*/ 0 w 71"/>
                  <a:gd name="T5" fmla="*/ 36 h 39"/>
                  <a:gd name="T6" fmla="*/ 20 w 71"/>
                  <a:gd name="T7" fmla="*/ 1 h 39"/>
                  <a:gd name="T8" fmla="*/ 22 w 71"/>
                  <a:gd name="T9" fmla="*/ 0 h 39"/>
                  <a:gd name="T10" fmla="*/ 69 w 71"/>
                  <a:gd name="T11" fmla="*/ 4 h 39"/>
                  <a:gd name="T12" fmla="*/ 71 w 71"/>
                  <a:gd name="T13" fmla="*/ 5 h 39"/>
                  <a:gd name="T14" fmla="*/ 70 w 71"/>
                  <a:gd name="T15" fmla="*/ 7 h 39"/>
                  <a:gd name="T16" fmla="*/ 2 w 71"/>
                  <a:gd name="T17" fmla="*/ 38 h 39"/>
                  <a:gd name="T18" fmla="*/ 2 w 71"/>
                  <a:gd name="T19" fmla="*/ 39 h 39"/>
                  <a:gd name="T20" fmla="*/ 23 w 71"/>
                  <a:gd name="T21" fmla="*/ 4 h 39"/>
                  <a:gd name="T22" fmla="*/ 6 w 71"/>
                  <a:gd name="T23" fmla="*/ 33 h 39"/>
                  <a:gd name="T24" fmla="*/ 62 w 71"/>
                  <a:gd name="T25" fmla="*/ 7 h 39"/>
                  <a:gd name="T26" fmla="*/ 23 w 71"/>
                  <a:gd name="T27" fmla="*/ 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1" h="39">
                    <a:moveTo>
                      <a:pt x="2" y="39"/>
                    </a:moveTo>
                    <a:cubicBezTo>
                      <a:pt x="1" y="39"/>
                      <a:pt x="1" y="38"/>
                      <a:pt x="0" y="38"/>
                    </a:cubicBezTo>
                    <a:cubicBezTo>
                      <a:pt x="0" y="38"/>
                      <a:pt x="0" y="37"/>
                      <a:pt x="0" y="36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1" y="1"/>
                      <a:pt x="21" y="0"/>
                      <a:pt x="22" y="0"/>
                    </a:cubicBezTo>
                    <a:cubicBezTo>
                      <a:pt x="69" y="4"/>
                      <a:pt x="69" y="4"/>
                      <a:pt x="69" y="4"/>
                    </a:cubicBezTo>
                    <a:cubicBezTo>
                      <a:pt x="70" y="4"/>
                      <a:pt x="70" y="5"/>
                      <a:pt x="71" y="5"/>
                    </a:cubicBezTo>
                    <a:cubicBezTo>
                      <a:pt x="71" y="6"/>
                      <a:pt x="70" y="7"/>
                      <a:pt x="70" y="7"/>
                    </a:cubicBezTo>
                    <a:cubicBezTo>
                      <a:pt x="2" y="38"/>
                      <a:pt x="2" y="38"/>
                      <a:pt x="2" y="38"/>
                    </a:cubicBezTo>
                    <a:lnTo>
                      <a:pt x="2" y="39"/>
                    </a:lnTo>
                    <a:close/>
                    <a:moveTo>
                      <a:pt x="23" y="4"/>
                    </a:moveTo>
                    <a:cubicBezTo>
                      <a:pt x="6" y="33"/>
                      <a:pt x="6" y="33"/>
                      <a:pt x="6" y="33"/>
                    </a:cubicBezTo>
                    <a:cubicBezTo>
                      <a:pt x="62" y="7"/>
                      <a:pt x="62" y="7"/>
                      <a:pt x="62" y="7"/>
                    </a:cubicBezTo>
                    <a:lnTo>
                      <a:pt x="2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2" name="Freeform 1069"/>
              <p:cNvSpPr>
                <a:spLocks noEditPoints="1"/>
              </p:cNvSpPr>
              <p:nvPr userDrawn="1"/>
            </p:nvSpPr>
            <p:spPr bwMode="auto">
              <a:xfrm>
                <a:off x="1484" y="1401"/>
                <a:ext cx="183" cy="65"/>
              </a:xfrm>
              <a:custGeom>
                <a:avLst/>
                <a:gdLst>
                  <a:gd name="T0" fmla="*/ 74 w 148"/>
                  <a:gd name="T1" fmla="*/ 53 h 53"/>
                  <a:gd name="T2" fmla="*/ 74 w 148"/>
                  <a:gd name="T3" fmla="*/ 53 h 53"/>
                  <a:gd name="T4" fmla="*/ 2 w 148"/>
                  <a:gd name="T5" fmla="*/ 43 h 53"/>
                  <a:gd name="T6" fmla="*/ 0 w 148"/>
                  <a:gd name="T7" fmla="*/ 42 h 53"/>
                  <a:gd name="T8" fmla="*/ 2 w 148"/>
                  <a:gd name="T9" fmla="*/ 40 h 53"/>
                  <a:gd name="T10" fmla="*/ 146 w 148"/>
                  <a:gd name="T11" fmla="*/ 0 h 53"/>
                  <a:gd name="T12" fmla="*/ 148 w 148"/>
                  <a:gd name="T13" fmla="*/ 1 h 53"/>
                  <a:gd name="T14" fmla="*/ 147 w 148"/>
                  <a:gd name="T15" fmla="*/ 3 h 53"/>
                  <a:gd name="T16" fmla="*/ 75 w 148"/>
                  <a:gd name="T17" fmla="*/ 53 h 53"/>
                  <a:gd name="T18" fmla="*/ 74 w 148"/>
                  <a:gd name="T19" fmla="*/ 53 h 53"/>
                  <a:gd name="T20" fmla="*/ 11 w 148"/>
                  <a:gd name="T21" fmla="*/ 41 h 53"/>
                  <a:gd name="T22" fmla="*/ 74 w 148"/>
                  <a:gd name="T23" fmla="*/ 49 h 53"/>
                  <a:gd name="T24" fmla="*/ 137 w 148"/>
                  <a:gd name="T25" fmla="*/ 6 h 53"/>
                  <a:gd name="T26" fmla="*/ 11 w 148"/>
                  <a:gd name="T27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8" h="53">
                    <a:moveTo>
                      <a:pt x="74" y="53"/>
                    </a:moveTo>
                    <a:cubicBezTo>
                      <a:pt x="74" y="53"/>
                      <a:pt x="74" y="53"/>
                      <a:pt x="74" y="5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3"/>
                      <a:pt x="1" y="42"/>
                      <a:pt x="0" y="42"/>
                    </a:cubicBezTo>
                    <a:cubicBezTo>
                      <a:pt x="0" y="41"/>
                      <a:pt x="1" y="40"/>
                      <a:pt x="2" y="4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146" y="0"/>
                      <a:pt x="147" y="0"/>
                      <a:pt x="148" y="1"/>
                    </a:cubicBezTo>
                    <a:cubicBezTo>
                      <a:pt x="148" y="2"/>
                      <a:pt x="148" y="3"/>
                      <a:pt x="147" y="3"/>
                    </a:cubicBezTo>
                    <a:cubicBezTo>
                      <a:pt x="75" y="53"/>
                      <a:pt x="75" y="53"/>
                      <a:pt x="75" y="53"/>
                    </a:cubicBezTo>
                    <a:lnTo>
                      <a:pt x="74" y="53"/>
                    </a:lnTo>
                    <a:close/>
                    <a:moveTo>
                      <a:pt x="11" y="41"/>
                    </a:moveTo>
                    <a:cubicBezTo>
                      <a:pt x="74" y="49"/>
                      <a:pt x="74" y="49"/>
                      <a:pt x="74" y="49"/>
                    </a:cubicBezTo>
                    <a:cubicBezTo>
                      <a:pt x="137" y="6"/>
                      <a:pt x="137" y="6"/>
                      <a:pt x="137" y="6"/>
                    </a:cubicBezTo>
                    <a:lnTo>
                      <a:pt x="11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3" name="Freeform 1070"/>
              <p:cNvSpPr>
                <a:spLocks noEditPoints="1"/>
              </p:cNvSpPr>
              <p:nvPr userDrawn="1"/>
            </p:nvSpPr>
            <p:spPr bwMode="auto">
              <a:xfrm>
                <a:off x="1662" y="1343"/>
                <a:ext cx="81" cy="91"/>
              </a:xfrm>
              <a:custGeom>
                <a:avLst/>
                <a:gdLst>
                  <a:gd name="T0" fmla="*/ 64 w 65"/>
                  <a:gd name="T1" fmla="*/ 74 h 74"/>
                  <a:gd name="T2" fmla="*/ 63 w 65"/>
                  <a:gd name="T3" fmla="*/ 74 h 74"/>
                  <a:gd name="T4" fmla="*/ 1 w 65"/>
                  <a:gd name="T5" fmla="*/ 50 h 74"/>
                  <a:gd name="T6" fmla="*/ 1 w 65"/>
                  <a:gd name="T7" fmla="*/ 49 h 74"/>
                  <a:gd name="T8" fmla="*/ 1 w 65"/>
                  <a:gd name="T9" fmla="*/ 48 h 74"/>
                  <a:gd name="T10" fmla="*/ 23 w 65"/>
                  <a:gd name="T11" fmla="*/ 1 h 74"/>
                  <a:gd name="T12" fmla="*/ 24 w 65"/>
                  <a:gd name="T13" fmla="*/ 0 h 74"/>
                  <a:gd name="T14" fmla="*/ 26 w 65"/>
                  <a:gd name="T15" fmla="*/ 1 h 74"/>
                  <a:gd name="T16" fmla="*/ 65 w 65"/>
                  <a:gd name="T17" fmla="*/ 72 h 74"/>
                  <a:gd name="T18" fmla="*/ 65 w 65"/>
                  <a:gd name="T19" fmla="*/ 74 h 74"/>
                  <a:gd name="T20" fmla="*/ 64 w 65"/>
                  <a:gd name="T21" fmla="*/ 74 h 74"/>
                  <a:gd name="T22" fmla="*/ 4 w 65"/>
                  <a:gd name="T23" fmla="*/ 48 h 74"/>
                  <a:gd name="T24" fmla="*/ 60 w 65"/>
                  <a:gd name="T25" fmla="*/ 69 h 74"/>
                  <a:gd name="T26" fmla="*/ 24 w 65"/>
                  <a:gd name="T27" fmla="*/ 5 h 74"/>
                  <a:gd name="T28" fmla="*/ 4 w 65"/>
                  <a:gd name="T29" fmla="*/ 48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5" h="74">
                    <a:moveTo>
                      <a:pt x="64" y="74"/>
                    </a:moveTo>
                    <a:cubicBezTo>
                      <a:pt x="63" y="74"/>
                      <a:pt x="63" y="74"/>
                      <a:pt x="63" y="74"/>
                    </a:cubicBezTo>
                    <a:cubicBezTo>
                      <a:pt x="1" y="50"/>
                      <a:pt x="1" y="50"/>
                      <a:pt x="1" y="50"/>
                    </a:cubicBezTo>
                    <a:cubicBezTo>
                      <a:pt x="1" y="50"/>
                      <a:pt x="1" y="50"/>
                      <a:pt x="1" y="49"/>
                    </a:cubicBezTo>
                    <a:cubicBezTo>
                      <a:pt x="0" y="49"/>
                      <a:pt x="0" y="48"/>
                      <a:pt x="1" y="48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25" y="0"/>
                      <a:pt x="25" y="0"/>
                      <a:pt x="26" y="1"/>
                    </a:cubicBezTo>
                    <a:cubicBezTo>
                      <a:pt x="65" y="72"/>
                      <a:pt x="65" y="72"/>
                      <a:pt x="65" y="72"/>
                    </a:cubicBezTo>
                    <a:cubicBezTo>
                      <a:pt x="65" y="73"/>
                      <a:pt x="65" y="73"/>
                      <a:pt x="65" y="74"/>
                    </a:cubicBezTo>
                    <a:cubicBezTo>
                      <a:pt x="65" y="74"/>
                      <a:pt x="64" y="74"/>
                      <a:pt x="64" y="74"/>
                    </a:cubicBezTo>
                    <a:close/>
                    <a:moveTo>
                      <a:pt x="4" y="48"/>
                    </a:moveTo>
                    <a:cubicBezTo>
                      <a:pt x="60" y="69"/>
                      <a:pt x="60" y="69"/>
                      <a:pt x="60" y="69"/>
                    </a:cubicBezTo>
                    <a:cubicBezTo>
                      <a:pt x="24" y="5"/>
                      <a:pt x="24" y="5"/>
                      <a:pt x="24" y="5"/>
                    </a:cubicBezTo>
                    <a:lnTo>
                      <a:pt x="4" y="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4" name="Freeform 1071"/>
              <p:cNvSpPr>
                <a:spLocks noEditPoints="1"/>
              </p:cNvSpPr>
              <p:nvPr userDrawn="1"/>
            </p:nvSpPr>
            <p:spPr bwMode="auto">
              <a:xfrm>
                <a:off x="702" y="1090"/>
                <a:ext cx="69" cy="114"/>
              </a:xfrm>
              <a:custGeom>
                <a:avLst/>
                <a:gdLst>
                  <a:gd name="T0" fmla="*/ 2 w 56"/>
                  <a:gd name="T1" fmla="*/ 92 h 92"/>
                  <a:gd name="T2" fmla="*/ 1 w 56"/>
                  <a:gd name="T3" fmla="*/ 92 h 92"/>
                  <a:gd name="T4" fmla="*/ 1 w 56"/>
                  <a:gd name="T5" fmla="*/ 90 h 92"/>
                  <a:gd name="T6" fmla="*/ 26 w 56"/>
                  <a:gd name="T7" fmla="*/ 2 h 92"/>
                  <a:gd name="T8" fmla="*/ 27 w 56"/>
                  <a:gd name="T9" fmla="*/ 1 h 92"/>
                  <a:gd name="T10" fmla="*/ 28 w 56"/>
                  <a:gd name="T11" fmla="*/ 1 h 92"/>
                  <a:gd name="T12" fmla="*/ 55 w 56"/>
                  <a:gd name="T13" fmla="*/ 18 h 92"/>
                  <a:gd name="T14" fmla="*/ 56 w 56"/>
                  <a:gd name="T15" fmla="*/ 19 h 92"/>
                  <a:gd name="T16" fmla="*/ 56 w 56"/>
                  <a:gd name="T17" fmla="*/ 20 h 92"/>
                  <a:gd name="T18" fmla="*/ 4 w 56"/>
                  <a:gd name="T19" fmla="*/ 92 h 92"/>
                  <a:gd name="T20" fmla="*/ 2 w 56"/>
                  <a:gd name="T21" fmla="*/ 92 h 92"/>
                  <a:gd name="T22" fmla="*/ 28 w 56"/>
                  <a:gd name="T23" fmla="*/ 5 h 92"/>
                  <a:gd name="T24" fmla="*/ 6 w 56"/>
                  <a:gd name="T25" fmla="*/ 82 h 92"/>
                  <a:gd name="T26" fmla="*/ 52 w 56"/>
                  <a:gd name="T27" fmla="*/ 20 h 92"/>
                  <a:gd name="T28" fmla="*/ 28 w 56"/>
                  <a:gd name="T29" fmla="*/ 5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6" h="92">
                    <a:moveTo>
                      <a:pt x="2" y="92"/>
                    </a:moveTo>
                    <a:cubicBezTo>
                      <a:pt x="1" y="92"/>
                      <a:pt x="1" y="92"/>
                      <a:pt x="1" y="92"/>
                    </a:cubicBezTo>
                    <a:cubicBezTo>
                      <a:pt x="1" y="92"/>
                      <a:pt x="0" y="91"/>
                      <a:pt x="1" y="90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1"/>
                      <a:pt x="26" y="1"/>
                      <a:pt x="27" y="1"/>
                    </a:cubicBezTo>
                    <a:cubicBezTo>
                      <a:pt x="27" y="0"/>
                      <a:pt x="28" y="0"/>
                      <a:pt x="28" y="1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6" y="18"/>
                      <a:pt x="56" y="19"/>
                      <a:pt x="56" y="19"/>
                    </a:cubicBezTo>
                    <a:cubicBezTo>
                      <a:pt x="56" y="19"/>
                      <a:pt x="56" y="20"/>
                      <a:pt x="56" y="20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3" y="92"/>
                      <a:pt x="3" y="92"/>
                      <a:pt x="2" y="92"/>
                    </a:cubicBezTo>
                    <a:close/>
                    <a:moveTo>
                      <a:pt x="28" y="5"/>
                    </a:moveTo>
                    <a:cubicBezTo>
                      <a:pt x="6" y="82"/>
                      <a:pt x="6" y="82"/>
                      <a:pt x="6" y="82"/>
                    </a:cubicBezTo>
                    <a:cubicBezTo>
                      <a:pt x="52" y="20"/>
                      <a:pt x="52" y="20"/>
                      <a:pt x="52" y="20"/>
                    </a:cubicBezTo>
                    <a:lnTo>
                      <a:pt x="28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5" name="Freeform 1072"/>
              <p:cNvSpPr>
                <a:spLocks noEditPoints="1"/>
              </p:cNvSpPr>
              <p:nvPr userDrawn="1"/>
            </p:nvSpPr>
            <p:spPr bwMode="auto">
              <a:xfrm>
                <a:off x="2453" y="1015"/>
                <a:ext cx="132" cy="84"/>
              </a:xfrm>
              <a:custGeom>
                <a:avLst/>
                <a:gdLst>
                  <a:gd name="T0" fmla="*/ 2 w 107"/>
                  <a:gd name="T1" fmla="*/ 68 h 68"/>
                  <a:gd name="T2" fmla="*/ 1 w 107"/>
                  <a:gd name="T3" fmla="*/ 68 h 68"/>
                  <a:gd name="T4" fmla="*/ 1 w 107"/>
                  <a:gd name="T5" fmla="*/ 66 h 68"/>
                  <a:gd name="T6" fmla="*/ 21 w 107"/>
                  <a:gd name="T7" fmla="*/ 27 h 68"/>
                  <a:gd name="T8" fmla="*/ 22 w 107"/>
                  <a:gd name="T9" fmla="*/ 26 h 68"/>
                  <a:gd name="T10" fmla="*/ 104 w 107"/>
                  <a:gd name="T11" fmla="*/ 1 h 68"/>
                  <a:gd name="T12" fmla="*/ 106 w 107"/>
                  <a:gd name="T13" fmla="*/ 2 h 68"/>
                  <a:gd name="T14" fmla="*/ 106 w 107"/>
                  <a:gd name="T15" fmla="*/ 4 h 68"/>
                  <a:gd name="T16" fmla="*/ 3 w 107"/>
                  <a:gd name="T17" fmla="*/ 68 h 68"/>
                  <a:gd name="T18" fmla="*/ 2 w 107"/>
                  <a:gd name="T19" fmla="*/ 68 h 68"/>
                  <a:gd name="T20" fmla="*/ 24 w 107"/>
                  <a:gd name="T21" fmla="*/ 29 h 68"/>
                  <a:gd name="T22" fmla="*/ 7 w 107"/>
                  <a:gd name="T23" fmla="*/ 62 h 68"/>
                  <a:gd name="T24" fmla="*/ 93 w 107"/>
                  <a:gd name="T25" fmla="*/ 8 h 68"/>
                  <a:gd name="T26" fmla="*/ 24 w 107"/>
                  <a:gd name="T27" fmla="*/ 29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7" h="68">
                    <a:moveTo>
                      <a:pt x="2" y="68"/>
                    </a:moveTo>
                    <a:cubicBezTo>
                      <a:pt x="2" y="68"/>
                      <a:pt x="1" y="68"/>
                      <a:pt x="1" y="68"/>
                    </a:cubicBezTo>
                    <a:cubicBezTo>
                      <a:pt x="1" y="67"/>
                      <a:pt x="0" y="66"/>
                      <a:pt x="1" y="66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2" y="27"/>
                      <a:pt x="22" y="26"/>
                    </a:cubicBezTo>
                    <a:cubicBezTo>
                      <a:pt x="104" y="1"/>
                      <a:pt x="104" y="1"/>
                      <a:pt x="104" y="1"/>
                    </a:cubicBezTo>
                    <a:cubicBezTo>
                      <a:pt x="105" y="0"/>
                      <a:pt x="106" y="1"/>
                      <a:pt x="106" y="2"/>
                    </a:cubicBezTo>
                    <a:cubicBezTo>
                      <a:pt x="107" y="2"/>
                      <a:pt x="106" y="3"/>
                      <a:pt x="106" y="4"/>
                    </a:cubicBezTo>
                    <a:cubicBezTo>
                      <a:pt x="3" y="68"/>
                      <a:pt x="3" y="68"/>
                      <a:pt x="3" y="68"/>
                    </a:cubicBezTo>
                    <a:lnTo>
                      <a:pt x="2" y="68"/>
                    </a:lnTo>
                    <a:close/>
                    <a:moveTo>
                      <a:pt x="24" y="29"/>
                    </a:moveTo>
                    <a:cubicBezTo>
                      <a:pt x="7" y="62"/>
                      <a:pt x="7" y="62"/>
                      <a:pt x="7" y="62"/>
                    </a:cubicBezTo>
                    <a:cubicBezTo>
                      <a:pt x="93" y="8"/>
                      <a:pt x="93" y="8"/>
                      <a:pt x="93" y="8"/>
                    </a:cubicBezTo>
                    <a:lnTo>
                      <a:pt x="24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6" name="Freeform 1073"/>
              <p:cNvSpPr>
                <a:spLocks noEditPoints="1"/>
              </p:cNvSpPr>
              <p:nvPr userDrawn="1"/>
            </p:nvSpPr>
            <p:spPr bwMode="auto">
              <a:xfrm>
                <a:off x="2580" y="1013"/>
                <a:ext cx="97" cy="40"/>
              </a:xfrm>
              <a:custGeom>
                <a:avLst/>
                <a:gdLst>
                  <a:gd name="T0" fmla="*/ 30 w 78"/>
                  <a:gd name="T1" fmla="*/ 32 h 32"/>
                  <a:gd name="T2" fmla="*/ 28 w 78"/>
                  <a:gd name="T3" fmla="*/ 32 h 32"/>
                  <a:gd name="T4" fmla="*/ 1 w 78"/>
                  <a:gd name="T5" fmla="*/ 4 h 32"/>
                  <a:gd name="T6" fmla="*/ 0 w 78"/>
                  <a:gd name="T7" fmla="*/ 3 h 32"/>
                  <a:gd name="T8" fmla="*/ 2 w 78"/>
                  <a:gd name="T9" fmla="*/ 2 h 32"/>
                  <a:gd name="T10" fmla="*/ 76 w 78"/>
                  <a:gd name="T11" fmla="*/ 0 h 32"/>
                  <a:gd name="T12" fmla="*/ 78 w 78"/>
                  <a:gd name="T13" fmla="*/ 1 h 32"/>
                  <a:gd name="T14" fmla="*/ 77 w 78"/>
                  <a:gd name="T15" fmla="*/ 3 h 32"/>
                  <a:gd name="T16" fmla="*/ 31 w 78"/>
                  <a:gd name="T17" fmla="*/ 32 h 32"/>
                  <a:gd name="T18" fmla="*/ 30 w 78"/>
                  <a:gd name="T19" fmla="*/ 32 h 32"/>
                  <a:gd name="T20" fmla="*/ 6 w 78"/>
                  <a:gd name="T21" fmla="*/ 5 h 32"/>
                  <a:gd name="T22" fmla="*/ 30 w 78"/>
                  <a:gd name="T23" fmla="*/ 28 h 32"/>
                  <a:gd name="T24" fmla="*/ 70 w 78"/>
                  <a:gd name="T25" fmla="*/ 3 h 32"/>
                  <a:gd name="T26" fmla="*/ 6 w 78"/>
                  <a:gd name="T27" fmla="*/ 5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8" h="32">
                    <a:moveTo>
                      <a:pt x="30" y="32"/>
                    </a:moveTo>
                    <a:cubicBezTo>
                      <a:pt x="29" y="32"/>
                      <a:pt x="29" y="32"/>
                      <a:pt x="28" y="3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7" y="0"/>
                      <a:pt x="77" y="0"/>
                      <a:pt x="78" y="1"/>
                    </a:cubicBezTo>
                    <a:cubicBezTo>
                      <a:pt x="78" y="2"/>
                      <a:pt x="78" y="2"/>
                      <a:pt x="77" y="3"/>
                    </a:cubicBezTo>
                    <a:cubicBezTo>
                      <a:pt x="31" y="32"/>
                      <a:pt x="31" y="32"/>
                      <a:pt x="31" y="32"/>
                    </a:cubicBezTo>
                    <a:lnTo>
                      <a:pt x="30" y="32"/>
                    </a:lnTo>
                    <a:close/>
                    <a:moveTo>
                      <a:pt x="6" y="5"/>
                    </a:moveTo>
                    <a:cubicBezTo>
                      <a:pt x="30" y="28"/>
                      <a:pt x="30" y="28"/>
                      <a:pt x="30" y="28"/>
                    </a:cubicBezTo>
                    <a:cubicBezTo>
                      <a:pt x="70" y="3"/>
                      <a:pt x="70" y="3"/>
                      <a:pt x="70" y="3"/>
                    </a:cubicBezTo>
                    <a:lnTo>
                      <a:pt x="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7" name="Freeform 1074"/>
              <p:cNvSpPr>
                <a:spLocks noEditPoints="1"/>
              </p:cNvSpPr>
              <p:nvPr userDrawn="1"/>
            </p:nvSpPr>
            <p:spPr bwMode="auto">
              <a:xfrm>
                <a:off x="2615" y="1013"/>
                <a:ext cx="150" cy="40"/>
              </a:xfrm>
              <a:custGeom>
                <a:avLst/>
                <a:gdLst>
                  <a:gd name="T0" fmla="*/ 2 w 121"/>
                  <a:gd name="T1" fmla="*/ 32 h 32"/>
                  <a:gd name="T2" fmla="*/ 0 w 121"/>
                  <a:gd name="T3" fmla="*/ 31 h 32"/>
                  <a:gd name="T4" fmla="*/ 1 w 121"/>
                  <a:gd name="T5" fmla="*/ 29 h 32"/>
                  <a:gd name="T6" fmla="*/ 47 w 121"/>
                  <a:gd name="T7" fmla="*/ 0 h 32"/>
                  <a:gd name="T8" fmla="*/ 48 w 121"/>
                  <a:gd name="T9" fmla="*/ 0 h 32"/>
                  <a:gd name="T10" fmla="*/ 119 w 121"/>
                  <a:gd name="T11" fmla="*/ 20 h 32"/>
                  <a:gd name="T12" fmla="*/ 121 w 121"/>
                  <a:gd name="T13" fmla="*/ 22 h 32"/>
                  <a:gd name="T14" fmla="*/ 119 w 121"/>
                  <a:gd name="T15" fmla="*/ 23 h 32"/>
                  <a:gd name="T16" fmla="*/ 2 w 121"/>
                  <a:gd name="T17" fmla="*/ 32 h 32"/>
                  <a:gd name="T18" fmla="*/ 48 w 121"/>
                  <a:gd name="T19" fmla="*/ 3 h 32"/>
                  <a:gd name="T20" fmla="*/ 8 w 121"/>
                  <a:gd name="T21" fmla="*/ 28 h 32"/>
                  <a:gd name="T22" fmla="*/ 109 w 121"/>
                  <a:gd name="T23" fmla="*/ 21 h 32"/>
                  <a:gd name="T24" fmla="*/ 48 w 121"/>
                  <a:gd name="T25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32">
                    <a:moveTo>
                      <a:pt x="2" y="32"/>
                    </a:moveTo>
                    <a:cubicBezTo>
                      <a:pt x="1" y="32"/>
                      <a:pt x="0" y="32"/>
                      <a:pt x="0" y="31"/>
                    </a:cubicBezTo>
                    <a:cubicBezTo>
                      <a:pt x="0" y="30"/>
                      <a:pt x="0" y="29"/>
                      <a:pt x="1" y="29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119" y="20"/>
                      <a:pt x="119" y="20"/>
                      <a:pt x="119" y="20"/>
                    </a:cubicBezTo>
                    <a:cubicBezTo>
                      <a:pt x="120" y="20"/>
                      <a:pt x="121" y="21"/>
                      <a:pt x="121" y="22"/>
                    </a:cubicBezTo>
                    <a:cubicBezTo>
                      <a:pt x="120" y="23"/>
                      <a:pt x="120" y="23"/>
                      <a:pt x="119" y="23"/>
                    </a:cubicBezTo>
                    <a:cubicBezTo>
                      <a:pt x="2" y="32"/>
                      <a:pt x="2" y="32"/>
                      <a:pt x="2" y="32"/>
                    </a:cubicBezTo>
                    <a:close/>
                    <a:moveTo>
                      <a:pt x="48" y="3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109" y="21"/>
                      <a:pt x="109" y="21"/>
                      <a:pt x="109" y="21"/>
                    </a:cubicBezTo>
                    <a:lnTo>
                      <a:pt x="48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8" name="Freeform 1075"/>
              <p:cNvSpPr>
                <a:spLocks noEditPoints="1"/>
              </p:cNvSpPr>
              <p:nvPr userDrawn="1"/>
            </p:nvSpPr>
            <p:spPr bwMode="auto">
              <a:xfrm>
                <a:off x="2760" y="1038"/>
                <a:ext cx="85" cy="71"/>
              </a:xfrm>
              <a:custGeom>
                <a:avLst/>
                <a:gdLst>
                  <a:gd name="T0" fmla="*/ 43 w 69"/>
                  <a:gd name="T1" fmla="*/ 57 h 57"/>
                  <a:gd name="T2" fmla="*/ 42 w 69"/>
                  <a:gd name="T3" fmla="*/ 57 h 57"/>
                  <a:gd name="T4" fmla="*/ 1 w 69"/>
                  <a:gd name="T5" fmla="*/ 3 h 57"/>
                  <a:gd name="T6" fmla="*/ 1 w 69"/>
                  <a:gd name="T7" fmla="*/ 1 h 57"/>
                  <a:gd name="T8" fmla="*/ 3 w 69"/>
                  <a:gd name="T9" fmla="*/ 0 h 57"/>
                  <a:gd name="T10" fmla="*/ 68 w 69"/>
                  <a:gd name="T11" fmla="*/ 42 h 57"/>
                  <a:gd name="T12" fmla="*/ 69 w 69"/>
                  <a:gd name="T13" fmla="*/ 44 h 57"/>
                  <a:gd name="T14" fmla="*/ 68 w 69"/>
                  <a:gd name="T15" fmla="*/ 45 h 57"/>
                  <a:gd name="T16" fmla="*/ 44 w 69"/>
                  <a:gd name="T17" fmla="*/ 57 h 57"/>
                  <a:gd name="T18" fmla="*/ 43 w 69"/>
                  <a:gd name="T19" fmla="*/ 57 h 57"/>
                  <a:gd name="T20" fmla="*/ 9 w 69"/>
                  <a:gd name="T21" fmla="*/ 8 h 57"/>
                  <a:gd name="T22" fmla="*/ 43 w 69"/>
                  <a:gd name="T23" fmla="*/ 53 h 57"/>
                  <a:gd name="T24" fmla="*/ 64 w 69"/>
                  <a:gd name="T25" fmla="*/ 44 h 57"/>
                  <a:gd name="T26" fmla="*/ 9 w 69"/>
                  <a:gd name="T27" fmla="*/ 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57">
                    <a:moveTo>
                      <a:pt x="43" y="57"/>
                    </a:moveTo>
                    <a:cubicBezTo>
                      <a:pt x="42" y="57"/>
                      <a:pt x="42" y="57"/>
                      <a:pt x="42" y="5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68" y="42"/>
                      <a:pt x="68" y="42"/>
                      <a:pt x="68" y="42"/>
                    </a:cubicBezTo>
                    <a:cubicBezTo>
                      <a:pt x="69" y="43"/>
                      <a:pt x="69" y="43"/>
                      <a:pt x="69" y="44"/>
                    </a:cubicBezTo>
                    <a:cubicBezTo>
                      <a:pt x="69" y="44"/>
                      <a:pt x="68" y="45"/>
                      <a:pt x="68" y="45"/>
                    </a:cubicBezTo>
                    <a:cubicBezTo>
                      <a:pt x="44" y="57"/>
                      <a:pt x="44" y="57"/>
                      <a:pt x="44" y="57"/>
                    </a:cubicBezTo>
                    <a:lnTo>
                      <a:pt x="43" y="57"/>
                    </a:lnTo>
                    <a:close/>
                    <a:moveTo>
                      <a:pt x="9" y="8"/>
                    </a:moveTo>
                    <a:cubicBezTo>
                      <a:pt x="43" y="53"/>
                      <a:pt x="43" y="53"/>
                      <a:pt x="43" y="53"/>
                    </a:cubicBezTo>
                    <a:cubicBezTo>
                      <a:pt x="64" y="44"/>
                      <a:pt x="64" y="44"/>
                      <a:pt x="64" y="44"/>
                    </a:cubicBezTo>
                    <a:lnTo>
                      <a:pt x="9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9" name="Freeform 1076"/>
              <p:cNvSpPr>
                <a:spLocks noEditPoints="1"/>
              </p:cNvSpPr>
              <p:nvPr userDrawn="1"/>
            </p:nvSpPr>
            <p:spPr bwMode="auto">
              <a:xfrm>
                <a:off x="2811" y="1090"/>
                <a:ext cx="105" cy="82"/>
              </a:xfrm>
              <a:custGeom>
                <a:avLst/>
                <a:gdLst>
                  <a:gd name="T0" fmla="*/ 83 w 85"/>
                  <a:gd name="T1" fmla="*/ 66 h 66"/>
                  <a:gd name="T2" fmla="*/ 82 w 85"/>
                  <a:gd name="T3" fmla="*/ 66 h 66"/>
                  <a:gd name="T4" fmla="*/ 1 w 85"/>
                  <a:gd name="T5" fmla="*/ 15 h 66"/>
                  <a:gd name="T6" fmla="*/ 0 w 85"/>
                  <a:gd name="T7" fmla="*/ 13 h 66"/>
                  <a:gd name="T8" fmla="*/ 1 w 85"/>
                  <a:gd name="T9" fmla="*/ 12 h 66"/>
                  <a:gd name="T10" fmla="*/ 25 w 85"/>
                  <a:gd name="T11" fmla="*/ 0 h 66"/>
                  <a:gd name="T12" fmla="*/ 27 w 85"/>
                  <a:gd name="T13" fmla="*/ 1 h 66"/>
                  <a:gd name="T14" fmla="*/ 84 w 85"/>
                  <a:gd name="T15" fmla="*/ 63 h 66"/>
                  <a:gd name="T16" fmla="*/ 84 w 85"/>
                  <a:gd name="T17" fmla="*/ 66 h 66"/>
                  <a:gd name="T18" fmla="*/ 83 w 85"/>
                  <a:gd name="T19" fmla="*/ 66 h 66"/>
                  <a:gd name="T20" fmla="*/ 5 w 85"/>
                  <a:gd name="T21" fmla="*/ 14 h 66"/>
                  <a:gd name="T22" fmla="*/ 73 w 85"/>
                  <a:gd name="T23" fmla="*/ 57 h 66"/>
                  <a:gd name="T24" fmla="*/ 26 w 85"/>
                  <a:gd name="T25" fmla="*/ 4 h 66"/>
                  <a:gd name="T26" fmla="*/ 5 w 85"/>
                  <a:gd name="T27" fmla="*/ 1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66">
                    <a:moveTo>
                      <a:pt x="83" y="66"/>
                    </a:moveTo>
                    <a:cubicBezTo>
                      <a:pt x="82" y="66"/>
                      <a:pt x="82" y="66"/>
                      <a:pt x="82" y="66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0" y="14"/>
                      <a:pt x="0" y="13"/>
                    </a:cubicBezTo>
                    <a:cubicBezTo>
                      <a:pt x="0" y="13"/>
                      <a:pt x="1" y="12"/>
                      <a:pt x="1" y="12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6" y="0"/>
                      <a:pt x="27" y="0"/>
                      <a:pt x="27" y="1"/>
                    </a:cubicBezTo>
                    <a:cubicBezTo>
                      <a:pt x="84" y="63"/>
                      <a:pt x="84" y="63"/>
                      <a:pt x="84" y="63"/>
                    </a:cubicBezTo>
                    <a:cubicBezTo>
                      <a:pt x="85" y="64"/>
                      <a:pt x="85" y="65"/>
                      <a:pt x="84" y="66"/>
                    </a:cubicBezTo>
                    <a:cubicBezTo>
                      <a:pt x="84" y="66"/>
                      <a:pt x="83" y="66"/>
                      <a:pt x="83" y="66"/>
                    </a:cubicBezTo>
                    <a:close/>
                    <a:moveTo>
                      <a:pt x="5" y="14"/>
                    </a:moveTo>
                    <a:cubicBezTo>
                      <a:pt x="73" y="57"/>
                      <a:pt x="73" y="57"/>
                      <a:pt x="73" y="57"/>
                    </a:cubicBezTo>
                    <a:cubicBezTo>
                      <a:pt x="26" y="4"/>
                      <a:pt x="26" y="4"/>
                      <a:pt x="26" y="4"/>
                    </a:cubicBezTo>
                    <a:lnTo>
                      <a:pt x="5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0" name="Freeform 1077"/>
              <p:cNvSpPr>
                <a:spLocks noEditPoints="1"/>
              </p:cNvSpPr>
              <p:nvPr userDrawn="1"/>
            </p:nvSpPr>
            <p:spPr bwMode="auto">
              <a:xfrm>
                <a:off x="2908" y="1168"/>
                <a:ext cx="61" cy="107"/>
              </a:xfrm>
              <a:custGeom>
                <a:avLst/>
                <a:gdLst>
                  <a:gd name="T0" fmla="*/ 47 w 49"/>
                  <a:gd name="T1" fmla="*/ 86 h 86"/>
                  <a:gd name="T2" fmla="*/ 46 w 49"/>
                  <a:gd name="T3" fmla="*/ 86 h 86"/>
                  <a:gd name="T4" fmla="*/ 1 w 49"/>
                  <a:gd name="T5" fmla="*/ 56 h 86"/>
                  <a:gd name="T6" fmla="*/ 0 w 49"/>
                  <a:gd name="T7" fmla="*/ 55 h 86"/>
                  <a:gd name="T8" fmla="*/ 2 w 49"/>
                  <a:gd name="T9" fmla="*/ 2 h 86"/>
                  <a:gd name="T10" fmla="*/ 4 w 49"/>
                  <a:gd name="T11" fmla="*/ 0 h 86"/>
                  <a:gd name="T12" fmla="*/ 5 w 49"/>
                  <a:gd name="T13" fmla="*/ 1 h 86"/>
                  <a:gd name="T14" fmla="*/ 49 w 49"/>
                  <a:gd name="T15" fmla="*/ 84 h 86"/>
                  <a:gd name="T16" fmla="*/ 48 w 49"/>
                  <a:gd name="T17" fmla="*/ 86 h 86"/>
                  <a:gd name="T18" fmla="*/ 47 w 49"/>
                  <a:gd name="T19" fmla="*/ 86 h 86"/>
                  <a:gd name="T20" fmla="*/ 3 w 49"/>
                  <a:gd name="T21" fmla="*/ 54 h 86"/>
                  <a:gd name="T22" fmla="*/ 43 w 49"/>
                  <a:gd name="T23" fmla="*/ 80 h 86"/>
                  <a:gd name="T24" fmla="*/ 5 w 49"/>
                  <a:gd name="T25" fmla="*/ 8 h 86"/>
                  <a:gd name="T26" fmla="*/ 3 w 49"/>
                  <a:gd name="T27" fmla="*/ 54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9" h="86">
                    <a:moveTo>
                      <a:pt x="47" y="86"/>
                    </a:moveTo>
                    <a:cubicBezTo>
                      <a:pt x="46" y="86"/>
                      <a:pt x="46" y="86"/>
                      <a:pt x="46" y="86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6"/>
                      <a:pt x="0" y="55"/>
                      <a:pt x="0" y="55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4" y="0"/>
                      <a:pt x="5" y="0"/>
                      <a:pt x="5" y="1"/>
                    </a:cubicBezTo>
                    <a:cubicBezTo>
                      <a:pt x="49" y="84"/>
                      <a:pt x="49" y="84"/>
                      <a:pt x="49" y="84"/>
                    </a:cubicBezTo>
                    <a:cubicBezTo>
                      <a:pt x="49" y="85"/>
                      <a:pt x="49" y="85"/>
                      <a:pt x="48" y="86"/>
                    </a:cubicBezTo>
                    <a:cubicBezTo>
                      <a:pt x="48" y="86"/>
                      <a:pt x="48" y="86"/>
                      <a:pt x="47" y="86"/>
                    </a:cubicBezTo>
                    <a:close/>
                    <a:moveTo>
                      <a:pt x="3" y="54"/>
                    </a:moveTo>
                    <a:cubicBezTo>
                      <a:pt x="43" y="80"/>
                      <a:pt x="43" y="80"/>
                      <a:pt x="43" y="80"/>
                    </a:cubicBezTo>
                    <a:cubicBezTo>
                      <a:pt x="5" y="8"/>
                      <a:pt x="5" y="8"/>
                      <a:pt x="5" y="8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1" name="Freeform 1078"/>
              <p:cNvSpPr>
                <a:spLocks noEditPoints="1"/>
              </p:cNvSpPr>
              <p:nvPr userDrawn="1"/>
            </p:nvSpPr>
            <p:spPr bwMode="auto">
              <a:xfrm>
                <a:off x="2879" y="1127"/>
                <a:ext cx="64" cy="110"/>
              </a:xfrm>
              <a:custGeom>
                <a:avLst/>
                <a:gdLst>
                  <a:gd name="T0" fmla="*/ 26 w 52"/>
                  <a:gd name="T1" fmla="*/ 89 h 89"/>
                  <a:gd name="T2" fmla="*/ 25 w 52"/>
                  <a:gd name="T3" fmla="*/ 89 h 89"/>
                  <a:gd name="T4" fmla="*/ 24 w 52"/>
                  <a:gd name="T5" fmla="*/ 88 h 89"/>
                  <a:gd name="T6" fmla="*/ 0 w 52"/>
                  <a:gd name="T7" fmla="*/ 2 h 89"/>
                  <a:gd name="T8" fmla="*/ 1 w 52"/>
                  <a:gd name="T9" fmla="*/ 0 h 89"/>
                  <a:gd name="T10" fmla="*/ 3 w 52"/>
                  <a:gd name="T11" fmla="*/ 1 h 89"/>
                  <a:gd name="T12" fmla="*/ 52 w 52"/>
                  <a:gd name="T13" fmla="*/ 75 h 89"/>
                  <a:gd name="T14" fmla="*/ 52 w 52"/>
                  <a:gd name="T15" fmla="*/ 76 h 89"/>
                  <a:gd name="T16" fmla="*/ 51 w 52"/>
                  <a:gd name="T17" fmla="*/ 77 h 89"/>
                  <a:gd name="T18" fmla="*/ 26 w 52"/>
                  <a:gd name="T19" fmla="*/ 89 h 89"/>
                  <a:gd name="T20" fmla="*/ 6 w 52"/>
                  <a:gd name="T21" fmla="*/ 12 h 89"/>
                  <a:gd name="T22" fmla="*/ 27 w 52"/>
                  <a:gd name="T23" fmla="*/ 85 h 89"/>
                  <a:gd name="T24" fmla="*/ 48 w 52"/>
                  <a:gd name="T25" fmla="*/ 75 h 89"/>
                  <a:gd name="T26" fmla="*/ 6 w 52"/>
                  <a:gd name="T27" fmla="*/ 12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" h="89">
                    <a:moveTo>
                      <a:pt x="26" y="89"/>
                    </a:moveTo>
                    <a:cubicBezTo>
                      <a:pt x="25" y="89"/>
                      <a:pt x="25" y="89"/>
                      <a:pt x="25" y="89"/>
                    </a:cubicBezTo>
                    <a:cubicBezTo>
                      <a:pt x="25" y="89"/>
                      <a:pt x="24" y="89"/>
                      <a:pt x="24" y="8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52" y="75"/>
                      <a:pt x="52" y="75"/>
                      <a:pt x="52" y="75"/>
                    </a:cubicBezTo>
                    <a:cubicBezTo>
                      <a:pt x="52" y="75"/>
                      <a:pt x="52" y="76"/>
                      <a:pt x="52" y="76"/>
                    </a:cubicBezTo>
                    <a:cubicBezTo>
                      <a:pt x="52" y="76"/>
                      <a:pt x="52" y="77"/>
                      <a:pt x="51" y="77"/>
                    </a:cubicBezTo>
                    <a:cubicBezTo>
                      <a:pt x="26" y="89"/>
                      <a:pt x="26" y="89"/>
                      <a:pt x="26" y="89"/>
                    </a:cubicBezTo>
                    <a:close/>
                    <a:moveTo>
                      <a:pt x="6" y="12"/>
                    </a:moveTo>
                    <a:cubicBezTo>
                      <a:pt x="27" y="85"/>
                      <a:pt x="27" y="85"/>
                      <a:pt x="27" y="85"/>
                    </a:cubicBezTo>
                    <a:cubicBezTo>
                      <a:pt x="48" y="75"/>
                      <a:pt x="48" y="75"/>
                      <a:pt x="48" y="75"/>
                    </a:cubicBez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2" name="Freeform 1079"/>
              <p:cNvSpPr>
                <a:spLocks noEditPoints="1"/>
              </p:cNvSpPr>
              <p:nvPr userDrawn="1"/>
            </p:nvSpPr>
            <p:spPr bwMode="auto">
              <a:xfrm>
                <a:off x="2703" y="1038"/>
                <a:ext cx="109" cy="43"/>
              </a:xfrm>
              <a:custGeom>
                <a:avLst/>
                <a:gdLst>
                  <a:gd name="T0" fmla="*/ 2 w 88"/>
                  <a:gd name="T1" fmla="*/ 35 h 35"/>
                  <a:gd name="T2" fmla="*/ 1 w 88"/>
                  <a:gd name="T3" fmla="*/ 33 h 35"/>
                  <a:gd name="T4" fmla="*/ 1 w 88"/>
                  <a:gd name="T5" fmla="*/ 31 h 35"/>
                  <a:gd name="T6" fmla="*/ 47 w 88"/>
                  <a:gd name="T7" fmla="*/ 0 h 35"/>
                  <a:gd name="T8" fmla="*/ 49 w 88"/>
                  <a:gd name="T9" fmla="*/ 0 h 35"/>
                  <a:gd name="T10" fmla="*/ 87 w 88"/>
                  <a:gd name="T11" fmla="*/ 25 h 35"/>
                  <a:gd name="T12" fmla="*/ 88 w 88"/>
                  <a:gd name="T13" fmla="*/ 27 h 35"/>
                  <a:gd name="T14" fmla="*/ 86 w 88"/>
                  <a:gd name="T15" fmla="*/ 28 h 35"/>
                  <a:gd name="T16" fmla="*/ 2 w 88"/>
                  <a:gd name="T17" fmla="*/ 35 h 35"/>
                  <a:gd name="T18" fmla="*/ 48 w 88"/>
                  <a:gd name="T19" fmla="*/ 4 h 35"/>
                  <a:gd name="T20" fmla="*/ 8 w 88"/>
                  <a:gd name="T21" fmla="*/ 31 h 35"/>
                  <a:gd name="T22" fmla="*/ 81 w 88"/>
                  <a:gd name="T23" fmla="*/ 25 h 35"/>
                  <a:gd name="T24" fmla="*/ 48 w 88"/>
                  <a:gd name="T25" fmla="*/ 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35">
                    <a:moveTo>
                      <a:pt x="2" y="35"/>
                    </a:moveTo>
                    <a:cubicBezTo>
                      <a:pt x="2" y="35"/>
                      <a:pt x="1" y="34"/>
                      <a:pt x="1" y="33"/>
                    </a:cubicBezTo>
                    <a:cubicBezTo>
                      <a:pt x="0" y="33"/>
                      <a:pt x="1" y="32"/>
                      <a:pt x="1" y="31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9" y="0"/>
                    </a:cubicBezTo>
                    <a:cubicBezTo>
                      <a:pt x="87" y="25"/>
                      <a:pt x="87" y="25"/>
                      <a:pt x="87" y="25"/>
                    </a:cubicBezTo>
                    <a:cubicBezTo>
                      <a:pt x="87" y="25"/>
                      <a:pt x="88" y="26"/>
                      <a:pt x="88" y="27"/>
                    </a:cubicBezTo>
                    <a:cubicBezTo>
                      <a:pt x="87" y="27"/>
                      <a:pt x="87" y="28"/>
                      <a:pt x="86" y="28"/>
                    </a:cubicBezTo>
                    <a:cubicBezTo>
                      <a:pt x="2" y="35"/>
                      <a:pt x="2" y="35"/>
                      <a:pt x="2" y="35"/>
                    </a:cubicBezTo>
                    <a:close/>
                    <a:moveTo>
                      <a:pt x="48" y="4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81" y="25"/>
                      <a:pt x="81" y="25"/>
                      <a:pt x="81" y="25"/>
                    </a:cubicBezTo>
                    <a:lnTo>
                      <a:pt x="4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3" name="Freeform 1080"/>
              <p:cNvSpPr>
                <a:spLocks noEditPoints="1"/>
              </p:cNvSpPr>
              <p:nvPr userDrawn="1"/>
            </p:nvSpPr>
            <p:spPr bwMode="auto">
              <a:xfrm>
                <a:off x="2520" y="1015"/>
                <a:ext cx="104" cy="38"/>
              </a:xfrm>
              <a:custGeom>
                <a:avLst/>
                <a:gdLst>
                  <a:gd name="T0" fmla="*/ 79 w 84"/>
                  <a:gd name="T1" fmla="*/ 31 h 31"/>
                  <a:gd name="T2" fmla="*/ 78 w 84"/>
                  <a:gd name="T3" fmla="*/ 31 h 31"/>
                  <a:gd name="T4" fmla="*/ 2 w 84"/>
                  <a:gd name="T5" fmla="*/ 17 h 31"/>
                  <a:gd name="T6" fmla="*/ 0 w 84"/>
                  <a:gd name="T7" fmla="*/ 16 h 31"/>
                  <a:gd name="T8" fmla="*/ 2 w 84"/>
                  <a:gd name="T9" fmla="*/ 14 h 31"/>
                  <a:gd name="T10" fmla="*/ 82 w 84"/>
                  <a:gd name="T11" fmla="*/ 0 h 31"/>
                  <a:gd name="T12" fmla="*/ 83 w 84"/>
                  <a:gd name="T13" fmla="*/ 0 h 31"/>
                  <a:gd name="T14" fmla="*/ 84 w 84"/>
                  <a:gd name="T15" fmla="*/ 2 h 31"/>
                  <a:gd name="T16" fmla="*/ 80 w 84"/>
                  <a:gd name="T17" fmla="*/ 30 h 31"/>
                  <a:gd name="T18" fmla="*/ 80 w 84"/>
                  <a:gd name="T19" fmla="*/ 31 h 31"/>
                  <a:gd name="T20" fmla="*/ 79 w 84"/>
                  <a:gd name="T21" fmla="*/ 31 h 31"/>
                  <a:gd name="T22" fmla="*/ 11 w 84"/>
                  <a:gd name="T23" fmla="*/ 16 h 31"/>
                  <a:gd name="T24" fmla="*/ 77 w 84"/>
                  <a:gd name="T25" fmla="*/ 27 h 31"/>
                  <a:gd name="T26" fmla="*/ 80 w 84"/>
                  <a:gd name="T27" fmla="*/ 4 h 31"/>
                  <a:gd name="T28" fmla="*/ 11 w 84"/>
                  <a:gd name="T29" fmla="*/ 1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4" h="31">
                    <a:moveTo>
                      <a:pt x="79" y="31"/>
                    </a:moveTo>
                    <a:cubicBezTo>
                      <a:pt x="78" y="31"/>
                      <a:pt x="78" y="31"/>
                      <a:pt x="78" y="31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1" y="17"/>
                      <a:pt x="0" y="16"/>
                      <a:pt x="0" y="16"/>
                    </a:cubicBezTo>
                    <a:cubicBezTo>
                      <a:pt x="0" y="15"/>
                      <a:pt x="1" y="14"/>
                      <a:pt x="2" y="14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3" y="0"/>
                      <a:pt x="83" y="0"/>
                    </a:cubicBezTo>
                    <a:cubicBezTo>
                      <a:pt x="84" y="1"/>
                      <a:pt x="84" y="1"/>
                      <a:pt x="84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80" y="30"/>
                      <a:pt x="80" y="31"/>
                      <a:pt x="80" y="31"/>
                    </a:cubicBezTo>
                    <a:lnTo>
                      <a:pt x="79" y="31"/>
                    </a:lnTo>
                    <a:close/>
                    <a:moveTo>
                      <a:pt x="11" y="16"/>
                    </a:moveTo>
                    <a:cubicBezTo>
                      <a:pt x="77" y="27"/>
                      <a:pt x="77" y="27"/>
                      <a:pt x="77" y="27"/>
                    </a:cubicBezTo>
                    <a:cubicBezTo>
                      <a:pt x="80" y="4"/>
                      <a:pt x="80" y="4"/>
                      <a:pt x="80" y="4"/>
                    </a:cubicBezTo>
                    <a:lnTo>
                      <a:pt x="11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4" name="Freeform 1081"/>
              <p:cNvSpPr>
                <a:spLocks noEditPoints="1"/>
              </p:cNvSpPr>
              <p:nvPr userDrawn="1"/>
            </p:nvSpPr>
            <p:spPr bwMode="auto">
              <a:xfrm>
                <a:off x="1975" y="412"/>
                <a:ext cx="82" cy="80"/>
              </a:xfrm>
              <a:custGeom>
                <a:avLst/>
                <a:gdLst>
                  <a:gd name="T0" fmla="*/ 2 w 66"/>
                  <a:gd name="T1" fmla="*/ 65 h 65"/>
                  <a:gd name="T2" fmla="*/ 1 w 66"/>
                  <a:gd name="T3" fmla="*/ 64 h 65"/>
                  <a:gd name="T4" fmla="*/ 1 w 66"/>
                  <a:gd name="T5" fmla="*/ 62 h 65"/>
                  <a:gd name="T6" fmla="*/ 56 w 66"/>
                  <a:gd name="T7" fmla="*/ 0 h 65"/>
                  <a:gd name="T8" fmla="*/ 57 w 66"/>
                  <a:gd name="T9" fmla="*/ 0 h 65"/>
                  <a:gd name="T10" fmla="*/ 58 w 66"/>
                  <a:gd name="T11" fmla="*/ 1 h 65"/>
                  <a:gd name="T12" fmla="*/ 66 w 66"/>
                  <a:gd name="T13" fmla="*/ 41 h 65"/>
                  <a:gd name="T14" fmla="*/ 64 w 66"/>
                  <a:gd name="T15" fmla="*/ 43 h 65"/>
                  <a:gd name="T16" fmla="*/ 3 w 66"/>
                  <a:gd name="T17" fmla="*/ 65 h 65"/>
                  <a:gd name="T18" fmla="*/ 2 w 66"/>
                  <a:gd name="T19" fmla="*/ 65 h 65"/>
                  <a:gd name="T20" fmla="*/ 56 w 66"/>
                  <a:gd name="T21" fmla="*/ 5 h 65"/>
                  <a:gd name="T22" fmla="*/ 8 w 66"/>
                  <a:gd name="T23" fmla="*/ 59 h 65"/>
                  <a:gd name="T24" fmla="*/ 62 w 66"/>
                  <a:gd name="T25" fmla="*/ 41 h 65"/>
                  <a:gd name="T26" fmla="*/ 56 w 66"/>
                  <a:gd name="T27" fmla="*/ 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6" h="65">
                    <a:moveTo>
                      <a:pt x="2" y="65"/>
                    </a:moveTo>
                    <a:cubicBezTo>
                      <a:pt x="2" y="65"/>
                      <a:pt x="1" y="64"/>
                      <a:pt x="1" y="64"/>
                    </a:cubicBezTo>
                    <a:cubicBezTo>
                      <a:pt x="0" y="63"/>
                      <a:pt x="0" y="63"/>
                      <a:pt x="1" y="62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6" y="0"/>
                      <a:pt x="57" y="0"/>
                      <a:pt x="57" y="0"/>
                    </a:cubicBezTo>
                    <a:cubicBezTo>
                      <a:pt x="58" y="0"/>
                      <a:pt x="58" y="1"/>
                      <a:pt x="58" y="1"/>
                    </a:cubicBezTo>
                    <a:cubicBezTo>
                      <a:pt x="66" y="41"/>
                      <a:pt x="66" y="41"/>
                      <a:pt x="66" y="41"/>
                    </a:cubicBezTo>
                    <a:cubicBezTo>
                      <a:pt x="66" y="42"/>
                      <a:pt x="65" y="43"/>
                      <a:pt x="64" y="43"/>
                    </a:cubicBezTo>
                    <a:cubicBezTo>
                      <a:pt x="3" y="65"/>
                      <a:pt x="3" y="65"/>
                      <a:pt x="3" y="65"/>
                    </a:cubicBezTo>
                    <a:lnTo>
                      <a:pt x="2" y="65"/>
                    </a:lnTo>
                    <a:close/>
                    <a:moveTo>
                      <a:pt x="56" y="5"/>
                    </a:moveTo>
                    <a:cubicBezTo>
                      <a:pt x="8" y="59"/>
                      <a:pt x="8" y="59"/>
                      <a:pt x="8" y="59"/>
                    </a:cubicBezTo>
                    <a:cubicBezTo>
                      <a:pt x="62" y="41"/>
                      <a:pt x="62" y="41"/>
                      <a:pt x="62" y="41"/>
                    </a:cubicBezTo>
                    <a:lnTo>
                      <a:pt x="5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5" name="Freeform 1082"/>
              <p:cNvSpPr>
                <a:spLocks noEditPoints="1"/>
              </p:cNvSpPr>
              <p:nvPr userDrawn="1"/>
            </p:nvSpPr>
            <p:spPr bwMode="auto">
              <a:xfrm>
                <a:off x="1167" y="253"/>
                <a:ext cx="81" cy="81"/>
              </a:xfrm>
              <a:custGeom>
                <a:avLst/>
                <a:gdLst>
                  <a:gd name="T0" fmla="*/ 2 w 65"/>
                  <a:gd name="T1" fmla="*/ 65 h 65"/>
                  <a:gd name="T2" fmla="*/ 0 w 65"/>
                  <a:gd name="T3" fmla="*/ 64 h 65"/>
                  <a:gd name="T4" fmla="*/ 0 w 65"/>
                  <a:gd name="T5" fmla="*/ 62 h 65"/>
                  <a:gd name="T6" fmla="*/ 55 w 65"/>
                  <a:gd name="T7" fmla="*/ 0 h 65"/>
                  <a:gd name="T8" fmla="*/ 57 w 65"/>
                  <a:gd name="T9" fmla="*/ 0 h 65"/>
                  <a:gd name="T10" fmla="*/ 58 w 65"/>
                  <a:gd name="T11" fmla="*/ 1 h 65"/>
                  <a:gd name="T12" fmla="*/ 65 w 65"/>
                  <a:gd name="T13" fmla="*/ 41 h 65"/>
                  <a:gd name="T14" fmla="*/ 64 w 65"/>
                  <a:gd name="T15" fmla="*/ 43 h 65"/>
                  <a:gd name="T16" fmla="*/ 2 w 65"/>
                  <a:gd name="T17" fmla="*/ 64 h 65"/>
                  <a:gd name="T18" fmla="*/ 2 w 65"/>
                  <a:gd name="T19" fmla="*/ 65 h 65"/>
                  <a:gd name="T20" fmla="*/ 55 w 65"/>
                  <a:gd name="T21" fmla="*/ 5 h 65"/>
                  <a:gd name="T22" fmla="*/ 7 w 65"/>
                  <a:gd name="T23" fmla="*/ 59 h 65"/>
                  <a:gd name="T24" fmla="*/ 62 w 65"/>
                  <a:gd name="T25" fmla="*/ 40 h 65"/>
                  <a:gd name="T26" fmla="*/ 55 w 65"/>
                  <a:gd name="T27" fmla="*/ 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65">
                    <a:moveTo>
                      <a:pt x="2" y="65"/>
                    </a:moveTo>
                    <a:cubicBezTo>
                      <a:pt x="1" y="65"/>
                      <a:pt x="1" y="64"/>
                      <a:pt x="0" y="64"/>
                    </a:cubicBezTo>
                    <a:cubicBezTo>
                      <a:pt x="0" y="63"/>
                      <a:pt x="0" y="62"/>
                      <a:pt x="0" y="62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6" y="0"/>
                      <a:pt x="57" y="0"/>
                    </a:cubicBezTo>
                    <a:cubicBezTo>
                      <a:pt x="57" y="0"/>
                      <a:pt x="58" y="0"/>
                      <a:pt x="58" y="1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2"/>
                      <a:pt x="65" y="43"/>
                      <a:pt x="64" y="43"/>
                    </a:cubicBezTo>
                    <a:cubicBezTo>
                      <a:pt x="2" y="64"/>
                      <a:pt x="2" y="64"/>
                      <a:pt x="2" y="64"/>
                    </a:cubicBezTo>
                    <a:lnTo>
                      <a:pt x="2" y="65"/>
                    </a:lnTo>
                    <a:close/>
                    <a:moveTo>
                      <a:pt x="55" y="5"/>
                    </a:moveTo>
                    <a:cubicBezTo>
                      <a:pt x="7" y="59"/>
                      <a:pt x="7" y="59"/>
                      <a:pt x="7" y="59"/>
                    </a:cubicBezTo>
                    <a:cubicBezTo>
                      <a:pt x="62" y="40"/>
                      <a:pt x="62" y="40"/>
                      <a:pt x="62" y="40"/>
                    </a:cubicBezTo>
                    <a:lnTo>
                      <a:pt x="5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6" name="Freeform 1083"/>
              <p:cNvSpPr>
                <a:spLocks noEditPoints="1"/>
              </p:cNvSpPr>
              <p:nvPr userDrawn="1"/>
            </p:nvSpPr>
            <p:spPr bwMode="auto">
              <a:xfrm>
                <a:off x="2207" y="260"/>
                <a:ext cx="111" cy="79"/>
              </a:xfrm>
              <a:custGeom>
                <a:avLst/>
                <a:gdLst>
                  <a:gd name="T0" fmla="*/ 17 w 90"/>
                  <a:gd name="T1" fmla="*/ 64 h 64"/>
                  <a:gd name="T2" fmla="*/ 17 w 90"/>
                  <a:gd name="T3" fmla="*/ 64 h 64"/>
                  <a:gd name="T4" fmla="*/ 16 w 90"/>
                  <a:gd name="T5" fmla="*/ 63 h 64"/>
                  <a:gd name="T6" fmla="*/ 1 w 90"/>
                  <a:gd name="T7" fmla="*/ 35 h 64"/>
                  <a:gd name="T8" fmla="*/ 1 w 90"/>
                  <a:gd name="T9" fmla="*/ 33 h 64"/>
                  <a:gd name="T10" fmla="*/ 2 w 90"/>
                  <a:gd name="T11" fmla="*/ 32 h 64"/>
                  <a:gd name="T12" fmla="*/ 87 w 90"/>
                  <a:gd name="T13" fmla="*/ 0 h 64"/>
                  <a:gd name="T14" fmla="*/ 89 w 90"/>
                  <a:gd name="T15" fmla="*/ 1 h 64"/>
                  <a:gd name="T16" fmla="*/ 89 w 90"/>
                  <a:gd name="T17" fmla="*/ 3 h 64"/>
                  <a:gd name="T18" fmla="*/ 18 w 90"/>
                  <a:gd name="T19" fmla="*/ 63 h 64"/>
                  <a:gd name="T20" fmla="*/ 17 w 90"/>
                  <a:gd name="T21" fmla="*/ 64 h 64"/>
                  <a:gd name="T22" fmla="*/ 5 w 90"/>
                  <a:gd name="T23" fmla="*/ 35 h 64"/>
                  <a:gd name="T24" fmla="*/ 18 w 90"/>
                  <a:gd name="T25" fmla="*/ 60 h 64"/>
                  <a:gd name="T26" fmla="*/ 80 w 90"/>
                  <a:gd name="T27" fmla="*/ 7 h 64"/>
                  <a:gd name="T28" fmla="*/ 5 w 90"/>
                  <a:gd name="T29" fmla="*/ 35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0" h="64">
                    <a:moveTo>
                      <a:pt x="17" y="64"/>
                    </a:moveTo>
                    <a:cubicBezTo>
                      <a:pt x="17" y="64"/>
                      <a:pt x="17" y="64"/>
                      <a:pt x="17" y="64"/>
                    </a:cubicBezTo>
                    <a:cubicBezTo>
                      <a:pt x="16" y="64"/>
                      <a:pt x="16" y="63"/>
                      <a:pt x="16" y="63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1" y="34"/>
                      <a:pt x="0" y="34"/>
                      <a:pt x="1" y="33"/>
                    </a:cubicBezTo>
                    <a:cubicBezTo>
                      <a:pt x="1" y="33"/>
                      <a:pt x="1" y="33"/>
                      <a:pt x="2" y="32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8" y="0"/>
                      <a:pt x="89" y="0"/>
                      <a:pt x="89" y="1"/>
                    </a:cubicBezTo>
                    <a:cubicBezTo>
                      <a:pt x="90" y="2"/>
                      <a:pt x="90" y="2"/>
                      <a:pt x="89" y="3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8" y="64"/>
                      <a:pt x="18" y="64"/>
                      <a:pt x="17" y="64"/>
                    </a:cubicBezTo>
                    <a:close/>
                    <a:moveTo>
                      <a:pt x="5" y="35"/>
                    </a:moveTo>
                    <a:cubicBezTo>
                      <a:pt x="18" y="60"/>
                      <a:pt x="18" y="60"/>
                      <a:pt x="18" y="60"/>
                    </a:cubicBezTo>
                    <a:cubicBezTo>
                      <a:pt x="80" y="7"/>
                      <a:pt x="80" y="7"/>
                      <a:pt x="80" y="7"/>
                    </a:cubicBezTo>
                    <a:lnTo>
                      <a:pt x="5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7" name="Freeform 1084"/>
              <p:cNvSpPr>
                <a:spLocks noEditPoints="1"/>
              </p:cNvSpPr>
              <p:nvPr userDrawn="1"/>
            </p:nvSpPr>
            <p:spPr bwMode="auto">
              <a:xfrm>
                <a:off x="2392" y="313"/>
                <a:ext cx="145" cy="105"/>
              </a:xfrm>
              <a:custGeom>
                <a:avLst/>
                <a:gdLst>
                  <a:gd name="T0" fmla="*/ 96 w 117"/>
                  <a:gd name="T1" fmla="*/ 85 h 85"/>
                  <a:gd name="T2" fmla="*/ 95 w 117"/>
                  <a:gd name="T3" fmla="*/ 85 h 85"/>
                  <a:gd name="T4" fmla="*/ 1 w 117"/>
                  <a:gd name="T5" fmla="*/ 48 h 85"/>
                  <a:gd name="T6" fmla="*/ 0 w 117"/>
                  <a:gd name="T7" fmla="*/ 46 h 85"/>
                  <a:gd name="T8" fmla="*/ 1 w 117"/>
                  <a:gd name="T9" fmla="*/ 44 h 85"/>
                  <a:gd name="T10" fmla="*/ 114 w 117"/>
                  <a:gd name="T11" fmla="*/ 0 h 85"/>
                  <a:gd name="T12" fmla="*/ 116 w 117"/>
                  <a:gd name="T13" fmla="*/ 0 h 85"/>
                  <a:gd name="T14" fmla="*/ 117 w 117"/>
                  <a:gd name="T15" fmla="*/ 2 h 85"/>
                  <a:gd name="T16" fmla="*/ 98 w 117"/>
                  <a:gd name="T17" fmla="*/ 84 h 85"/>
                  <a:gd name="T18" fmla="*/ 97 w 117"/>
                  <a:gd name="T19" fmla="*/ 85 h 85"/>
                  <a:gd name="T20" fmla="*/ 96 w 117"/>
                  <a:gd name="T21" fmla="*/ 85 h 85"/>
                  <a:gd name="T22" fmla="*/ 6 w 117"/>
                  <a:gd name="T23" fmla="*/ 46 h 85"/>
                  <a:gd name="T24" fmla="*/ 95 w 117"/>
                  <a:gd name="T25" fmla="*/ 82 h 85"/>
                  <a:gd name="T26" fmla="*/ 113 w 117"/>
                  <a:gd name="T27" fmla="*/ 4 h 85"/>
                  <a:gd name="T28" fmla="*/ 6 w 117"/>
                  <a:gd name="T29" fmla="*/ 46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7" h="85">
                    <a:moveTo>
                      <a:pt x="96" y="85"/>
                    </a:moveTo>
                    <a:cubicBezTo>
                      <a:pt x="95" y="85"/>
                      <a:pt x="95" y="85"/>
                      <a:pt x="95" y="85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7"/>
                      <a:pt x="0" y="47"/>
                      <a:pt x="0" y="46"/>
                    </a:cubicBezTo>
                    <a:cubicBezTo>
                      <a:pt x="0" y="45"/>
                      <a:pt x="0" y="45"/>
                      <a:pt x="1" y="44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5" y="0"/>
                      <a:pt x="116" y="0"/>
                      <a:pt x="116" y="0"/>
                    </a:cubicBezTo>
                    <a:cubicBezTo>
                      <a:pt x="117" y="1"/>
                      <a:pt x="117" y="1"/>
                      <a:pt x="117" y="2"/>
                    </a:cubicBezTo>
                    <a:cubicBezTo>
                      <a:pt x="98" y="84"/>
                      <a:pt x="98" y="84"/>
                      <a:pt x="98" y="84"/>
                    </a:cubicBezTo>
                    <a:cubicBezTo>
                      <a:pt x="98" y="85"/>
                      <a:pt x="97" y="85"/>
                      <a:pt x="97" y="85"/>
                    </a:cubicBezTo>
                    <a:lnTo>
                      <a:pt x="96" y="85"/>
                    </a:lnTo>
                    <a:close/>
                    <a:moveTo>
                      <a:pt x="6" y="46"/>
                    </a:moveTo>
                    <a:cubicBezTo>
                      <a:pt x="95" y="82"/>
                      <a:pt x="95" y="82"/>
                      <a:pt x="95" y="82"/>
                    </a:cubicBezTo>
                    <a:cubicBezTo>
                      <a:pt x="113" y="4"/>
                      <a:pt x="113" y="4"/>
                      <a:pt x="113" y="4"/>
                    </a:cubicBezTo>
                    <a:lnTo>
                      <a:pt x="6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8" name="Freeform 1085"/>
              <p:cNvSpPr>
                <a:spLocks noEditPoints="1"/>
              </p:cNvSpPr>
              <p:nvPr userDrawn="1"/>
            </p:nvSpPr>
            <p:spPr bwMode="auto">
              <a:xfrm>
                <a:off x="1918" y="520"/>
                <a:ext cx="72" cy="122"/>
              </a:xfrm>
              <a:custGeom>
                <a:avLst/>
                <a:gdLst>
                  <a:gd name="T0" fmla="*/ 3 w 58"/>
                  <a:gd name="T1" fmla="*/ 99 h 99"/>
                  <a:gd name="T2" fmla="*/ 3 w 58"/>
                  <a:gd name="T3" fmla="*/ 99 h 99"/>
                  <a:gd name="T4" fmla="*/ 7 w 58"/>
                  <a:gd name="T5" fmla="*/ 29 h 99"/>
                  <a:gd name="T6" fmla="*/ 8 w 58"/>
                  <a:gd name="T7" fmla="*/ 28 h 99"/>
                  <a:gd name="T8" fmla="*/ 56 w 58"/>
                  <a:gd name="T9" fmla="*/ 0 h 99"/>
                  <a:gd name="T10" fmla="*/ 58 w 58"/>
                  <a:gd name="T11" fmla="*/ 0 h 99"/>
                  <a:gd name="T12" fmla="*/ 58 w 58"/>
                  <a:gd name="T13" fmla="*/ 2 h 99"/>
                  <a:gd name="T14" fmla="*/ 5 w 58"/>
                  <a:gd name="T15" fmla="*/ 97 h 99"/>
                  <a:gd name="T16" fmla="*/ 3 w 58"/>
                  <a:gd name="T17" fmla="*/ 99 h 99"/>
                  <a:gd name="T18" fmla="*/ 11 w 58"/>
                  <a:gd name="T19" fmla="*/ 30 h 99"/>
                  <a:gd name="T20" fmla="*/ 5 w 58"/>
                  <a:gd name="T21" fmla="*/ 89 h 99"/>
                  <a:gd name="T22" fmla="*/ 52 w 58"/>
                  <a:gd name="T23" fmla="*/ 6 h 99"/>
                  <a:gd name="T24" fmla="*/ 11 w 58"/>
                  <a:gd name="T25" fmla="*/ 3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8" h="99">
                    <a:moveTo>
                      <a:pt x="3" y="99"/>
                    </a:moveTo>
                    <a:cubicBezTo>
                      <a:pt x="3" y="99"/>
                      <a:pt x="3" y="99"/>
                      <a:pt x="3" y="99"/>
                    </a:cubicBezTo>
                    <a:cubicBezTo>
                      <a:pt x="1" y="98"/>
                      <a:pt x="0" y="98"/>
                      <a:pt x="7" y="29"/>
                    </a:cubicBezTo>
                    <a:cubicBezTo>
                      <a:pt x="7" y="29"/>
                      <a:pt x="8" y="28"/>
                      <a:pt x="8" y="28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6" y="0"/>
                      <a:pt x="57" y="0"/>
                      <a:pt x="58" y="0"/>
                    </a:cubicBezTo>
                    <a:cubicBezTo>
                      <a:pt x="58" y="1"/>
                      <a:pt x="58" y="2"/>
                      <a:pt x="58" y="2"/>
                    </a:cubicBezTo>
                    <a:cubicBezTo>
                      <a:pt x="37" y="39"/>
                      <a:pt x="6" y="94"/>
                      <a:pt x="5" y="97"/>
                    </a:cubicBezTo>
                    <a:cubicBezTo>
                      <a:pt x="5" y="98"/>
                      <a:pt x="4" y="99"/>
                      <a:pt x="3" y="99"/>
                    </a:cubicBezTo>
                    <a:close/>
                    <a:moveTo>
                      <a:pt x="11" y="30"/>
                    </a:moveTo>
                    <a:cubicBezTo>
                      <a:pt x="9" y="50"/>
                      <a:pt x="6" y="76"/>
                      <a:pt x="5" y="89"/>
                    </a:cubicBezTo>
                    <a:cubicBezTo>
                      <a:pt x="15" y="71"/>
                      <a:pt x="42" y="23"/>
                      <a:pt x="52" y="6"/>
                    </a:cubicBezTo>
                    <a:lnTo>
                      <a:pt x="11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9" name="Freeform 1086"/>
              <p:cNvSpPr>
                <a:spLocks noEditPoints="1"/>
              </p:cNvSpPr>
              <p:nvPr userDrawn="1"/>
            </p:nvSpPr>
            <p:spPr bwMode="auto">
              <a:xfrm>
                <a:off x="2394" y="947"/>
                <a:ext cx="87" cy="101"/>
              </a:xfrm>
              <a:custGeom>
                <a:avLst/>
                <a:gdLst>
                  <a:gd name="T0" fmla="*/ 69 w 71"/>
                  <a:gd name="T1" fmla="*/ 82 h 82"/>
                  <a:gd name="T2" fmla="*/ 68 w 71"/>
                  <a:gd name="T3" fmla="*/ 81 h 82"/>
                  <a:gd name="T4" fmla="*/ 1 w 71"/>
                  <a:gd name="T5" fmla="*/ 22 h 82"/>
                  <a:gd name="T6" fmla="*/ 0 w 71"/>
                  <a:gd name="T7" fmla="*/ 21 h 82"/>
                  <a:gd name="T8" fmla="*/ 1 w 71"/>
                  <a:gd name="T9" fmla="*/ 20 h 82"/>
                  <a:gd name="T10" fmla="*/ 30 w 71"/>
                  <a:gd name="T11" fmla="*/ 0 h 82"/>
                  <a:gd name="T12" fmla="*/ 31 w 71"/>
                  <a:gd name="T13" fmla="*/ 0 h 82"/>
                  <a:gd name="T14" fmla="*/ 33 w 71"/>
                  <a:gd name="T15" fmla="*/ 1 h 82"/>
                  <a:gd name="T16" fmla="*/ 71 w 71"/>
                  <a:gd name="T17" fmla="*/ 79 h 82"/>
                  <a:gd name="T18" fmla="*/ 70 w 71"/>
                  <a:gd name="T19" fmla="*/ 81 h 82"/>
                  <a:gd name="T20" fmla="*/ 69 w 71"/>
                  <a:gd name="T21" fmla="*/ 82 h 82"/>
                  <a:gd name="T22" fmla="*/ 5 w 71"/>
                  <a:gd name="T23" fmla="*/ 21 h 82"/>
                  <a:gd name="T24" fmla="*/ 64 w 71"/>
                  <a:gd name="T25" fmla="*/ 73 h 82"/>
                  <a:gd name="T26" fmla="*/ 30 w 71"/>
                  <a:gd name="T27" fmla="*/ 4 h 82"/>
                  <a:gd name="T28" fmla="*/ 5 w 71"/>
                  <a:gd name="T29" fmla="*/ 2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82">
                    <a:moveTo>
                      <a:pt x="69" y="82"/>
                    </a:moveTo>
                    <a:cubicBezTo>
                      <a:pt x="69" y="82"/>
                      <a:pt x="68" y="82"/>
                      <a:pt x="68" y="8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2"/>
                      <a:pt x="0" y="22"/>
                      <a:pt x="0" y="21"/>
                    </a:cubicBezTo>
                    <a:cubicBezTo>
                      <a:pt x="0" y="21"/>
                      <a:pt x="0" y="20"/>
                      <a:pt x="1" y="2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0"/>
                      <a:pt x="32" y="0"/>
                      <a:pt x="33" y="1"/>
                    </a:cubicBezTo>
                    <a:cubicBezTo>
                      <a:pt x="71" y="79"/>
                      <a:pt x="71" y="79"/>
                      <a:pt x="71" y="79"/>
                    </a:cubicBezTo>
                    <a:cubicBezTo>
                      <a:pt x="71" y="80"/>
                      <a:pt x="71" y="81"/>
                      <a:pt x="70" y="81"/>
                    </a:cubicBezTo>
                    <a:lnTo>
                      <a:pt x="69" y="82"/>
                    </a:lnTo>
                    <a:close/>
                    <a:moveTo>
                      <a:pt x="5" y="21"/>
                    </a:moveTo>
                    <a:cubicBezTo>
                      <a:pt x="64" y="73"/>
                      <a:pt x="64" y="73"/>
                      <a:pt x="64" y="73"/>
                    </a:cubicBezTo>
                    <a:cubicBezTo>
                      <a:pt x="30" y="4"/>
                      <a:pt x="30" y="4"/>
                      <a:pt x="30" y="4"/>
                    </a:cubicBezTo>
                    <a:lnTo>
                      <a:pt x="5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0" name="Freeform 1087"/>
              <p:cNvSpPr>
                <a:spLocks noEditPoints="1"/>
              </p:cNvSpPr>
              <p:nvPr userDrawn="1"/>
            </p:nvSpPr>
            <p:spPr bwMode="auto">
              <a:xfrm>
                <a:off x="1035" y="1047"/>
                <a:ext cx="76" cy="95"/>
              </a:xfrm>
              <a:custGeom>
                <a:avLst/>
                <a:gdLst>
                  <a:gd name="T0" fmla="*/ 2 w 62"/>
                  <a:gd name="T1" fmla="*/ 77 h 77"/>
                  <a:gd name="T2" fmla="*/ 1 w 62"/>
                  <a:gd name="T3" fmla="*/ 76 h 77"/>
                  <a:gd name="T4" fmla="*/ 0 w 62"/>
                  <a:gd name="T5" fmla="*/ 74 h 77"/>
                  <a:gd name="T6" fmla="*/ 51 w 62"/>
                  <a:gd name="T7" fmla="*/ 1 h 77"/>
                  <a:gd name="T8" fmla="*/ 53 w 62"/>
                  <a:gd name="T9" fmla="*/ 0 h 77"/>
                  <a:gd name="T10" fmla="*/ 54 w 62"/>
                  <a:gd name="T11" fmla="*/ 2 h 77"/>
                  <a:gd name="T12" fmla="*/ 62 w 62"/>
                  <a:gd name="T13" fmla="*/ 44 h 77"/>
                  <a:gd name="T14" fmla="*/ 61 w 62"/>
                  <a:gd name="T15" fmla="*/ 46 h 77"/>
                  <a:gd name="T16" fmla="*/ 3 w 62"/>
                  <a:gd name="T17" fmla="*/ 77 h 77"/>
                  <a:gd name="T18" fmla="*/ 2 w 62"/>
                  <a:gd name="T19" fmla="*/ 77 h 77"/>
                  <a:gd name="T20" fmla="*/ 52 w 62"/>
                  <a:gd name="T21" fmla="*/ 6 h 77"/>
                  <a:gd name="T22" fmla="*/ 7 w 62"/>
                  <a:gd name="T23" fmla="*/ 70 h 77"/>
                  <a:gd name="T24" fmla="*/ 58 w 62"/>
                  <a:gd name="T25" fmla="*/ 44 h 77"/>
                  <a:gd name="T26" fmla="*/ 52 w 62"/>
                  <a:gd name="T27" fmla="*/ 6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77">
                    <a:moveTo>
                      <a:pt x="2" y="77"/>
                    </a:moveTo>
                    <a:cubicBezTo>
                      <a:pt x="1" y="77"/>
                      <a:pt x="1" y="77"/>
                      <a:pt x="1" y="76"/>
                    </a:cubicBezTo>
                    <a:cubicBezTo>
                      <a:pt x="0" y="76"/>
                      <a:pt x="0" y="75"/>
                      <a:pt x="0" y="74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51" y="0"/>
                      <a:pt x="52" y="0"/>
                      <a:pt x="53" y="0"/>
                    </a:cubicBezTo>
                    <a:cubicBezTo>
                      <a:pt x="53" y="0"/>
                      <a:pt x="54" y="1"/>
                      <a:pt x="54" y="2"/>
                    </a:cubicBezTo>
                    <a:cubicBezTo>
                      <a:pt x="62" y="44"/>
                      <a:pt x="62" y="44"/>
                      <a:pt x="62" y="44"/>
                    </a:cubicBezTo>
                    <a:cubicBezTo>
                      <a:pt x="62" y="45"/>
                      <a:pt x="61" y="46"/>
                      <a:pt x="61" y="46"/>
                    </a:cubicBezTo>
                    <a:cubicBezTo>
                      <a:pt x="3" y="77"/>
                      <a:pt x="3" y="77"/>
                      <a:pt x="3" y="77"/>
                    </a:cubicBezTo>
                    <a:lnTo>
                      <a:pt x="2" y="77"/>
                    </a:lnTo>
                    <a:close/>
                    <a:moveTo>
                      <a:pt x="52" y="6"/>
                    </a:moveTo>
                    <a:cubicBezTo>
                      <a:pt x="7" y="70"/>
                      <a:pt x="7" y="70"/>
                      <a:pt x="7" y="70"/>
                    </a:cubicBezTo>
                    <a:cubicBezTo>
                      <a:pt x="58" y="44"/>
                      <a:pt x="58" y="44"/>
                      <a:pt x="58" y="44"/>
                    </a:cubicBezTo>
                    <a:lnTo>
                      <a:pt x="52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1" name="Freeform 1088"/>
              <p:cNvSpPr>
                <a:spLocks noEditPoints="1"/>
              </p:cNvSpPr>
              <p:nvPr userDrawn="1"/>
            </p:nvSpPr>
            <p:spPr bwMode="auto">
              <a:xfrm>
                <a:off x="1620" y="401"/>
                <a:ext cx="136" cy="102"/>
              </a:xfrm>
              <a:custGeom>
                <a:avLst/>
                <a:gdLst>
                  <a:gd name="T0" fmla="*/ 2 w 110"/>
                  <a:gd name="T1" fmla="*/ 83 h 83"/>
                  <a:gd name="T2" fmla="*/ 1 w 110"/>
                  <a:gd name="T3" fmla="*/ 82 h 83"/>
                  <a:gd name="T4" fmla="*/ 0 w 110"/>
                  <a:gd name="T5" fmla="*/ 81 h 83"/>
                  <a:gd name="T6" fmla="*/ 17 w 110"/>
                  <a:gd name="T7" fmla="*/ 2 h 83"/>
                  <a:gd name="T8" fmla="*/ 18 w 110"/>
                  <a:gd name="T9" fmla="*/ 0 h 83"/>
                  <a:gd name="T10" fmla="*/ 20 w 110"/>
                  <a:gd name="T11" fmla="*/ 0 h 83"/>
                  <a:gd name="T12" fmla="*/ 109 w 110"/>
                  <a:gd name="T13" fmla="*/ 34 h 83"/>
                  <a:gd name="T14" fmla="*/ 110 w 110"/>
                  <a:gd name="T15" fmla="*/ 36 h 83"/>
                  <a:gd name="T16" fmla="*/ 109 w 110"/>
                  <a:gd name="T17" fmla="*/ 37 h 83"/>
                  <a:gd name="T18" fmla="*/ 2 w 110"/>
                  <a:gd name="T19" fmla="*/ 83 h 83"/>
                  <a:gd name="T20" fmla="*/ 20 w 110"/>
                  <a:gd name="T21" fmla="*/ 4 h 83"/>
                  <a:gd name="T22" fmla="*/ 4 w 110"/>
                  <a:gd name="T23" fmla="*/ 78 h 83"/>
                  <a:gd name="T24" fmla="*/ 104 w 110"/>
                  <a:gd name="T25" fmla="*/ 36 h 83"/>
                  <a:gd name="T26" fmla="*/ 20 w 110"/>
                  <a:gd name="T27" fmla="*/ 4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83">
                    <a:moveTo>
                      <a:pt x="2" y="83"/>
                    </a:moveTo>
                    <a:cubicBezTo>
                      <a:pt x="1" y="83"/>
                      <a:pt x="1" y="83"/>
                      <a:pt x="1" y="82"/>
                    </a:cubicBezTo>
                    <a:cubicBezTo>
                      <a:pt x="0" y="82"/>
                      <a:pt x="0" y="81"/>
                      <a:pt x="0" y="8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1"/>
                      <a:pt x="18" y="1"/>
                      <a:pt x="18" y="0"/>
                    </a:cubicBezTo>
                    <a:cubicBezTo>
                      <a:pt x="19" y="0"/>
                      <a:pt x="19" y="0"/>
                      <a:pt x="20" y="0"/>
                    </a:cubicBezTo>
                    <a:cubicBezTo>
                      <a:pt x="109" y="34"/>
                      <a:pt x="109" y="34"/>
                      <a:pt x="109" y="34"/>
                    </a:cubicBezTo>
                    <a:cubicBezTo>
                      <a:pt x="110" y="35"/>
                      <a:pt x="110" y="35"/>
                      <a:pt x="110" y="36"/>
                    </a:cubicBezTo>
                    <a:cubicBezTo>
                      <a:pt x="110" y="37"/>
                      <a:pt x="110" y="37"/>
                      <a:pt x="109" y="37"/>
                    </a:cubicBezTo>
                    <a:cubicBezTo>
                      <a:pt x="2" y="83"/>
                      <a:pt x="2" y="83"/>
                      <a:pt x="2" y="83"/>
                    </a:cubicBezTo>
                    <a:close/>
                    <a:moveTo>
                      <a:pt x="20" y="4"/>
                    </a:moveTo>
                    <a:cubicBezTo>
                      <a:pt x="4" y="78"/>
                      <a:pt x="4" y="78"/>
                      <a:pt x="4" y="78"/>
                    </a:cubicBezTo>
                    <a:cubicBezTo>
                      <a:pt x="104" y="36"/>
                      <a:pt x="104" y="36"/>
                      <a:pt x="104" y="36"/>
                    </a:cubicBezTo>
                    <a:lnTo>
                      <a:pt x="2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2" name="Freeform 1089"/>
              <p:cNvSpPr>
                <a:spLocks noEditPoints="1"/>
              </p:cNvSpPr>
              <p:nvPr userDrawn="1"/>
            </p:nvSpPr>
            <p:spPr bwMode="auto">
              <a:xfrm>
                <a:off x="1526" y="-9"/>
                <a:ext cx="137" cy="102"/>
              </a:xfrm>
              <a:custGeom>
                <a:avLst/>
                <a:gdLst>
                  <a:gd name="T0" fmla="*/ 2 w 111"/>
                  <a:gd name="T1" fmla="*/ 82 h 82"/>
                  <a:gd name="T2" fmla="*/ 1 w 111"/>
                  <a:gd name="T3" fmla="*/ 82 h 82"/>
                  <a:gd name="T4" fmla="*/ 1 w 111"/>
                  <a:gd name="T5" fmla="*/ 80 h 82"/>
                  <a:gd name="T6" fmla="*/ 18 w 111"/>
                  <a:gd name="T7" fmla="*/ 1 h 82"/>
                  <a:gd name="T8" fmla="*/ 19 w 111"/>
                  <a:gd name="T9" fmla="*/ 0 h 82"/>
                  <a:gd name="T10" fmla="*/ 20 w 111"/>
                  <a:gd name="T11" fmla="*/ 0 h 82"/>
                  <a:gd name="T12" fmla="*/ 110 w 111"/>
                  <a:gd name="T13" fmla="*/ 34 h 82"/>
                  <a:gd name="T14" fmla="*/ 111 w 111"/>
                  <a:gd name="T15" fmla="*/ 35 h 82"/>
                  <a:gd name="T16" fmla="*/ 110 w 111"/>
                  <a:gd name="T17" fmla="*/ 37 h 82"/>
                  <a:gd name="T18" fmla="*/ 3 w 111"/>
                  <a:gd name="T19" fmla="*/ 82 h 82"/>
                  <a:gd name="T20" fmla="*/ 2 w 111"/>
                  <a:gd name="T21" fmla="*/ 82 h 82"/>
                  <a:gd name="T22" fmla="*/ 21 w 111"/>
                  <a:gd name="T23" fmla="*/ 4 h 82"/>
                  <a:gd name="T24" fmla="*/ 5 w 111"/>
                  <a:gd name="T25" fmla="*/ 78 h 82"/>
                  <a:gd name="T26" fmla="*/ 105 w 111"/>
                  <a:gd name="T27" fmla="*/ 36 h 82"/>
                  <a:gd name="T28" fmla="*/ 21 w 111"/>
                  <a:gd name="T29" fmla="*/ 4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1" h="82">
                    <a:moveTo>
                      <a:pt x="2" y="82"/>
                    </a:moveTo>
                    <a:cubicBezTo>
                      <a:pt x="2" y="82"/>
                      <a:pt x="1" y="82"/>
                      <a:pt x="1" y="82"/>
                    </a:cubicBezTo>
                    <a:cubicBezTo>
                      <a:pt x="1" y="82"/>
                      <a:pt x="0" y="81"/>
                      <a:pt x="1" y="80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8" y="1"/>
                      <a:pt x="18" y="0"/>
                      <a:pt x="19" y="0"/>
                    </a:cubicBezTo>
                    <a:cubicBezTo>
                      <a:pt x="19" y="0"/>
                      <a:pt x="19" y="0"/>
                      <a:pt x="20" y="0"/>
                    </a:cubicBezTo>
                    <a:cubicBezTo>
                      <a:pt x="110" y="34"/>
                      <a:pt x="110" y="34"/>
                      <a:pt x="110" y="34"/>
                    </a:cubicBezTo>
                    <a:cubicBezTo>
                      <a:pt x="110" y="34"/>
                      <a:pt x="111" y="35"/>
                      <a:pt x="111" y="35"/>
                    </a:cubicBezTo>
                    <a:cubicBezTo>
                      <a:pt x="111" y="36"/>
                      <a:pt x="110" y="37"/>
                      <a:pt x="110" y="37"/>
                    </a:cubicBezTo>
                    <a:cubicBezTo>
                      <a:pt x="3" y="82"/>
                      <a:pt x="3" y="82"/>
                      <a:pt x="3" y="82"/>
                    </a:cubicBezTo>
                    <a:lnTo>
                      <a:pt x="2" y="82"/>
                    </a:lnTo>
                    <a:close/>
                    <a:moveTo>
                      <a:pt x="21" y="4"/>
                    </a:moveTo>
                    <a:cubicBezTo>
                      <a:pt x="5" y="78"/>
                      <a:pt x="5" y="78"/>
                      <a:pt x="5" y="78"/>
                    </a:cubicBezTo>
                    <a:cubicBezTo>
                      <a:pt x="105" y="36"/>
                      <a:pt x="105" y="36"/>
                      <a:pt x="105" y="36"/>
                    </a:cubicBezTo>
                    <a:lnTo>
                      <a:pt x="2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3" name="Freeform 1090"/>
              <p:cNvSpPr>
                <a:spLocks noEditPoints="1"/>
              </p:cNvSpPr>
              <p:nvPr userDrawn="1"/>
            </p:nvSpPr>
            <p:spPr bwMode="auto">
              <a:xfrm>
                <a:off x="1823" y="455"/>
                <a:ext cx="71" cy="73"/>
              </a:xfrm>
              <a:custGeom>
                <a:avLst/>
                <a:gdLst>
                  <a:gd name="T0" fmla="*/ 25 w 57"/>
                  <a:gd name="T1" fmla="*/ 59 h 59"/>
                  <a:gd name="T2" fmla="*/ 25 w 57"/>
                  <a:gd name="T3" fmla="*/ 59 h 59"/>
                  <a:gd name="T4" fmla="*/ 24 w 57"/>
                  <a:gd name="T5" fmla="*/ 58 h 59"/>
                  <a:gd name="T6" fmla="*/ 0 w 57"/>
                  <a:gd name="T7" fmla="*/ 2 h 59"/>
                  <a:gd name="T8" fmla="*/ 1 w 57"/>
                  <a:gd name="T9" fmla="*/ 1 h 59"/>
                  <a:gd name="T10" fmla="*/ 2 w 57"/>
                  <a:gd name="T11" fmla="*/ 0 h 59"/>
                  <a:gd name="T12" fmla="*/ 55 w 57"/>
                  <a:gd name="T13" fmla="*/ 5 h 59"/>
                  <a:gd name="T14" fmla="*/ 57 w 57"/>
                  <a:gd name="T15" fmla="*/ 6 h 59"/>
                  <a:gd name="T16" fmla="*/ 57 w 57"/>
                  <a:gd name="T17" fmla="*/ 8 h 59"/>
                  <a:gd name="T18" fmla="*/ 27 w 57"/>
                  <a:gd name="T19" fmla="*/ 58 h 59"/>
                  <a:gd name="T20" fmla="*/ 25 w 57"/>
                  <a:gd name="T21" fmla="*/ 59 h 59"/>
                  <a:gd name="T22" fmla="*/ 5 w 57"/>
                  <a:gd name="T23" fmla="*/ 4 h 59"/>
                  <a:gd name="T24" fmla="*/ 26 w 57"/>
                  <a:gd name="T25" fmla="*/ 54 h 59"/>
                  <a:gd name="T26" fmla="*/ 52 w 57"/>
                  <a:gd name="T27" fmla="*/ 8 h 59"/>
                  <a:gd name="T28" fmla="*/ 5 w 57"/>
                  <a:gd name="T29" fmla="*/ 4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" h="59">
                    <a:moveTo>
                      <a:pt x="25" y="59"/>
                    </a:move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9"/>
                      <a:pt x="24" y="59"/>
                      <a:pt x="24" y="5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6" y="5"/>
                      <a:pt x="56" y="5"/>
                      <a:pt x="57" y="6"/>
                    </a:cubicBezTo>
                    <a:cubicBezTo>
                      <a:pt x="57" y="6"/>
                      <a:pt x="57" y="7"/>
                      <a:pt x="57" y="8"/>
                    </a:cubicBezTo>
                    <a:cubicBezTo>
                      <a:pt x="27" y="58"/>
                      <a:pt x="27" y="58"/>
                      <a:pt x="27" y="58"/>
                    </a:cubicBezTo>
                    <a:cubicBezTo>
                      <a:pt x="27" y="59"/>
                      <a:pt x="26" y="59"/>
                      <a:pt x="25" y="59"/>
                    </a:cubicBezTo>
                    <a:close/>
                    <a:moveTo>
                      <a:pt x="5" y="4"/>
                    </a:moveTo>
                    <a:cubicBezTo>
                      <a:pt x="26" y="54"/>
                      <a:pt x="26" y="54"/>
                      <a:pt x="26" y="54"/>
                    </a:cubicBezTo>
                    <a:cubicBezTo>
                      <a:pt x="52" y="8"/>
                      <a:pt x="52" y="8"/>
                      <a:pt x="52" y="8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4" name="Freeform 1091"/>
              <p:cNvSpPr>
                <a:spLocks noEditPoints="1"/>
              </p:cNvSpPr>
              <p:nvPr userDrawn="1"/>
            </p:nvSpPr>
            <p:spPr bwMode="auto">
              <a:xfrm>
                <a:off x="1796" y="81"/>
                <a:ext cx="69" cy="72"/>
              </a:xfrm>
              <a:custGeom>
                <a:avLst/>
                <a:gdLst>
                  <a:gd name="T0" fmla="*/ 25 w 56"/>
                  <a:gd name="T1" fmla="*/ 58 h 58"/>
                  <a:gd name="T2" fmla="*/ 25 w 56"/>
                  <a:gd name="T3" fmla="*/ 58 h 58"/>
                  <a:gd name="T4" fmla="*/ 23 w 56"/>
                  <a:gd name="T5" fmla="*/ 57 h 58"/>
                  <a:gd name="T6" fmla="*/ 0 w 56"/>
                  <a:gd name="T7" fmla="*/ 2 h 58"/>
                  <a:gd name="T8" fmla="*/ 0 w 56"/>
                  <a:gd name="T9" fmla="*/ 0 h 58"/>
                  <a:gd name="T10" fmla="*/ 1 w 56"/>
                  <a:gd name="T11" fmla="*/ 0 h 58"/>
                  <a:gd name="T12" fmla="*/ 55 w 56"/>
                  <a:gd name="T13" fmla="*/ 5 h 58"/>
                  <a:gd name="T14" fmla="*/ 56 w 56"/>
                  <a:gd name="T15" fmla="*/ 5 h 58"/>
                  <a:gd name="T16" fmla="*/ 56 w 56"/>
                  <a:gd name="T17" fmla="*/ 7 h 58"/>
                  <a:gd name="T18" fmla="*/ 26 w 56"/>
                  <a:gd name="T19" fmla="*/ 58 h 58"/>
                  <a:gd name="T20" fmla="*/ 25 w 56"/>
                  <a:gd name="T21" fmla="*/ 58 h 58"/>
                  <a:gd name="T22" fmla="*/ 4 w 56"/>
                  <a:gd name="T23" fmla="*/ 3 h 58"/>
                  <a:gd name="T24" fmla="*/ 25 w 56"/>
                  <a:gd name="T25" fmla="*/ 53 h 58"/>
                  <a:gd name="T26" fmla="*/ 52 w 56"/>
                  <a:gd name="T27" fmla="*/ 8 h 58"/>
                  <a:gd name="T28" fmla="*/ 4 w 56"/>
                  <a:gd name="T29" fmla="*/ 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6" h="58">
                    <a:moveTo>
                      <a:pt x="25" y="58"/>
                    </a:moveTo>
                    <a:cubicBezTo>
                      <a:pt x="25" y="58"/>
                      <a:pt x="25" y="58"/>
                      <a:pt x="25" y="58"/>
                    </a:cubicBezTo>
                    <a:cubicBezTo>
                      <a:pt x="24" y="58"/>
                      <a:pt x="24" y="58"/>
                      <a:pt x="23" y="57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5" y="5"/>
                      <a:pt x="56" y="5"/>
                      <a:pt x="56" y="5"/>
                    </a:cubicBezTo>
                    <a:cubicBezTo>
                      <a:pt x="56" y="6"/>
                      <a:pt x="56" y="7"/>
                      <a:pt x="56" y="7"/>
                    </a:cubicBezTo>
                    <a:cubicBezTo>
                      <a:pt x="26" y="58"/>
                      <a:pt x="26" y="58"/>
                      <a:pt x="26" y="58"/>
                    </a:cubicBezTo>
                    <a:cubicBezTo>
                      <a:pt x="26" y="58"/>
                      <a:pt x="25" y="58"/>
                      <a:pt x="25" y="58"/>
                    </a:cubicBezTo>
                    <a:close/>
                    <a:moveTo>
                      <a:pt x="4" y="3"/>
                    </a:moveTo>
                    <a:cubicBezTo>
                      <a:pt x="25" y="53"/>
                      <a:pt x="25" y="53"/>
                      <a:pt x="25" y="53"/>
                    </a:cubicBezTo>
                    <a:cubicBezTo>
                      <a:pt x="52" y="8"/>
                      <a:pt x="52" y="8"/>
                      <a:pt x="52" y="8"/>
                    </a:cubicBez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5" name="Freeform 1092"/>
              <p:cNvSpPr>
                <a:spLocks noEditPoints="1"/>
              </p:cNvSpPr>
              <p:nvPr userDrawn="1"/>
            </p:nvSpPr>
            <p:spPr bwMode="auto">
              <a:xfrm>
                <a:off x="1373" y="397"/>
                <a:ext cx="198" cy="68"/>
              </a:xfrm>
              <a:custGeom>
                <a:avLst/>
                <a:gdLst>
                  <a:gd name="T0" fmla="*/ 1 w 160"/>
                  <a:gd name="T1" fmla="*/ 55 h 55"/>
                  <a:gd name="T2" fmla="*/ 0 w 160"/>
                  <a:gd name="T3" fmla="*/ 55 h 55"/>
                  <a:gd name="T4" fmla="*/ 0 w 160"/>
                  <a:gd name="T5" fmla="*/ 53 h 55"/>
                  <a:gd name="T6" fmla="*/ 42 w 160"/>
                  <a:gd name="T7" fmla="*/ 1 h 55"/>
                  <a:gd name="T8" fmla="*/ 44 w 160"/>
                  <a:gd name="T9" fmla="*/ 0 h 55"/>
                  <a:gd name="T10" fmla="*/ 159 w 160"/>
                  <a:gd name="T11" fmla="*/ 37 h 55"/>
                  <a:gd name="T12" fmla="*/ 160 w 160"/>
                  <a:gd name="T13" fmla="*/ 39 h 55"/>
                  <a:gd name="T14" fmla="*/ 159 w 160"/>
                  <a:gd name="T15" fmla="*/ 41 h 55"/>
                  <a:gd name="T16" fmla="*/ 1 w 160"/>
                  <a:gd name="T17" fmla="*/ 55 h 55"/>
                  <a:gd name="T18" fmla="*/ 44 w 160"/>
                  <a:gd name="T19" fmla="*/ 4 h 55"/>
                  <a:gd name="T20" fmla="*/ 5 w 160"/>
                  <a:gd name="T21" fmla="*/ 52 h 55"/>
                  <a:gd name="T22" fmla="*/ 150 w 160"/>
                  <a:gd name="T23" fmla="*/ 38 h 55"/>
                  <a:gd name="T24" fmla="*/ 44 w 160"/>
                  <a:gd name="T25" fmla="*/ 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55">
                    <a:moveTo>
                      <a:pt x="1" y="55"/>
                    </a:moveTo>
                    <a:cubicBezTo>
                      <a:pt x="1" y="55"/>
                      <a:pt x="0" y="55"/>
                      <a:pt x="0" y="55"/>
                    </a:cubicBezTo>
                    <a:cubicBezTo>
                      <a:pt x="0" y="54"/>
                      <a:pt x="0" y="53"/>
                      <a:pt x="0" y="53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43" y="0"/>
                      <a:pt x="43" y="0"/>
                      <a:pt x="44" y="0"/>
                    </a:cubicBezTo>
                    <a:cubicBezTo>
                      <a:pt x="159" y="37"/>
                      <a:pt x="159" y="37"/>
                      <a:pt x="159" y="37"/>
                    </a:cubicBezTo>
                    <a:cubicBezTo>
                      <a:pt x="160" y="37"/>
                      <a:pt x="160" y="38"/>
                      <a:pt x="160" y="39"/>
                    </a:cubicBezTo>
                    <a:cubicBezTo>
                      <a:pt x="160" y="40"/>
                      <a:pt x="159" y="40"/>
                      <a:pt x="159" y="41"/>
                    </a:cubicBezTo>
                    <a:cubicBezTo>
                      <a:pt x="1" y="55"/>
                      <a:pt x="1" y="55"/>
                      <a:pt x="1" y="55"/>
                    </a:cubicBezTo>
                    <a:close/>
                    <a:moveTo>
                      <a:pt x="44" y="4"/>
                    </a:moveTo>
                    <a:cubicBezTo>
                      <a:pt x="5" y="52"/>
                      <a:pt x="5" y="52"/>
                      <a:pt x="5" y="52"/>
                    </a:cubicBezTo>
                    <a:cubicBezTo>
                      <a:pt x="150" y="38"/>
                      <a:pt x="150" y="38"/>
                      <a:pt x="150" y="38"/>
                    </a:cubicBezTo>
                    <a:lnTo>
                      <a:pt x="4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6" name="Freeform 1093"/>
              <p:cNvSpPr>
                <a:spLocks noEditPoints="1"/>
              </p:cNvSpPr>
              <p:nvPr userDrawn="1"/>
            </p:nvSpPr>
            <p:spPr bwMode="auto">
              <a:xfrm>
                <a:off x="1308" y="461"/>
                <a:ext cx="145" cy="80"/>
              </a:xfrm>
              <a:custGeom>
                <a:avLst/>
                <a:gdLst>
                  <a:gd name="T0" fmla="*/ 2 w 117"/>
                  <a:gd name="T1" fmla="*/ 64 h 64"/>
                  <a:gd name="T2" fmla="*/ 0 w 117"/>
                  <a:gd name="T3" fmla="*/ 63 h 64"/>
                  <a:gd name="T4" fmla="*/ 0 w 117"/>
                  <a:gd name="T5" fmla="*/ 61 h 64"/>
                  <a:gd name="T6" fmla="*/ 52 w 117"/>
                  <a:gd name="T7" fmla="*/ 1 h 64"/>
                  <a:gd name="T8" fmla="*/ 54 w 117"/>
                  <a:gd name="T9" fmla="*/ 0 h 64"/>
                  <a:gd name="T10" fmla="*/ 116 w 117"/>
                  <a:gd name="T11" fmla="*/ 38 h 64"/>
                  <a:gd name="T12" fmla="*/ 117 w 117"/>
                  <a:gd name="T13" fmla="*/ 40 h 64"/>
                  <a:gd name="T14" fmla="*/ 116 w 117"/>
                  <a:gd name="T15" fmla="*/ 41 h 64"/>
                  <a:gd name="T16" fmla="*/ 2 w 117"/>
                  <a:gd name="T17" fmla="*/ 64 h 64"/>
                  <a:gd name="T18" fmla="*/ 54 w 117"/>
                  <a:gd name="T19" fmla="*/ 4 h 64"/>
                  <a:gd name="T20" fmla="*/ 6 w 117"/>
                  <a:gd name="T21" fmla="*/ 60 h 64"/>
                  <a:gd name="T22" fmla="*/ 111 w 117"/>
                  <a:gd name="T23" fmla="*/ 39 h 64"/>
                  <a:gd name="T24" fmla="*/ 54 w 117"/>
                  <a:gd name="T25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7" h="64">
                    <a:moveTo>
                      <a:pt x="2" y="64"/>
                    </a:moveTo>
                    <a:cubicBezTo>
                      <a:pt x="1" y="64"/>
                      <a:pt x="1" y="64"/>
                      <a:pt x="0" y="63"/>
                    </a:cubicBezTo>
                    <a:cubicBezTo>
                      <a:pt x="0" y="63"/>
                      <a:pt x="0" y="62"/>
                      <a:pt x="0" y="61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3" y="0"/>
                      <a:pt x="53" y="0"/>
                      <a:pt x="54" y="0"/>
                    </a:cubicBezTo>
                    <a:cubicBezTo>
                      <a:pt x="116" y="38"/>
                      <a:pt x="116" y="38"/>
                      <a:pt x="116" y="38"/>
                    </a:cubicBezTo>
                    <a:cubicBezTo>
                      <a:pt x="117" y="38"/>
                      <a:pt x="117" y="39"/>
                      <a:pt x="117" y="40"/>
                    </a:cubicBezTo>
                    <a:cubicBezTo>
                      <a:pt x="117" y="40"/>
                      <a:pt x="116" y="41"/>
                      <a:pt x="116" y="41"/>
                    </a:cubicBezTo>
                    <a:cubicBezTo>
                      <a:pt x="2" y="64"/>
                      <a:pt x="2" y="64"/>
                      <a:pt x="2" y="64"/>
                    </a:cubicBezTo>
                    <a:close/>
                    <a:moveTo>
                      <a:pt x="54" y="4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111" y="39"/>
                      <a:pt x="111" y="39"/>
                      <a:pt x="111" y="39"/>
                    </a:cubicBezTo>
                    <a:lnTo>
                      <a:pt x="5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7" name="Freeform 1094"/>
              <p:cNvSpPr>
                <a:spLocks noEditPoints="1"/>
              </p:cNvSpPr>
              <p:nvPr userDrawn="1"/>
            </p:nvSpPr>
            <p:spPr bwMode="auto">
              <a:xfrm>
                <a:off x="1243" y="656"/>
                <a:ext cx="90" cy="94"/>
              </a:xfrm>
              <a:custGeom>
                <a:avLst/>
                <a:gdLst>
                  <a:gd name="T0" fmla="*/ 2 w 73"/>
                  <a:gd name="T1" fmla="*/ 76 h 76"/>
                  <a:gd name="T2" fmla="*/ 1 w 73"/>
                  <a:gd name="T3" fmla="*/ 76 h 76"/>
                  <a:gd name="T4" fmla="*/ 1 w 73"/>
                  <a:gd name="T5" fmla="*/ 74 h 76"/>
                  <a:gd name="T6" fmla="*/ 22 w 73"/>
                  <a:gd name="T7" fmla="*/ 1 h 76"/>
                  <a:gd name="T8" fmla="*/ 23 w 73"/>
                  <a:gd name="T9" fmla="*/ 0 h 76"/>
                  <a:gd name="T10" fmla="*/ 25 w 73"/>
                  <a:gd name="T11" fmla="*/ 0 h 76"/>
                  <a:gd name="T12" fmla="*/ 72 w 73"/>
                  <a:gd name="T13" fmla="*/ 33 h 76"/>
                  <a:gd name="T14" fmla="*/ 73 w 73"/>
                  <a:gd name="T15" fmla="*/ 34 h 76"/>
                  <a:gd name="T16" fmla="*/ 72 w 73"/>
                  <a:gd name="T17" fmla="*/ 35 h 76"/>
                  <a:gd name="T18" fmla="*/ 3 w 73"/>
                  <a:gd name="T19" fmla="*/ 76 h 76"/>
                  <a:gd name="T20" fmla="*/ 2 w 73"/>
                  <a:gd name="T21" fmla="*/ 76 h 76"/>
                  <a:gd name="T22" fmla="*/ 25 w 73"/>
                  <a:gd name="T23" fmla="*/ 4 h 76"/>
                  <a:gd name="T24" fmla="*/ 5 w 73"/>
                  <a:gd name="T25" fmla="*/ 71 h 76"/>
                  <a:gd name="T26" fmla="*/ 68 w 73"/>
                  <a:gd name="T27" fmla="*/ 34 h 76"/>
                  <a:gd name="T28" fmla="*/ 25 w 73"/>
                  <a:gd name="T2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3" h="76">
                    <a:moveTo>
                      <a:pt x="2" y="76"/>
                    </a:moveTo>
                    <a:cubicBezTo>
                      <a:pt x="2" y="76"/>
                      <a:pt x="2" y="76"/>
                      <a:pt x="1" y="76"/>
                    </a:cubicBezTo>
                    <a:cubicBezTo>
                      <a:pt x="1" y="75"/>
                      <a:pt x="0" y="74"/>
                      <a:pt x="1" y="74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2" y="0"/>
                      <a:pt x="23" y="0"/>
                      <a:pt x="23" y="0"/>
                    </a:cubicBezTo>
                    <a:cubicBezTo>
                      <a:pt x="24" y="0"/>
                      <a:pt x="24" y="0"/>
                      <a:pt x="25" y="0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73" y="33"/>
                      <a:pt x="73" y="33"/>
                      <a:pt x="73" y="34"/>
                    </a:cubicBezTo>
                    <a:cubicBezTo>
                      <a:pt x="73" y="35"/>
                      <a:pt x="73" y="35"/>
                      <a:pt x="72" y="35"/>
                    </a:cubicBezTo>
                    <a:cubicBezTo>
                      <a:pt x="3" y="76"/>
                      <a:pt x="3" y="76"/>
                      <a:pt x="3" y="76"/>
                    </a:cubicBezTo>
                    <a:lnTo>
                      <a:pt x="2" y="76"/>
                    </a:lnTo>
                    <a:close/>
                    <a:moveTo>
                      <a:pt x="25" y="4"/>
                    </a:moveTo>
                    <a:cubicBezTo>
                      <a:pt x="5" y="71"/>
                      <a:pt x="5" y="71"/>
                      <a:pt x="5" y="71"/>
                    </a:cubicBezTo>
                    <a:cubicBezTo>
                      <a:pt x="68" y="34"/>
                      <a:pt x="68" y="34"/>
                      <a:pt x="68" y="34"/>
                    </a:cubicBezTo>
                    <a:lnTo>
                      <a:pt x="2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8" name="Freeform 1095"/>
              <p:cNvSpPr>
                <a:spLocks noEditPoints="1"/>
              </p:cNvSpPr>
              <p:nvPr userDrawn="1"/>
            </p:nvSpPr>
            <p:spPr bwMode="auto">
              <a:xfrm>
                <a:off x="978" y="882"/>
                <a:ext cx="127" cy="115"/>
              </a:xfrm>
              <a:custGeom>
                <a:avLst/>
                <a:gdLst>
                  <a:gd name="T0" fmla="*/ 1 w 103"/>
                  <a:gd name="T1" fmla="*/ 93 h 93"/>
                  <a:gd name="T2" fmla="*/ 0 w 103"/>
                  <a:gd name="T3" fmla="*/ 93 h 93"/>
                  <a:gd name="T4" fmla="*/ 0 w 103"/>
                  <a:gd name="T5" fmla="*/ 91 h 93"/>
                  <a:gd name="T6" fmla="*/ 0 w 103"/>
                  <a:gd name="T7" fmla="*/ 1 h 93"/>
                  <a:gd name="T8" fmla="*/ 1 w 103"/>
                  <a:gd name="T9" fmla="*/ 0 h 93"/>
                  <a:gd name="T10" fmla="*/ 2 w 103"/>
                  <a:gd name="T11" fmla="*/ 0 h 93"/>
                  <a:gd name="T12" fmla="*/ 101 w 103"/>
                  <a:gd name="T13" fmla="*/ 18 h 93"/>
                  <a:gd name="T14" fmla="*/ 103 w 103"/>
                  <a:gd name="T15" fmla="*/ 19 h 93"/>
                  <a:gd name="T16" fmla="*/ 102 w 103"/>
                  <a:gd name="T17" fmla="*/ 21 h 93"/>
                  <a:gd name="T18" fmla="*/ 2 w 103"/>
                  <a:gd name="T19" fmla="*/ 93 h 93"/>
                  <a:gd name="T20" fmla="*/ 1 w 103"/>
                  <a:gd name="T21" fmla="*/ 93 h 93"/>
                  <a:gd name="T22" fmla="*/ 3 w 103"/>
                  <a:gd name="T23" fmla="*/ 3 h 93"/>
                  <a:gd name="T24" fmla="*/ 3 w 103"/>
                  <a:gd name="T25" fmla="*/ 88 h 93"/>
                  <a:gd name="T26" fmla="*/ 97 w 103"/>
                  <a:gd name="T27" fmla="*/ 21 h 93"/>
                  <a:gd name="T28" fmla="*/ 3 w 103"/>
                  <a:gd name="T29" fmla="*/ 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3" h="93">
                    <a:moveTo>
                      <a:pt x="1" y="93"/>
                    </a:moveTo>
                    <a:cubicBezTo>
                      <a:pt x="0" y="93"/>
                      <a:pt x="0" y="93"/>
                      <a:pt x="0" y="93"/>
                    </a:cubicBezTo>
                    <a:cubicBezTo>
                      <a:pt x="0" y="93"/>
                      <a:pt x="0" y="92"/>
                      <a:pt x="0" y="9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01" y="18"/>
                      <a:pt x="101" y="18"/>
                      <a:pt x="101" y="18"/>
                    </a:cubicBezTo>
                    <a:cubicBezTo>
                      <a:pt x="102" y="18"/>
                      <a:pt x="102" y="19"/>
                      <a:pt x="103" y="19"/>
                    </a:cubicBezTo>
                    <a:cubicBezTo>
                      <a:pt x="103" y="20"/>
                      <a:pt x="102" y="21"/>
                      <a:pt x="102" y="21"/>
                    </a:cubicBezTo>
                    <a:cubicBezTo>
                      <a:pt x="2" y="93"/>
                      <a:pt x="2" y="93"/>
                      <a:pt x="2" y="93"/>
                    </a:cubicBezTo>
                    <a:lnTo>
                      <a:pt x="1" y="93"/>
                    </a:lnTo>
                    <a:close/>
                    <a:moveTo>
                      <a:pt x="3" y="3"/>
                    </a:moveTo>
                    <a:cubicBezTo>
                      <a:pt x="3" y="88"/>
                      <a:pt x="3" y="88"/>
                      <a:pt x="3" y="88"/>
                    </a:cubicBezTo>
                    <a:cubicBezTo>
                      <a:pt x="97" y="21"/>
                      <a:pt x="97" y="21"/>
                      <a:pt x="97" y="21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9" name="Freeform 1096"/>
              <p:cNvSpPr>
                <a:spLocks noEditPoints="1"/>
              </p:cNvSpPr>
              <p:nvPr userDrawn="1"/>
            </p:nvSpPr>
            <p:spPr bwMode="auto">
              <a:xfrm>
                <a:off x="766" y="959"/>
                <a:ext cx="77" cy="157"/>
              </a:xfrm>
              <a:custGeom>
                <a:avLst/>
                <a:gdLst>
                  <a:gd name="T0" fmla="*/ 2 w 62"/>
                  <a:gd name="T1" fmla="*/ 127 h 127"/>
                  <a:gd name="T2" fmla="*/ 1 w 62"/>
                  <a:gd name="T3" fmla="*/ 127 h 127"/>
                  <a:gd name="T4" fmla="*/ 1 w 62"/>
                  <a:gd name="T5" fmla="*/ 125 h 127"/>
                  <a:gd name="T6" fmla="*/ 50 w 62"/>
                  <a:gd name="T7" fmla="*/ 1 h 127"/>
                  <a:gd name="T8" fmla="*/ 52 w 62"/>
                  <a:gd name="T9" fmla="*/ 0 h 127"/>
                  <a:gd name="T10" fmla="*/ 53 w 62"/>
                  <a:gd name="T11" fmla="*/ 1 h 127"/>
                  <a:gd name="T12" fmla="*/ 62 w 62"/>
                  <a:gd name="T13" fmla="*/ 63 h 127"/>
                  <a:gd name="T14" fmla="*/ 62 w 62"/>
                  <a:gd name="T15" fmla="*/ 65 h 127"/>
                  <a:gd name="T16" fmla="*/ 3 w 62"/>
                  <a:gd name="T17" fmla="*/ 127 h 127"/>
                  <a:gd name="T18" fmla="*/ 2 w 62"/>
                  <a:gd name="T19" fmla="*/ 127 h 127"/>
                  <a:gd name="T20" fmla="*/ 51 w 62"/>
                  <a:gd name="T21" fmla="*/ 8 h 127"/>
                  <a:gd name="T22" fmla="*/ 7 w 62"/>
                  <a:gd name="T23" fmla="*/ 118 h 127"/>
                  <a:gd name="T24" fmla="*/ 59 w 62"/>
                  <a:gd name="T25" fmla="*/ 63 h 127"/>
                  <a:gd name="T26" fmla="*/ 51 w 62"/>
                  <a:gd name="T27" fmla="*/ 8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127">
                    <a:moveTo>
                      <a:pt x="2" y="127"/>
                    </a:moveTo>
                    <a:cubicBezTo>
                      <a:pt x="1" y="127"/>
                      <a:pt x="1" y="127"/>
                      <a:pt x="1" y="127"/>
                    </a:cubicBezTo>
                    <a:cubicBezTo>
                      <a:pt x="1" y="126"/>
                      <a:pt x="0" y="125"/>
                      <a:pt x="1" y="125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0"/>
                      <a:pt x="51" y="0"/>
                      <a:pt x="52" y="0"/>
                    </a:cubicBezTo>
                    <a:cubicBezTo>
                      <a:pt x="52" y="0"/>
                      <a:pt x="53" y="1"/>
                      <a:pt x="53" y="1"/>
                    </a:cubicBezTo>
                    <a:cubicBezTo>
                      <a:pt x="62" y="63"/>
                      <a:pt x="62" y="63"/>
                      <a:pt x="62" y="63"/>
                    </a:cubicBezTo>
                    <a:cubicBezTo>
                      <a:pt x="62" y="64"/>
                      <a:pt x="62" y="64"/>
                      <a:pt x="62" y="65"/>
                    </a:cubicBezTo>
                    <a:cubicBezTo>
                      <a:pt x="3" y="127"/>
                      <a:pt x="3" y="127"/>
                      <a:pt x="3" y="127"/>
                    </a:cubicBezTo>
                    <a:cubicBezTo>
                      <a:pt x="3" y="127"/>
                      <a:pt x="3" y="127"/>
                      <a:pt x="2" y="127"/>
                    </a:cubicBezTo>
                    <a:close/>
                    <a:moveTo>
                      <a:pt x="51" y="8"/>
                    </a:moveTo>
                    <a:cubicBezTo>
                      <a:pt x="7" y="118"/>
                      <a:pt x="7" y="118"/>
                      <a:pt x="7" y="118"/>
                    </a:cubicBezTo>
                    <a:cubicBezTo>
                      <a:pt x="59" y="63"/>
                      <a:pt x="59" y="63"/>
                      <a:pt x="59" y="63"/>
                    </a:cubicBezTo>
                    <a:lnTo>
                      <a:pt x="51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0" name="Freeform 1097"/>
              <p:cNvSpPr>
                <a:spLocks noEditPoints="1"/>
              </p:cNvSpPr>
              <p:nvPr userDrawn="1"/>
            </p:nvSpPr>
            <p:spPr bwMode="auto">
              <a:xfrm>
                <a:off x="911" y="1379"/>
                <a:ext cx="136" cy="107"/>
              </a:xfrm>
              <a:custGeom>
                <a:avLst/>
                <a:gdLst>
                  <a:gd name="T0" fmla="*/ 108 w 110"/>
                  <a:gd name="T1" fmla="*/ 87 h 87"/>
                  <a:gd name="T2" fmla="*/ 108 w 110"/>
                  <a:gd name="T3" fmla="*/ 87 h 87"/>
                  <a:gd name="T4" fmla="*/ 1 w 110"/>
                  <a:gd name="T5" fmla="*/ 54 h 87"/>
                  <a:gd name="T6" fmla="*/ 0 w 110"/>
                  <a:gd name="T7" fmla="*/ 53 h 87"/>
                  <a:gd name="T8" fmla="*/ 1 w 110"/>
                  <a:gd name="T9" fmla="*/ 51 h 87"/>
                  <a:gd name="T10" fmla="*/ 55 w 110"/>
                  <a:gd name="T11" fmla="*/ 0 h 87"/>
                  <a:gd name="T12" fmla="*/ 56 w 110"/>
                  <a:gd name="T13" fmla="*/ 0 h 87"/>
                  <a:gd name="T14" fmla="*/ 57 w 110"/>
                  <a:gd name="T15" fmla="*/ 1 h 87"/>
                  <a:gd name="T16" fmla="*/ 110 w 110"/>
                  <a:gd name="T17" fmla="*/ 85 h 87"/>
                  <a:gd name="T18" fmla="*/ 110 w 110"/>
                  <a:gd name="T19" fmla="*/ 87 h 87"/>
                  <a:gd name="T20" fmla="*/ 108 w 110"/>
                  <a:gd name="T21" fmla="*/ 87 h 87"/>
                  <a:gd name="T22" fmla="*/ 5 w 110"/>
                  <a:gd name="T23" fmla="*/ 52 h 87"/>
                  <a:gd name="T24" fmla="*/ 105 w 110"/>
                  <a:gd name="T25" fmla="*/ 83 h 87"/>
                  <a:gd name="T26" fmla="*/ 55 w 110"/>
                  <a:gd name="T27" fmla="*/ 4 h 87"/>
                  <a:gd name="T28" fmla="*/ 5 w 110"/>
                  <a:gd name="T29" fmla="*/ 52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" h="87">
                    <a:moveTo>
                      <a:pt x="108" y="87"/>
                    </a:moveTo>
                    <a:cubicBezTo>
                      <a:pt x="108" y="87"/>
                      <a:pt x="108" y="87"/>
                      <a:pt x="108" y="87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1" y="54"/>
                      <a:pt x="0" y="54"/>
                      <a:pt x="0" y="53"/>
                    </a:cubicBezTo>
                    <a:cubicBezTo>
                      <a:pt x="0" y="53"/>
                      <a:pt x="0" y="52"/>
                      <a:pt x="1" y="5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5" y="0"/>
                      <a:pt x="56" y="0"/>
                    </a:cubicBezTo>
                    <a:cubicBezTo>
                      <a:pt x="56" y="0"/>
                      <a:pt x="57" y="0"/>
                      <a:pt x="57" y="1"/>
                    </a:cubicBezTo>
                    <a:cubicBezTo>
                      <a:pt x="110" y="85"/>
                      <a:pt x="110" y="85"/>
                      <a:pt x="110" y="85"/>
                    </a:cubicBezTo>
                    <a:cubicBezTo>
                      <a:pt x="110" y="85"/>
                      <a:pt x="110" y="86"/>
                      <a:pt x="110" y="87"/>
                    </a:cubicBezTo>
                    <a:cubicBezTo>
                      <a:pt x="109" y="87"/>
                      <a:pt x="109" y="87"/>
                      <a:pt x="108" y="87"/>
                    </a:cubicBezTo>
                    <a:close/>
                    <a:moveTo>
                      <a:pt x="5" y="52"/>
                    </a:moveTo>
                    <a:cubicBezTo>
                      <a:pt x="105" y="83"/>
                      <a:pt x="105" y="83"/>
                      <a:pt x="105" y="83"/>
                    </a:cubicBezTo>
                    <a:cubicBezTo>
                      <a:pt x="55" y="4"/>
                      <a:pt x="55" y="4"/>
                      <a:pt x="55" y="4"/>
                    </a:cubicBezTo>
                    <a:lnTo>
                      <a:pt x="5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1" name="Freeform 1098"/>
              <p:cNvSpPr>
                <a:spLocks noEditPoints="1"/>
              </p:cNvSpPr>
              <p:nvPr userDrawn="1"/>
            </p:nvSpPr>
            <p:spPr bwMode="auto">
              <a:xfrm>
                <a:off x="715" y="1130"/>
                <a:ext cx="93" cy="173"/>
              </a:xfrm>
              <a:custGeom>
                <a:avLst/>
                <a:gdLst>
                  <a:gd name="T0" fmla="*/ 16 w 75"/>
                  <a:gd name="T1" fmla="*/ 140 h 140"/>
                  <a:gd name="T2" fmla="*/ 16 w 75"/>
                  <a:gd name="T3" fmla="*/ 140 h 140"/>
                  <a:gd name="T4" fmla="*/ 15 w 75"/>
                  <a:gd name="T5" fmla="*/ 139 h 140"/>
                  <a:gd name="T6" fmla="*/ 0 w 75"/>
                  <a:gd name="T7" fmla="*/ 2 h 140"/>
                  <a:gd name="T8" fmla="*/ 1 w 75"/>
                  <a:gd name="T9" fmla="*/ 1 h 140"/>
                  <a:gd name="T10" fmla="*/ 3 w 75"/>
                  <a:gd name="T11" fmla="*/ 1 h 140"/>
                  <a:gd name="T12" fmla="*/ 74 w 75"/>
                  <a:gd name="T13" fmla="*/ 82 h 140"/>
                  <a:gd name="T14" fmla="*/ 74 w 75"/>
                  <a:gd name="T15" fmla="*/ 84 h 140"/>
                  <a:gd name="T16" fmla="*/ 18 w 75"/>
                  <a:gd name="T17" fmla="*/ 140 h 140"/>
                  <a:gd name="T18" fmla="*/ 16 w 75"/>
                  <a:gd name="T19" fmla="*/ 140 h 140"/>
                  <a:gd name="T20" fmla="*/ 4 w 75"/>
                  <a:gd name="T21" fmla="*/ 7 h 140"/>
                  <a:gd name="T22" fmla="*/ 18 w 75"/>
                  <a:gd name="T23" fmla="*/ 135 h 140"/>
                  <a:gd name="T24" fmla="*/ 71 w 75"/>
                  <a:gd name="T25" fmla="*/ 83 h 140"/>
                  <a:gd name="T26" fmla="*/ 4 w 75"/>
                  <a:gd name="T27" fmla="*/ 7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140">
                    <a:moveTo>
                      <a:pt x="16" y="140"/>
                    </a:moveTo>
                    <a:cubicBezTo>
                      <a:pt x="16" y="140"/>
                      <a:pt x="16" y="140"/>
                      <a:pt x="16" y="140"/>
                    </a:cubicBezTo>
                    <a:cubicBezTo>
                      <a:pt x="15" y="140"/>
                      <a:pt x="15" y="139"/>
                      <a:pt x="15" y="13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74" y="82"/>
                      <a:pt x="74" y="82"/>
                      <a:pt x="74" y="82"/>
                    </a:cubicBezTo>
                    <a:cubicBezTo>
                      <a:pt x="75" y="83"/>
                      <a:pt x="75" y="84"/>
                      <a:pt x="74" y="84"/>
                    </a:cubicBezTo>
                    <a:cubicBezTo>
                      <a:pt x="18" y="140"/>
                      <a:pt x="18" y="140"/>
                      <a:pt x="18" y="140"/>
                    </a:cubicBezTo>
                    <a:cubicBezTo>
                      <a:pt x="17" y="140"/>
                      <a:pt x="17" y="140"/>
                      <a:pt x="16" y="140"/>
                    </a:cubicBezTo>
                    <a:close/>
                    <a:moveTo>
                      <a:pt x="4" y="7"/>
                    </a:moveTo>
                    <a:cubicBezTo>
                      <a:pt x="18" y="135"/>
                      <a:pt x="18" y="135"/>
                      <a:pt x="18" y="135"/>
                    </a:cubicBezTo>
                    <a:cubicBezTo>
                      <a:pt x="71" y="83"/>
                      <a:pt x="71" y="83"/>
                      <a:pt x="71" y="83"/>
                    </a:cubicBez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2" name="Freeform 1099"/>
              <p:cNvSpPr>
                <a:spLocks noEditPoints="1"/>
              </p:cNvSpPr>
              <p:nvPr userDrawn="1"/>
            </p:nvSpPr>
            <p:spPr bwMode="auto">
              <a:xfrm>
                <a:off x="709" y="1299"/>
                <a:ext cx="62" cy="97"/>
              </a:xfrm>
              <a:custGeom>
                <a:avLst/>
                <a:gdLst>
                  <a:gd name="T0" fmla="*/ 48 w 50"/>
                  <a:gd name="T1" fmla="*/ 78 h 78"/>
                  <a:gd name="T2" fmla="*/ 47 w 50"/>
                  <a:gd name="T3" fmla="*/ 78 h 78"/>
                  <a:gd name="T4" fmla="*/ 0 w 50"/>
                  <a:gd name="T5" fmla="*/ 43 h 78"/>
                  <a:gd name="T6" fmla="*/ 0 w 50"/>
                  <a:gd name="T7" fmla="*/ 41 h 78"/>
                  <a:gd name="T8" fmla="*/ 20 w 50"/>
                  <a:gd name="T9" fmla="*/ 1 h 78"/>
                  <a:gd name="T10" fmla="*/ 21 w 50"/>
                  <a:gd name="T11" fmla="*/ 0 h 78"/>
                  <a:gd name="T12" fmla="*/ 23 w 50"/>
                  <a:gd name="T13" fmla="*/ 1 h 78"/>
                  <a:gd name="T14" fmla="*/ 50 w 50"/>
                  <a:gd name="T15" fmla="*/ 76 h 78"/>
                  <a:gd name="T16" fmla="*/ 49 w 50"/>
                  <a:gd name="T17" fmla="*/ 78 h 78"/>
                  <a:gd name="T18" fmla="*/ 48 w 50"/>
                  <a:gd name="T19" fmla="*/ 78 h 78"/>
                  <a:gd name="T20" fmla="*/ 4 w 50"/>
                  <a:gd name="T21" fmla="*/ 41 h 78"/>
                  <a:gd name="T22" fmla="*/ 45 w 50"/>
                  <a:gd name="T23" fmla="*/ 72 h 78"/>
                  <a:gd name="T24" fmla="*/ 21 w 50"/>
                  <a:gd name="T25" fmla="*/ 6 h 78"/>
                  <a:gd name="T26" fmla="*/ 4 w 50"/>
                  <a:gd name="T27" fmla="*/ 4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8">
                    <a:moveTo>
                      <a:pt x="48" y="78"/>
                    </a:moveTo>
                    <a:cubicBezTo>
                      <a:pt x="47" y="78"/>
                      <a:pt x="47" y="78"/>
                      <a:pt x="47" y="78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1"/>
                      <a:pt x="0" y="4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22" y="0"/>
                      <a:pt x="23" y="0"/>
                      <a:pt x="23" y="1"/>
                    </a:cubicBezTo>
                    <a:cubicBezTo>
                      <a:pt x="50" y="76"/>
                      <a:pt x="50" y="76"/>
                      <a:pt x="50" y="76"/>
                    </a:cubicBezTo>
                    <a:cubicBezTo>
                      <a:pt x="50" y="76"/>
                      <a:pt x="50" y="77"/>
                      <a:pt x="49" y="78"/>
                    </a:cubicBezTo>
                    <a:lnTo>
                      <a:pt x="48" y="78"/>
                    </a:lnTo>
                    <a:close/>
                    <a:moveTo>
                      <a:pt x="4" y="41"/>
                    </a:moveTo>
                    <a:cubicBezTo>
                      <a:pt x="45" y="72"/>
                      <a:pt x="45" y="72"/>
                      <a:pt x="45" y="72"/>
                    </a:cubicBezTo>
                    <a:cubicBezTo>
                      <a:pt x="21" y="6"/>
                      <a:pt x="21" y="6"/>
                      <a:pt x="21" y="6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3" name="Freeform 1100"/>
              <p:cNvSpPr>
                <a:spLocks noEditPoints="1"/>
              </p:cNvSpPr>
              <p:nvPr userDrawn="1"/>
            </p:nvSpPr>
            <p:spPr bwMode="auto">
              <a:xfrm>
                <a:off x="754" y="1391"/>
                <a:ext cx="162" cy="54"/>
              </a:xfrm>
              <a:custGeom>
                <a:avLst/>
                <a:gdLst>
                  <a:gd name="T0" fmla="*/ 129 w 131"/>
                  <a:gd name="T1" fmla="*/ 44 h 44"/>
                  <a:gd name="T2" fmla="*/ 129 w 131"/>
                  <a:gd name="T3" fmla="*/ 44 h 44"/>
                  <a:gd name="T4" fmla="*/ 2 w 131"/>
                  <a:gd name="T5" fmla="*/ 41 h 44"/>
                  <a:gd name="T6" fmla="*/ 1 w 131"/>
                  <a:gd name="T7" fmla="*/ 40 h 44"/>
                  <a:gd name="T8" fmla="*/ 0 w 131"/>
                  <a:gd name="T9" fmla="*/ 39 h 44"/>
                  <a:gd name="T10" fmla="*/ 11 w 131"/>
                  <a:gd name="T11" fmla="*/ 2 h 44"/>
                  <a:gd name="T12" fmla="*/ 11 w 131"/>
                  <a:gd name="T13" fmla="*/ 1 h 44"/>
                  <a:gd name="T14" fmla="*/ 13 w 131"/>
                  <a:gd name="T15" fmla="*/ 1 h 44"/>
                  <a:gd name="T16" fmla="*/ 129 w 131"/>
                  <a:gd name="T17" fmla="*/ 41 h 44"/>
                  <a:gd name="T18" fmla="*/ 131 w 131"/>
                  <a:gd name="T19" fmla="*/ 43 h 44"/>
                  <a:gd name="T20" fmla="*/ 129 w 131"/>
                  <a:gd name="T21" fmla="*/ 44 h 44"/>
                  <a:gd name="T22" fmla="*/ 4 w 131"/>
                  <a:gd name="T23" fmla="*/ 37 h 44"/>
                  <a:gd name="T24" fmla="*/ 118 w 131"/>
                  <a:gd name="T25" fmla="*/ 41 h 44"/>
                  <a:gd name="T26" fmla="*/ 13 w 131"/>
                  <a:gd name="T27" fmla="*/ 4 h 44"/>
                  <a:gd name="T28" fmla="*/ 4 w 131"/>
                  <a:gd name="T29" fmla="*/ 3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1" h="44">
                    <a:moveTo>
                      <a:pt x="129" y="44"/>
                    </a:moveTo>
                    <a:cubicBezTo>
                      <a:pt x="129" y="44"/>
                      <a:pt x="129" y="44"/>
                      <a:pt x="129" y="44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2" y="41"/>
                      <a:pt x="1" y="40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2" y="1"/>
                      <a:pt x="12" y="0"/>
                      <a:pt x="13" y="1"/>
                    </a:cubicBezTo>
                    <a:cubicBezTo>
                      <a:pt x="129" y="41"/>
                      <a:pt x="129" y="41"/>
                      <a:pt x="129" y="41"/>
                    </a:cubicBezTo>
                    <a:cubicBezTo>
                      <a:pt x="130" y="41"/>
                      <a:pt x="131" y="42"/>
                      <a:pt x="131" y="43"/>
                    </a:cubicBezTo>
                    <a:cubicBezTo>
                      <a:pt x="130" y="44"/>
                      <a:pt x="130" y="44"/>
                      <a:pt x="129" y="44"/>
                    </a:cubicBezTo>
                    <a:close/>
                    <a:moveTo>
                      <a:pt x="4" y="37"/>
                    </a:moveTo>
                    <a:cubicBezTo>
                      <a:pt x="118" y="41"/>
                      <a:pt x="118" y="41"/>
                      <a:pt x="118" y="41"/>
                    </a:cubicBezTo>
                    <a:cubicBezTo>
                      <a:pt x="13" y="4"/>
                      <a:pt x="13" y="4"/>
                      <a:pt x="13" y="4"/>
                    </a:cubicBezTo>
                    <a:lnTo>
                      <a:pt x="4" y="3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4" name="Freeform 1101"/>
              <p:cNvSpPr>
                <a:spLocks noEditPoints="1"/>
              </p:cNvSpPr>
              <p:nvPr userDrawn="1"/>
            </p:nvSpPr>
            <p:spPr bwMode="auto">
              <a:xfrm>
                <a:off x="978" y="1320"/>
                <a:ext cx="176" cy="114"/>
              </a:xfrm>
              <a:custGeom>
                <a:avLst/>
                <a:gdLst>
                  <a:gd name="T0" fmla="*/ 140 w 142"/>
                  <a:gd name="T1" fmla="*/ 92 h 92"/>
                  <a:gd name="T2" fmla="*/ 139 w 142"/>
                  <a:gd name="T3" fmla="*/ 92 h 92"/>
                  <a:gd name="T4" fmla="*/ 1 w 142"/>
                  <a:gd name="T5" fmla="*/ 50 h 92"/>
                  <a:gd name="T6" fmla="*/ 0 w 142"/>
                  <a:gd name="T7" fmla="*/ 49 h 92"/>
                  <a:gd name="T8" fmla="*/ 1 w 142"/>
                  <a:gd name="T9" fmla="*/ 47 h 92"/>
                  <a:gd name="T10" fmla="*/ 59 w 142"/>
                  <a:gd name="T11" fmla="*/ 1 h 92"/>
                  <a:gd name="T12" fmla="*/ 62 w 142"/>
                  <a:gd name="T13" fmla="*/ 1 h 92"/>
                  <a:gd name="T14" fmla="*/ 141 w 142"/>
                  <a:gd name="T15" fmla="*/ 90 h 92"/>
                  <a:gd name="T16" fmla="*/ 141 w 142"/>
                  <a:gd name="T17" fmla="*/ 92 h 92"/>
                  <a:gd name="T18" fmla="*/ 140 w 142"/>
                  <a:gd name="T19" fmla="*/ 92 h 92"/>
                  <a:gd name="T20" fmla="*/ 5 w 142"/>
                  <a:gd name="T21" fmla="*/ 48 h 92"/>
                  <a:gd name="T22" fmla="*/ 134 w 142"/>
                  <a:gd name="T23" fmla="*/ 87 h 92"/>
                  <a:gd name="T24" fmla="*/ 60 w 142"/>
                  <a:gd name="T25" fmla="*/ 5 h 92"/>
                  <a:gd name="T26" fmla="*/ 5 w 142"/>
                  <a:gd name="T27" fmla="*/ 4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2" h="92">
                    <a:moveTo>
                      <a:pt x="140" y="92"/>
                    </a:moveTo>
                    <a:cubicBezTo>
                      <a:pt x="139" y="92"/>
                      <a:pt x="139" y="92"/>
                      <a:pt x="139" y="92"/>
                    </a:cubicBezTo>
                    <a:cubicBezTo>
                      <a:pt x="1" y="50"/>
                      <a:pt x="1" y="50"/>
                      <a:pt x="1" y="50"/>
                    </a:cubicBezTo>
                    <a:cubicBezTo>
                      <a:pt x="1" y="50"/>
                      <a:pt x="0" y="50"/>
                      <a:pt x="0" y="49"/>
                    </a:cubicBezTo>
                    <a:cubicBezTo>
                      <a:pt x="0" y="48"/>
                      <a:pt x="0" y="48"/>
                      <a:pt x="1" y="47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60" y="0"/>
                      <a:pt x="61" y="0"/>
                      <a:pt x="62" y="1"/>
                    </a:cubicBezTo>
                    <a:cubicBezTo>
                      <a:pt x="141" y="90"/>
                      <a:pt x="141" y="90"/>
                      <a:pt x="141" y="90"/>
                    </a:cubicBezTo>
                    <a:cubicBezTo>
                      <a:pt x="141" y="90"/>
                      <a:pt x="142" y="91"/>
                      <a:pt x="141" y="92"/>
                    </a:cubicBezTo>
                    <a:cubicBezTo>
                      <a:pt x="141" y="92"/>
                      <a:pt x="140" y="92"/>
                      <a:pt x="140" y="92"/>
                    </a:cubicBezTo>
                    <a:close/>
                    <a:moveTo>
                      <a:pt x="5" y="48"/>
                    </a:moveTo>
                    <a:cubicBezTo>
                      <a:pt x="134" y="87"/>
                      <a:pt x="134" y="87"/>
                      <a:pt x="134" y="87"/>
                    </a:cubicBezTo>
                    <a:cubicBezTo>
                      <a:pt x="60" y="5"/>
                      <a:pt x="60" y="5"/>
                      <a:pt x="60" y="5"/>
                    </a:cubicBezTo>
                    <a:lnTo>
                      <a:pt x="5" y="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5" name="Freeform 1102"/>
              <p:cNvSpPr>
                <a:spLocks noEditPoints="1"/>
              </p:cNvSpPr>
              <p:nvPr userDrawn="1"/>
            </p:nvSpPr>
            <p:spPr bwMode="auto">
              <a:xfrm>
                <a:off x="1255" y="1366"/>
                <a:ext cx="146" cy="120"/>
              </a:xfrm>
              <a:custGeom>
                <a:avLst/>
                <a:gdLst>
                  <a:gd name="T0" fmla="*/ 45 w 118"/>
                  <a:gd name="T1" fmla="*/ 97 h 97"/>
                  <a:gd name="T2" fmla="*/ 44 w 118"/>
                  <a:gd name="T3" fmla="*/ 97 h 97"/>
                  <a:gd name="T4" fmla="*/ 43 w 118"/>
                  <a:gd name="T5" fmla="*/ 96 h 97"/>
                  <a:gd name="T6" fmla="*/ 1 w 118"/>
                  <a:gd name="T7" fmla="*/ 3 h 97"/>
                  <a:gd name="T8" fmla="*/ 1 w 118"/>
                  <a:gd name="T9" fmla="*/ 1 h 97"/>
                  <a:gd name="T10" fmla="*/ 3 w 118"/>
                  <a:gd name="T11" fmla="*/ 1 h 97"/>
                  <a:gd name="T12" fmla="*/ 117 w 118"/>
                  <a:gd name="T13" fmla="*/ 52 h 97"/>
                  <a:gd name="T14" fmla="*/ 118 w 118"/>
                  <a:gd name="T15" fmla="*/ 54 h 97"/>
                  <a:gd name="T16" fmla="*/ 117 w 118"/>
                  <a:gd name="T17" fmla="*/ 55 h 97"/>
                  <a:gd name="T18" fmla="*/ 46 w 118"/>
                  <a:gd name="T19" fmla="*/ 97 h 97"/>
                  <a:gd name="T20" fmla="*/ 45 w 118"/>
                  <a:gd name="T21" fmla="*/ 97 h 97"/>
                  <a:gd name="T22" fmla="*/ 6 w 118"/>
                  <a:gd name="T23" fmla="*/ 6 h 97"/>
                  <a:gd name="T24" fmla="*/ 45 w 118"/>
                  <a:gd name="T25" fmla="*/ 93 h 97"/>
                  <a:gd name="T26" fmla="*/ 113 w 118"/>
                  <a:gd name="T27" fmla="*/ 54 h 97"/>
                  <a:gd name="T28" fmla="*/ 6 w 118"/>
                  <a:gd name="T29" fmla="*/ 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8" h="97">
                    <a:moveTo>
                      <a:pt x="45" y="97"/>
                    </a:moveTo>
                    <a:cubicBezTo>
                      <a:pt x="44" y="97"/>
                      <a:pt x="44" y="97"/>
                      <a:pt x="44" y="97"/>
                    </a:cubicBezTo>
                    <a:cubicBezTo>
                      <a:pt x="44" y="97"/>
                      <a:pt x="43" y="97"/>
                      <a:pt x="43" y="96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117" y="52"/>
                      <a:pt x="117" y="52"/>
                      <a:pt x="117" y="52"/>
                    </a:cubicBezTo>
                    <a:cubicBezTo>
                      <a:pt x="118" y="52"/>
                      <a:pt x="118" y="53"/>
                      <a:pt x="118" y="54"/>
                    </a:cubicBezTo>
                    <a:cubicBezTo>
                      <a:pt x="118" y="54"/>
                      <a:pt x="118" y="55"/>
                      <a:pt x="117" y="55"/>
                    </a:cubicBezTo>
                    <a:cubicBezTo>
                      <a:pt x="46" y="97"/>
                      <a:pt x="46" y="97"/>
                      <a:pt x="46" y="97"/>
                    </a:cubicBezTo>
                    <a:lnTo>
                      <a:pt x="45" y="97"/>
                    </a:lnTo>
                    <a:close/>
                    <a:moveTo>
                      <a:pt x="6" y="6"/>
                    </a:moveTo>
                    <a:cubicBezTo>
                      <a:pt x="45" y="93"/>
                      <a:pt x="45" y="93"/>
                      <a:pt x="45" y="93"/>
                    </a:cubicBezTo>
                    <a:cubicBezTo>
                      <a:pt x="113" y="54"/>
                      <a:pt x="113" y="54"/>
                      <a:pt x="113" y="54"/>
                    </a:cubicBezTo>
                    <a:lnTo>
                      <a:pt x="6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6" name="Freeform 1103"/>
              <p:cNvSpPr>
                <a:spLocks noEditPoints="1"/>
              </p:cNvSpPr>
              <p:nvPr userDrawn="1"/>
            </p:nvSpPr>
            <p:spPr bwMode="auto">
              <a:xfrm>
                <a:off x="766" y="1379"/>
                <a:ext cx="217" cy="66"/>
              </a:xfrm>
              <a:custGeom>
                <a:avLst/>
                <a:gdLst>
                  <a:gd name="T0" fmla="*/ 119 w 175"/>
                  <a:gd name="T1" fmla="*/ 54 h 54"/>
                  <a:gd name="T2" fmla="*/ 118 w 175"/>
                  <a:gd name="T3" fmla="*/ 54 h 54"/>
                  <a:gd name="T4" fmla="*/ 2 w 175"/>
                  <a:gd name="T5" fmla="*/ 14 h 54"/>
                  <a:gd name="T6" fmla="*/ 1 w 175"/>
                  <a:gd name="T7" fmla="*/ 12 h 54"/>
                  <a:gd name="T8" fmla="*/ 2 w 175"/>
                  <a:gd name="T9" fmla="*/ 11 h 54"/>
                  <a:gd name="T10" fmla="*/ 173 w 175"/>
                  <a:gd name="T11" fmla="*/ 0 h 54"/>
                  <a:gd name="T12" fmla="*/ 174 w 175"/>
                  <a:gd name="T13" fmla="*/ 1 h 54"/>
                  <a:gd name="T14" fmla="*/ 174 w 175"/>
                  <a:gd name="T15" fmla="*/ 3 h 54"/>
                  <a:gd name="T16" fmla="*/ 120 w 175"/>
                  <a:gd name="T17" fmla="*/ 54 h 54"/>
                  <a:gd name="T18" fmla="*/ 119 w 175"/>
                  <a:gd name="T19" fmla="*/ 54 h 54"/>
                  <a:gd name="T20" fmla="*/ 11 w 175"/>
                  <a:gd name="T21" fmla="*/ 13 h 54"/>
                  <a:gd name="T22" fmla="*/ 119 w 175"/>
                  <a:gd name="T23" fmla="*/ 51 h 54"/>
                  <a:gd name="T24" fmla="*/ 168 w 175"/>
                  <a:gd name="T25" fmla="*/ 4 h 54"/>
                  <a:gd name="T26" fmla="*/ 11 w 175"/>
                  <a:gd name="T27" fmla="*/ 13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5" h="54">
                    <a:moveTo>
                      <a:pt x="119" y="54"/>
                    </a:moveTo>
                    <a:cubicBezTo>
                      <a:pt x="118" y="54"/>
                      <a:pt x="118" y="54"/>
                      <a:pt x="118" y="5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4"/>
                      <a:pt x="0" y="13"/>
                      <a:pt x="1" y="12"/>
                    </a:cubicBezTo>
                    <a:cubicBezTo>
                      <a:pt x="1" y="11"/>
                      <a:pt x="1" y="11"/>
                      <a:pt x="2" y="11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73" y="0"/>
                      <a:pt x="174" y="0"/>
                      <a:pt x="174" y="1"/>
                    </a:cubicBezTo>
                    <a:cubicBezTo>
                      <a:pt x="175" y="2"/>
                      <a:pt x="174" y="2"/>
                      <a:pt x="174" y="3"/>
                    </a:cubicBezTo>
                    <a:cubicBezTo>
                      <a:pt x="120" y="54"/>
                      <a:pt x="120" y="54"/>
                      <a:pt x="120" y="54"/>
                    </a:cubicBezTo>
                    <a:cubicBezTo>
                      <a:pt x="120" y="54"/>
                      <a:pt x="119" y="54"/>
                      <a:pt x="119" y="54"/>
                    </a:cubicBezTo>
                    <a:close/>
                    <a:moveTo>
                      <a:pt x="11" y="13"/>
                    </a:moveTo>
                    <a:cubicBezTo>
                      <a:pt x="119" y="51"/>
                      <a:pt x="119" y="51"/>
                      <a:pt x="119" y="51"/>
                    </a:cubicBezTo>
                    <a:cubicBezTo>
                      <a:pt x="168" y="4"/>
                      <a:pt x="168" y="4"/>
                      <a:pt x="168" y="4"/>
                    </a:cubicBezTo>
                    <a:lnTo>
                      <a:pt x="11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7" name="Freeform 1104"/>
              <p:cNvSpPr>
                <a:spLocks noEditPoints="1"/>
              </p:cNvSpPr>
              <p:nvPr userDrawn="1"/>
            </p:nvSpPr>
            <p:spPr bwMode="auto">
              <a:xfrm>
                <a:off x="1567" y="1343"/>
                <a:ext cx="127" cy="62"/>
              </a:xfrm>
              <a:custGeom>
                <a:avLst/>
                <a:gdLst>
                  <a:gd name="T0" fmla="*/ 79 w 103"/>
                  <a:gd name="T1" fmla="*/ 50 h 50"/>
                  <a:gd name="T2" fmla="*/ 78 w 103"/>
                  <a:gd name="T3" fmla="*/ 50 h 50"/>
                  <a:gd name="T4" fmla="*/ 1 w 103"/>
                  <a:gd name="T5" fmla="*/ 10 h 50"/>
                  <a:gd name="T6" fmla="*/ 0 w 103"/>
                  <a:gd name="T7" fmla="*/ 8 h 50"/>
                  <a:gd name="T8" fmla="*/ 1 w 103"/>
                  <a:gd name="T9" fmla="*/ 7 h 50"/>
                  <a:gd name="T10" fmla="*/ 101 w 103"/>
                  <a:gd name="T11" fmla="*/ 0 h 50"/>
                  <a:gd name="T12" fmla="*/ 103 w 103"/>
                  <a:gd name="T13" fmla="*/ 1 h 50"/>
                  <a:gd name="T14" fmla="*/ 103 w 103"/>
                  <a:gd name="T15" fmla="*/ 2 h 50"/>
                  <a:gd name="T16" fmla="*/ 81 w 103"/>
                  <a:gd name="T17" fmla="*/ 49 h 50"/>
                  <a:gd name="T18" fmla="*/ 80 w 103"/>
                  <a:gd name="T19" fmla="*/ 50 h 50"/>
                  <a:gd name="T20" fmla="*/ 79 w 103"/>
                  <a:gd name="T21" fmla="*/ 50 h 50"/>
                  <a:gd name="T22" fmla="*/ 7 w 103"/>
                  <a:gd name="T23" fmla="*/ 10 h 50"/>
                  <a:gd name="T24" fmla="*/ 78 w 103"/>
                  <a:gd name="T25" fmla="*/ 46 h 50"/>
                  <a:gd name="T26" fmla="*/ 98 w 103"/>
                  <a:gd name="T27" fmla="*/ 3 h 50"/>
                  <a:gd name="T28" fmla="*/ 7 w 103"/>
                  <a:gd name="T29" fmla="*/ 1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3" h="50">
                    <a:moveTo>
                      <a:pt x="79" y="50"/>
                    </a:moveTo>
                    <a:cubicBezTo>
                      <a:pt x="78" y="50"/>
                      <a:pt x="78" y="50"/>
                      <a:pt x="78" y="5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0"/>
                      <a:pt x="0" y="9"/>
                      <a:pt x="0" y="8"/>
                    </a:cubicBezTo>
                    <a:cubicBezTo>
                      <a:pt x="0" y="7"/>
                      <a:pt x="0" y="7"/>
                      <a:pt x="1" y="7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2" y="0"/>
                      <a:pt x="102" y="0"/>
                      <a:pt x="103" y="1"/>
                    </a:cubicBezTo>
                    <a:cubicBezTo>
                      <a:pt x="103" y="1"/>
                      <a:pt x="103" y="2"/>
                      <a:pt x="103" y="2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0" y="50"/>
                      <a:pt x="80" y="50"/>
                      <a:pt x="80" y="50"/>
                    </a:cubicBezTo>
                    <a:lnTo>
                      <a:pt x="79" y="50"/>
                    </a:lnTo>
                    <a:close/>
                    <a:moveTo>
                      <a:pt x="7" y="10"/>
                    </a:moveTo>
                    <a:cubicBezTo>
                      <a:pt x="78" y="46"/>
                      <a:pt x="78" y="46"/>
                      <a:pt x="78" y="46"/>
                    </a:cubicBezTo>
                    <a:cubicBezTo>
                      <a:pt x="98" y="3"/>
                      <a:pt x="98" y="3"/>
                      <a:pt x="98" y="3"/>
                    </a:cubicBezTo>
                    <a:lnTo>
                      <a:pt x="7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8" name="Freeform 1105"/>
              <p:cNvSpPr>
                <a:spLocks noEditPoints="1"/>
              </p:cNvSpPr>
              <p:nvPr userDrawn="1"/>
            </p:nvSpPr>
            <p:spPr bwMode="auto">
              <a:xfrm>
                <a:off x="2313" y="1173"/>
                <a:ext cx="109" cy="77"/>
              </a:xfrm>
              <a:custGeom>
                <a:avLst/>
                <a:gdLst>
                  <a:gd name="T0" fmla="*/ 86 w 88"/>
                  <a:gd name="T1" fmla="*/ 62 h 62"/>
                  <a:gd name="T2" fmla="*/ 2 w 88"/>
                  <a:gd name="T3" fmla="*/ 62 h 62"/>
                  <a:gd name="T4" fmla="*/ 1 w 88"/>
                  <a:gd name="T5" fmla="*/ 61 h 62"/>
                  <a:gd name="T6" fmla="*/ 0 w 88"/>
                  <a:gd name="T7" fmla="*/ 59 h 62"/>
                  <a:gd name="T8" fmla="*/ 19 w 88"/>
                  <a:gd name="T9" fmla="*/ 1 h 62"/>
                  <a:gd name="T10" fmla="*/ 20 w 88"/>
                  <a:gd name="T11" fmla="*/ 0 h 62"/>
                  <a:gd name="T12" fmla="*/ 22 w 88"/>
                  <a:gd name="T13" fmla="*/ 0 h 62"/>
                  <a:gd name="T14" fmla="*/ 87 w 88"/>
                  <a:gd name="T15" fmla="*/ 59 h 62"/>
                  <a:gd name="T16" fmla="*/ 88 w 88"/>
                  <a:gd name="T17" fmla="*/ 60 h 62"/>
                  <a:gd name="T18" fmla="*/ 86 w 88"/>
                  <a:gd name="T19" fmla="*/ 62 h 62"/>
                  <a:gd name="T20" fmla="*/ 4 w 88"/>
                  <a:gd name="T21" fmla="*/ 58 h 62"/>
                  <a:gd name="T22" fmla="*/ 82 w 88"/>
                  <a:gd name="T23" fmla="*/ 58 h 62"/>
                  <a:gd name="T24" fmla="*/ 22 w 88"/>
                  <a:gd name="T25" fmla="*/ 5 h 62"/>
                  <a:gd name="T26" fmla="*/ 4 w 88"/>
                  <a:gd name="T27" fmla="*/ 5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62">
                    <a:moveTo>
                      <a:pt x="86" y="62"/>
                    </a:moveTo>
                    <a:cubicBezTo>
                      <a:pt x="2" y="62"/>
                      <a:pt x="2" y="62"/>
                      <a:pt x="2" y="62"/>
                    </a:cubicBezTo>
                    <a:cubicBezTo>
                      <a:pt x="1" y="62"/>
                      <a:pt x="1" y="61"/>
                      <a:pt x="1" y="61"/>
                    </a:cubicBezTo>
                    <a:cubicBezTo>
                      <a:pt x="0" y="60"/>
                      <a:pt x="0" y="60"/>
                      <a:pt x="0" y="59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1"/>
                      <a:pt x="20" y="0"/>
                      <a:pt x="20" y="0"/>
                    </a:cubicBezTo>
                    <a:cubicBezTo>
                      <a:pt x="21" y="0"/>
                      <a:pt x="22" y="0"/>
                      <a:pt x="22" y="0"/>
                    </a:cubicBezTo>
                    <a:cubicBezTo>
                      <a:pt x="87" y="59"/>
                      <a:pt x="87" y="59"/>
                      <a:pt x="87" y="59"/>
                    </a:cubicBezTo>
                    <a:cubicBezTo>
                      <a:pt x="88" y="59"/>
                      <a:pt x="88" y="60"/>
                      <a:pt x="88" y="60"/>
                    </a:cubicBezTo>
                    <a:cubicBezTo>
                      <a:pt x="87" y="61"/>
                      <a:pt x="87" y="62"/>
                      <a:pt x="86" y="62"/>
                    </a:cubicBezTo>
                    <a:close/>
                    <a:moveTo>
                      <a:pt x="4" y="58"/>
                    </a:moveTo>
                    <a:cubicBezTo>
                      <a:pt x="82" y="58"/>
                      <a:pt x="82" y="58"/>
                      <a:pt x="82" y="58"/>
                    </a:cubicBezTo>
                    <a:cubicBezTo>
                      <a:pt x="22" y="5"/>
                      <a:pt x="22" y="5"/>
                      <a:pt x="22" y="5"/>
                    </a:cubicBezTo>
                    <a:lnTo>
                      <a:pt x="4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9" name="Freeform 1106"/>
              <p:cNvSpPr>
                <a:spLocks noEditPoints="1"/>
              </p:cNvSpPr>
              <p:nvPr userDrawn="1"/>
            </p:nvSpPr>
            <p:spPr bwMode="auto">
              <a:xfrm>
                <a:off x="1707" y="943"/>
                <a:ext cx="115" cy="182"/>
              </a:xfrm>
              <a:custGeom>
                <a:avLst/>
                <a:gdLst>
                  <a:gd name="T0" fmla="*/ 31 w 93"/>
                  <a:gd name="T1" fmla="*/ 147 h 147"/>
                  <a:gd name="T2" fmla="*/ 31 w 93"/>
                  <a:gd name="T3" fmla="*/ 147 h 147"/>
                  <a:gd name="T4" fmla="*/ 30 w 93"/>
                  <a:gd name="T5" fmla="*/ 145 h 147"/>
                  <a:gd name="T6" fmla="*/ 0 w 93"/>
                  <a:gd name="T7" fmla="*/ 2 h 147"/>
                  <a:gd name="T8" fmla="*/ 0 w 93"/>
                  <a:gd name="T9" fmla="*/ 0 h 147"/>
                  <a:gd name="T10" fmla="*/ 2 w 93"/>
                  <a:gd name="T11" fmla="*/ 0 h 147"/>
                  <a:gd name="T12" fmla="*/ 92 w 93"/>
                  <a:gd name="T13" fmla="*/ 25 h 147"/>
                  <a:gd name="T14" fmla="*/ 93 w 93"/>
                  <a:gd name="T15" fmla="*/ 25 h 147"/>
                  <a:gd name="T16" fmla="*/ 93 w 93"/>
                  <a:gd name="T17" fmla="*/ 27 h 147"/>
                  <a:gd name="T18" fmla="*/ 64 w 93"/>
                  <a:gd name="T19" fmla="*/ 87 h 147"/>
                  <a:gd name="T20" fmla="*/ 31 w 93"/>
                  <a:gd name="T21" fmla="*/ 147 h 147"/>
                  <a:gd name="T22" fmla="*/ 4 w 93"/>
                  <a:gd name="T23" fmla="*/ 4 h 147"/>
                  <a:gd name="T24" fmla="*/ 33 w 93"/>
                  <a:gd name="T25" fmla="*/ 140 h 147"/>
                  <a:gd name="T26" fmla="*/ 89 w 93"/>
                  <a:gd name="T27" fmla="*/ 27 h 147"/>
                  <a:gd name="T28" fmla="*/ 4 w 93"/>
                  <a:gd name="T29" fmla="*/ 4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147">
                    <a:moveTo>
                      <a:pt x="31" y="147"/>
                    </a:moveTo>
                    <a:cubicBezTo>
                      <a:pt x="31" y="147"/>
                      <a:pt x="31" y="147"/>
                      <a:pt x="31" y="147"/>
                    </a:cubicBezTo>
                    <a:cubicBezTo>
                      <a:pt x="30" y="147"/>
                      <a:pt x="29" y="146"/>
                      <a:pt x="30" y="145"/>
                    </a:cubicBezTo>
                    <a:cubicBezTo>
                      <a:pt x="32" y="135"/>
                      <a:pt x="9" y="38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3" y="25"/>
                      <a:pt x="93" y="25"/>
                    </a:cubicBezTo>
                    <a:cubicBezTo>
                      <a:pt x="93" y="26"/>
                      <a:pt x="93" y="26"/>
                      <a:pt x="93" y="27"/>
                    </a:cubicBezTo>
                    <a:cubicBezTo>
                      <a:pt x="93" y="27"/>
                      <a:pt x="78" y="57"/>
                      <a:pt x="64" y="87"/>
                    </a:cubicBezTo>
                    <a:cubicBezTo>
                      <a:pt x="37" y="142"/>
                      <a:pt x="33" y="147"/>
                      <a:pt x="31" y="147"/>
                    </a:cubicBezTo>
                    <a:close/>
                    <a:moveTo>
                      <a:pt x="4" y="4"/>
                    </a:moveTo>
                    <a:cubicBezTo>
                      <a:pt x="8" y="22"/>
                      <a:pt x="31" y="115"/>
                      <a:pt x="33" y="140"/>
                    </a:cubicBezTo>
                    <a:cubicBezTo>
                      <a:pt x="42" y="124"/>
                      <a:pt x="70" y="67"/>
                      <a:pt x="89" y="27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0" name="Freeform 1107"/>
              <p:cNvSpPr>
                <a:spLocks noEditPoints="1"/>
              </p:cNvSpPr>
              <p:nvPr userDrawn="1"/>
            </p:nvSpPr>
            <p:spPr bwMode="auto">
              <a:xfrm>
                <a:off x="2260" y="1366"/>
                <a:ext cx="126" cy="79"/>
              </a:xfrm>
              <a:custGeom>
                <a:avLst/>
                <a:gdLst>
                  <a:gd name="T0" fmla="*/ 2 w 102"/>
                  <a:gd name="T1" fmla="*/ 64 h 64"/>
                  <a:gd name="T2" fmla="*/ 1 w 102"/>
                  <a:gd name="T3" fmla="*/ 64 h 64"/>
                  <a:gd name="T4" fmla="*/ 0 w 102"/>
                  <a:gd name="T5" fmla="*/ 62 h 64"/>
                  <a:gd name="T6" fmla="*/ 7 w 102"/>
                  <a:gd name="T7" fmla="*/ 2 h 64"/>
                  <a:gd name="T8" fmla="*/ 8 w 102"/>
                  <a:gd name="T9" fmla="*/ 1 h 64"/>
                  <a:gd name="T10" fmla="*/ 9 w 102"/>
                  <a:gd name="T11" fmla="*/ 1 h 64"/>
                  <a:gd name="T12" fmla="*/ 100 w 102"/>
                  <a:gd name="T13" fmla="*/ 21 h 64"/>
                  <a:gd name="T14" fmla="*/ 101 w 102"/>
                  <a:gd name="T15" fmla="*/ 22 h 64"/>
                  <a:gd name="T16" fmla="*/ 100 w 102"/>
                  <a:gd name="T17" fmla="*/ 24 h 64"/>
                  <a:gd name="T18" fmla="*/ 3 w 102"/>
                  <a:gd name="T19" fmla="*/ 64 h 64"/>
                  <a:gd name="T20" fmla="*/ 2 w 102"/>
                  <a:gd name="T21" fmla="*/ 64 h 64"/>
                  <a:gd name="T22" fmla="*/ 10 w 102"/>
                  <a:gd name="T23" fmla="*/ 4 h 64"/>
                  <a:gd name="T24" fmla="*/ 4 w 102"/>
                  <a:gd name="T25" fmla="*/ 60 h 64"/>
                  <a:gd name="T26" fmla="*/ 94 w 102"/>
                  <a:gd name="T27" fmla="*/ 23 h 64"/>
                  <a:gd name="T28" fmla="*/ 10 w 102"/>
                  <a:gd name="T29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64">
                    <a:moveTo>
                      <a:pt x="2" y="64"/>
                    </a:moveTo>
                    <a:cubicBezTo>
                      <a:pt x="2" y="64"/>
                      <a:pt x="1" y="64"/>
                      <a:pt x="1" y="64"/>
                    </a:cubicBezTo>
                    <a:cubicBezTo>
                      <a:pt x="1" y="63"/>
                      <a:pt x="0" y="63"/>
                      <a:pt x="0" y="6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8" y="1"/>
                      <a:pt x="8" y="1"/>
                    </a:cubicBezTo>
                    <a:cubicBezTo>
                      <a:pt x="8" y="1"/>
                      <a:pt x="9" y="0"/>
                      <a:pt x="9" y="1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1"/>
                      <a:pt x="101" y="21"/>
                      <a:pt x="101" y="22"/>
                    </a:cubicBezTo>
                    <a:cubicBezTo>
                      <a:pt x="102" y="23"/>
                      <a:pt x="101" y="23"/>
                      <a:pt x="100" y="24"/>
                    </a:cubicBezTo>
                    <a:cubicBezTo>
                      <a:pt x="3" y="64"/>
                      <a:pt x="3" y="64"/>
                      <a:pt x="3" y="64"/>
                    </a:cubicBezTo>
                    <a:lnTo>
                      <a:pt x="2" y="64"/>
                    </a:lnTo>
                    <a:close/>
                    <a:moveTo>
                      <a:pt x="10" y="4"/>
                    </a:moveTo>
                    <a:cubicBezTo>
                      <a:pt x="4" y="60"/>
                      <a:pt x="4" y="60"/>
                      <a:pt x="4" y="60"/>
                    </a:cubicBezTo>
                    <a:cubicBezTo>
                      <a:pt x="94" y="23"/>
                      <a:pt x="94" y="23"/>
                      <a:pt x="94" y="23"/>
                    </a:cubicBez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1" name="Freeform 1108"/>
              <p:cNvSpPr>
                <a:spLocks noEditPoints="1"/>
              </p:cNvSpPr>
              <p:nvPr userDrawn="1"/>
            </p:nvSpPr>
            <p:spPr bwMode="auto">
              <a:xfrm>
                <a:off x="2281" y="1284"/>
                <a:ext cx="105" cy="112"/>
              </a:xfrm>
              <a:custGeom>
                <a:avLst/>
                <a:gdLst>
                  <a:gd name="T0" fmla="*/ 83 w 85"/>
                  <a:gd name="T1" fmla="*/ 90 h 90"/>
                  <a:gd name="T2" fmla="*/ 82 w 85"/>
                  <a:gd name="T3" fmla="*/ 90 h 90"/>
                  <a:gd name="T4" fmla="*/ 1 w 85"/>
                  <a:gd name="T5" fmla="*/ 45 h 90"/>
                  <a:gd name="T6" fmla="*/ 0 w 85"/>
                  <a:gd name="T7" fmla="*/ 44 h 90"/>
                  <a:gd name="T8" fmla="*/ 1 w 85"/>
                  <a:gd name="T9" fmla="*/ 42 h 90"/>
                  <a:gd name="T10" fmla="*/ 46 w 85"/>
                  <a:gd name="T11" fmla="*/ 1 h 90"/>
                  <a:gd name="T12" fmla="*/ 47 w 85"/>
                  <a:gd name="T13" fmla="*/ 0 h 90"/>
                  <a:gd name="T14" fmla="*/ 48 w 85"/>
                  <a:gd name="T15" fmla="*/ 1 h 90"/>
                  <a:gd name="T16" fmla="*/ 84 w 85"/>
                  <a:gd name="T17" fmla="*/ 88 h 90"/>
                  <a:gd name="T18" fmla="*/ 84 w 85"/>
                  <a:gd name="T19" fmla="*/ 89 h 90"/>
                  <a:gd name="T20" fmla="*/ 83 w 85"/>
                  <a:gd name="T21" fmla="*/ 90 h 90"/>
                  <a:gd name="T22" fmla="*/ 5 w 85"/>
                  <a:gd name="T23" fmla="*/ 43 h 90"/>
                  <a:gd name="T24" fmla="*/ 79 w 85"/>
                  <a:gd name="T25" fmla="*/ 84 h 90"/>
                  <a:gd name="T26" fmla="*/ 46 w 85"/>
                  <a:gd name="T27" fmla="*/ 5 h 90"/>
                  <a:gd name="T28" fmla="*/ 5 w 85"/>
                  <a:gd name="T29" fmla="*/ 4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5" h="90">
                    <a:moveTo>
                      <a:pt x="83" y="90"/>
                    </a:moveTo>
                    <a:cubicBezTo>
                      <a:pt x="82" y="90"/>
                      <a:pt x="82" y="90"/>
                      <a:pt x="82" y="90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1" y="45"/>
                      <a:pt x="0" y="44"/>
                      <a:pt x="0" y="44"/>
                    </a:cubicBezTo>
                    <a:cubicBezTo>
                      <a:pt x="0" y="43"/>
                      <a:pt x="0" y="43"/>
                      <a:pt x="1" y="4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0"/>
                      <a:pt x="47" y="0"/>
                      <a:pt x="47" y="0"/>
                    </a:cubicBezTo>
                    <a:cubicBezTo>
                      <a:pt x="48" y="0"/>
                      <a:pt x="48" y="1"/>
                      <a:pt x="48" y="1"/>
                    </a:cubicBezTo>
                    <a:cubicBezTo>
                      <a:pt x="84" y="88"/>
                      <a:pt x="84" y="88"/>
                      <a:pt x="84" y="88"/>
                    </a:cubicBezTo>
                    <a:cubicBezTo>
                      <a:pt x="85" y="88"/>
                      <a:pt x="84" y="89"/>
                      <a:pt x="84" y="89"/>
                    </a:cubicBezTo>
                    <a:cubicBezTo>
                      <a:pt x="84" y="90"/>
                      <a:pt x="83" y="90"/>
                      <a:pt x="83" y="90"/>
                    </a:cubicBezTo>
                    <a:close/>
                    <a:moveTo>
                      <a:pt x="5" y="43"/>
                    </a:moveTo>
                    <a:cubicBezTo>
                      <a:pt x="79" y="84"/>
                      <a:pt x="79" y="84"/>
                      <a:pt x="79" y="84"/>
                    </a:cubicBezTo>
                    <a:cubicBezTo>
                      <a:pt x="46" y="5"/>
                      <a:pt x="46" y="5"/>
                      <a:pt x="46" y="5"/>
                    </a:cubicBezTo>
                    <a:lnTo>
                      <a:pt x="5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2" name="Freeform 1109"/>
              <p:cNvSpPr>
                <a:spLocks noEditPoints="1"/>
              </p:cNvSpPr>
              <p:nvPr userDrawn="1"/>
            </p:nvSpPr>
            <p:spPr bwMode="auto">
              <a:xfrm>
                <a:off x="1840" y="798"/>
                <a:ext cx="115" cy="108"/>
              </a:xfrm>
              <a:custGeom>
                <a:avLst/>
                <a:gdLst>
                  <a:gd name="T0" fmla="*/ 21 w 93"/>
                  <a:gd name="T1" fmla="*/ 87 h 87"/>
                  <a:gd name="T2" fmla="*/ 20 w 93"/>
                  <a:gd name="T3" fmla="*/ 87 h 87"/>
                  <a:gd name="T4" fmla="*/ 19 w 93"/>
                  <a:gd name="T5" fmla="*/ 86 h 87"/>
                  <a:gd name="T6" fmla="*/ 0 w 93"/>
                  <a:gd name="T7" fmla="*/ 2 h 87"/>
                  <a:gd name="T8" fmla="*/ 0 w 93"/>
                  <a:gd name="T9" fmla="*/ 1 h 87"/>
                  <a:gd name="T10" fmla="*/ 2 w 93"/>
                  <a:gd name="T11" fmla="*/ 0 h 87"/>
                  <a:gd name="T12" fmla="*/ 92 w 93"/>
                  <a:gd name="T13" fmla="*/ 31 h 87"/>
                  <a:gd name="T14" fmla="*/ 93 w 93"/>
                  <a:gd name="T15" fmla="*/ 32 h 87"/>
                  <a:gd name="T16" fmla="*/ 92 w 93"/>
                  <a:gd name="T17" fmla="*/ 33 h 87"/>
                  <a:gd name="T18" fmla="*/ 22 w 93"/>
                  <a:gd name="T19" fmla="*/ 87 h 87"/>
                  <a:gd name="T20" fmla="*/ 21 w 93"/>
                  <a:gd name="T21" fmla="*/ 87 h 87"/>
                  <a:gd name="T22" fmla="*/ 4 w 93"/>
                  <a:gd name="T23" fmla="*/ 4 h 87"/>
                  <a:gd name="T24" fmla="*/ 22 w 93"/>
                  <a:gd name="T25" fmla="*/ 83 h 87"/>
                  <a:gd name="T26" fmla="*/ 88 w 93"/>
                  <a:gd name="T27" fmla="*/ 33 h 87"/>
                  <a:gd name="T28" fmla="*/ 4 w 93"/>
                  <a:gd name="T29" fmla="*/ 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87">
                    <a:moveTo>
                      <a:pt x="21" y="87"/>
                    </a:moveTo>
                    <a:cubicBezTo>
                      <a:pt x="20" y="87"/>
                      <a:pt x="20" y="87"/>
                      <a:pt x="20" y="87"/>
                    </a:cubicBezTo>
                    <a:cubicBezTo>
                      <a:pt x="20" y="87"/>
                      <a:pt x="19" y="87"/>
                      <a:pt x="19" y="8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92" y="31"/>
                      <a:pt x="92" y="31"/>
                      <a:pt x="92" y="31"/>
                    </a:cubicBezTo>
                    <a:cubicBezTo>
                      <a:pt x="92" y="31"/>
                      <a:pt x="93" y="31"/>
                      <a:pt x="93" y="32"/>
                    </a:cubicBezTo>
                    <a:cubicBezTo>
                      <a:pt x="93" y="32"/>
                      <a:pt x="93" y="33"/>
                      <a:pt x="92" y="33"/>
                    </a:cubicBezTo>
                    <a:cubicBezTo>
                      <a:pt x="22" y="87"/>
                      <a:pt x="22" y="87"/>
                      <a:pt x="22" y="87"/>
                    </a:cubicBezTo>
                    <a:lnTo>
                      <a:pt x="21" y="87"/>
                    </a:lnTo>
                    <a:close/>
                    <a:moveTo>
                      <a:pt x="4" y="4"/>
                    </a:moveTo>
                    <a:cubicBezTo>
                      <a:pt x="22" y="83"/>
                      <a:pt x="22" y="83"/>
                      <a:pt x="22" y="83"/>
                    </a:cubicBezTo>
                    <a:cubicBezTo>
                      <a:pt x="88" y="33"/>
                      <a:pt x="88" y="33"/>
                      <a:pt x="88" y="33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3" name="Freeform 1110"/>
              <p:cNvSpPr>
                <a:spLocks noEditPoints="1"/>
              </p:cNvSpPr>
              <p:nvPr userDrawn="1"/>
            </p:nvSpPr>
            <p:spPr bwMode="auto">
              <a:xfrm>
                <a:off x="2031" y="814"/>
                <a:ext cx="116" cy="100"/>
              </a:xfrm>
              <a:custGeom>
                <a:avLst/>
                <a:gdLst>
                  <a:gd name="T0" fmla="*/ 92 w 94"/>
                  <a:gd name="T1" fmla="*/ 81 h 81"/>
                  <a:gd name="T2" fmla="*/ 92 w 94"/>
                  <a:gd name="T3" fmla="*/ 81 h 81"/>
                  <a:gd name="T4" fmla="*/ 2 w 94"/>
                  <a:gd name="T5" fmla="*/ 65 h 81"/>
                  <a:gd name="T6" fmla="*/ 1 w 94"/>
                  <a:gd name="T7" fmla="*/ 64 h 81"/>
                  <a:gd name="T8" fmla="*/ 1 w 94"/>
                  <a:gd name="T9" fmla="*/ 62 h 81"/>
                  <a:gd name="T10" fmla="*/ 29 w 94"/>
                  <a:gd name="T11" fmla="*/ 1 h 81"/>
                  <a:gd name="T12" fmla="*/ 30 w 94"/>
                  <a:gd name="T13" fmla="*/ 0 h 81"/>
                  <a:gd name="T14" fmla="*/ 31 w 94"/>
                  <a:gd name="T15" fmla="*/ 1 h 81"/>
                  <a:gd name="T16" fmla="*/ 93 w 94"/>
                  <a:gd name="T17" fmla="*/ 79 h 81"/>
                  <a:gd name="T18" fmla="*/ 93 w 94"/>
                  <a:gd name="T19" fmla="*/ 81 h 81"/>
                  <a:gd name="T20" fmla="*/ 92 w 94"/>
                  <a:gd name="T21" fmla="*/ 81 h 81"/>
                  <a:gd name="T22" fmla="*/ 5 w 94"/>
                  <a:gd name="T23" fmla="*/ 62 h 81"/>
                  <a:gd name="T24" fmla="*/ 88 w 94"/>
                  <a:gd name="T25" fmla="*/ 77 h 81"/>
                  <a:gd name="T26" fmla="*/ 31 w 94"/>
                  <a:gd name="T27" fmla="*/ 5 h 81"/>
                  <a:gd name="T28" fmla="*/ 5 w 94"/>
                  <a:gd name="T29" fmla="*/ 62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81">
                    <a:moveTo>
                      <a:pt x="92" y="81"/>
                    </a:moveTo>
                    <a:cubicBezTo>
                      <a:pt x="92" y="81"/>
                      <a:pt x="92" y="81"/>
                      <a:pt x="92" y="81"/>
                    </a:cubicBezTo>
                    <a:cubicBezTo>
                      <a:pt x="2" y="65"/>
                      <a:pt x="2" y="65"/>
                      <a:pt x="2" y="65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0" y="63"/>
                      <a:pt x="0" y="63"/>
                      <a:pt x="1" y="62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29" y="0"/>
                      <a:pt x="30" y="0"/>
                    </a:cubicBezTo>
                    <a:cubicBezTo>
                      <a:pt x="31" y="0"/>
                      <a:pt x="31" y="0"/>
                      <a:pt x="31" y="1"/>
                    </a:cubicBezTo>
                    <a:cubicBezTo>
                      <a:pt x="93" y="79"/>
                      <a:pt x="93" y="79"/>
                      <a:pt x="93" y="79"/>
                    </a:cubicBezTo>
                    <a:cubicBezTo>
                      <a:pt x="94" y="79"/>
                      <a:pt x="94" y="80"/>
                      <a:pt x="93" y="81"/>
                    </a:cubicBezTo>
                    <a:cubicBezTo>
                      <a:pt x="93" y="81"/>
                      <a:pt x="93" y="81"/>
                      <a:pt x="92" y="81"/>
                    </a:cubicBezTo>
                    <a:close/>
                    <a:moveTo>
                      <a:pt x="5" y="62"/>
                    </a:moveTo>
                    <a:cubicBezTo>
                      <a:pt x="88" y="77"/>
                      <a:pt x="88" y="77"/>
                      <a:pt x="88" y="77"/>
                    </a:cubicBezTo>
                    <a:cubicBezTo>
                      <a:pt x="31" y="5"/>
                      <a:pt x="31" y="5"/>
                      <a:pt x="31" y="5"/>
                    </a:cubicBezTo>
                    <a:lnTo>
                      <a:pt x="5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4" name="Freeform 1111"/>
              <p:cNvSpPr>
                <a:spLocks noEditPoints="1"/>
              </p:cNvSpPr>
              <p:nvPr userDrawn="1"/>
            </p:nvSpPr>
            <p:spPr bwMode="auto">
              <a:xfrm>
                <a:off x="2151" y="930"/>
                <a:ext cx="151" cy="150"/>
              </a:xfrm>
              <a:custGeom>
                <a:avLst/>
                <a:gdLst>
                  <a:gd name="T0" fmla="*/ 120 w 122"/>
                  <a:gd name="T1" fmla="*/ 121 h 121"/>
                  <a:gd name="T2" fmla="*/ 120 w 122"/>
                  <a:gd name="T3" fmla="*/ 121 h 121"/>
                  <a:gd name="T4" fmla="*/ 1 w 122"/>
                  <a:gd name="T5" fmla="*/ 119 h 121"/>
                  <a:gd name="T6" fmla="*/ 0 w 122"/>
                  <a:gd name="T7" fmla="*/ 118 h 121"/>
                  <a:gd name="T8" fmla="*/ 0 w 122"/>
                  <a:gd name="T9" fmla="*/ 116 h 121"/>
                  <a:gd name="T10" fmla="*/ 59 w 122"/>
                  <a:gd name="T11" fmla="*/ 1 h 121"/>
                  <a:gd name="T12" fmla="*/ 61 w 122"/>
                  <a:gd name="T13" fmla="*/ 0 h 121"/>
                  <a:gd name="T14" fmla="*/ 61 w 122"/>
                  <a:gd name="T15" fmla="*/ 0 h 121"/>
                  <a:gd name="T16" fmla="*/ 62 w 122"/>
                  <a:gd name="T17" fmla="*/ 1 h 121"/>
                  <a:gd name="T18" fmla="*/ 122 w 122"/>
                  <a:gd name="T19" fmla="*/ 119 h 121"/>
                  <a:gd name="T20" fmla="*/ 122 w 122"/>
                  <a:gd name="T21" fmla="*/ 120 h 121"/>
                  <a:gd name="T22" fmla="*/ 120 w 122"/>
                  <a:gd name="T23" fmla="*/ 121 h 121"/>
                  <a:gd name="T24" fmla="*/ 4 w 122"/>
                  <a:gd name="T25" fmla="*/ 115 h 121"/>
                  <a:gd name="T26" fmla="*/ 118 w 122"/>
                  <a:gd name="T27" fmla="*/ 118 h 121"/>
                  <a:gd name="T28" fmla="*/ 61 w 122"/>
                  <a:gd name="T29" fmla="*/ 6 h 121"/>
                  <a:gd name="T30" fmla="*/ 4 w 122"/>
                  <a:gd name="T31" fmla="*/ 115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21">
                    <a:moveTo>
                      <a:pt x="120" y="121"/>
                    </a:moveTo>
                    <a:cubicBezTo>
                      <a:pt x="120" y="121"/>
                      <a:pt x="120" y="121"/>
                      <a:pt x="120" y="121"/>
                    </a:cubicBezTo>
                    <a:cubicBezTo>
                      <a:pt x="1" y="119"/>
                      <a:pt x="1" y="119"/>
                      <a:pt x="1" y="119"/>
                    </a:cubicBezTo>
                    <a:cubicBezTo>
                      <a:pt x="1" y="119"/>
                      <a:pt x="0" y="118"/>
                      <a:pt x="0" y="118"/>
                    </a:cubicBezTo>
                    <a:cubicBezTo>
                      <a:pt x="0" y="117"/>
                      <a:pt x="0" y="117"/>
                      <a:pt x="0" y="116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60" y="1"/>
                      <a:pt x="60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0"/>
                      <a:pt x="62" y="1"/>
                      <a:pt x="62" y="1"/>
                    </a:cubicBezTo>
                    <a:cubicBezTo>
                      <a:pt x="122" y="119"/>
                      <a:pt x="122" y="119"/>
                      <a:pt x="122" y="119"/>
                    </a:cubicBezTo>
                    <a:cubicBezTo>
                      <a:pt x="122" y="119"/>
                      <a:pt x="122" y="120"/>
                      <a:pt x="122" y="120"/>
                    </a:cubicBezTo>
                    <a:cubicBezTo>
                      <a:pt x="122" y="121"/>
                      <a:pt x="121" y="121"/>
                      <a:pt x="120" y="121"/>
                    </a:cubicBezTo>
                    <a:close/>
                    <a:moveTo>
                      <a:pt x="4" y="115"/>
                    </a:moveTo>
                    <a:cubicBezTo>
                      <a:pt x="118" y="118"/>
                      <a:pt x="118" y="118"/>
                      <a:pt x="118" y="118"/>
                    </a:cubicBezTo>
                    <a:cubicBezTo>
                      <a:pt x="61" y="6"/>
                      <a:pt x="61" y="6"/>
                      <a:pt x="61" y="6"/>
                    </a:cubicBezTo>
                    <a:lnTo>
                      <a:pt x="4" y="1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5" name="Freeform 1112"/>
              <p:cNvSpPr>
                <a:spLocks noEditPoints="1"/>
              </p:cNvSpPr>
              <p:nvPr userDrawn="1"/>
            </p:nvSpPr>
            <p:spPr bwMode="auto">
              <a:xfrm>
                <a:off x="2298" y="1077"/>
                <a:ext cx="124" cy="100"/>
              </a:xfrm>
              <a:custGeom>
                <a:avLst/>
                <a:gdLst>
                  <a:gd name="T0" fmla="*/ 33 w 100"/>
                  <a:gd name="T1" fmla="*/ 81 h 81"/>
                  <a:gd name="T2" fmla="*/ 33 w 100"/>
                  <a:gd name="T3" fmla="*/ 81 h 81"/>
                  <a:gd name="T4" fmla="*/ 31 w 100"/>
                  <a:gd name="T5" fmla="*/ 80 h 81"/>
                  <a:gd name="T6" fmla="*/ 0 w 100"/>
                  <a:gd name="T7" fmla="*/ 2 h 81"/>
                  <a:gd name="T8" fmla="*/ 0 w 100"/>
                  <a:gd name="T9" fmla="*/ 0 h 81"/>
                  <a:gd name="T10" fmla="*/ 2 w 100"/>
                  <a:gd name="T11" fmla="*/ 0 h 81"/>
                  <a:gd name="T12" fmla="*/ 98 w 100"/>
                  <a:gd name="T13" fmla="*/ 19 h 81"/>
                  <a:gd name="T14" fmla="*/ 100 w 100"/>
                  <a:gd name="T15" fmla="*/ 20 h 81"/>
                  <a:gd name="T16" fmla="*/ 99 w 100"/>
                  <a:gd name="T17" fmla="*/ 22 h 81"/>
                  <a:gd name="T18" fmla="*/ 34 w 100"/>
                  <a:gd name="T19" fmla="*/ 81 h 81"/>
                  <a:gd name="T20" fmla="*/ 33 w 100"/>
                  <a:gd name="T21" fmla="*/ 81 h 81"/>
                  <a:gd name="T22" fmla="*/ 4 w 100"/>
                  <a:gd name="T23" fmla="*/ 4 h 81"/>
                  <a:gd name="T24" fmla="*/ 34 w 100"/>
                  <a:gd name="T25" fmla="*/ 77 h 81"/>
                  <a:gd name="T26" fmla="*/ 94 w 100"/>
                  <a:gd name="T27" fmla="*/ 22 h 81"/>
                  <a:gd name="T28" fmla="*/ 4 w 100"/>
                  <a:gd name="T29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0" h="81">
                    <a:moveTo>
                      <a:pt x="33" y="81"/>
                    </a:moveTo>
                    <a:cubicBezTo>
                      <a:pt x="33" y="81"/>
                      <a:pt x="33" y="81"/>
                      <a:pt x="33" y="81"/>
                    </a:cubicBezTo>
                    <a:cubicBezTo>
                      <a:pt x="32" y="81"/>
                      <a:pt x="32" y="81"/>
                      <a:pt x="31" y="8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98" y="19"/>
                      <a:pt x="98" y="19"/>
                      <a:pt x="98" y="19"/>
                    </a:cubicBezTo>
                    <a:cubicBezTo>
                      <a:pt x="99" y="19"/>
                      <a:pt x="99" y="19"/>
                      <a:pt x="100" y="20"/>
                    </a:cubicBezTo>
                    <a:cubicBezTo>
                      <a:pt x="100" y="21"/>
                      <a:pt x="100" y="21"/>
                      <a:pt x="99" y="22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34" y="81"/>
                      <a:pt x="33" y="81"/>
                      <a:pt x="33" y="81"/>
                    </a:cubicBezTo>
                    <a:close/>
                    <a:moveTo>
                      <a:pt x="4" y="4"/>
                    </a:moveTo>
                    <a:cubicBezTo>
                      <a:pt x="34" y="77"/>
                      <a:pt x="34" y="77"/>
                      <a:pt x="34" y="77"/>
                    </a:cubicBezTo>
                    <a:cubicBezTo>
                      <a:pt x="94" y="22"/>
                      <a:pt x="94" y="22"/>
                      <a:pt x="94" y="22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6" name="Freeform 1113"/>
              <p:cNvSpPr>
                <a:spLocks noEditPoints="1"/>
              </p:cNvSpPr>
              <p:nvPr userDrawn="1"/>
            </p:nvSpPr>
            <p:spPr bwMode="auto">
              <a:xfrm>
                <a:off x="2549" y="1338"/>
                <a:ext cx="127" cy="119"/>
              </a:xfrm>
              <a:custGeom>
                <a:avLst/>
                <a:gdLst>
                  <a:gd name="T0" fmla="*/ 1 w 102"/>
                  <a:gd name="T1" fmla="*/ 96 h 96"/>
                  <a:gd name="T2" fmla="*/ 0 w 102"/>
                  <a:gd name="T3" fmla="*/ 96 h 96"/>
                  <a:gd name="T4" fmla="*/ 0 w 102"/>
                  <a:gd name="T5" fmla="*/ 94 h 96"/>
                  <a:gd name="T6" fmla="*/ 47 w 102"/>
                  <a:gd name="T7" fmla="*/ 1 h 96"/>
                  <a:gd name="T8" fmla="*/ 49 w 102"/>
                  <a:gd name="T9" fmla="*/ 0 h 96"/>
                  <a:gd name="T10" fmla="*/ 50 w 102"/>
                  <a:gd name="T11" fmla="*/ 1 h 96"/>
                  <a:gd name="T12" fmla="*/ 102 w 102"/>
                  <a:gd name="T13" fmla="*/ 77 h 96"/>
                  <a:gd name="T14" fmla="*/ 102 w 102"/>
                  <a:gd name="T15" fmla="*/ 79 h 96"/>
                  <a:gd name="T16" fmla="*/ 100 w 102"/>
                  <a:gd name="T17" fmla="*/ 80 h 96"/>
                  <a:gd name="T18" fmla="*/ 2 w 102"/>
                  <a:gd name="T19" fmla="*/ 96 h 96"/>
                  <a:gd name="T20" fmla="*/ 1 w 102"/>
                  <a:gd name="T21" fmla="*/ 96 h 96"/>
                  <a:gd name="T22" fmla="*/ 49 w 102"/>
                  <a:gd name="T23" fmla="*/ 5 h 96"/>
                  <a:gd name="T24" fmla="*/ 5 w 102"/>
                  <a:gd name="T25" fmla="*/ 92 h 96"/>
                  <a:gd name="T26" fmla="*/ 97 w 102"/>
                  <a:gd name="T27" fmla="*/ 77 h 96"/>
                  <a:gd name="T28" fmla="*/ 49 w 102"/>
                  <a:gd name="T29" fmla="*/ 5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96">
                    <a:moveTo>
                      <a:pt x="1" y="96"/>
                    </a:moveTo>
                    <a:cubicBezTo>
                      <a:pt x="1" y="96"/>
                      <a:pt x="0" y="96"/>
                      <a:pt x="0" y="96"/>
                    </a:cubicBezTo>
                    <a:cubicBezTo>
                      <a:pt x="0" y="95"/>
                      <a:pt x="0" y="94"/>
                      <a:pt x="0" y="94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8" y="1"/>
                      <a:pt x="48" y="0"/>
                      <a:pt x="49" y="0"/>
                    </a:cubicBezTo>
                    <a:cubicBezTo>
                      <a:pt x="49" y="0"/>
                      <a:pt x="50" y="1"/>
                      <a:pt x="50" y="1"/>
                    </a:cubicBezTo>
                    <a:cubicBezTo>
                      <a:pt x="102" y="77"/>
                      <a:pt x="102" y="77"/>
                      <a:pt x="102" y="77"/>
                    </a:cubicBezTo>
                    <a:cubicBezTo>
                      <a:pt x="102" y="77"/>
                      <a:pt x="102" y="78"/>
                      <a:pt x="102" y="79"/>
                    </a:cubicBezTo>
                    <a:cubicBezTo>
                      <a:pt x="102" y="79"/>
                      <a:pt x="101" y="79"/>
                      <a:pt x="100" y="80"/>
                    </a:cubicBezTo>
                    <a:cubicBezTo>
                      <a:pt x="2" y="96"/>
                      <a:pt x="2" y="96"/>
                      <a:pt x="2" y="96"/>
                    </a:cubicBezTo>
                    <a:lnTo>
                      <a:pt x="1" y="96"/>
                    </a:lnTo>
                    <a:close/>
                    <a:moveTo>
                      <a:pt x="49" y="5"/>
                    </a:moveTo>
                    <a:cubicBezTo>
                      <a:pt x="5" y="92"/>
                      <a:pt x="5" y="92"/>
                      <a:pt x="5" y="92"/>
                    </a:cubicBezTo>
                    <a:cubicBezTo>
                      <a:pt x="97" y="77"/>
                      <a:pt x="97" y="77"/>
                      <a:pt x="97" y="77"/>
                    </a:cubicBezTo>
                    <a:lnTo>
                      <a:pt x="4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7" name="Freeform 1114"/>
              <p:cNvSpPr>
                <a:spLocks noEditPoints="1"/>
              </p:cNvSpPr>
              <p:nvPr userDrawn="1"/>
            </p:nvSpPr>
            <p:spPr bwMode="auto">
              <a:xfrm>
                <a:off x="725" y="1230"/>
                <a:ext cx="83" cy="166"/>
              </a:xfrm>
              <a:custGeom>
                <a:avLst/>
                <a:gdLst>
                  <a:gd name="T0" fmla="*/ 35 w 67"/>
                  <a:gd name="T1" fmla="*/ 134 h 134"/>
                  <a:gd name="T2" fmla="*/ 34 w 67"/>
                  <a:gd name="T3" fmla="*/ 133 h 134"/>
                  <a:gd name="T4" fmla="*/ 7 w 67"/>
                  <a:gd name="T5" fmla="*/ 56 h 134"/>
                  <a:gd name="T6" fmla="*/ 64 w 67"/>
                  <a:gd name="T7" fmla="*/ 1 h 134"/>
                  <a:gd name="T8" fmla="*/ 66 w 67"/>
                  <a:gd name="T9" fmla="*/ 1 h 134"/>
                  <a:gd name="T10" fmla="*/ 67 w 67"/>
                  <a:gd name="T11" fmla="*/ 3 h 134"/>
                  <a:gd name="T12" fmla="*/ 37 w 67"/>
                  <a:gd name="T13" fmla="*/ 133 h 134"/>
                  <a:gd name="T14" fmla="*/ 35 w 67"/>
                  <a:gd name="T15" fmla="*/ 134 h 134"/>
                  <a:gd name="T16" fmla="*/ 62 w 67"/>
                  <a:gd name="T17" fmla="*/ 7 h 134"/>
                  <a:gd name="T18" fmla="*/ 10 w 67"/>
                  <a:gd name="T19" fmla="*/ 59 h 134"/>
                  <a:gd name="T20" fmla="*/ 35 w 67"/>
                  <a:gd name="T21" fmla="*/ 127 h 134"/>
                  <a:gd name="T22" fmla="*/ 62 w 67"/>
                  <a:gd name="T23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7" h="134">
                    <a:moveTo>
                      <a:pt x="35" y="134"/>
                    </a:moveTo>
                    <a:cubicBezTo>
                      <a:pt x="35" y="134"/>
                      <a:pt x="34" y="134"/>
                      <a:pt x="34" y="133"/>
                    </a:cubicBezTo>
                    <a:cubicBezTo>
                      <a:pt x="26" y="117"/>
                      <a:pt x="0" y="63"/>
                      <a:pt x="7" y="56"/>
                    </a:cubicBezTo>
                    <a:cubicBezTo>
                      <a:pt x="64" y="1"/>
                      <a:pt x="64" y="1"/>
                      <a:pt x="64" y="1"/>
                    </a:cubicBezTo>
                    <a:cubicBezTo>
                      <a:pt x="64" y="1"/>
                      <a:pt x="65" y="0"/>
                      <a:pt x="66" y="1"/>
                    </a:cubicBezTo>
                    <a:cubicBezTo>
                      <a:pt x="66" y="1"/>
                      <a:pt x="67" y="2"/>
                      <a:pt x="67" y="3"/>
                    </a:cubicBezTo>
                    <a:cubicBezTo>
                      <a:pt x="37" y="133"/>
                      <a:pt x="37" y="133"/>
                      <a:pt x="37" y="133"/>
                    </a:cubicBezTo>
                    <a:cubicBezTo>
                      <a:pt x="37" y="133"/>
                      <a:pt x="36" y="134"/>
                      <a:pt x="35" y="134"/>
                    </a:cubicBezTo>
                    <a:close/>
                    <a:moveTo>
                      <a:pt x="62" y="7"/>
                    </a:moveTo>
                    <a:cubicBezTo>
                      <a:pt x="10" y="59"/>
                      <a:pt x="10" y="59"/>
                      <a:pt x="10" y="59"/>
                    </a:cubicBezTo>
                    <a:cubicBezTo>
                      <a:pt x="6" y="62"/>
                      <a:pt x="20" y="96"/>
                      <a:pt x="35" y="127"/>
                    </a:cubicBezTo>
                    <a:lnTo>
                      <a:pt x="62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8" name="Freeform 1115"/>
              <p:cNvSpPr>
                <a:spLocks noEditPoints="1"/>
              </p:cNvSpPr>
              <p:nvPr userDrawn="1"/>
            </p:nvSpPr>
            <p:spPr bwMode="auto">
              <a:xfrm>
                <a:off x="766" y="1320"/>
                <a:ext cx="216" cy="78"/>
              </a:xfrm>
              <a:custGeom>
                <a:avLst/>
                <a:gdLst>
                  <a:gd name="T0" fmla="*/ 13 w 174"/>
                  <a:gd name="T1" fmla="*/ 63 h 63"/>
                  <a:gd name="T2" fmla="*/ 0 w 174"/>
                  <a:gd name="T3" fmla="*/ 61 h 63"/>
                  <a:gd name="T4" fmla="*/ 1 w 174"/>
                  <a:gd name="T5" fmla="*/ 58 h 63"/>
                  <a:gd name="T6" fmla="*/ 59 w 174"/>
                  <a:gd name="T7" fmla="*/ 1 h 63"/>
                  <a:gd name="T8" fmla="*/ 61 w 174"/>
                  <a:gd name="T9" fmla="*/ 1 h 63"/>
                  <a:gd name="T10" fmla="*/ 173 w 174"/>
                  <a:gd name="T11" fmla="*/ 47 h 63"/>
                  <a:gd name="T12" fmla="*/ 174 w 174"/>
                  <a:gd name="T13" fmla="*/ 49 h 63"/>
                  <a:gd name="T14" fmla="*/ 173 w 174"/>
                  <a:gd name="T15" fmla="*/ 50 h 63"/>
                  <a:gd name="T16" fmla="*/ 88 w 174"/>
                  <a:gd name="T17" fmla="*/ 58 h 63"/>
                  <a:gd name="T18" fmla="*/ 13 w 174"/>
                  <a:gd name="T19" fmla="*/ 63 h 63"/>
                  <a:gd name="T20" fmla="*/ 5 w 174"/>
                  <a:gd name="T21" fmla="*/ 59 h 63"/>
                  <a:gd name="T22" fmla="*/ 166 w 174"/>
                  <a:gd name="T23" fmla="*/ 48 h 63"/>
                  <a:gd name="T24" fmla="*/ 61 w 174"/>
                  <a:gd name="T25" fmla="*/ 4 h 63"/>
                  <a:gd name="T26" fmla="*/ 5 w 174"/>
                  <a:gd name="T27" fmla="*/ 59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4" h="63">
                    <a:moveTo>
                      <a:pt x="13" y="63"/>
                    </a:moveTo>
                    <a:cubicBezTo>
                      <a:pt x="1" y="63"/>
                      <a:pt x="1" y="62"/>
                      <a:pt x="0" y="61"/>
                    </a:cubicBezTo>
                    <a:cubicBezTo>
                      <a:pt x="0" y="60"/>
                      <a:pt x="0" y="59"/>
                      <a:pt x="1" y="58"/>
                    </a:cubicBezTo>
                    <a:cubicBezTo>
                      <a:pt x="12" y="50"/>
                      <a:pt x="59" y="2"/>
                      <a:pt x="59" y="1"/>
                    </a:cubicBezTo>
                    <a:cubicBezTo>
                      <a:pt x="60" y="1"/>
                      <a:pt x="61" y="0"/>
                      <a:pt x="61" y="1"/>
                    </a:cubicBezTo>
                    <a:cubicBezTo>
                      <a:pt x="173" y="47"/>
                      <a:pt x="173" y="47"/>
                      <a:pt x="173" y="47"/>
                    </a:cubicBezTo>
                    <a:cubicBezTo>
                      <a:pt x="174" y="47"/>
                      <a:pt x="174" y="48"/>
                      <a:pt x="174" y="49"/>
                    </a:cubicBezTo>
                    <a:cubicBezTo>
                      <a:pt x="174" y="50"/>
                      <a:pt x="174" y="50"/>
                      <a:pt x="173" y="50"/>
                    </a:cubicBezTo>
                    <a:cubicBezTo>
                      <a:pt x="172" y="50"/>
                      <a:pt x="130" y="55"/>
                      <a:pt x="88" y="58"/>
                    </a:cubicBezTo>
                    <a:cubicBezTo>
                      <a:pt x="46" y="62"/>
                      <a:pt x="24" y="63"/>
                      <a:pt x="13" y="63"/>
                    </a:cubicBezTo>
                    <a:close/>
                    <a:moveTo>
                      <a:pt x="5" y="59"/>
                    </a:moveTo>
                    <a:cubicBezTo>
                      <a:pt x="20" y="61"/>
                      <a:pt x="105" y="54"/>
                      <a:pt x="166" y="48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55" y="11"/>
                      <a:pt x="18" y="49"/>
                      <a:pt x="5" y="5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9" name="Freeform 1116"/>
              <p:cNvSpPr>
                <a:spLocks noEditPoints="1"/>
              </p:cNvSpPr>
              <p:nvPr userDrawn="1"/>
            </p:nvSpPr>
            <p:spPr bwMode="auto">
              <a:xfrm>
                <a:off x="1149" y="1332"/>
                <a:ext cx="111" cy="102"/>
              </a:xfrm>
              <a:custGeom>
                <a:avLst/>
                <a:gdLst>
                  <a:gd name="T0" fmla="*/ 2 w 90"/>
                  <a:gd name="T1" fmla="*/ 83 h 83"/>
                  <a:gd name="T2" fmla="*/ 1 w 90"/>
                  <a:gd name="T3" fmla="*/ 83 h 83"/>
                  <a:gd name="T4" fmla="*/ 0 w 90"/>
                  <a:gd name="T5" fmla="*/ 81 h 83"/>
                  <a:gd name="T6" fmla="*/ 22 w 90"/>
                  <a:gd name="T7" fmla="*/ 1 h 83"/>
                  <a:gd name="T8" fmla="*/ 23 w 90"/>
                  <a:gd name="T9" fmla="*/ 0 h 83"/>
                  <a:gd name="T10" fmla="*/ 25 w 90"/>
                  <a:gd name="T11" fmla="*/ 0 h 83"/>
                  <a:gd name="T12" fmla="*/ 89 w 90"/>
                  <a:gd name="T13" fmla="*/ 29 h 83"/>
                  <a:gd name="T14" fmla="*/ 90 w 90"/>
                  <a:gd name="T15" fmla="*/ 30 h 83"/>
                  <a:gd name="T16" fmla="*/ 89 w 90"/>
                  <a:gd name="T17" fmla="*/ 32 h 83"/>
                  <a:gd name="T18" fmla="*/ 3 w 90"/>
                  <a:gd name="T19" fmla="*/ 83 h 83"/>
                  <a:gd name="T20" fmla="*/ 2 w 90"/>
                  <a:gd name="T21" fmla="*/ 83 h 83"/>
                  <a:gd name="T22" fmla="*/ 25 w 90"/>
                  <a:gd name="T23" fmla="*/ 4 h 83"/>
                  <a:gd name="T24" fmla="*/ 4 w 90"/>
                  <a:gd name="T25" fmla="*/ 78 h 83"/>
                  <a:gd name="T26" fmla="*/ 85 w 90"/>
                  <a:gd name="T27" fmla="*/ 30 h 83"/>
                  <a:gd name="T28" fmla="*/ 25 w 90"/>
                  <a:gd name="T29" fmla="*/ 4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0" h="83">
                    <a:moveTo>
                      <a:pt x="2" y="83"/>
                    </a:moveTo>
                    <a:cubicBezTo>
                      <a:pt x="1" y="83"/>
                      <a:pt x="1" y="83"/>
                      <a:pt x="1" y="83"/>
                    </a:cubicBezTo>
                    <a:cubicBezTo>
                      <a:pt x="0" y="83"/>
                      <a:pt x="0" y="82"/>
                      <a:pt x="0" y="81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2" y="1"/>
                      <a:pt x="23" y="0"/>
                      <a:pt x="23" y="0"/>
                    </a:cubicBezTo>
                    <a:cubicBezTo>
                      <a:pt x="24" y="0"/>
                      <a:pt x="24" y="0"/>
                      <a:pt x="25" y="0"/>
                    </a:cubicBezTo>
                    <a:cubicBezTo>
                      <a:pt x="89" y="29"/>
                      <a:pt x="89" y="29"/>
                      <a:pt x="89" y="29"/>
                    </a:cubicBezTo>
                    <a:cubicBezTo>
                      <a:pt x="90" y="29"/>
                      <a:pt x="90" y="29"/>
                      <a:pt x="90" y="30"/>
                    </a:cubicBezTo>
                    <a:cubicBezTo>
                      <a:pt x="90" y="31"/>
                      <a:pt x="90" y="31"/>
                      <a:pt x="89" y="32"/>
                    </a:cubicBezTo>
                    <a:cubicBezTo>
                      <a:pt x="3" y="83"/>
                      <a:pt x="3" y="83"/>
                      <a:pt x="3" y="83"/>
                    </a:cubicBezTo>
                    <a:lnTo>
                      <a:pt x="2" y="83"/>
                    </a:lnTo>
                    <a:close/>
                    <a:moveTo>
                      <a:pt x="25" y="4"/>
                    </a:moveTo>
                    <a:cubicBezTo>
                      <a:pt x="4" y="78"/>
                      <a:pt x="4" y="78"/>
                      <a:pt x="4" y="78"/>
                    </a:cubicBezTo>
                    <a:cubicBezTo>
                      <a:pt x="85" y="30"/>
                      <a:pt x="85" y="30"/>
                      <a:pt x="85" y="30"/>
                    </a:cubicBezTo>
                    <a:lnTo>
                      <a:pt x="2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0" name="Freeform 1117"/>
              <p:cNvSpPr>
                <a:spLocks noEditPoints="1"/>
              </p:cNvSpPr>
              <p:nvPr userDrawn="1"/>
            </p:nvSpPr>
            <p:spPr bwMode="auto">
              <a:xfrm>
                <a:off x="839" y="940"/>
                <a:ext cx="143" cy="99"/>
              </a:xfrm>
              <a:custGeom>
                <a:avLst/>
                <a:gdLst>
                  <a:gd name="T0" fmla="*/ 2 w 115"/>
                  <a:gd name="T1" fmla="*/ 80 h 80"/>
                  <a:gd name="T2" fmla="*/ 0 w 115"/>
                  <a:gd name="T3" fmla="*/ 79 h 80"/>
                  <a:gd name="T4" fmla="*/ 0 w 115"/>
                  <a:gd name="T5" fmla="*/ 77 h 80"/>
                  <a:gd name="T6" fmla="*/ 66 w 115"/>
                  <a:gd name="T7" fmla="*/ 0 h 80"/>
                  <a:gd name="T8" fmla="*/ 68 w 115"/>
                  <a:gd name="T9" fmla="*/ 0 h 80"/>
                  <a:gd name="T10" fmla="*/ 69 w 115"/>
                  <a:gd name="T11" fmla="*/ 0 h 80"/>
                  <a:gd name="T12" fmla="*/ 114 w 115"/>
                  <a:gd name="T13" fmla="*/ 43 h 80"/>
                  <a:gd name="T14" fmla="*/ 115 w 115"/>
                  <a:gd name="T15" fmla="*/ 45 h 80"/>
                  <a:gd name="T16" fmla="*/ 114 w 115"/>
                  <a:gd name="T17" fmla="*/ 46 h 80"/>
                  <a:gd name="T18" fmla="*/ 2 w 115"/>
                  <a:gd name="T19" fmla="*/ 80 h 80"/>
                  <a:gd name="T20" fmla="*/ 68 w 115"/>
                  <a:gd name="T21" fmla="*/ 4 h 80"/>
                  <a:gd name="T22" fmla="*/ 7 w 115"/>
                  <a:gd name="T23" fmla="*/ 75 h 80"/>
                  <a:gd name="T24" fmla="*/ 110 w 115"/>
                  <a:gd name="T25" fmla="*/ 44 h 80"/>
                  <a:gd name="T26" fmla="*/ 68 w 115"/>
                  <a:gd name="T27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80">
                    <a:moveTo>
                      <a:pt x="2" y="80"/>
                    </a:moveTo>
                    <a:cubicBezTo>
                      <a:pt x="1" y="80"/>
                      <a:pt x="1" y="80"/>
                      <a:pt x="0" y="79"/>
                    </a:cubicBezTo>
                    <a:cubicBezTo>
                      <a:pt x="0" y="79"/>
                      <a:pt x="0" y="78"/>
                      <a:pt x="0" y="77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7" y="0"/>
                      <a:pt x="67" y="0"/>
                      <a:pt x="68" y="0"/>
                    </a:cubicBezTo>
                    <a:cubicBezTo>
                      <a:pt x="68" y="0"/>
                      <a:pt x="68" y="0"/>
                      <a:pt x="69" y="0"/>
                    </a:cubicBezTo>
                    <a:cubicBezTo>
                      <a:pt x="114" y="43"/>
                      <a:pt x="114" y="43"/>
                      <a:pt x="114" y="43"/>
                    </a:cubicBezTo>
                    <a:cubicBezTo>
                      <a:pt x="115" y="44"/>
                      <a:pt x="115" y="44"/>
                      <a:pt x="115" y="45"/>
                    </a:cubicBezTo>
                    <a:cubicBezTo>
                      <a:pt x="115" y="45"/>
                      <a:pt x="114" y="46"/>
                      <a:pt x="114" y="46"/>
                    </a:cubicBezTo>
                    <a:cubicBezTo>
                      <a:pt x="2" y="80"/>
                      <a:pt x="2" y="80"/>
                      <a:pt x="2" y="80"/>
                    </a:cubicBezTo>
                    <a:close/>
                    <a:moveTo>
                      <a:pt x="68" y="4"/>
                    </a:moveTo>
                    <a:cubicBezTo>
                      <a:pt x="7" y="75"/>
                      <a:pt x="7" y="75"/>
                      <a:pt x="7" y="75"/>
                    </a:cubicBezTo>
                    <a:cubicBezTo>
                      <a:pt x="110" y="44"/>
                      <a:pt x="110" y="44"/>
                      <a:pt x="110" y="44"/>
                    </a:cubicBezTo>
                    <a:lnTo>
                      <a:pt x="6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1" name="Freeform 1118"/>
              <p:cNvSpPr>
                <a:spLocks noEditPoints="1"/>
              </p:cNvSpPr>
              <p:nvPr userDrawn="1"/>
            </p:nvSpPr>
            <p:spPr bwMode="auto">
              <a:xfrm>
                <a:off x="803" y="1036"/>
                <a:ext cx="109" cy="199"/>
              </a:xfrm>
              <a:custGeom>
                <a:avLst/>
                <a:gdLst>
                  <a:gd name="T0" fmla="*/ 2 w 88"/>
                  <a:gd name="T1" fmla="*/ 161 h 161"/>
                  <a:gd name="T2" fmla="*/ 1 w 88"/>
                  <a:gd name="T3" fmla="*/ 160 h 161"/>
                  <a:gd name="T4" fmla="*/ 0 w 88"/>
                  <a:gd name="T5" fmla="*/ 159 h 161"/>
                  <a:gd name="T6" fmla="*/ 29 w 88"/>
                  <a:gd name="T7" fmla="*/ 1 h 161"/>
                  <a:gd name="T8" fmla="*/ 30 w 88"/>
                  <a:gd name="T9" fmla="*/ 0 h 161"/>
                  <a:gd name="T10" fmla="*/ 32 w 88"/>
                  <a:gd name="T11" fmla="*/ 1 h 161"/>
                  <a:gd name="T12" fmla="*/ 88 w 88"/>
                  <a:gd name="T13" fmla="*/ 140 h 161"/>
                  <a:gd name="T14" fmla="*/ 88 w 88"/>
                  <a:gd name="T15" fmla="*/ 141 h 161"/>
                  <a:gd name="T16" fmla="*/ 87 w 88"/>
                  <a:gd name="T17" fmla="*/ 142 h 161"/>
                  <a:gd name="T18" fmla="*/ 2 w 88"/>
                  <a:gd name="T19" fmla="*/ 161 h 161"/>
                  <a:gd name="T20" fmla="*/ 31 w 88"/>
                  <a:gd name="T21" fmla="*/ 7 h 161"/>
                  <a:gd name="T22" fmla="*/ 4 w 88"/>
                  <a:gd name="T23" fmla="*/ 157 h 161"/>
                  <a:gd name="T24" fmla="*/ 84 w 88"/>
                  <a:gd name="T25" fmla="*/ 139 h 161"/>
                  <a:gd name="T26" fmla="*/ 31 w 88"/>
                  <a:gd name="T27" fmla="*/ 7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161">
                    <a:moveTo>
                      <a:pt x="2" y="161"/>
                    </a:moveTo>
                    <a:cubicBezTo>
                      <a:pt x="2" y="161"/>
                      <a:pt x="1" y="161"/>
                      <a:pt x="1" y="160"/>
                    </a:cubicBezTo>
                    <a:cubicBezTo>
                      <a:pt x="0" y="160"/>
                      <a:pt x="0" y="160"/>
                      <a:pt x="0" y="159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0"/>
                      <a:pt x="30" y="0"/>
                      <a:pt x="30" y="0"/>
                    </a:cubicBezTo>
                    <a:cubicBezTo>
                      <a:pt x="31" y="0"/>
                      <a:pt x="32" y="0"/>
                      <a:pt x="32" y="1"/>
                    </a:cubicBezTo>
                    <a:cubicBezTo>
                      <a:pt x="88" y="140"/>
                      <a:pt x="88" y="140"/>
                      <a:pt x="88" y="140"/>
                    </a:cubicBezTo>
                    <a:cubicBezTo>
                      <a:pt x="88" y="140"/>
                      <a:pt x="88" y="141"/>
                      <a:pt x="88" y="141"/>
                    </a:cubicBezTo>
                    <a:cubicBezTo>
                      <a:pt x="88" y="141"/>
                      <a:pt x="87" y="142"/>
                      <a:pt x="87" y="142"/>
                    </a:cubicBezTo>
                    <a:cubicBezTo>
                      <a:pt x="2" y="161"/>
                      <a:pt x="2" y="161"/>
                      <a:pt x="2" y="161"/>
                    </a:cubicBezTo>
                    <a:close/>
                    <a:moveTo>
                      <a:pt x="31" y="7"/>
                    </a:moveTo>
                    <a:cubicBezTo>
                      <a:pt x="4" y="157"/>
                      <a:pt x="4" y="157"/>
                      <a:pt x="4" y="157"/>
                    </a:cubicBezTo>
                    <a:cubicBezTo>
                      <a:pt x="84" y="139"/>
                      <a:pt x="84" y="139"/>
                      <a:pt x="84" y="139"/>
                    </a:cubicBezTo>
                    <a:lnTo>
                      <a:pt x="31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2" name="Freeform 1119"/>
              <p:cNvSpPr>
                <a:spLocks noEditPoints="1"/>
              </p:cNvSpPr>
              <p:nvPr userDrawn="1"/>
            </p:nvSpPr>
            <p:spPr bwMode="auto">
              <a:xfrm>
                <a:off x="1256" y="1291"/>
                <a:ext cx="197" cy="143"/>
              </a:xfrm>
              <a:custGeom>
                <a:avLst/>
                <a:gdLst>
                  <a:gd name="T0" fmla="*/ 116 w 159"/>
                  <a:gd name="T1" fmla="*/ 116 h 116"/>
                  <a:gd name="T2" fmla="*/ 115 w 159"/>
                  <a:gd name="T3" fmla="*/ 116 h 116"/>
                  <a:gd name="T4" fmla="*/ 1 w 159"/>
                  <a:gd name="T5" fmla="*/ 65 h 116"/>
                  <a:gd name="T6" fmla="*/ 0 w 159"/>
                  <a:gd name="T7" fmla="*/ 63 h 116"/>
                  <a:gd name="T8" fmla="*/ 1 w 159"/>
                  <a:gd name="T9" fmla="*/ 62 h 116"/>
                  <a:gd name="T10" fmla="*/ 157 w 159"/>
                  <a:gd name="T11" fmla="*/ 1 h 116"/>
                  <a:gd name="T12" fmla="*/ 159 w 159"/>
                  <a:gd name="T13" fmla="*/ 1 h 116"/>
                  <a:gd name="T14" fmla="*/ 159 w 159"/>
                  <a:gd name="T15" fmla="*/ 3 h 116"/>
                  <a:gd name="T16" fmla="*/ 117 w 159"/>
                  <a:gd name="T17" fmla="*/ 115 h 116"/>
                  <a:gd name="T18" fmla="*/ 116 w 159"/>
                  <a:gd name="T19" fmla="*/ 116 h 116"/>
                  <a:gd name="T20" fmla="*/ 6 w 159"/>
                  <a:gd name="T21" fmla="*/ 63 h 116"/>
                  <a:gd name="T22" fmla="*/ 115 w 159"/>
                  <a:gd name="T23" fmla="*/ 112 h 116"/>
                  <a:gd name="T24" fmla="*/ 155 w 159"/>
                  <a:gd name="T25" fmla="*/ 5 h 116"/>
                  <a:gd name="T26" fmla="*/ 6 w 159"/>
                  <a:gd name="T27" fmla="*/ 63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9" h="116">
                    <a:moveTo>
                      <a:pt x="116" y="116"/>
                    </a:moveTo>
                    <a:cubicBezTo>
                      <a:pt x="115" y="116"/>
                      <a:pt x="115" y="116"/>
                      <a:pt x="115" y="116"/>
                    </a:cubicBez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0" y="62"/>
                      <a:pt x="0" y="62"/>
                      <a:pt x="1" y="62"/>
                    </a:cubicBezTo>
                    <a:cubicBezTo>
                      <a:pt x="157" y="1"/>
                      <a:pt x="157" y="1"/>
                      <a:pt x="157" y="1"/>
                    </a:cubicBezTo>
                    <a:cubicBezTo>
                      <a:pt x="157" y="0"/>
                      <a:pt x="158" y="1"/>
                      <a:pt x="159" y="1"/>
                    </a:cubicBezTo>
                    <a:cubicBezTo>
                      <a:pt x="159" y="1"/>
                      <a:pt x="159" y="2"/>
                      <a:pt x="159" y="3"/>
                    </a:cubicBezTo>
                    <a:cubicBezTo>
                      <a:pt x="117" y="115"/>
                      <a:pt x="117" y="115"/>
                      <a:pt x="117" y="115"/>
                    </a:cubicBezTo>
                    <a:cubicBezTo>
                      <a:pt x="117" y="116"/>
                      <a:pt x="117" y="116"/>
                      <a:pt x="116" y="116"/>
                    </a:cubicBezTo>
                    <a:close/>
                    <a:moveTo>
                      <a:pt x="6" y="63"/>
                    </a:moveTo>
                    <a:cubicBezTo>
                      <a:pt x="115" y="112"/>
                      <a:pt x="115" y="112"/>
                      <a:pt x="115" y="112"/>
                    </a:cubicBezTo>
                    <a:cubicBezTo>
                      <a:pt x="155" y="5"/>
                      <a:pt x="155" y="5"/>
                      <a:pt x="155" y="5"/>
                    </a:cubicBezTo>
                    <a:lnTo>
                      <a:pt x="6" y="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3" name="Freeform 1120"/>
              <p:cNvSpPr>
                <a:spLocks noEditPoints="1"/>
              </p:cNvSpPr>
              <p:nvPr userDrawn="1"/>
            </p:nvSpPr>
            <p:spPr bwMode="auto">
              <a:xfrm>
                <a:off x="1916" y="643"/>
                <a:ext cx="138" cy="141"/>
              </a:xfrm>
              <a:custGeom>
                <a:avLst/>
                <a:gdLst>
                  <a:gd name="T0" fmla="*/ 21 w 112"/>
                  <a:gd name="T1" fmla="*/ 114 h 114"/>
                  <a:gd name="T2" fmla="*/ 20 w 112"/>
                  <a:gd name="T3" fmla="*/ 113 h 114"/>
                  <a:gd name="T4" fmla="*/ 20 w 112"/>
                  <a:gd name="T5" fmla="*/ 112 h 114"/>
                  <a:gd name="T6" fmla="*/ 0 w 112"/>
                  <a:gd name="T7" fmla="*/ 2 h 114"/>
                  <a:gd name="T8" fmla="*/ 1 w 112"/>
                  <a:gd name="T9" fmla="*/ 0 h 114"/>
                  <a:gd name="T10" fmla="*/ 3 w 112"/>
                  <a:gd name="T11" fmla="*/ 0 h 114"/>
                  <a:gd name="T12" fmla="*/ 111 w 112"/>
                  <a:gd name="T13" fmla="*/ 76 h 114"/>
                  <a:gd name="T14" fmla="*/ 112 w 112"/>
                  <a:gd name="T15" fmla="*/ 78 h 114"/>
                  <a:gd name="T16" fmla="*/ 111 w 112"/>
                  <a:gd name="T17" fmla="*/ 79 h 114"/>
                  <a:gd name="T18" fmla="*/ 22 w 112"/>
                  <a:gd name="T19" fmla="*/ 114 h 114"/>
                  <a:gd name="T20" fmla="*/ 21 w 112"/>
                  <a:gd name="T21" fmla="*/ 114 h 114"/>
                  <a:gd name="T22" fmla="*/ 4 w 112"/>
                  <a:gd name="T23" fmla="*/ 5 h 114"/>
                  <a:gd name="T24" fmla="*/ 23 w 112"/>
                  <a:gd name="T25" fmla="*/ 110 h 114"/>
                  <a:gd name="T26" fmla="*/ 107 w 112"/>
                  <a:gd name="T27" fmla="*/ 77 h 114"/>
                  <a:gd name="T28" fmla="*/ 4 w 112"/>
                  <a:gd name="T29" fmla="*/ 5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2" h="114">
                    <a:moveTo>
                      <a:pt x="21" y="114"/>
                    </a:moveTo>
                    <a:cubicBezTo>
                      <a:pt x="20" y="113"/>
                      <a:pt x="20" y="113"/>
                      <a:pt x="20" y="113"/>
                    </a:cubicBezTo>
                    <a:cubicBezTo>
                      <a:pt x="20" y="113"/>
                      <a:pt x="20" y="113"/>
                      <a:pt x="20" y="11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11" y="76"/>
                      <a:pt x="111" y="76"/>
                      <a:pt x="111" y="76"/>
                    </a:cubicBezTo>
                    <a:cubicBezTo>
                      <a:pt x="112" y="76"/>
                      <a:pt x="112" y="77"/>
                      <a:pt x="112" y="78"/>
                    </a:cubicBezTo>
                    <a:cubicBezTo>
                      <a:pt x="112" y="78"/>
                      <a:pt x="111" y="79"/>
                      <a:pt x="111" y="79"/>
                    </a:cubicBezTo>
                    <a:cubicBezTo>
                      <a:pt x="22" y="114"/>
                      <a:pt x="22" y="114"/>
                      <a:pt x="22" y="114"/>
                    </a:cubicBezTo>
                    <a:lnTo>
                      <a:pt x="21" y="114"/>
                    </a:lnTo>
                    <a:close/>
                    <a:moveTo>
                      <a:pt x="4" y="5"/>
                    </a:moveTo>
                    <a:cubicBezTo>
                      <a:pt x="23" y="110"/>
                      <a:pt x="23" y="110"/>
                      <a:pt x="23" y="110"/>
                    </a:cubicBezTo>
                    <a:cubicBezTo>
                      <a:pt x="107" y="77"/>
                      <a:pt x="107" y="77"/>
                      <a:pt x="107" y="77"/>
                    </a:cubicBezTo>
                    <a:lnTo>
                      <a:pt x="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4" name="Freeform 1121"/>
              <p:cNvSpPr>
                <a:spLocks noEditPoints="1"/>
              </p:cNvSpPr>
              <p:nvPr userDrawn="1"/>
            </p:nvSpPr>
            <p:spPr bwMode="auto">
              <a:xfrm>
                <a:off x="1840" y="643"/>
                <a:ext cx="104" cy="141"/>
              </a:xfrm>
              <a:custGeom>
                <a:avLst/>
                <a:gdLst>
                  <a:gd name="T0" fmla="*/ 82 w 84"/>
                  <a:gd name="T1" fmla="*/ 114 h 114"/>
                  <a:gd name="T2" fmla="*/ 81 w 84"/>
                  <a:gd name="T3" fmla="*/ 113 h 114"/>
                  <a:gd name="T4" fmla="*/ 0 w 84"/>
                  <a:gd name="T5" fmla="*/ 37 h 114"/>
                  <a:gd name="T6" fmla="*/ 0 w 84"/>
                  <a:gd name="T7" fmla="*/ 35 h 114"/>
                  <a:gd name="T8" fmla="*/ 1 w 84"/>
                  <a:gd name="T9" fmla="*/ 34 h 114"/>
                  <a:gd name="T10" fmla="*/ 62 w 84"/>
                  <a:gd name="T11" fmla="*/ 0 h 114"/>
                  <a:gd name="T12" fmla="*/ 63 w 84"/>
                  <a:gd name="T13" fmla="*/ 0 h 114"/>
                  <a:gd name="T14" fmla="*/ 64 w 84"/>
                  <a:gd name="T15" fmla="*/ 1 h 114"/>
                  <a:gd name="T16" fmla="*/ 84 w 84"/>
                  <a:gd name="T17" fmla="*/ 112 h 114"/>
                  <a:gd name="T18" fmla="*/ 83 w 84"/>
                  <a:gd name="T19" fmla="*/ 113 h 114"/>
                  <a:gd name="T20" fmla="*/ 82 w 84"/>
                  <a:gd name="T21" fmla="*/ 114 h 114"/>
                  <a:gd name="T22" fmla="*/ 4 w 84"/>
                  <a:gd name="T23" fmla="*/ 36 h 114"/>
                  <a:gd name="T24" fmla="*/ 80 w 84"/>
                  <a:gd name="T25" fmla="*/ 107 h 114"/>
                  <a:gd name="T26" fmla="*/ 61 w 84"/>
                  <a:gd name="T27" fmla="*/ 4 h 114"/>
                  <a:gd name="T28" fmla="*/ 4 w 84"/>
                  <a:gd name="T29" fmla="*/ 36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4" h="114">
                    <a:moveTo>
                      <a:pt x="82" y="114"/>
                    </a:moveTo>
                    <a:cubicBezTo>
                      <a:pt x="82" y="114"/>
                      <a:pt x="81" y="113"/>
                      <a:pt x="81" y="113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6"/>
                      <a:pt x="0" y="36"/>
                      <a:pt x="0" y="35"/>
                    </a:cubicBezTo>
                    <a:cubicBezTo>
                      <a:pt x="0" y="35"/>
                      <a:pt x="0" y="34"/>
                      <a:pt x="1" y="34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2" y="0"/>
                      <a:pt x="63" y="0"/>
                      <a:pt x="63" y="0"/>
                    </a:cubicBezTo>
                    <a:cubicBezTo>
                      <a:pt x="64" y="0"/>
                      <a:pt x="64" y="1"/>
                      <a:pt x="64" y="1"/>
                    </a:cubicBezTo>
                    <a:cubicBezTo>
                      <a:pt x="84" y="112"/>
                      <a:pt x="84" y="112"/>
                      <a:pt x="84" y="112"/>
                    </a:cubicBezTo>
                    <a:cubicBezTo>
                      <a:pt x="84" y="112"/>
                      <a:pt x="84" y="113"/>
                      <a:pt x="83" y="113"/>
                    </a:cubicBezTo>
                    <a:lnTo>
                      <a:pt x="82" y="114"/>
                    </a:lnTo>
                    <a:close/>
                    <a:moveTo>
                      <a:pt x="4" y="36"/>
                    </a:moveTo>
                    <a:cubicBezTo>
                      <a:pt x="80" y="107"/>
                      <a:pt x="80" y="107"/>
                      <a:pt x="80" y="107"/>
                    </a:cubicBezTo>
                    <a:cubicBezTo>
                      <a:pt x="61" y="4"/>
                      <a:pt x="61" y="4"/>
                      <a:pt x="61" y="4"/>
                    </a:cubicBezTo>
                    <a:lnTo>
                      <a:pt x="4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5" name="Freeform 1122"/>
              <p:cNvSpPr>
                <a:spLocks noEditPoints="1"/>
              </p:cNvSpPr>
              <p:nvPr userDrawn="1"/>
            </p:nvSpPr>
            <p:spPr bwMode="auto">
              <a:xfrm>
                <a:off x="2037" y="677"/>
                <a:ext cx="110" cy="64"/>
              </a:xfrm>
              <a:custGeom>
                <a:avLst/>
                <a:gdLst>
                  <a:gd name="T0" fmla="*/ 12 w 89"/>
                  <a:gd name="T1" fmla="*/ 52 h 52"/>
                  <a:gd name="T2" fmla="*/ 11 w 89"/>
                  <a:gd name="T3" fmla="*/ 51 h 52"/>
                  <a:gd name="T4" fmla="*/ 0 w 89"/>
                  <a:gd name="T5" fmla="*/ 2 h 52"/>
                  <a:gd name="T6" fmla="*/ 0 w 89"/>
                  <a:gd name="T7" fmla="*/ 0 h 52"/>
                  <a:gd name="T8" fmla="*/ 2 w 89"/>
                  <a:gd name="T9" fmla="*/ 0 h 52"/>
                  <a:gd name="T10" fmla="*/ 88 w 89"/>
                  <a:gd name="T11" fmla="*/ 38 h 52"/>
                  <a:gd name="T12" fmla="*/ 89 w 89"/>
                  <a:gd name="T13" fmla="*/ 40 h 52"/>
                  <a:gd name="T14" fmla="*/ 87 w 89"/>
                  <a:gd name="T15" fmla="*/ 41 h 52"/>
                  <a:gd name="T16" fmla="*/ 13 w 89"/>
                  <a:gd name="T17" fmla="*/ 52 h 52"/>
                  <a:gd name="T18" fmla="*/ 12 w 89"/>
                  <a:gd name="T19" fmla="*/ 52 h 52"/>
                  <a:gd name="T20" fmla="*/ 4 w 89"/>
                  <a:gd name="T21" fmla="*/ 4 h 52"/>
                  <a:gd name="T22" fmla="*/ 14 w 89"/>
                  <a:gd name="T23" fmla="*/ 48 h 52"/>
                  <a:gd name="T24" fmla="*/ 81 w 89"/>
                  <a:gd name="T25" fmla="*/ 39 h 52"/>
                  <a:gd name="T26" fmla="*/ 4 w 89"/>
                  <a:gd name="T27" fmla="*/ 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52">
                    <a:moveTo>
                      <a:pt x="12" y="52"/>
                    </a:moveTo>
                    <a:cubicBezTo>
                      <a:pt x="12" y="52"/>
                      <a:pt x="11" y="52"/>
                      <a:pt x="11" y="5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8" y="38"/>
                      <a:pt x="88" y="38"/>
                      <a:pt x="88" y="38"/>
                    </a:cubicBezTo>
                    <a:cubicBezTo>
                      <a:pt x="88" y="39"/>
                      <a:pt x="89" y="39"/>
                      <a:pt x="89" y="40"/>
                    </a:cubicBezTo>
                    <a:cubicBezTo>
                      <a:pt x="88" y="41"/>
                      <a:pt x="88" y="41"/>
                      <a:pt x="87" y="41"/>
                    </a:cubicBezTo>
                    <a:cubicBezTo>
                      <a:pt x="13" y="52"/>
                      <a:pt x="13" y="52"/>
                      <a:pt x="13" y="52"/>
                    </a:cubicBezTo>
                    <a:lnTo>
                      <a:pt x="12" y="52"/>
                    </a:lnTo>
                    <a:close/>
                    <a:moveTo>
                      <a:pt x="4" y="4"/>
                    </a:moveTo>
                    <a:cubicBezTo>
                      <a:pt x="14" y="48"/>
                      <a:pt x="14" y="48"/>
                      <a:pt x="14" y="48"/>
                    </a:cubicBezTo>
                    <a:cubicBezTo>
                      <a:pt x="81" y="39"/>
                      <a:pt x="81" y="39"/>
                      <a:pt x="81" y="39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6" name="Freeform 1123"/>
              <p:cNvSpPr>
                <a:spLocks noEditPoints="1"/>
              </p:cNvSpPr>
              <p:nvPr userDrawn="1"/>
            </p:nvSpPr>
            <p:spPr bwMode="auto">
              <a:xfrm>
                <a:off x="2234" y="803"/>
                <a:ext cx="87" cy="87"/>
              </a:xfrm>
              <a:custGeom>
                <a:avLst/>
                <a:gdLst>
                  <a:gd name="T0" fmla="*/ 2 w 70"/>
                  <a:gd name="T1" fmla="*/ 70 h 70"/>
                  <a:gd name="T2" fmla="*/ 1 w 70"/>
                  <a:gd name="T3" fmla="*/ 69 h 70"/>
                  <a:gd name="T4" fmla="*/ 0 w 70"/>
                  <a:gd name="T5" fmla="*/ 68 h 70"/>
                  <a:gd name="T6" fmla="*/ 9 w 70"/>
                  <a:gd name="T7" fmla="*/ 2 h 70"/>
                  <a:gd name="T8" fmla="*/ 10 w 70"/>
                  <a:gd name="T9" fmla="*/ 0 h 70"/>
                  <a:gd name="T10" fmla="*/ 12 w 70"/>
                  <a:gd name="T11" fmla="*/ 0 h 70"/>
                  <a:gd name="T12" fmla="*/ 69 w 70"/>
                  <a:gd name="T13" fmla="*/ 30 h 70"/>
                  <a:gd name="T14" fmla="*/ 70 w 70"/>
                  <a:gd name="T15" fmla="*/ 32 h 70"/>
                  <a:gd name="T16" fmla="*/ 69 w 70"/>
                  <a:gd name="T17" fmla="*/ 33 h 70"/>
                  <a:gd name="T18" fmla="*/ 2 w 70"/>
                  <a:gd name="T19" fmla="*/ 69 h 70"/>
                  <a:gd name="T20" fmla="*/ 2 w 70"/>
                  <a:gd name="T21" fmla="*/ 70 h 70"/>
                  <a:gd name="T22" fmla="*/ 12 w 70"/>
                  <a:gd name="T23" fmla="*/ 5 h 70"/>
                  <a:gd name="T24" fmla="*/ 4 w 70"/>
                  <a:gd name="T25" fmla="*/ 65 h 70"/>
                  <a:gd name="T26" fmla="*/ 64 w 70"/>
                  <a:gd name="T27" fmla="*/ 32 h 70"/>
                  <a:gd name="T28" fmla="*/ 12 w 70"/>
                  <a:gd name="T29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0" h="70">
                    <a:moveTo>
                      <a:pt x="2" y="70"/>
                    </a:moveTo>
                    <a:cubicBezTo>
                      <a:pt x="1" y="69"/>
                      <a:pt x="1" y="69"/>
                      <a:pt x="1" y="69"/>
                    </a:cubicBezTo>
                    <a:cubicBezTo>
                      <a:pt x="0" y="69"/>
                      <a:pt x="0" y="68"/>
                      <a:pt x="0" y="68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10" y="1"/>
                      <a:pt x="10" y="1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69" y="30"/>
                      <a:pt x="69" y="30"/>
                      <a:pt x="69" y="30"/>
                    </a:cubicBezTo>
                    <a:cubicBezTo>
                      <a:pt x="69" y="31"/>
                      <a:pt x="70" y="31"/>
                      <a:pt x="70" y="32"/>
                    </a:cubicBezTo>
                    <a:cubicBezTo>
                      <a:pt x="70" y="32"/>
                      <a:pt x="69" y="33"/>
                      <a:pt x="69" y="33"/>
                    </a:cubicBezTo>
                    <a:cubicBezTo>
                      <a:pt x="2" y="69"/>
                      <a:pt x="2" y="69"/>
                      <a:pt x="2" y="69"/>
                    </a:cubicBezTo>
                    <a:lnTo>
                      <a:pt x="2" y="70"/>
                    </a:lnTo>
                    <a:close/>
                    <a:moveTo>
                      <a:pt x="12" y="5"/>
                    </a:moveTo>
                    <a:cubicBezTo>
                      <a:pt x="4" y="65"/>
                      <a:pt x="4" y="65"/>
                      <a:pt x="4" y="65"/>
                    </a:cubicBezTo>
                    <a:cubicBezTo>
                      <a:pt x="64" y="32"/>
                      <a:pt x="64" y="32"/>
                      <a:pt x="64" y="32"/>
                    </a:cubicBezTo>
                    <a:lnTo>
                      <a:pt x="12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7" name="Freeform 1124"/>
              <p:cNvSpPr>
                <a:spLocks noEditPoints="1"/>
              </p:cNvSpPr>
              <p:nvPr userDrawn="1"/>
            </p:nvSpPr>
            <p:spPr bwMode="auto">
              <a:xfrm>
                <a:off x="1749" y="734"/>
                <a:ext cx="195" cy="69"/>
              </a:xfrm>
              <a:custGeom>
                <a:avLst/>
                <a:gdLst>
                  <a:gd name="T0" fmla="*/ 76 w 158"/>
                  <a:gd name="T1" fmla="*/ 56 h 56"/>
                  <a:gd name="T2" fmla="*/ 75 w 158"/>
                  <a:gd name="T3" fmla="*/ 55 h 56"/>
                  <a:gd name="T4" fmla="*/ 1 w 158"/>
                  <a:gd name="T5" fmla="*/ 3 h 56"/>
                  <a:gd name="T6" fmla="*/ 0 w 158"/>
                  <a:gd name="T7" fmla="*/ 1 h 56"/>
                  <a:gd name="T8" fmla="*/ 2 w 158"/>
                  <a:gd name="T9" fmla="*/ 0 h 56"/>
                  <a:gd name="T10" fmla="*/ 157 w 158"/>
                  <a:gd name="T11" fmla="*/ 37 h 56"/>
                  <a:gd name="T12" fmla="*/ 158 w 158"/>
                  <a:gd name="T13" fmla="*/ 39 h 56"/>
                  <a:gd name="T14" fmla="*/ 157 w 158"/>
                  <a:gd name="T15" fmla="*/ 41 h 56"/>
                  <a:gd name="T16" fmla="*/ 76 w 158"/>
                  <a:gd name="T17" fmla="*/ 56 h 56"/>
                  <a:gd name="T18" fmla="*/ 10 w 158"/>
                  <a:gd name="T19" fmla="*/ 5 h 56"/>
                  <a:gd name="T20" fmla="*/ 76 w 158"/>
                  <a:gd name="T21" fmla="*/ 52 h 56"/>
                  <a:gd name="T22" fmla="*/ 148 w 158"/>
                  <a:gd name="T23" fmla="*/ 39 h 56"/>
                  <a:gd name="T24" fmla="*/ 10 w 158"/>
                  <a:gd name="T25" fmla="*/ 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8" h="56">
                    <a:moveTo>
                      <a:pt x="76" y="56"/>
                    </a:moveTo>
                    <a:cubicBezTo>
                      <a:pt x="75" y="55"/>
                      <a:pt x="75" y="55"/>
                      <a:pt x="75" y="5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57" y="37"/>
                      <a:pt x="157" y="37"/>
                      <a:pt x="157" y="37"/>
                    </a:cubicBezTo>
                    <a:cubicBezTo>
                      <a:pt x="157" y="38"/>
                      <a:pt x="158" y="38"/>
                      <a:pt x="158" y="39"/>
                    </a:cubicBezTo>
                    <a:cubicBezTo>
                      <a:pt x="158" y="40"/>
                      <a:pt x="157" y="40"/>
                      <a:pt x="157" y="41"/>
                    </a:cubicBezTo>
                    <a:cubicBezTo>
                      <a:pt x="76" y="56"/>
                      <a:pt x="76" y="56"/>
                      <a:pt x="76" y="56"/>
                    </a:cubicBezTo>
                    <a:close/>
                    <a:moveTo>
                      <a:pt x="10" y="5"/>
                    </a:moveTo>
                    <a:cubicBezTo>
                      <a:pt x="76" y="52"/>
                      <a:pt x="76" y="52"/>
                      <a:pt x="76" y="52"/>
                    </a:cubicBezTo>
                    <a:cubicBezTo>
                      <a:pt x="148" y="39"/>
                      <a:pt x="148" y="39"/>
                      <a:pt x="148" y="39"/>
                    </a:cubicBezTo>
                    <a:lnTo>
                      <a:pt x="1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8" name="Freeform 1125"/>
              <p:cNvSpPr>
                <a:spLocks noEditPoints="1"/>
              </p:cNvSpPr>
              <p:nvPr userDrawn="1"/>
            </p:nvSpPr>
            <p:spPr bwMode="auto">
              <a:xfrm>
                <a:off x="1671" y="798"/>
                <a:ext cx="173" cy="149"/>
              </a:xfrm>
              <a:custGeom>
                <a:avLst/>
                <a:gdLst>
                  <a:gd name="T0" fmla="*/ 31 w 140"/>
                  <a:gd name="T1" fmla="*/ 120 h 120"/>
                  <a:gd name="T2" fmla="*/ 30 w 140"/>
                  <a:gd name="T3" fmla="*/ 120 h 120"/>
                  <a:gd name="T4" fmla="*/ 29 w 140"/>
                  <a:gd name="T5" fmla="*/ 119 h 120"/>
                  <a:gd name="T6" fmla="*/ 0 w 140"/>
                  <a:gd name="T7" fmla="*/ 30 h 120"/>
                  <a:gd name="T8" fmla="*/ 0 w 140"/>
                  <a:gd name="T9" fmla="*/ 28 h 120"/>
                  <a:gd name="T10" fmla="*/ 1 w 140"/>
                  <a:gd name="T11" fmla="*/ 28 h 120"/>
                  <a:gd name="T12" fmla="*/ 138 w 140"/>
                  <a:gd name="T13" fmla="*/ 0 h 120"/>
                  <a:gd name="T14" fmla="*/ 140 w 140"/>
                  <a:gd name="T15" fmla="*/ 1 h 120"/>
                  <a:gd name="T16" fmla="*/ 140 w 140"/>
                  <a:gd name="T17" fmla="*/ 3 h 120"/>
                  <a:gd name="T18" fmla="*/ 32 w 140"/>
                  <a:gd name="T19" fmla="*/ 120 h 120"/>
                  <a:gd name="T20" fmla="*/ 31 w 140"/>
                  <a:gd name="T21" fmla="*/ 120 h 120"/>
                  <a:gd name="T22" fmla="*/ 4 w 140"/>
                  <a:gd name="T23" fmla="*/ 31 h 120"/>
                  <a:gd name="T24" fmla="*/ 31 w 140"/>
                  <a:gd name="T25" fmla="*/ 115 h 120"/>
                  <a:gd name="T26" fmla="*/ 134 w 140"/>
                  <a:gd name="T27" fmla="*/ 5 h 120"/>
                  <a:gd name="T28" fmla="*/ 4 w 140"/>
                  <a:gd name="T29" fmla="*/ 31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0" h="120">
                    <a:moveTo>
                      <a:pt x="31" y="120"/>
                    </a:moveTo>
                    <a:cubicBezTo>
                      <a:pt x="30" y="120"/>
                      <a:pt x="30" y="120"/>
                      <a:pt x="30" y="120"/>
                    </a:cubicBezTo>
                    <a:cubicBezTo>
                      <a:pt x="30" y="120"/>
                      <a:pt x="29" y="120"/>
                      <a:pt x="29" y="119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29"/>
                      <a:pt x="0" y="29"/>
                      <a:pt x="0" y="28"/>
                    </a:cubicBezTo>
                    <a:cubicBezTo>
                      <a:pt x="0" y="28"/>
                      <a:pt x="1" y="28"/>
                      <a:pt x="1" y="28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39" y="0"/>
                      <a:pt x="140" y="0"/>
                      <a:pt x="140" y="1"/>
                    </a:cubicBezTo>
                    <a:cubicBezTo>
                      <a:pt x="140" y="2"/>
                      <a:pt x="140" y="3"/>
                      <a:pt x="140" y="3"/>
                    </a:cubicBezTo>
                    <a:cubicBezTo>
                      <a:pt x="32" y="120"/>
                      <a:pt x="32" y="120"/>
                      <a:pt x="32" y="120"/>
                    </a:cubicBezTo>
                    <a:cubicBezTo>
                      <a:pt x="32" y="120"/>
                      <a:pt x="31" y="120"/>
                      <a:pt x="31" y="120"/>
                    </a:cubicBezTo>
                    <a:close/>
                    <a:moveTo>
                      <a:pt x="4" y="31"/>
                    </a:moveTo>
                    <a:cubicBezTo>
                      <a:pt x="31" y="115"/>
                      <a:pt x="31" y="115"/>
                      <a:pt x="31" y="115"/>
                    </a:cubicBezTo>
                    <a:cubicBezTo>
                      <a:pt x="134" y="5"/>
                      <a:pt x="134" y="5"/>
                      <a:pt x="134" y="5"/>
                    </a:cubicBezTo>
                    <a:lnTo>
                      <a:pt x="4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9" name="Freeform 1126"/>
              <p:cNvSpPr>
                <a:spLocks noEditPoints="1"/>
              </p:cNvSpPr>
              <p:nvPr userDrawn="1"/>
            </p:nvSpPr>
            <p:spPr bwMode="auto">
              <a:xfrm>
                <a:off x="2051" y="724"/>
                <a:ext cx="96" cy="94"/>
              </a:xfrm>
              <a:custGeom>
                <a:avLst/>
                <a:gdLst>
                  <a:gd name="T0" fmla="*/ 14 w 78"/>
                  <a:gd name="T1" fmla="*/ 76 h 76"/>
                  <a:gd name="T2" fmla="*/ 14 w 78"/>
                  <a:gd name="T3" fmla="*/ 76 h 76"/>
                  <a:gd name="T4" fmla="*/ 13 w 78"/>
                  <a:gd name="T5" fmla="*/ 75 h 76"/>
                  <a:gd name="T6" fmla="*/ 0 w 78"/>
                  <a:gd name="T7" fmla="*/ 13 h 76"/>
                  <a:gd name="T8" fmla="*/ 0 w 78"/>
                  <a:gd name="T9" fmla="*/ 11 h 76"/>
                  <a:gd name="T10" fmla="*/ 1 w 78"/>
                  <a:gd name="T11" fmla="*/ 11 h 76"/>
                  <a:gd name="T12" fmla="*/ 76 w 78"/>
                  <a:gd name="T13" fmla="*/ 0 h 76"/>
                  <a:gd name="T14" fmla="*/ 77 w 78"/>
                  <a:gd name="T15" fmla="*/ 1 h 76"/>
                  <a:gd name="T16" fmla="*/ 77 w 78"/>
                  <a:gd name="T17" fmla="*/ 3 h 76"/>
                  <a:gd name="T18" fmla="*/ 15 w 78"/>
                  <a:gd name="T19" fmla="*/ 76 h 76"/>
                  <a:gd name="T20" fmla="*/ 14 w 78"/>
                  <a:gd name="T21" fmla="*/ 76 h 76"/>
                  <a:gd name="T22" fmla="*/ 3 w 78"/>
                  <a:gd name="T23" fmla="*/ 14 h 76"/>
                  <a:gd name="T24" fmla="*/ 15 w 78"/>
                  <a:gd name="T25" fmla="*/ 71 h 76"/>
                  <a:gd name="T26" fmla="*/ 72 w 78"/>
                  <a:gd name="T27" fmla="*/ 4 h 76"/>
                  <a:gd name="T28" fmla="*/ 3 w 78"/>
                  <a:gd name="T29" fmla="*/ 1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8" h="76">
                    <a:moveTo>
                      <a:pt x="14" y="76"/>
                    </a:moveTo>
                    <a:cubicBezTo>
                      <a:pt x="14" y="76"/>
                      <a:pt x="14" y="76"/>
                      <a:pt x="14" y="76"/>
                    </a:cubicBezTo>
                    <a:cubicBezTo>
                      <a:pt x="13" y="76"/>
                      <a:pt x="13" y="76"/>
                      <a:pt x="13" y="75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2"/>
                      <a:pt x="0" y="12"/>
                      <a:pt x="0" y="11"/>
                    </a:cubicBezTo>
                    <a:cubicBezTo>
                      <a:pt x="0" y="11"/>
                      <a:pt x="1" y="11"/>
                      <a:pt x="1" y="11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77" y="0"/>
                      <a:pt x="77" y="1"/>
                    </a:cubicBezTo>
                    <a:cubicBezTo>
                      <a:pt x="78" y="2"/>
                      <a:pt x="78" y="2"/>
                      <a:pt x="77" y="3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5" y="76"/>
                      <a:pt x="15" y="76"/>
                      <a:pt x="14" y="76"/>
                    </a:cubicBezTo>
                    <a:close/>
                    <a:moveTo>
                      <a:pt x="3" y="14"/>
                    </a:moveTo>
                    <a:cubicBezTo>
                      <a:pt x="15" y="71"/>
                      <a:pt x="15" y="71"/>
                      <a:pt x="15" y="71"/>
                    </a:cubicBezTo>
                    <a:cubicBezTo>
                      <a:pt x="72" y="4"/>
                      <a:pt x="72" y="4"/>
                      <a:pt x="72" y="4"/>
                    </a:cubicBezTo>
                    <a:lnTo>
                      <a:pt x="3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0" name="Freeform 1127"/>
              <p:cNvSpPr>
                <a:spLocks noEditPoints="1"/>
              </p:cNvSpPr>
              <p:nvPr userDrawn="1"/>
            </p:nvSpPr>
            <p:spPr bwMode="auto">
              <a:xfrm>
                <a:off x="2615" y="1038"/>
                <a:ext cx="150" cy="43"/>
              </a:xfrm>
              <a:custGeom>
                <a:avLst/>
                <a:gdLst>
                  <a:gd name="T0" fmla="*/ 73 w 121"/>
                  <a:gd name="T1" fmla="*/ 35 h 35"/>
                  <a:gd name="T2" fmla="*/ 73 w 121"/>
                  <a:gd name="T3" fmla="*/ 34 h 35"/>
                  <a:gd name="T4" fmla="*/ 1 w 121"/>
                  <a:gd name="T5" fmla="*/ 12 h 35"/>
                  <a:gd name="T6" fmla="*/ 0 w 121"/>
                  <a:gd name="T7" fmla="*/ 10 h 35"/>
                  <a:gd name="T8" fmla="*/ 2 w 121"/>
                  <a:gd name="T9" fmla="*/ 9 h 35"/>
                  <a:gd name="T10" fmla="*/ 119 w 121"/>
                  <a:gd name="T11" fmla="*/ 0 h 35"/>
                  <a:gd name="T12" fmla="*/ 120 w 121"/>
                  <a:gd name="T13" fmla="*/ 1 h 35"/>
                  <a:gd name="T14" fmla="*/ 120 w 121"/>
                  <a:gd name="T15" fmla="*/ 3 h 35"/>
                  <a:gd name="T16" fmla="*/ 74 w 121"/>
                  <a:gd name="T17" fmla="*/ 34 h 35"/>
                  <a:gd name="T18" fmla="*/ 73 w 121"/>
                  <a:gd name="T19" fmla="*/ 35 h 35"/>
                  <a:gd name="T20" fmla="*/ 11 w 121"/>
                  <a:gd name="T21" fmla="*/ 11 h 35"/>
                  <a:gd name="T22" fmla="*/ 73 w 121"/>
                  <a:gd name="T23" fmla="*/ 31 h 35"/>
                  <a:gd name="T24" fmla="*/ 113 w 121"/>
                  <a:gd name="T25" fmla="*/ 4 h 35"/>
                  <a:gd name="T26" fmla="*/ 11 w 121"/>
                  <a:gd name="T2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1" h="35">
                    <a:moveTo>
                      <a:pt x="73" y="35"/>
                    </a:moveTo>
                    <a:cubicBezTo>
                      <a:pt x="73" y="34"/>
                      <a:pt x="73" y="34"/>
                      <a:pt x="73" y="34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1"/>
                      <a:pt x="0" y="10"/>
                    </a:cubicBezTo>
                    <a:cubicBezTo>
                      <a:pt x="0" y="9"/>
                      <a:pt x="1" y="9"/>
                      <a:pt x="2" y="9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20" y="0"/>
                      <a:pt x="120" y="1"/>
                      <a:pt x="120" y="1"/>
                    </a:cubicBezTo>
                    <a:cubicBezTo>
                      <a:pt x="121" y="2"/>
                      <a:pt x="120" y="3"/>
                      <a:pt x="120" y="3"/>
                    </a:cubicBezTo>
                    <a:cubicBezTo>
                      <a:pt x="74" y="34"/>
                      <a:pt x="74" y="34"/>
                      <a:pt x="74" y="34"/>
                    </a:cubicBezTo>
                    <a:lnTo>
                      <a:pt x="73" y="35"/>
                    </a:lnTo>
                    <a:close/>
                    <a:moveTo>
                      <a:pt x="11" y="11"/>
                    </a:moveTo>
                    <a:cubicBezTo>
                      <a:pt x="73" y="31"/>
                      <a:pt x="73" y="31"/>
                      <a:pt x="73" y="31"/>
                    </a:cubicBezTo>
                    <a:cubicBezTo>
                      <a:pt x="113" y="4"/>
                      <a:pt x="113" y="4"/>
                      <a:pt x="113" y="4"/>
                    </a:cubicBezTo>
                    <a:lnTo>
                      <a:pt x="11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1" name="Freeform 1128"/>
              <p:cNvSpPr>
                <a:spLocks noEditPoints="1"/>
              </p:cNvSpPr>
              <p:nvPr userDrawn="1"/>
            </p:nvSpPr>
            <p:spPr bwMode="auto">
              <a:xfrm>
                <a:off x="2704" y="1077"/>
                <a:ext cx="112" cy="78"/>
              </a:xfrm>
              <a:custGeom>
                <a:avLst/>
                <a:gdLst>
                  <a:gd name="T0" fmla="*/ 18 w 90"/>
                  <a:gd name="T1" fmla="*/ 63 h 63"/>
                  <a:gd name="T2" fmla="*/ 17 w 90"/>
                  <a:gd name="T3" fmla="*/ 63 h 63"/>
                  <a:gd name="T4" fmla="*/ 16 w 90"/>
                  <a:gd name="T5" fmla="*/ 62 h 63"/>
                  <a:gd name="T6" fmla="*/ 0 w 90"/>
                  <a:gd name="T7" fmla="*/ 2 h 63"/>
                  <a:gd name="T8" fmla="*/ 0 w 90"/>
                  <a:gd name="T9" fmla="*/ 1 h 63"/>
                  <a:gd name="T10" fmla="*/ 2 w 90"/>
                  <a:gd name="T11" fmla="*/ 0 h 63"/>
                  <a:gd name="T12" fmla="*/ 88 w 90"/>
                  <a:gd name="T13" fmla="*/ 23 h 63"/>
                  <a:gd name="T14" fmla="*/ 90 w 90"/>
                  <a:gd name="T15" fmla="*/ 24 h 63"/>
                  <a:gd name="T16" fmla="*/ 89 w 90"/>
                  <a:gd name="T17" fmla="*/ 26 h 63"/>
                  <a:gd name="T18" fmla="*/ 19 w 90"/>
                  <a:gd name="T19" fmla="*/ 63 h 63"/>
                  <a:gd name="T20" fmla="*/ 18 w 90"/>
                  <a:gd name="T21" fmla="*/ 63 h 63"/>
                  <a:gd name="T22" fmla="*/ 4 w 90"/>
                  <a:gd name="T23" fmla="*/ 4 h 63"/>
                  <a:gd name="T24" fmla="*/ 19 w 90"/>
                  <a:gd name="T25" fmla="*/ 59 h 63"/>
                  <a:gd name="T26" fmla="*/ 83 w 90"/>
                  <a:gd name="T27" fmla="*/ 25 h 63"/>
                  <a:gd name="T28" fmla="*/ 4 w 90"/>
                  <a:gd name="T29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0" h="63">
                    <a:moveTo>
                      <a:pt x="18" y="63"/>
                    </a:moveTo>
                    <a:cubicBezTo>
                      <a:pt x="17" y="63"/>
                      <a:pt x="17" y="63"/>
                      <a:pt x="17" y="63"/>
                    </a:cubicBezTo>
                    <a:cubicBezTo>
                      <a:pt x="17" y="63"/>
                      <a:pt x="16" y="63"/>
                      <a:pt x="16" y="6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9" y="23"/>
                      <a:pt x="90" y="24"/>
                      <a:pt x="90" y="24"/>
                    </a:cubicBezTo>
                    <a:cubicBezTo>
                      <a:pt x="90" y="25"/>
                      <a:pt x="89" y="26"/>
                      <a:pt x="89" y="26"/>
                    </a:cubicBezTo>
                    <a:cubicBezTo>
                      <a:pt x="19" y="63"/>
                      <a:pt x="19" y="63"/>
                      <a:pt x="19" y="63"/>
                    </a:cubicBezTo>
                    <a:lnTo>
                      <a:pt x="18" y="63"/>
                    </a:lnTo>
                    <a:close/>
                    <a:moveTo>
                      <a:pt x="4" y="4"/>
                    </a:moveTo>
                    <a:cubicBezTo>
                      <a:pt x="19" y="59"/>
                      <a:pt x="19" y="59"/>
                      <a:pt x="19" y="59"/>
                    </a:cubicBezTo>
                    <a:cubicBezTo>
                      <a:pt x="83" y="25"/>
                      <a:pt x="83" y="25"/>
                      <a:pt x="83" y="25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2" name="Freeform 1129"/>
              <p:cNvSpPr>
                <a:spLocks noEditPoints="1"/>
              </p:cNvSpPr>
              <p:nvPr userDrawn="1"/>
            </p:nvSpPr>
            <p:spPr bwMode="auto">
              <a:xfrm>
                <a:off x="2520" y="1032"/>
                <a:ext cx="99" cy="93"/>
              </a:xfrm>
              <a:custGeom>
                <a:avLst/>
                <a:gdLst>
                  <a:gd name="T0" fmla="*/ 40 w 80"/>
                  <a:gd name="T1" fmla="*/ 75 h 75"/>
                  <a:gd name="T2" fmla="*/ 40 w 80"/>
                  <a:gd name="T3" fmla="*/ 75 h 75"/>
                  <a:gd name="T4" fmla="*/ 39 w 80"/>
                  <a:gd name="T5" fmla="*/ 74 h 75"/>
                  <a:gd name="T6" fmla="*/ 0 w 80"/>
                  <a:gd name="T7" fmla="*/ 2 h 75"/>
                  <a:gd name="T8" fmla="*/ 1 w 80"/>
                  <a:gd name="T9" fmla="*/ 1 h 75"/>
                  <a:gd name="T10" fmla="*/ 2 w 80"/>
                  <a:gd name="T11" fmla="*/ 0 h 75"/>
                  <a:gd name="T12" fmla="*/ 79 w 80"/>
                  <a:gd name="T13" fmla="*/ 14 h 75"/>
                  <a:gd name="T14" fmla="*/ 80 w 80"/>
                  <a:gd name="T15" fmla="*/ 15 h 75"/>
                  <a:gd name="T16" fmla="*/ 80 w 80"/>
                  <a:gd name="T17" fmla="*/ 16 h 75"/>
                  <a:gd name="T18" fmla="*/ 42 w 80"/>
                  <a:gd name="T19" fmla="*/ 75 h 75"/>
                  <a:gd name="T20" fmla="*/ 40 w 80"/>
                  <a:gd name="T21" fmla="*/ 75 h 75"/>
                  <a:gd name="T22" fmla="*/ 5 w 80"/>
                  <a:gd name="T23" fmla="*/ 4 h 75"/>
                  <a:gd name="T24" fmla="*/ 40 w 80"/>
                  <a:gd name="T25" fmla="*/ 70 h 75"/>
                  <a:gd name="T26" fmla="*/ 76 w 80"/>
                  <a:gd name="T27" fmla="*/ 17 h 75"/>
                  <a:gd name="T28" fmla="*/ 5 w 80"/>
                  <a:gd name="T29" fmla="*/ 4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75">
                    <a:moveTo>
                      <a:pt x="40" y="75"/>
                    </a:moveTo>
                    <a:cubicBezTo>
                      <a:pt x="40" y="75"/>
                      <a:pt x="40" y="75"/>
                      <a:pt x="40" y="75"/>
                    </a:cubicBezTo>
                    <a:cubicBezTo>
                      <a:pt x="40" y="75"/>
                      <a:pt x="39" y="75"/>
                      <a:pt x="39" y="7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80" y="14"/>
                      <a:pt x="80" y="14"/>
                      <a:pt x="80" y="15"/>
                    </a:cubicBezTo>
                    <a:cubicBezTo>
                      <a:pt x="80" y="15"/>
                      <a:pt x="80" y="16"/>
                      <a:pt x="80" y="16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0" y="75"/>
                    </a:cubicBezTo>
                    <a:close/>
                    <a:moveTo>
                      <a:pt x="5" y="4"/>
                    </a:moveTo>
                    <a:cubicBezTo>
                      <a:pt x="40" y="70"/>
                      <a:pt x="40" y="70"/>
                      <a:pt x="40" y="70"/>
                    </a:cubicBezTo>
                    <a:cubicBezTo>
                      <a:pt x="76" y="17"/>
                      <a:pt x="76" y="17"/>
                      <a:pt x="76" y="17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3" name="Freeform 1130"/>
              <p:cNvSpPr>
                <a:spLocks noEditPoints="1"/>
              </p:cNvSpPr>
              <p:nvPr userDrawn="1"/>
            </p:nvSpPr>
            <p:spPr bwMode="auto">
              <a:xfrm>
                <a:off x="2608" y="1077"/>
                <a:ext cx="121" cy="118"/>
              </a:xfrm>
              <a:custGeom>
                <a:avLst/>
                <a:gdLst>
                  <a:gd name="T0" fmla="*/ 2 w 98"/>
                  <a:gd name="T1" fmla="*/ 96 h 96"/>
                  <a:gd name="T2" fmla="*/ 0 w 98"/>
                  <a:gd name="T3" fmla="*/ 95 h 96"/>
                  <a:gd name="T4" fmla="*/ 1 w 98"/>
                  <a:gd name="T5" fmla="*/ 93 h 96"/>
                  <a:gd name="T6" fmla="*/ 78 w 98"/>
                  <a:gd name="T7" fmla="*/ 1 h 96"/>
                  <a:gd name="T8" fmla="*/ 80 w 98"/>
                  <a:gd name="T9" fmla="*/ 0 h 96"/>
                  <a:gd name="T10" fmla="*/ 81 w 98"/>
                  <a:gd name="T11" fmla="*/ 1 h 96"/>
                  <a:gd name="T12" fmla="*/ 98 w 98"/>
                  <a:gd name="T13" fmla="*/ 61 h 96"/>
                  <a:gd name="T14" fmla="*/ 96 w 98"/>
                  <a:gd name="T15" fmla="*/ 63 h 96"/>
                  <a:gd name="T16" fmla="*/ 2 w 98"/>
                  <a:gd name="T17" fmla="*/ 96 h 96"/>
                  <a:gd name="T18" fmla="*/ 79 w 98"/>
                  <a:gd name="T19" fmla="*/ 5 h 96"/>
                  <a:gd name="T20" fmla="*/ 7 w 98"/>
                  <a:gd name="T21" fmla="*/ 91 h 96"/>
                  <a:gd name="T22" fmla="*/ 94 w 98"/>
                  <a:gd name="T23" fmla="*/ 61 h 96"/>
                  <a:gd name="T24" fmla="*/ 79 w 98"/>
                  <a:gd name="T25" fmla="*/ 5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8" h="96">
                    <a:moveTo>
                      <a:pt x="2" y="96"/>
                    </a:moveTo>
                    <a:cubicBezTo>
                      <a:pt x="1" y="96"/>
                      <a:pt x="1" y="96"/>
                      <a:pt x="0" y="95"/>
                    </a:cubicBezTo>
                    <a:cubicBezTo>
                      <a:pt x="0" y="94"/>
                      <a:pt x="0" y="94"/>
                      <a:pt x="1" y="93"/>
                    </a:cubicBezTo>
                    <a:cubicBezTo>
                      <a:pt x="78" y="1"/>
                      <a:pt x="78" y="1"/>
                      <a:pt x="78" y="1"/>
                    </a:cubicBezTo>
                    <a:cubicBezTo>
                      <a:pt x="78" y="0"/>
                      <a:pt x="79" y="0"/>
                      <a:pt x="80" y="0"/>
                    </a:cubicBezTo>
                    <a:cubicBezTo>
                      <a:pt x="80" y="0"/>
                      <a:pt x="81" y="1"/>
                      <a:pt x="81" y="1"/>
                    </a:cubicBezTo>
                    <a:cubicBezTo>
                      <a:pt x="98" y="61"/>
                      <a:pt x="98" y="61"/>
                      <a:pt x="98" y="61"/>
                    </a:cubicBezTo>
                    <a:cubicBezTo>
                      <a:pt x="98" y="62"/>
                      <a:pt x="97" y="63"/>
                      <a:pt x="96" y="63"/>
                    </a:cubicBezTo>
                    <a:cubicBezTo>
                      <a:pt x="2" y="96"/>
                      <a:pt x="2" y="96"/>
                      <a:pt x="2" y="96"/>
                    </a:cubicBezTo>
                    <a:close/>
                    <a:moveTo>
                      <a:pt x="79" y="5"/>
                    </a:moveTo>
                    <a:cubicBezTo>
                      <a:pt x="7" y="91"/>
                      <a:pt x="7" y="91"/>
                      <a:pt x="7" y="91"/>
                    </a:cubicBezTo>
                    <a:cubicBezTo>
                      <a:pt x="94" y="61"/>
                      <a:pt x="94" y="61"/>
                      <a:pt x="94" y="61"/>
                    </a:cubicBezTo>
                    <a:lnTo>
                      <a:pt x="7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4" name="Freeform 1131"/>
              <p:cNvSpPr>
                <a:spLocks noEditPoints="1"/>
              </p:cNvSpPr>
              <p:nvPr userDrawn="1"/>
            </p:nvSpPr>
            <p:spPr bwMode="auto">
              <a:xfrm>
                <a:off x="2803" y="1105"/>
                <a:ext cx="113" cy="144"/>
              </a:xfrm>
              <a:custGeom>
                <a:avLst/>
                <a:gdLst>
                  <a:gd name="T0" fmla="*/ 2 w 91"/>
                  <a:gd name="T1" fmla="*/ 116 h 116"/>
                  <a:gd name="T2" fmla="*/ 1 w 91"/>
                  <a:gd name="T3" fmla="*/ 115 h 116"/>
                  <a:gd name="T4" fmla="*/ 0 w 91"/>
                  <a:gd name="T5" fmla="*/ 114 h 116"/>
                  <a:gd name="T6" fmla="*/ 6 w 91"/>
                  <a:gd name="T7" fmla="*/ 1 h 116"/>
                  <a:gd name="T8" fmla="*/ 7 w 91"/>
                  <a:gd name="T9" fmla="*/ 0 h 116"/>
                  <a:gd name="T10" fmla="*/ 9 w 91"/>
                  <a:gd name="T11" fmla="*/ 0 h 116"/>
                  <a:gd name="T12" fmla="*/ 90 w 91"/>
                  <a:gd name="T13" fmla="*/ 51 h 116"/>
                  <a:gd name="T14" fmla="*/ 91 w 91"/>
                  <a:gd name="T15" fmla="*/ 53 h 116"/>
                  <a:gd name="T16" fmla="*/ 90 w 91"/>
                  <a:gd name="T17" fmla="*/ 54 h 116"/>
                  <a:gd name="T18" fmla="*/ 3 w 91"/>
                  <a:gd name="T19" fmla="*/ 115 h 116"/>
                  <a:gd name="T20" fmla="*/ 2 w 91"/>
                  <a:gd name="T21" fmla="*/ 116 h 116"/>
                  <a:gd name="T22" fmla="*/ 10 w 91"/>
                  <a:gd name="T23" fmla="*/ 4 h 116"/>
                  <a:gd name="T24" fmla="*/ 4 w 91"/>
                  <a:gd name="T25" fmla="*/ 111 h 116"/>
                  <a:gd name="T26" fmla="*/ 86 w 91"/>
                  <a:gd name="T27" fmla="*/ 53 h 116"/>
                  <a:gd name="T28" fmla="*/ 10 w 91"/>
                  <a:gd name="T29" fmla="*/ 4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116">
                    <a:moveTo>
                      <a:pt x="2" y="116"/>
                    </a:moveTo>
                    <a:cubicBezTo>
                      <a:pt x="1" y="115"/>
                      <a:pt x="1" y="115"/>
                      <a:pt x="1" y="115"/>
                    </a:cubicBezTo>
                    <a:cubicBezTo>
                      <a:pt x="0" y="115"/>
                      <a:pt x="0" y="114"/>
                      <a:pt x="0" y="114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7" y="0"/>
                      <a:pt x="7" y="0"/>
                    </a:cubicBezTo>
                    <a:cubicBezTo>
                      <a:pt x="8" y="0"/>
                      <a:pt x="8" y="0"/>
                      <a:pt x="9" y="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1" y="52"/>
                      <a:pt x="91" y="53"/>
                    </a:cubicBezTo>
                    <a:cubicBezTo>
                      <a:pt x="91" y="53"/>
                      <a:pt x="90" y="54"/>
                      <a:pt x="90" y="54"/>
                    </a:cubicBezTo>
                    <a:cubicBezTo>
                      <a:pt x="3" y="115"/>
                      <a:pt x="3" y="115"/>
                      <a:pt x="3" y="115"/>
                    </a:cubicBezTo>
                    <a:lnTo>
                      <a:pt x="2" y="116"/>
                    </a:lnTo>
                    <a:close/>
                    <a:moveTo>
                      <a:pt x="10" y="4"/>
                    </a:moveTo>
                    <a:cubicBezTo>
                      <a:pt x="4" y="111"/>
                      <a:pt x="4" y="111"/>
                      <a:pt x="4" y="111"/>
                    </a:cubicBezTo>
                    <a:cubicBezTo>
                      <a:pt x="86" y="53"/>
                      <a:pt x="86" y="53"/>
                      <a:pt x="86" y="53"/>
                    </a:cubicBez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5" name="Freeform 1132"/>
              <p:cNvSpPr>
                <a:spLocks noEditPoints="1"/>
              </p:cNvSpPr>
              <p:nvPr userDrawn="1"/>
            </p:nvSpPr>
            <p:spPr bwMode="auto">
              <a:xfrm>
                <a:off x="1100" y="865"/>
                <a:ext cx="175" cy="43"/>
              </a:xfrm>
              <a:custGeom>
                <a:avLst/>
                <a:gdLst>
                  <a:gd name="T0" fmla="*/ 2 w 141"/>
                  <a:gd name="T1" fmla="*/ 35 h 35"/>
                  <a:gd name="T2" fmla="*/ 0 w 141"/>
                  <a:gd name="T3" fmla="*/ 34 h 35"/>
                  <a:gd name="T4" fmla="*/ 1 w 141"/>
                  <a:gd name="T5" fmla="*/ 32 h 35"/>
                  <a:gd name="T6" fmla="*/ 54 w 141"/>
                  <a:gd name="T7" fmla="*/ 1 h 35"/>
                  <a:gd name="T8" fmla="*/ 56 w 141"/>
                  <a:gd name="T9" fmla="*/ 1 h 35"/>
                  <a:gd name="T10" fmla="*/ 139 w 141"/>
                  <a:gd name="T11" fmla="*/ 26 h 35"/>
                  <a:gd name="T12" fmla="*/ 141 w 141"/>
                  <a:gd name="T13" fmla="*/ 28 h 35"/>
                  <a:gd name="T14" fmla="*/ 139 w 141"/>
                  <a:gd name="T15" fmla="*/ 29 h 35"/>
                  <a:gd name="T16" fmla="*/ 2 w 141"/>
                  <a:gd name="T17" fmla="*/ 35 h 35"/>
                  <a:gd name="T18" fmla="*/ 55 w 141"/>
                  <a:gd name="T19" fmla="*/ 4 h 35"/>
                  <a:gd name="T20" fmla="*/ 9 w 141"/>
                  <a:gd name="T21" fmla="*/ 32 h 35"/>
                  <a:gd name="T22" fmla="*/ 129 w 141"/>
                  <a:gd name="T23" fmla="*/ 26 h 35"/>
                  <a:gd name="T24" fmla="*/ 55 w 141"/>
                  <a:gd name="T25" fmla="*/ 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1" h="35">
                    <a:moveTo>
                      <a:pt x="2" y="35"/>
                    </a:moveTo>
                    <a:cubicBezTo>
                      <a:pt x="1" y="35"/>
                      <a:pt x="0" y="35"/>
                      <a:pt x="0" y="34"/>
                    </a:cubicBezTo>
                    <a:cubicBezTo>
                      <a:pt x="0" y="33"/>
                      <a:pt x="0" y="33"/>
                      <a:pt x="1" y="32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5" y="0"/>
                      <a:pt x="55" y="0"/>
                      <a:pt x="56" y="1"/>
                    </a:cubicBezTo>
                    <a:cubicBezTo>
                      <a:pt x="139" y="26"/>
                      <a:pt x="139" y="26"/>
                      <a:pt x="139" y="26"/>
                    </a:cubicBezTo>
                    <a:cubicBezTo>
                      <a:pt x="140" y="26"/>
                      <a:pt x="141" y="27"/>
                      <a:pt x="141" y="28"/>
                    </a:cubicBezTo>
                    <a:cubicBezTo>
                      <a:pt x="140" y="29"/>
                      <a:pt x="140" y="29"/>
                      <a:pt x="139" y="29"/>
                    </a:cubicBezTo>
                    <a:cubicBezTo>
                      <a:pt x="2" y="35"/>
                      <a:pt x="2" y="35"/>
                      <a:pt x="2" y="35"/>
                    </a:cubicBezTo>
                    <a:close/>
                    <a:moveTo>
                      <a:pt x="55" y="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29" y="26"/>
                      <a:pt x="129" y="26"/>
                      <a:pt x="129" y="26"/>
                    </a:cubicBezTo>
                    <a:lnTo>
                      <a:pt x="5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6" name="Freeform 1133"/>
              <p:cNvSpPr>
                <a:spLocks noEditPoints="1"/>
              </p:cNvSpPr>
              <p:nvPr userDrawn="1"/>
            </p:nvSpPr>
            <p:spPr bwMode="auto">
              <a:xfrm>
                <a:off x="2780" y="911"/>
                <a:ext cx="79" cy="106"/>
              </a:xfrm>
              <a:custGeom>
                <a:avLst/>
                <a:gdLst>
                  <a:gd name="T0" fmla="*/ 1 w 64"/>
                  <a:gd name="T1" fmla="*/ 86 h 86"/>
                  <a:gd name="T2" fmla="*/ 0 w 64"/>
                  <a:gd name="T3" fmla="*/ 85 h 86"/>
                  <a:gd name="T4" fmla="*/ 0 w 64"/>
                  <a:gd name="T5" fmla="*/ 83 h 86"/>
                  <a:gd name="T6" fmla="*/ 41 w 64"/>
                  <a:gd name="T7" fmla="*/ 1 h 86"/>
                  <a:gd name="T8" fmla="*/ 42 w 64"/>
                  <a:gd name="T9" fmla="*/ 0 h 86"/>
                  <a:gd name="T10" fmla="*/ 44 w 64"/>
                  <a:gd name="T11" fmla="*/ 1 h 86"/>
                  <a:gd name="T12" fmla="*/ 64 w 64"/>
                  <a:gd name="T13" fmla="*/ 54 h 86"/>
                  <a:gd name="T14" fmla="*/ 63 w 64"/>
                  <a:gd name="T15" fmla="*/ 56 h 86"/>
                  <a:gd name="T16" fmla="*/ 2 w 64"/>
                  <a:gd name="T17" fmla="*/ 86 h 86"/>
                  <a:gd name="T18" fmla="*/ 1 w 64"/>
                  <a:gd name="T19" fmla="*/ 86 h 86"/>
                  <a:gd name="T20" fmla="*/ 42 w 64"/>
                  <a:gd name="T21" fmla="*/ 6 h 86"/>
                  <a:gd name="T22" fmla="*/ 5 w 64"/>
                  <a:gd name="T23" fmla="*/ 80 h 86"/>
                  <a:gd name="T24" fmla="*/ 60 w 64"/>
                  <a:gd name="T25" fmla="*/ 54 h 86"/>
                  <a:gd name="T26" fmla="*/ 42 w 64"/>
                  <a:gd name="T27" fmla="*/ 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86">
                    <a:moveTo>
                      <a:pt x="1" y="86"/>
                    </a:moveTo>
                    <a:cubicBezTo>
                      <a:pt x="1" y="86"/>
                      <a:pt x="1" y="86"/>
                      <a:pt x="0" y="85"/>
                    </a:cubicBezTo>
                    <a:cubicBezTo>
                      <a:pt x="0" y="85"/>
                      <a:pt x="0" y="84"/>
                      <a:pt x="0" y="83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1" y="0"/>
                      <a:pt x="42" y="0"/>
                      <a:pt x="42" y="0"/>
                    </a:cubicBezTo>
                    <a:cubicBezTo>
                      <a:pt x="43" y="0"/>
                      <a:pt x="44" y="0"/>
                      <a:pt x="44" y="1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5"/>
                      <a:pt x="64" y="56"/>
                      <a:pt x="63" y="56"/>
                    </a:cubicBezTo>
                    <a:cubicBezTo>
                      <a:pt x="2" y="86"/>
                      <a:pt x="2" y="86"/>
                      <a:pt x="2" y="86"/>
                    </a:cubicBezTo>
                    <a:lnTo>
                      <a:pt x="1" y="86"/>
                    </a:lnTo>
                    <a:close/>
                    <a:moveTo>
                      <a:pt x="42" y="6"/>
                    </a:moveTo>
                    <a:cubicBezTo>
                      <a:pt x="5" y="80"/>
                      <a:pt x="5" y="80"/>
                      <a:pt x="5" y="80"/>
                    </a:cubicBezTo>
                    <a:cubicBezTo>
                      <a:pt x="60" y="54"/>
                      <a:pt x="60" y="54"/>
                      <a:pt x="60" y="54"/>
                    </a:cubicBezTo>
                    <a:lnTo>
                      <a:pt x="42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7" name="Freeform 1134"/>
              <p:cNvSpPr>
                <a:spLocks noEditPoints="1"/>
              </p:cNvSpPr>
              <p:nvPr userDrawn="1"/>
            </p:nvSpPr>
            <p:spPr bwMode="auto">
              <a:xfrm>
                <a:off x="1509" y="1211"/>
                <a:ext cx="116" cy="85"/>
              </a:xfrm>
              <a:custGeom>
                <a:avLst/>
                <a:gdLst>
                  <a:gd name="T0" fmla="*/ 1 w 94"/>
                  <a:gd name="T1" fmla="*/ 68 h 68"/>
                  <a:gd name="T2" fmla="*/ 0 w 94"/>
                  <a:gd name="T3" fmla="*/ 67 h 68"/>
                  <a:gd name="T4" fmla="*/ 0 w 94"/>
                  <a:gd name="T5" fmla="*/ 66 h 68"/>
                  <a:gd name="T6" fmla="*/ 29 w 94"/>
                  <a:gd name="T7" fmla="*/ 1 h 68"/>
                  <a:gd name="T8" fmla="*/ 30 w 94"/>
                  <a:gd name="T9" fmla="*/ 0 h 68"/>
                  <a:gd name="T10" fmla="*/ 31 w 94"/>
                  <a:gd name="T11" fmla="*/ 0 h 68"/>
                  <a:gd name="T12" fmla="*/ 93 w 94"/>
                  <a:gd name="T13" fmla="*/ 32 h 68"/>
                  <a:gd name="T14" fmla="*/ 93 w 94"/>
                  <a:gd name="T15" fmla="*/ 33 h 68"/>
                  <a:gd name="T16" fmla="*/ 92 w 94"/>
                  <a:gd name="T17" fmla="*/ 35 h 68"/>
                  <a:gd name="T18" fmla="*/ 2 w 94"/>
                  <a:gd name="T19" fmla="*/ 68 h 68"/>
                  <a:gd name="T20" fmla="*/ 1 w 94"/>
                  <a:gd name="T21" fmla="*/ 68 h 68"/>
                  <a:gd name="T22" fmla="*/ 31 w 94"/>
                  <a:gd name="T23" fmla="*/ 4 h 68"/>
                  <a:gd name="T24" fmla="*/ 5 w 94"/>
                  <a:gd name="T25" fmla="*/ 63 h 68"/>
                  <a:gd name="T26" fmla="*/ 88 w 94"/>
                  <a:gd name="T27" fmla="*/ 33 h 68"/>
                  <a:gd name="T28" fmla="*/ 31 w 94"/>
                  <a:gd name="T29" fmla="*/ 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68">
                    <a:moveTo>
                      <a:pt x="1" y="68"/>
                    </a:moveTo>
                    <a:cubicBezTo>
                      <a:pt x="1" y="68"/>
                      <a:pt x="1" y="68"/>
                      <a:pt x="0" y="67"/>
                    </a:cubicBezTo>
                    <a:cubicBezTo>
                      <a:pt x="0" y="67"/>
                      <a:pt x="0" y="66"/>
                      <a:pt x="0" y="66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0"/>
                      <a:pt x="29" y="0"/>
                      <a:pt x="30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93" y="32"/>
                      <a:pt x="93" y="32"/>
                      <a:pt x="93" y="32"/>
                    </a:cubicBezTo>
                    <a:cubicBezTo>
                      <a:pt x="93" y="32"/>
                      <a:pt x="94" y="32"/>
                      <a:pt x="93" y="33"/>
                    </a:cubicBezTo>
                    <a:cubicBezTo>
                      <a:pt x="93" y="34"/>
                      <a:pt x="93" y="34"/>
                      <a:pt x="92" y="35"/>
                    </a:cubicBezTo>
                    <a:cubicBezTo>
                      <a:pt x="2" y="68"/>
                      <a:pt x="2" y="68"/>
                      <a:pt x="2" y="68"/>
                    </a:cubicBezTo>
                    <a:lnTo>
                      <a:pt x="1" y="68"/>
                    </a:lnTo>
                    <a:close/>
                    <a:moveTo>
                      <a:pt x="31" y="4"/>
                    </a:moveTo>
                    <a:cubicBezTo>
                      <a:pt x="5" y="63"/>
                      <a:pt x="5" y="63"/>
                      <a:pt x="5" y="63"/>
                    </a:cubicBezTo>
                    <a:cubicBezTo>
                      <a:pt x="88" y="33"/>
                      <a:pt x="88" y="33"/>
                      <a:pt x="88" y="33"/>
                    </a:cubicBezTo>
                    <a:lnTo>
                      <a:pt x="3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8" name="Freeform 1135"/>
              <p:cNvSpPr>
                <a:spLocks noEditPoints="1"/>
              </p:cNvSpPr>
              <p:nvPr userDrawn="1"/>
            </p:nvSpPr>
            <p:spPr bwMode="auto">
              <a:xfrm>
                <a:off x="1509" y="1250"/>
                <a:ext cx="122" cy="46"/>
              </a:xfrm>
              <a:custGeom>
                <a:avLst/>
                <a:gdLst>
                  <a:gd name="T0" fmla="*/ 1 w 99"/>
                  <a:gd name="T1" fmla="*/ 37 h 37"/>
                  <a:gd name="T2" fmla="*/ 0 w 99"/>
                  <a:gd name="T3" fmla="*/ 36 h 37"/>
                  <a:gd name="T4" fmla="*/ 1 w 99"/>
                  <a:gd name="T5" fmla="*/ 34 h 37"/>
                  <a:gd name="T6" fmla="*/ 91 w 99"/>
                  <a:gd name="T7" fmla="*/ 0 h 37"/>
                  <a:gd name="T8" fmla="*/ 93 w 99"/>
                  <a:gd name="T9" fmla="*/ 1 h 37"/>
                  <a:gd name="T10" fmla="*/ 93 w 99"/>
                  <a:gd name="T11" fmla="*/ 2 h 37"/>
                  <a:gd name="T12" fmla="*/ 99 w 99"/>
                  <a:gd name="T13" fmla="*/ 30 h 37"/>
                  <a:gd name="T14" fmla="*/ 99 w 99"/>
                  <a:gd name="T15" fmla="*/ 31 h 37"/>
                  <a:gd name="T16" fmla="*/ 98 w 99"/>
                  <a:gd name="T17" fmla="*/ 32 h 37"/>
                  <a:gd name="T18" fmla="*/ 2 w 99"/>
                  <a:gd name="T19" fmla="*/ 37 h 37"/>
                  <a:gd name="T20" fmla="*/ 1 w 99"/>
                  <a:gd name="T21" fmla="*/ 37 h 37"/>
                  <a:gd name="T22" fmla="*/ 91 w 99"/>
                  <a:gd name="T23" fmla="*/ 4 h 37"/>
                  <a:gd name="T24" fmla="*/ 13 w 99"/>
                  <a:gd name="T25" fmla="*/ 33 h 37"/>
                  <a:gd name="T26" fmla="*/ 96 w 99"/>
                  <a:gd name="T27" fmla="*/ 28 h 37"/>
                  <a:gd name="T28" fmla="*/ 91 w 99"/>
                  <a:gd name="T29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9" h="37">
                    <a:moveTo>
                      <a:pt x="1" y="37"/>
                    </a:moveTo>
                    <a:cubicBezTo>
                      <a:pt x="1" y="37"/>
                      <a:pt x="0" y="36"/>
                      <a:pt x="0" y="36"/>
                    </a:cubicBezTo>
                    <a:cubicBezTo>
                      <a:pt x="0" y="35"/>
                      <a:pt x="0" y="34"/>
                      <a:pt x="1" y="34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92" y="0"/>
                      <a:pt x="92" y="0"/>
                      <a:pt x="93" y="1"/>
                    </a:cubicBezTo>
                    <a:cubicBezTo>
                      <a:pt x="93" y="1"/>
                      <a:pt x="93" y="1"/>
                      <a:pt x="93" y="2"/>
                    </a:cubicBezTo>
                    <a:cubicBezTo>
                      <a:pt x="99" y="30"/>
                      <a:pt x="99" y="30"/>
                      <a:pt x="99" y="30"/>
                    </a:cubicBezTo>
                    <a:cubicBezTo>
                      <a:pt x="99" y="30"/>
                      <a:pt x="99" y="31"/>
                      <a:pt x="99" y="31"/>
                    </a:cubicBezTo>
                    <a:cubicBezTo>
                      <a:pt x="99" y="31"/>
                      <a:pt x="98" y="32"/>
                      <a:pt x="98" y="32"/>
                    </a:cubicBezTo>
                    <a:cubicBezTo>
                      <a:pt x="2" y="37"/>
                      <a:pt x="2" y="37"/>
                      <a:pt x="2" y="37"/>
                    </a:cubicBezTo>
                    <a:lnTo>
                      <a:pt x="1" y="37"/>
                    </a:lnTo>
                    <a:close/>
                    <a:moveTo>
                      <a:pt x="91" y="4"/>
                    </a:moveTo>
                    <a:cubicBezTo>
                      <a:pt x="13" y="33"/>
                      <a:pt x="13" y="33"/>
                      <a:pt x="13" y="33"/>
                    </a:cubicBezTo>
                    <a:cubicBezTo>
                      <a:pt x="96" y="28"/>
                      <a:pt x="96" y="28"/>
                      <a:pt x="96" y="28"/>
                    </a:cubicBezTo>
                    <a:lnTo>
                      <a:pt x="9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9" name="Freeform 1136"/>
              <p:cNvSpPr>
                <a:spLocks noEditPoints="1"/>
              </p:cNvSpPr>
              <p:nvPr userDrawn="1"/>
            </p:nvSpPr>
            <p:spPr bwMode="auto">
              <a:xfrm>
                <a:off x="2224" y="885"/>
                <a:ext cx="105" cy="50"/>
              </a:xfrm>
              <a:custGeom>
                <a:avLst/>
                <a:gdLst>
                  <a:gd name="T0" fmla="*/ 2 w 85"/>
                  <a:gd name="T1" fmla="*/ 41 h 41"/>
                  <a:gd name="T2" fmla="*/ 1 w 85"/>
                  <a:gd name="T3" fmla="*/ 40 h 41"/>
                  <a:gd name="T4" fmla="*/ 0 w 85"/>
                  <a:gd name="T5" fmla="*/ 39 h 41"/>
                  <a:gd name="T6" fmla="*/ 8 w 85"/>
                  <a:gd name="T7" fmla="*/ 2 h 41"/>
                  <a:gd name="T8" fmla="*/ 9 w 85"/>
                  <a:gd name="T9" fmla="*/ 0 h 41"/>
                  <a:gd name="T10" fmla="*/ 10 w 85"/>
                  <a:gd name="T11" fmla="*/ 0 h 41"/>
                  <a:gd name="T12" fmla="*/ 83 w 85"/>
                  <a:gd name="T13" fmla="*/ 25 h 41"/>
                  <a:gd name="T14" fmla="*/ 85 w 85"/>
                  <a:gd name="T15" fmla="*/ 27 h 41"/>
                  <a:gd name="T16" fmla="*/ 83 w 85"/>
                  <a:gd name="T17" fmla="*/ 28 h 41"/>
                  <a:gd name="T18" fmla="*/ 2 w 85"/>
                  <a:gd name="T19" fmla="*/ 41 h 41"/>
                  <a:gd name="T20" fmla="*/ 11 w 85"/>
                  <a:gd name="T21" fmla="*/ 4 h 41"/>
                  <a:gd name="T22" fmla="*/ 4 w 85"/>
                  <a:gd name="T23" fmla="*/ 37 h 41"/>
                  <a:gd name="T24" fmla="*/ 76 w 85"/>
                  <a:gd name="T25" fmla="*/ 26 h 41"/>
                  <a:gd name="T26" fmla="*/ 11 w 85"/>
                  <a:gd name="T2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41">
                    <a:moveTo>
                      <a:pt x="2" y="41"/>
                    </a:moveTo>
                    <a:cubicBezTo>
                      <a:pt x="2" y="41"/>
                      <a:pt x="1" y="40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8" y="1"/>
                      <a:pt x="9" y="0"/>
                    </a:cubicBezTo>
                    <a:cubicBezTo>
                      <a:pt x="9" y="0"/>
                      <a:pt x="10" y="0"/>
                      <a:pt x="10" y="0"/>
                    </a:cubicBezTo>
                    <a:cubicBezTo>
                      <a:pt x="83" y="25"/>
                      <a:pt x="83" y="25"/>
                      <a:pt x="83" y="25"/>
                    </a:cubicBezTo>
                    <a:cubicBezTo>
                      <a:pt x="84" y="25"/>
                      <a:pt x="85" y="26"/>
                      <a:pt x="85" y="27"/>
                    </a:cubicBezTo>
                    <a:cubicBezTo>
                      <a:pt x="85" y="28"/>
                      <a:pt x="84" y="28"/>
                      <a:pt x="83" y="28"/>
                    </a:cubicBezTo>
                    <a:cubicBezTo>
                      <a:pt x="2" y="41"/>
                      <a:pt x="2" y="41"/>
                      <a:pt x="2" y="41"/>
                    </a:cubicBezTo>
                    <a:close/>
                    <a:moveTo>
                      <a:pt x="11" y="4"/>
                    </a:moveTo>
                    <a:cubicBezTo>
                      <a:pt x="4" y="37"/>
                      <a:pt x="4" y="37"/>
                      <a:pt x="4" y="37"/>
                    </a:cubicBezTo>
                    <a:cubicBezTo>
                      <a:pt x="76" y="26"/>
                      <a:pt x="76" y="26"/>
                      <a:pt x="76" y="26"/>
                    </a:cubicBez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0" name="Freeform 1137"/>
              <p:cNvSpPr>
                <a:spLocks noEditPoints="1"/>
              </p:cNvSpPr>
              <p:nvPr userDrawn="1"/>
            </p:nvSpPr>
            <p:spPr bwMode="auto">
              <a:xfrm>
                <a:off x="1313" y="1042"/>
                <a:ext cx="151" cy="69"/>
              </a:xfrm>
              <a:custGeom>
                <a:avLst/>
                <a:gdLst>
                  <a:gd name="T0" fmla="*/ 23 w 122"/>
                  <a:gd name="T1" fmla="*/ 56 h 56"/>
                  <a:gd name="T2" fmla="*/ 21 w 122"/>
                  <a:gd name="T3" fmla="*/ 55 h 56"/>
                  <a:gd name="T4" fmla="*/ 0 w 122"/>
                  <a:gd name="T5" fmla="*/ 18 h 56"/>
                  <a:gd name="T6" fmla="*/ 0 w 122"/>
                  <a:gd name="T7" fmla="*/ 16 h 56"/>
                  <a:gd name="T8" fmla="*/ 1 w 122"/>
                  <a:gd name="T9" fmla="*/ 15 h 56"/>
                  <a:gd name="T10" fmla="*/ 120 w 122"/>
                  <a:gd name="T11" fmla="*/ 0 h 56"/>
                  <a:gd name="T12" fmla="*/ 122 w 122"/>
                  <a:gd name="T13" fmla="*/ 1 h 56"/>
                  <a:gd name="T14" fmla="*/ 121 w 122"/>
                  <a:gd name="T15" fmla="*/ 3 h 56"/>
                  <a:gd name="T16" fmla="*/ 23 w 122"/>
                  <a:gd name="T17" fmla="*/ 56 h 56"/>
                  <a:gd name="T18" fmla="*/ 4 w 122"/>
                  <a:gd name="T19" fmla="*/ 18 h 56"/>
                  <a:gd name="T20" fmla="*/ 23 w 122"/>
                  <a:gd name="T21" fmla="*/ 52 h 56"/>
                  <a:gd name="T22" fmla="*/ 112 w 122"/>
                  <a:gd name="T23" fmla="*/ 4 h 56"/>
                  <a:gd name="T24" fmla="*/ 4 w 122"/>
                  <a:gd name="T25" fmla="*/ 1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56">
                    <a:moveTo>
                      <a:pt x="23" y="56"/>
                    </a:moveTo>
                    <a:cubicBezTo>
                      <a:pt x="22" y="56"/>
                      <a:pt x="22" y="56"/>
                      <a:pt x="21" y="55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7"/>
                      <a:pt x="0" y="17"/>
                      <a:pt x="0" y="16"/>
                    </a:cubicBezTo>
                    <a:cubicBezTo>
                      <a:pt x="0" y="16"/>
                      <a:pt x="1" y="15"/>
                      <a:pt x="1" y="15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0"/>
                      <a:pt x="122" y="1"/>
                    </a:cubicBezTo>
                    <a:cubicBezTo>
                      <a:pt x="122" y="2"/>
                      <a:pt x="122" y="2"/>
                      <a:pt x="121" y="3"/>
                    </a:cubicBezTo>
                    <a:cubicBezTo>
                      <a:pt x="23" y="56"/>
                      <a:pt x="23" y="56"/>
                      <a:pt x="23" y="56"/>
                    </a:cubicBezTo>
                    <a:close/>
                    <a:moveTo>
                      <a:pt x="4" y="18"/>
                    </a:moveTo>
                    <a:cubicBezTo>
                      <a:pt x="23" y="52"/>
                      <a:pt x="23" y="52"/>
                      <a:pt x="23" y="52"/>
                    </a:cubicBezTo>
                    <a:cubicBezTo>
                      <a:pt x="112" y="4"/>
                      <a:pt x="112" y="4"/>
                      <a:pt x="112" y="4"/>
                    </a:cubicBezTo>
                    <a:lnTo>
                      <a:pt x="4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1" name="Freeform 1138"/>
              <p:cNvSpPr>
                <a:spLocks noEditPoints="1"/>
              </p:cNvSpPr>
              <p:nvPr userDrawn="1"/>
            </p:nvSpPr>
            <p:spPr bwMode="auto">
              <a:xfrm>
                <a:off x="1473" y="1127"/>
                <a:ext cx="182" cy="88"/>
              </a:xfrm>
              <a:custGeom>
                <a:avLst/>
                <a:gdLst>
                  <a:gd name="T0" fmla="*/ 59 w 147"/>
                  <a:gd name="T1" fmla="*/ 71 h 71"/>
                  <a:gd name="T2" fmla="*/ 59 w 147"/>
                  <a:gd name="T3" fmla="*/ 71 h 71"/>
                  <a:gd name="T4" fmla="*/ 1 w 147"/>
                  <a:gd name="T5" fmla="*/ 39 h 71"/>
                  <a:gd name="T6" fmla="*/ 0 w 147"/>
                  <a:gd name="T7" fmla="*/ 37 h 71"/>
                  <a:gd name="T8" fmla="*/ 2 w 147"/>
                  <a:gd name="T9" fmla="*/ 36 h 71"/>
                  <a:gd name="T10" fmla="*/ 144 w 147"/>
                  <a:gd name="T11" fmla="*/ 0 h 71"/>
                  <a:gd name="T12" fmla="*/ 146 w 147"/>
                  <a:gd name="T13" fmla="*/ 1 h 71"/>
                  <a:gd name="T14" fmla="*/ 146 w 147"/>
                  <a:gd name="T15" fmla="*/ 3 h 71"/>
                  <a:gd name="T16" fmla="*/ 60 w 147"/>
                  <a:gd name="T17" fmla="*/ 71 h 71"/>
                  <a:gd name="T18" fmla="*/ 59 w 147"/>
                  <a:gd name="T19" fmla="*/ 71 h 71"/>
                  <a:gd name="T20" fmla="*/ 7 w 147"/>
                  <a:gd name="T21" fmla="*/ 38 h 71"/>
                  <a:gd name="T22" fmla="*/ 59 w 147"/>
                  <a:gd name="T23" fmla="*/ 68 h 71"/>
                  <a:gd name="T24" fmla="*/ 137 w 147"/>
                  <a:gd name="T25" fmla="*/ 6 h 71"/>
                  <a:gd name="T26" fmla="*/ 7 w 147"/>
                  <a:gd name="T27" fmla="*/ 38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71">
                    <a:moveTo>
                      <a:pt x="59" y="71"/>
                    </a:moveTo>
                    <a:cubicBezTo>
                      <a:pt x="59" y="71"/>
                      <a:pt x="59" y="71"/>
                      <a:pt x="59" y="71"/>
                    </a:cubicBezTo>
                    <a:cubicBezTo>
                      <a:pt x="1" y="39"/>
                      <a:pt x="1" y="39"/>
                      <a:pt x="1" y="39"/>
                    </a:cubicBezTo>
                    <a:cubicBezTo>
                      <a:pt x="1" y="39"/>
                      <a:pt x="0" y="38"/>
                      <a:pt x="0" y="37"/>
                    </a:cubicBezTo>
                    <a:cubicBezTo>
                      <a:pt x="1" y="37"/>
                      <a:pt x="1" y="36"/>
                      <a:pt x="2" y="36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45" y="0"/>
                      <a:pt x="146" y="1"/>
                      <a:pt x="146" y="1"/>
                    </a:cubicBezTo>
                    <a:cubicBezTo>
                      <a:pt x="147" y="2"/>
                      <a:pt x="146" y="3"/>
                      <a:pt x="146" y="3"/>
                    </a:cubicBezTo>
                    <a:cubicBezTo>
                      <a:pt x="60" y="71"/>
                      <a:pt x="60" y="71"/>
                      <a:pt x="60" y="71"/>
                    </a:cubicBezTo>
                    <a:cubicBezTo>
                      <a:pt x="60" y="71"/>
                      <a:pt x="60" y="71"/>
                      <a:pt x="59" y="71"/>
                    </a:cubicBezTo>
                    <a:close/>
                    <a:moveTo>
                      <a:pt x="7" y="38"/>
                    </a:moveTo>
                    <a:cubicBezTo>
                      <a:pt x="59" y="68"/>
                      <a:pt x="59" y="68"/>
                      <a:pt x="59" y="68"/>
                    </a:cubicBezTo>
                    <a:cubicBezTo>
                      <a:pt x="137" y="6"/>
                      <a:pt x="137" y="6"/>
                      <a:pt x="137" y="6"/>
                    </a:cubicBezTo>
                    <a:lnTo>
                      <a:pt x="7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2" name="Freeform 1139"/>
              <p:cNvSpPr>
                <a:spLocks noEditPoints="1"/>
              </p:cNvSpPr>
              <p:nvPr userDrawn="1"/>
            </p:nvSpPr>
            <p:spPr bwMode="auto">
              <a:xfrm>
                <a:off x="2463" y="1245"/>
                <a:ext cx="150" cy="137"/>
              </a:xfrm>
              <a:custGeom>
                <a:avLst/>
                <a:gdLst>
                  <a:gd name="T0" fmla="*/ 1 w 121"/>
                  <a:gd name="T1" fmla="*/ 111 h 111"/>
                  <a:gd name="T2" fmla="*/ 0 w 121"/>
                  <a:gd name="T3" fmla="*/ 111 h 111"/>
                  <a:gd name="T4" fmla="*/ 0 w 121"/>
                  <a:gd name="T5" fmla="*/ 109 h 111"/>
                  <a:gd name="T6" fmla="*/ 44 w 121"/>
                  <a:gd name="T7" fmla="*/ 1 h 111"/>
                  <a:gd name="T8" fmla="*/ 45 w 121"/>
                  <a:gd name="T9" fmla="*/ 0 h 111"/>
                  <a:gd name="T10" fmla="*/ 47 w 121"/>
                  <a:gd name="T11" fmla="*/ 1 h 111"/>
                  <a:gd name="T12" fmla="*/ 120 w 121"/>
                  <a:gd name="T13" fmla="*/ 76 h 111"/>
                  <a:gd name="T14" fmla="*/ 120 w 121"/>
                  <a:gd name="T15" fmla="*/ 78 h 111"/>
                  <a:gd name="T16" fmla="*/ 119 w 121"/>
                  <a:gd name="T17" fmla="*/ 79 h 111"/>
                  <a:gd name="T18" fmla="*/ 2 w 121"/>
                  <a:gd name="T19" fmla="*/ 111 h 111"/>
                  <a:gd name="T20" fmla="*/ 1 w 121"/>
                  <a:gd name="T21" fmla="*/ 111 h 111"/>
                  <a:gd name="T22" fmla="*/ 46 w 121"/>
                  <a:gd name="T23" fmla="*/ 5 h 111"/>
                  <a:gd name="T24" fmla="*/ 4 w 121"/>
                  <a:gd name="T25" fmla="*/ 107 h 111"/>
                  <a:gd name="T26" fmla="*/ 116 w 121"/>
                  <a:gd name="T27" fmla="*/ 76 h 111"/>
                  <a:gd name="T28" fmla="*/ 46 w 121"/>
                  <a:gd name="T29" fmla="*/ 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1" h="111">
                    <a:moveTo>
                      <a:pt x="1" y="111"/>
                    </a:moveTo>
                    <a:cubicBezTo>
                      <a:pt x="1" y="111"/>
                      <a:pt x="0" y="111"/>
                      <a:pt x="0" y="111"/>
                    </a:cubicBezTo>
                    <a:cubicBezTo>
                      <a:pt x="0" y="110"/>
                      <a:pt x="0" y="110"/>
                      <a:pt x="0" y="109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4" y="1"/>
                      <a:pt x="45" y="0"/>
                      <a:pt x="45" y="0"/>
                    </a:cubicBezTo>
                    <a:cubicBezTo>
                      <a:pt x="46" y="0"/>
                      <a:pt x="46" y="0"/>
                      <a:pt x="47" y="1"/>
                    </a:cubicBezTo>
                    <a:cubicBezTo>
                      <a:pt x="120" y="76"/>
                      <a:pt x="120" y="76"/>
                      <a:pt x="120" y="76"/>
                    </a:cubicBezTo>
                    <a:cubicBezTo>
                      <a:pt x="120" y="76"/>
                      <a:pt x="121" y="77"/>
                      <a:pt x="120" y="78"/>
                    </a:cubicBezTo>
                    <a:cubicBezTo>
                      <a:pt x="120" y="78"/>
                      <a:pt x="120" y="79"/>
                      <a:pt x="119" y="79"/>
                    </a:cubicBezTo>
                    <a:cubicBezTo>
                      <a:pt x="2" y="111"/>
                      <a:pt x="2" y="111"/>
                      <a:pt x="2" y="111"/>
                    </a:cubicBezTo>
                    <a:lnTo>
                      <a:pt x="1" y="111"/>
                    </a:lnTo>
                    <a:close/>
                    <a:moveTo>
                      <a:pt x="46" y="5"/>
                    </a:moveTo>
                    <a:cubicBezTo>
                      <a:pt x="4" y="107"/>
                      <a:pt x="4" y="107"/>
                      <a:pt x="4" y="107"/>
                    </a:cubicBezTo>
                    <a:cubicBezTo>
                      <a:pt x="116" y="76"/>
                      <a:pt x="116" y="76"/>
                      <a:pt x="116" y="76"/>
                    </a:cubicBezTo>
                    <a:lnTo>
                      <a:pt x="4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3" name="Freeform 1140"/>
              <p:cNvSpPr>
                <a:spLocks noEditPoints="1"/>
              </p:cNvSpPr>
              <p:nvPr userDrawn="1"/>
            </p:nvSpPr>
            <p:spPr bwMode="auto">
              <a:xfrm>
                <a:off x="2688" y="1151"/>
                <a:ext cx="120" cy="138"/>
              </a:xfrm>
              <a:custGeom>
                <a:avLst/>
                <a:gdLst>
                  <a:gd name="T0" fmla="*/ 2 w 97"/>
                  <a:gd name="T1" fmla="*/ 112 h 112"/>
                  <a:gd name="T2" fmla="*/ 1 w 97"/>
                  <a:gd name="T3" fmla="*/ 111 h 112"/>
                  <a:gd name="T4" fmla="*/ 0 w 97"/>
                  <a:gd name="T5" fmla="*/ 110 h 112"/>
                  <a:gd name="T6" fmla="*/ 29 w 97"/>
                  <a:gd name="T7" fmla="*/ 1 h 112"/>
                  <a:gd name="T8" fmla="*/ 31 w 97"/>
                  <a:gd name="T9" fmla="*/ 0 h 112"/>
                  <a:gd name="T10" fmla="*/ 32 w 97"/>
                  <a:gd name="T11" fmla="*/ 1 h 112"/>
                  <a:gd name="T12" fmla="*/ 96 w 97"/>
                  <a:gd name="T13" fmla="*/ 76 h 112"/>
                  <a:gd name="T14" fmla="*/ 96 w 97"/>
                  <a:gd name="T15" fmla="*/ 77 h 112"/>
                  <a:gd name="T16" fmla="*/ 95 w 97"/>
                  <a:gd name="T17" fmla="*/ 78 h 112"/>
                  <a:gd name="T18" fmla="*/ 2 w 97"/>
                  <a:gd name="T19" fmla="*/ 112 h 112"/>
                  <a:gd name="T20" fmla="*/ 32 w 97"/>
                  <a:gd name="T21" fmla="*/ 5 h 112"/>
                  <a:gd name="T22" fmla="*/ 4 w 97"/>
                  <a:gd name="T23" fmla="*/ 107 h 112"/>
                  <a:gd name="T24" fmla="*/ 92 w 97"/>
                  <a:gd name="T25" fmla="*/ 76 h 112"/>
                  <a:gd name="T26" fmla="*/ 32 w 97"/>
                  <a:gd name="T27" fmla="*/ 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7" h="112">
                    <a:moveTo>
                      <a:pt x="2" y="112"/>
                    </a:moveTo>
                    <a:cubicBezTo>
                      <a:pt x="1" y="112"/>
                      <a:pt x="1" y="111"/>
                      <a:pt x="1" y="111"/>
                    </a:cubicBezTo>
                    <a:cubicBezTo>
                      <a:pt x="0" y="111"/>
                      <a:pt x="0" y="110"/>
                      <a:pt x="0" y="11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30" y="0"/>
                      <a:pt x="31" y="0"/>
                    </a:cubicBezTo>
                    <a:cubicBezTo>
                      <a:pt x="31" y="0"/>
                      <a:pt x="32" y="0"/>
                      <a:pt x="32" y="1"/>
                    </a:cubicBezTo>
                    <a:cubicBezTo>
                      <a:pt x="96" y="76"/>
                      <a:pt x="96" y="76"/>
                      <a:pt x="96" y="76"/>
                    </a:cubicBezTo>
                    <a:cubicBezTo>
                      <a:pt x="96" y="76"/>
                      <a:pt x="97" y="77"/>
                      <a:pt x="96" y="77"/>
                    </a:cubicBezTo>
                    <a:cubicBezTo>
                      <a:pt x="96" y="78"/>
                      <a:pt x="96" y="78"/>
                      <a:pt x="95" y="78"/>
                    </a:cubicBezTo>
                    <a:cubicBezTo>
                      <a:pt x="2" y="112"/>
                      <a:pt x="2" y="112"/>
                      <a:pt x="2" y="112"/>
                    </a:cubicBezTo>
                    <a:close/>
                    <a:moveTo>
                      <a:pt x="32" y="5"/>
                    </a:moveTo>
                    <a:cubicBezTo>
                      <a:pt x="4" y="107"/>
                      <a:pt x="4" y="107"/>
                      <a:pt x="4" y="107"/>
                    </a:cubicBezTo>
                    <a:cubicBezTo>
                      <a:pt x="92" y="76"/>
                      <a:pt x="92" y="76"/>
                      <a:pt x="92" y="76"/>
                    </a:cubicBezTo>
                    <a:lnTo>
                      <a:pt x="32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4" name="Freeform 1141"/>
              <p:cNvSpPr>
                <a:spLocks noEditPoints="1"/>
              </p:cNvSpPr>
              <p:nvPr userDrawn="1"/>
            </p:nvSpPr>
            <p:spPr bwMode="auto">
              <a:xfrm>
                <a:off x="623" y="450"/>
                <a:ext cx="118" cy="138"/>
              </a:xfrm>
              <a:custGeom>
                <a:avLst/>
                <a:gdLst>
                  <a:gd name="T0" fmla="*/ 2 w 96"/>
                  <a:gd name="T1" fmla="*/ 111 h 111"/>
                  <a:gd name="T2" fmla="*/ 0 w 96"/>
                  <a:gd name="T3" fmla="*/ 111 h 111"/>
                  <a:gd name="T4" fmla="*/ 0 w 96"/>
                  <a:gd name="T5" fmla="*/ 109 h 111"/>
                  <a:gd name="T6" fmla="*/ 29 w 96"/>
                  <a:gd name="T7" fmla="*/ 1 h 111"/>
                  <a:gd name="T8" fmla="*/ 30 w 96"/>
                  <a:gd name="T9" fmla="*/ 0 h 111"/>
                  <a:gd name="T10" fmla="*/ 32 w 96"/>
                  <a:gd name="T11" fmla="*/ 0 h 111"/>
                  <a:gd name="T12" fmla="*/ 96 w 96"/>
                  <a:gd name="T13" fmla="*/ 76 h 111"/>
                  <a:gd name="T14" fmla="*/ 96 w 96"/>
                  <a:gd name="T15" fmla="*/ 77 h 111"/>
                  <a:gd name="T16" fmla="*/ 95 w 96"/>
                  <a:gd name="T17" fmla="*/ 78 h 111"/>
                  <a:gd name="T18" fmla="*/ 2 w 96"/>
                  <a:gd name="T19" fmla="*/ 111 h 111"/>
                  <a:gd name="T20" fmla="*/ 32 w 96"/>
                  <a:gd name="T21" fmla="*/ 5 h 111"/>
                  <a:gd name="T22" fmla="*/ 4 w 96"/>
                  <a:gd name="T23" fmla="*/ 107 h 111"/>
                  <a:gd name="T24" fmla="*/ 92 w 96"/>
                  <a:gd name="T25" fmla="*/ 76 h 111"/>
                  <a:gd name="T26" fmla="*/ 32 w 96"/>
                  <a:gd name="T27" fmla="*/ 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111">
                    <a:moveTo>
                      <a:pt x="2" y="111"/>
                    </a:moveTo>
                    <a:cubicBezTo>
                      <a:pt x="1" y="111"/>
                      <a:pt x="1" y="111"/>
                      <a:pt x="0" y="111"/>
                    </a:cubicBezTo>
                    <a:cubicBezTo>
                      <a:pt x="0" y="111"/>
                      <a:pt x="0" y="110"/>
                      <a:pt x="0" y="109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30" y="0"/>
                      <a:pt x="30" y="0"/>
                    </a:cubicBezTo>
                    <a:cubicBezTo>
                      <a:pt x="31" y="0"/>
                      <a:pt x="32" y="0"/>
                      <a:pt x="32" y="0"/>
                    </a:cubicBezTo>
                    <a:cubicBezTo>
                      <a:pt x="96" y="76"/>
                      <a:pt x="96" y="76"/>
                      <a:pt x="96" y="76"/>
                    </a:cubicBezTo>
                    <a:cubicBezTo>
                      <a:pt x="96" y="76"/>
                      <a:pt x="96" y="77"/>
                      <a:pt x="96" y="77"/>
                    </a:cubicBezTo>
                    <a:cubicBezTo>
                      <a:pt x="96" y="78"/>
                      <a:pt x="96" y="78"/>
                      <a:pt x="95" y="78"/>
                    </a:cubicBezTo>
                    <a:cubicBezTo>
                      <a:pt x="2" y="111"/>
                      <a:pt x="2" y="111"/>
                      <a:pt x="2" y="111"/>
                    </a:cubicBezTo>
                    <a:close/>
                    <a:moveTo>
                      <a:pt x="32" y="5"/>
                    </a:moveTo>
                    <a:cubicBezTo>
                      <a:pt x="4" y="107"/>
                      <a:pt x="4" y="107"/>
                      <a:pt x="4" y="107"/>
                    </a:cubicBezTo>
                    <a:cubicBezTo>
                      <a:pt x="92" y="76"/>
                      <a:pt x="92" y="76"/>
                      <a:pt x="92" y="76"/>
                    </a:cubicBezTo>
                    <a:lnTo>
                      <a:pt x="32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5" name="Freeform 1142"/>
              <p:cNvSpPr>
                <a:spLocks noEditPoints="1"/>
              </p:cNvSpPr>
              <p:nvPr userDrawn="1"/>
            </p:nvSpPr>
            <p:spPr bwMode="auto">
              <a:xfrm>
                <a:off x="2608" y="1284"/>
                <a:ext cx="84" cy="153"/>
              </a:xfrm>
              <a:custGeom>
                <a:avLst/>
                <a:gdLst>
                  <a:gd name="T0" fmla="*/ 53 w 68"/>
                  <a:gd name="T1" fmla="*/ 123 h 123"/>
                  <a:gd name="T2" fmla="*/ 52 w 68"/>
                  <a:gd name="T3" fmla="*/ 122 h 123"/>
                  <a:gd name="T4" fmla="*/ 0 w 68"/>
                  <a:gd name="T5" fmla="*/ 46 h 123"/>
                  <a:gd name="T6" fmla="*/ 0 w 68"/>
                  <a:gd name="T7" fmla="*/ 45 h 123"/>
                  <a:gd name="T8" fmla="*/ 1 w 68"/>
                  <a:gd name="T9" fmla="*/ 44 h 123"/>
                  <a:gd name="T10" fmla="*/ 66 w 68"/>
                  <a:gd name="T11" fmla="*/ 1 h 123"/>
                  <a:gd name="T12" fmla="*/ 68 w 68"/>
                  <a:gd name="T13" fmla="*/ 1 h 123"/>
                  <a:gd name="T14" fmla="*/ 68 w 68"/>
                  <a:gd name="T15" fmla="*/ 2 h 123"/>
                  <a:gd name="T16" fmla="*/ 55 w 68"/>
                  <a:gd name="T17" fmla="*/ 121 h 123"/>
                  <a:gd name="T18" fmla="*/ 54 w 68"/>
                  <a:gd name="T19" fmla="*/ 123 h 123"/>
                  <a:gd name="T20" fmla="*/ 53 w 68"/>
                  <a:gd name="T21" fmla="*/ 123 h 123"/>
                  <a:gd name="T22" fmla="*/ 4 w 68"/>
                  <a:gd name="T23" fmla="*/ 46 h 123"/>
                  <a:gd name="T24" fmla="*/ 52 w 68"/>
                  <a:gd name="T25" fmla="*/ 116 h 123"/>
                  <a:gd name="T26" fmla="*/ 65 w 68"/>
                  <a:gd name="T27" fmla="*/ 5 h 123"/>
                  <a:gd name="T28" fmla="*/ 4 w 68"/>
                  <a:gd name="T29" fmla="*/ 46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123">
                    <a:moveTo>
                      <a:pt x="53" y="123"/>
                    </a:moveTo>
                    <a:cubicBezTo>
                      <a:pt x="53" y="123"/>
                      <a:pt x="52" y="122"/>
                      <a:pt x="52" y="122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0" y="45"/>
                      <a:pt x="0" y="45"/>
                    </a:cubicBezTo>
                    <a:cubicBezTo>
                      <a:pt x="0" y="44"/>
                      <a:pt x="1" y="44"/>
                      <a:pt x="1" y="44"/>
                    </a:cubicBezTo>
                    <a:cubicBezTo>
                      <a:pt x="66" y="1"/>
                      <a:pt x="66" y="1"/>
                      <a:pt x="66" y="1"/>
                    </a:cubicBezTo>
                    <a:cubicBezTo>
                      <a:pt x="66" y="0"/>
                      <a:pt x="67" y="0"/>
                      <a:pt x="68" y="1"/>
                    </a:cubicBezTo>
                    <a:cubicBezTo>
                      <a:pt x="68" y="1"/>
                      <a:pt x="68" y="2"/>
                      <a:pt x="68" y="2"/>
                    </a:cubicBezTo>
                    <a:cubicBezTo>
                      <a:pt x="55" y="121"/>
                      <a:pt x="55" y="121"/>
                      <a:pt x="55" y="121"/>
                    </a:cubicBezTo>
                    <a:cubicBezTo>
                      <a:pt x="55" y="122"/>
                      <a:pt x="54" y="122"/>
                      <a:pt x="54" y="123"/>
                    </a:cubicBezTo>
                    <a:lnTo>
                      <a:pt x="53" y="123"/>
                    </a:lnTo>
                    <a:close/>
                    <a:moveTo>
                      <a:pt x="4" y="46"/>
                    </a:moveTo>
                    <a:cubicBezTo>
                      <a:pt x="52" y="116"/>
                      <a:pt x="52" y="116"/>
                      <a:pt x="52" y="116"/>
                    </a:cubicBezTo>
                    <a:cubicBezTo>
                      <a:pt x="65" y="5"/>
                      <a:pt x="65" y="5"/>
                      <a:pt x="65" y="5"/>
                    </a:cubicBezTo>
                    <a:lnTo>
                      <a:pt x="4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6" name="Freeform 1143"/>
              <p:cNvSpPr>
                <a:spLocks noEditPoints="1"/>
              </p:cNvSpPr>
              <p:nvPr userDrawn="1"/>
            </p:nvSpPr>
            <p:spPr bwMode="auto">
              <a:xfrm>
                <a:off x="2509" y="381"/>
                <a:ext cx="139" cy="111"/>
              </a:xfrm>
              <a:custGeom>
                <a:avLst/>
                <a:gdLst>
                  <a:gd name="T0" fmla="*/ 91 w 113"/>
                  <a:gd name="T1" fmla="*/ 90 h 90"/>
                  <a:gd name="T2" fmla="*/ 90 w 113"/>
                  <a:gd name="T3" fmla="*/ 89 h 90"/>
                  <a:gd name="T4" fmla="*/ 1 w 113"/>
                  <a:gd name="T5" fmla="*/ 30 h 90"/>
                  <a:gd name="T6" fmla="*/ 0 w 113"/>
                  <a:gd name="T7" fmla="*/ 29 h 90"/>
                  <a:gd name="T8" fmla="*/ 2 w 113"/>
                  <a:gd name="T9" fmla="*/ 27 h 90"/>
                  <a:gd name="T10" fmla="*/ 110 w 113"/>
                  <a:gd name="T11" fmla="*/ 0 h 90"/>
                  <a:gd name="T12" fmla="*/ 112 w 113"/>
                  <a:gd name="T13" fmla="*/ 0 h 90"/>
                  <a:gd name="T14" fmla="*/ 112 w 113"/>
                  <a:gd name="T15" fmla="*/ 2 h 90"/>
                  <a:gd name="T16" fmla="*/ 93 w 113"/>
                  <a:gd name="T17" fmla="*/ 88 h 90"/>
                  <a:gd name="T18" fmla="*/ 92 w 113"/>
                  <a:gd name="T19" fmla="*/ 90 h 90"/>
                  <a:gd name="T20" fmla="*/ 91 w 113"/>
                  <a:gd name="T21" fmla="*/ 90 h 90"/>
                  <a:gd name="T22" fmla="*/ 6 w 113"/>
                  <a:gd name="T23" fmla="*/ 30 h 90"/>
                  <a:gd name="T24" fmla="*/ 90 w 113"/>
                  <a:gd name="T25" fmla="*/ 85 h 90"/>
                  <a:gd name="T26" fmla="*/ 109 w 113"/>
                  <a:gd name="T27" fmla="*/ 4 h 90"/>
                  <a:gd name="T28" fmla="*/ 6 w 113"/>
                  <a:gd name="T29" fmla="*/ 3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3" h="90">
                    <a:moveTo>
                      <a:pt x="91" y="90"/>
                    </a:moveTo>
                    <a:cubicBezTo>
                      <a:pt x="90" y="89"/>
                      <a:pt x="90" y="89"/>
                      <a:pt x="90" y="8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30"/>
                      <a:pt x="0" y="29"/>
                      <a:pt x="0" y="29"/>
                    </a:cubicBezTo>
                    <a:cubicBezTo>
                      <a:pt x="0" y="28"/>
                      <a:pt x="1" y="27"/>
                      <a:pt x="2" y="27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11" y="0"/>
                      <a:pt x="112" y="0"/>
                      <a:pt x="112" y="0"/>
                    </a:cubicBezTo>
                    <a:cubicBezTo>
                      <a:pt x="112" y="1"/>
                      <a:pt x="113" y="1"/>
                      <a:pt x="112" y="2"/>
                    </a:cubicBezTo>
                    <a:cubicBezTo>
                      <a:pt x="93" y="88"/>
                      <a:pt x="93" y="88"/>
                      <a:pt x="93" y="88"/>
                    </a:cubicBezTo>
                    <a:cubicBezTo>
                      <a:pt x="93" y="89"/>
                      <a:pt x="92" y="89"/>
                      <a:pt x="92" y="90"/>
                    </a:cubicBezTo>
                    <a:lnTo>
                      <a:pt x="91" y="90"/>
                    </a:lnTo>
                    <a:close/>
                    <a:moveTo>
                      <a:pt x="6" y="30"/>
                    </a:moveTo>
                    <a:cubicBezTo>
                      <a:pt x="90" y="85"/>
                      <a:pt x="90" y="85"/>
                      <a:pt x="90" y="85"/>
                    </a:cubicBezTo>
                    <a:cubicBezTo>
                      <a:pt x="109" y="4"/>
                      <a:pt x="109" y="4"/>
                      <a:pt x="109" y="4"/>
                    </a:cubicBezTo>
                    <a:lnTo>
                      <a:pt x="6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7" name="Freeform 1144"/>
              <p:cNvSpPr>
                <a:spLocks noEditPoints="1"/>
              </p:cNvSpPr>
              <p:nvPr userDrawn="1"/>
            </p:nvSpPr>
            <p:spPr bwMode="auto">
              <a:xfrm>
                <a:off x="2647" y="455"/>
                <a:ext cx="161" cy="124"/>
              </a:xfrm>
              <a:custGeom>
                <a:avLst/>
                <a:gdLst>
                  <a:gd name="T0" fmla="*/ 2 w 130"/>
                  <a:gd name="T1" fmla="*/ 100 h 100"/>
                  <a:gd name="T2" fmla="*/ 1 w 130"/>
                  <a:gd name="T3" fmla="*/ 99 h 100"/>
                  <a:gd name="T4" fmla="*/ 1 w 130"/>
                  <a:gd name="T5" fmla="*/ 98 h 100"/>
                  <a:gd name="T6" fmla="*/ 79 w 130"/>
                  <a:gd name="T7" fmla="*/ 1 h 100"/>
                  <a:gd name="T8" fmla="*/ 81 w 130"/>
                  <a:gd name="T9" fmla="*/ 0 h 100"/>
                  <a:gd name="T10" fmla="*/ 82 w 130"/>
                  <a:gd name="T11" fmla="*/ 1 h 100"/>
                  <a:gd name="T12" fmla="*/ 129 w 130"/>
                  <a:gd name="T13" fmla="*/ 81 h 100"/>
                  <a:gd name="T14" fmla="*/ 129 w 130"/>
                  <a:gd name="T15" fmla="*/ 82 h 100"/>
                  <a:gd name="T16" fmla="*/ 128 w 130"/>
                  <a:gd name="T17" fmla="*/ 83 h 100"/>
                  <a:gd name="T18" fmla="*/ 2 w 130"/>
                  <a:gd name="T19" fmla="*/ 100 h 100"/>
                  <a:gd name="T20" fmla="*/ 80 w 130"/>
                  <a:gd name="T21" fmla="*/ 5 h 100"/>
                  <a:gd name="T22" fmla="*/ 6 w 130"/>
                  <a:gd name="T23" fmla="*/ 96 h 100"/>
                  <a:gd name="T24" fmla="*/ 125 w 130"/>
                  <a:gd name="T25" fmla="*/ 80 h 100"/>
                  <a:gd name="T26" fmla="*/ 80 w 130"/>
                  <a:gd name="T27" fmla="*/ 5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0" h="100">
                    <a:moveTo>
                      <a:pt x="2" y="100"/>
                    </a:moveTo>
                    <a:cubicBezTo>
                      <a:pt x="2" y="100"/>
                      <a:pt x="1" y="100"/>
                      <a:pt x="1" y="99"/>
                    </a:cubicBezTo>
                    <a:cubicBezTo>
                      <a:pt x="0" y="99"/>
                      <a:pt x="1" y="98"/>
                      <a:pt x="1" y="98"/>
                    </a:cubicBezTo>
                    <a:cubicBezTo>
                      <a:pt x="79" y="1"/>
                      <a:pt x="79" y="1"/>
                      <a:pt x="79" y="1"/>
                    </a:cubicBezTo>
                    <a:cubicBezTo>
                      <a:pt x="80" y="0"/>
                      <a:pt x="80" y="0"/>
                      <a:pt x="81" y="0"/>
                    </a:cubicBezTo>
                    <a:cubicBezTo>
                      <a:pt x="81" y="0"/>
                      <a:pt x="82" y="0"/>
                      <a:pt x="82" y="1"/>
                    </a:cubicBezTo>
                    <a:cubicBezTo>
                      <a:pt x="129" y="81"/>
                      <a:pt x="129" y="81"/>
                      <a:pt x="129" y="81"/>
                    </a:cubicBezTo>
                    <a:cubicBezTo>
                      <a:pt x="130" y="81"/>
                      <a:pt x="130" y="82"/>
                      <a:pt x="129" y="82"/>
                    </a:cubicBezTo>
                    <a:cubicBezTo>
                      <a:pt x="129" y="83"/>
                      <a:pt x="129" y="83"/>
                      <a:pt x="128" y="83"/>
                    </a:cubicBezTo>
                    <a:cubicBezTo>
                      <a:pt x="2" y="100"/>
                      <a:pt x="2" y="100"/>
                      <a:pt x="2" y="100"/>
                    </a:cubicBezTo>
                    <a:close/>
                    <a:moveTo>
                      <a:pt x="80" y="5"/>
                    </a:moveTo>
                    <a:cubicBezTo>
                      <a:pt x="6" y="96"/>
                      <a:pt x="6" y="96"/>
                      <a:pt x="6" y="96"/>
                    </a:cubicBezTo>
                    <a:cubicBezTo>
                      <a:pt x="125" y="80"/>
                      <a:pt x="125" y="80"/>
                      <a:pt x="125" y="80"/>
                    </a:cubicBezTo>
                    <a:lnTo>
                      <a:pt x="8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8" name="Freeform 1145"/>
              <p:cNvSpPr>
                <a:spLocks noEditPoints="1"/>
              </p:cNvSpPr>
              <p:nvPr userDrawn="1"/>
            </p:nvSpPr>
            <p:spPr bwMode="auto">
              <a:xfrm>
                <a:off x="1449" y="443"/>
                <a:ext cx="176" cy="69"/>
              </a:xfrm>
              <a:custGeom>
                <a:avLst/>
                <a:gdLst>
                  <a:gd name="T0" fmla="*/ 1 w 142"/>
                  <a:gd name="T1" fmla="*/ 56 h 56"/>
                  <a:gd name="T2" fmla="*/ 0 w 142"/>
                  <a:gd name="T3" fmla="*/ 55 h 56"/>
                  <a:gd name="T4" fmla="*/ 1 w 142"/>
                  <a:gd name="T5" fmla="*/ 53 h 56"/>
                  <a:gd name="T6" fmla="*/ 96 w 142"/>
                  <a:gd name="T7" fmla="*/ 0 h 56"/>
                  <a:gd name="T8" fmla="*/ 98 w 142"/>
                  <a:gd name="T9" fmla="*/ 1 h 56"/>
                  <a:gd name="T10" fmla="*/ 141 w 142"/>
                  <a:gd name="T11" fmla="*/ 46 h 56"/>
                  <a:gd name="T12" fmla="*/ 141 w 142"/>
                  <a:gd name="T13" fmla="*/ 48 h 56"/>
                  <a:gd name="T14" fmla="*/ 140 w 142"/>
                  <a:gd name="T15" fmla="*/ 49 h 56"/>
                  <a:gd name="T16" fmla="*/ 2 w 142"/>
                  <a:gd name="T17" fmla="*/ 56 h 56"/>
                  <a:gd name="T18" fmla="*/ 1 w 142"/>
                  <a:gd name="T19" fmla="*/ 56 h 56"/>
                  <a:gd name="T20" fmla="*/ 96 w 142"/>
                  <a:gd name="T21" fmla="*/ 4 h 56"/>
                  <a:gd name="T22" fmla="*/ 9 w 142"/>
                  <a:gd name="T23" fmla="*/ 52 h 56"/>
                  <a:gd name="T24" fmla="*/ 136 w 142"/>
                  <a:gd name="T25" fmla="*/ 46 h 56"/>
                  <a:gd name="T26" fmla="*/ 96 w 142"/>
                  <a:gd name="T27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2" h="56">
                    <a:moveTo>
                      <a:pt x="1" y="56"/>
                    </a:moveTo>
                    <a:cubicBezTo>
                      <a:pt x="1" y="56"/>
                      <a:pt x="0" y="55"/>
                      <a:pt x="0" y="55"/>
                    </a:cubicBezTo>
                    <a:cubicBezTo>
                      <a:pt x="0" y="54"/>
                      <a:pt x="0" y="53"/>
                      <a:pt x="1" y="53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7" y="0"/>
                      <a:pt x="98" y="1"/>
                    </a:cubicBezTo>
                    <a:cubicBezTo>
                      <a:pt x="141" y="46"/>
                      <a:pt x="141" y="46"/>
                      <a:pt x="141" y="46"/>
                    </a:cubicBezTo>
                    <a:cubicBezTo>
                      <a:pt x="141" y="46"/>
                      <a:pt x="142" y="47"/>
                      <a:pt x="141" y="48"/>
                    </a:cubicBezTo>
                    <a:cubicBezTo>
                      <a:pt x="141" y="48"/>
                      <a:pt x="141" y="49"/>
                      <a:pt x="140" y="49"/>
                    </a:cubicBezTo>
                    <a:cubicBezTo>
                      <a:pt x="2" y="56"/>
                      <a:pt x="2" y="56"/>
                      <a:pt x="2" y="56"/>
                    </a:cubicBezTo>
                    <a:lnTo>
                      <a:pt x="1" y="56"/>
                    </a:lnTo>
                    <a:close/>
                    <a:moveTo>
                      <a:pt x="96" y="4"/>
                    </a:moveTo>
                    <a:cubicBezTo>
                      <a:pt x="9" y="52"/>
                      <a:pt x="9" y="52"/>
                      <a:pt x="9" y="52"/>
                    </a:cubicBezTo>
                    <a:cubicBezTo>
                      <a:pt x="136" y="46"/>
                      <a:pt x="136" y="46"/>
                      <a:pt x="136" y="46"/>
                    </a:cubicBezTo>
                    <a:lnTo>
                      <a:pt x="9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9" name="Freeform 1146"/>
              <p:cNvSpPr>
                <a:spLocks noEditPoints="1"/>
              </p:cNvSpPr>
              <p:nvPr userDrawn="1"/>
            </p:nvSpPr>
            <p:spPr bwMode="auto">
              <a:xfrm>
                <a:off x="1399" y="508"/>
                <a:ext cx="113" cy="142"/>
              </a:xfrm>
              <a:custGeom>
                <a:avLst/>
                <a:gdLst>
                  <a:gd name="T0" fmla="*/ 90 w 92"/>
                  <a:gd name="T1" fmla="*/ 114 h 114"/>
                  <a:gd name="T2" fmla="*/ 90 w 92"/>
                  <a:gd name="T3" fmla="*/ 114 h 114"/>
                  <a:gd name="T4" fmla="*/ 1 w 92"/>
                  <a:gd name="T5" fmla="*/ 108 h 114"/>
                  <a:gd name="T6" fmla="*/ 0 w 92"/>
                  <a:gd name="T7" fmla="*/ 107 h 114"/>
                  <a:gd name="T8" fmla="*/ 0 w 92"/>
                  <a:gd name="T9" fmla="*/ 105 h 114"/>
                  <a:gd name="T10" fmla="*/ 41 w 92"/>
                  <a:gd name="T11" fmla="*/ 1 h 114"/>
                  <a:gd name="T12" fmla="*/ 42 w 92"/>
                  <a:gd name="T13" fmla="*/ 0 h 114"/>
                  <a:gd name="T14" fmla="*/ 44 w 92"/>
                  <a:gd name="T15" fmla="*/ 1 h 114"/>
                  <a:gd name="T16" fmla="*/ 92 w 92"/>
                  <a:gd name="T17" fmla="*/ 111 h 114"/>
                  <a:gd name="T18" fmla="*/ 92 w 92"/>
                  <a:gd name="T19" fmla="*/ 113 h 114"/>
                  <a:gd name="T20" fmla="*/ 90 w 92"/>
                  <a:gd name="T21" fmla="*/ 114 h 114"/>
                  <a:gd name="T22" fmla="*/ 4 w 92"/>
                  <a:gd name="T23" fmla="*/ 104 h 114"/>
                  <a:gd name="T24" fmla="*/ 88 w 92"/>
                  <a:gd name="T25" fmla="*/ 110 h 114"/>
                  <a:gd name="T26" fmla="*/ 43 w 92"/>
                  <a:gd name="T27" fmla="*/ 6 h 114"/>
                  <a:gd name="T28" fmla="*/ 4 w 92"/>
                  <a:gd name="T29" fmla="*/ 10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2" h="114">
                    <a:moveTo>
                      <a:pt x="90" y="114"/>
                    </a:moveTo>
                    <a:cubicBezTo>
                      <a:pt x="90" y="114"/>
                      <a:pt x="90" y="114"/>
                      <a:pt x="90" y="114"/>
                    </a:cubicBezTo>
                    <a:cubicBezTo>
                      <a:pt x="1" y="108"/>
                      <a:pt x="1" y="108"/>
                      <a:pt x="1" y="108"/>
                    </a:cubicBezTo>
                    <a:cubicBezTo>
                      <a:pt x="1" y="108"/>
                      <a:pt x="0" y="107"/>
                      <a:pt x="0" y="107"/>
                    </a:cubicBezTo>
                    <a:cubicBezTo>
                      <a:pt x="0" y="106"/>
                      <a:pt x="0" y="106"/>
                      <a:pt x="0" y="105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1" y="0"/>
                      <a:pt x="42" y="0"/>
                      <a:pt x="42" y="0"/>
                    </a:cubicBezTo>
                    <a:cubicBezTo>
                      <a:pt x="43" y="0"/>
                      <a:pt x="44" y="0"/>
                      <a:pt x="44" y="1"/>
                    </a:cubicBezTo>
                    <a:cubicBezTo>
                      <a:pt x="92" y="111"/>
                      <a:pt x="92" y="111"/>
                      <a:pt x="92" y="111"/>
                    </a:cubicBezTo>
                    <a:cubicBezTo>
                      <a:pt x="92" y="112"/>
                      <a:pt x="92" y="112"/>
                      <a:pt x="92" y="113"/>
                    </a:cubicBezTo>
                    <a:cubicBezTo>
                      <a:pt x="92" y="113"/>
                      <a:pt x="91" y="114"/>
                      <a:pt x="90" y="114"/>
                    </a:cubicBezTo>
                    <a:close/>
                    <a:moveTo>
                      <a:pt x="4" y="104"/>
                    </a:moveTo>
                    <a:cubicBezTo>
                      <a:pt x="88" y="110"/>
                      <a:pt x="88" y="110"/>
                      <a:pt x="88" y="110"/>
                    </a:cubicBezTo>
                    <a:cubicBezTo>
                      <a:pt x="43" y="6"/>
                      <a:pt x="43" y="6"/>
                      <a:pt x="43" y="6"/>
                    </a:cubicBezTo>
                    <a:lnTo>
                      <a:pt x="4" y="10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0" name="Freeform 1147"/>
              <p:cNvSpPr>
                <a:spLocks noEditPoints="1"/>
              </p:cNvSpPr>
              <p:nvPr userDrawn="1"/>
            </p:nvSpPr>
            <p:spPr bwMode="auto">
              <a:xfrm>
                <a:off x="3017" y="1135"/>
                <a:ext cx="98" cy="76"/>
              </a:xfrm>
              <a:custGeom>
                <a:avLst/>
                <a:gdLst>
                  <a:gd name="T0" fmla="*/ 2 w 79"/>
                  <a:gd name="T1" fmla="*/ 62 h 62"/>
                  <a:gd name="T2" fmla="*/ 1 w 79"/>
                  <a:gd name="T3" fmla="*/ 61 h 62"/>
                  <a:gd name="T4" fmla="*/ 0 w 79"/>
                  <a:gd name="T5" fmla="*/ 60 h 62"/>
                  <a:gd name="T6" fmla="*/ 22 w 79"/>
                  <a:gd name="T7" fmla="*/ 1 h 62"/>
                  <a:gd name="T8" fmla="*/ 24 w 79"/>
                  <a:gd name="T9" fmla="*/ 0 h 62"/>
                  <a:gd name="T10" fmla="*/ 25 w 79"/>
                  <a:gd name="T11" fmla="*/ 0 h 62"/>
                  <a:gd name="T12" fmla="*/ 79 w 79"/>
                  <a:gd name="T13" fmla="*/ 54 h 62"/>
                  <a:gd name="T14" fmla="*/ 79 w 79"/>
                  <a:gd name="T15" fmla="*/ 55 h 62"/>
                  <a:gd name="T16" fmla="*/ 78 w 79"/>
                  <a:gd name="T17" fmla="*/ 56 h 62"/>
                  <a:gd name="T18" fmla="*/ 2 w 79"/>
                  <a:gd name="T19" fmla="*/ 62 h 62"/>
                  <a:gd name="T20" fmla="*/ 25 w 79"/>
                  <a:gd name="T21" fmla="*/ 4 h 62"/>
                  <a:gd name="T22" fmla="*/ 5 w 79"/>
                  <a:gd name="T23" fmla="*/ 58 h 62"/>
                  <a:gd name="T24" fmla="*/ 74 w 79"/>
                  <a:gd name="T25" fmla="*/ 53 h 62"/>
                  <a:gd name="T26" fmla="*/ 25 w 79"/>
                  <a:gd name="T27" fmla="*/ 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" h="62">
                    <a:moveTo>
                      <a:pt x="2" y="62"/>
                    </a:moveTo>
                    <a:cubicBezTo>
                      <a:pt x="2" y="62"/>
                      <a:pt x="1" y="62"/>
                      <a:pt x="1" y="61"/>
                    </a:cubicBezTo>
                    <a:cubicBezTo>
                      <a:pt x="0" y="61"/>
                      <a:pt x="0" y="60"/>
                      <a:pt x="0" y="60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24" y="0"/>
                      <a:pt x="25" y="0"/>
                      <a:pt x="25" y="0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79" y="54"/>
                      <a:pt x="79" y="55"/>
                      <a:pt x="79" y="55"/>
                    </a:cubicBezTo>
                    <a:cubicBezTo>
                      <a:pt x="79" y="56"/>
                      <a:pt x="78" y="56"/>
                      <a:pt x="78" y="56"/>
                    </a:cubicBezTo>
                    <a:cubicBezTo>
                      <a:pt x="2" y="62"/>
                      <a:pt x="2" y="62"/>
                      <a:pt x="2" y="62"/>
                    </a:cubicBezTo>
                    <a:close/>
                    <a:moveTo>
                      <a:pt x="25" y="4"/>
                    </a:moveTo>
                    <a:cubicBezTo>
                      <a:pt x="5" y="58"/>
                      <a:pt x="5" y="58"/>
                      <a:pt x="5" y="58"/>
                    </a:cubicBezTo>
                    <a:cubicBezTo>
                      <a:pt x="74" y="53"/>
                      <a:pt x="74" y="53"/>
                      <a:pt x="74" y="53"/>
                    </a:cubicBezTo>
                    <a:lnTo>
                      <a:pt x="2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1" name="Freeform 1148"/>
              <p:cNvSpPr>
                <a:spLocks noEditPoints="1"/>
              </p:cNvSpPr>
              <p:nvPr userDrawn="1"/>
            </p:nvSpPr>
            <p:spPr bwMode="auto">
              <a:xfrm>
                <a:off x="2648" y="575"/>
                <a:ext cx="138" cy="166"/>
              </a:xfrm>
              <a:custGeom>
                <a:avLst/>
                <a:gdLst>
                  <a:gd name="T0" fmla="*/ 8 w 111"/>
                  <a:gd name="T1" fmla="*/ 134 h 134"/>
                  <a:gd name="T2" fmla="*/ 8 w 111"/>
                  <a:gd name="T3" fmla="*/ 133 h 134"/>
                  <a:gd name="T4" fmla="*/ 7 w 111"/>
                  <a:gd name="T5" fmla="*/ 132 h 134"/>
                  <a:gd name="T6" fmla="*/ 0 w 111"/>
                  <a:gd name="T7" fmla="*/ 2 h 134"/>
                  <a:gd name="T8" fmla="*/ 0 w 111"/>
                  <a:gd name="T9" fmla="*/ 0 h 134"/>
                  <a:gd name="T10" fmla="*/ 2 w 111"/>
                  <a:gd name="T11" fmla="*/ 0 h 134"/>
                  <a:gd name="T12" fmla="*/ 110 w 111"/>
                  <a:gd name="T13" fmla="*/ 64 h 134"/>
                  <a:gd name="T14" fmla="*/ 111 w 111"/>
                  <a:gd name="T15" fmla="*/ 65 h 134"/>
                  <a:gd name="T16" fmla="*/ 110 w 111"/>
                  <a:gd name="T17" fmla="*/ 67 h 134"/>
                  <a:gd name="T18" fmla="*/ 9 w 111"/>
                  <a:gd name="T19" fmla="*/ 133 h 134"/>
                  <a:gd name="T20" fmla="*/ 8 w 111"/>
                  <a:gd name="T21" fmla="*/ 134 h 134"/>
                  <a:gd name="T22" fmla="*/ 3 w 111"/>
                  <a:gd name="T23" fmla="*/ 5 h 134"/>
                  <a:gd name="T24" fmla="*/ 10 w 111"/>
                  <a:gd name="T25" fmla="*/ 129 h 134"/>
                  <a:gd name="T26" fmla="*/ 106 w 111"/>
                  <a:gd name="T27" fmla="*/ 65 h 134"/>
                  <a:gd name="T28" fmla="*/ 3 w 111"/>
                  <a:gd name="T29" fmla="*/ 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1" h="134">
                    <a:moveTo>
                      <a:pt x="8" y="134"/>
                    </a:moveTo>
                    <a:cubicBezTo>
                      <a:pt x="8" y="133"/>
                      <a:pt x="8" y="133"/>
                      <a:pt x="8" y="133"/>
                    </a:cubicBezTo>
                    <a:cubicBezTo>
                      <a:pt x="7" y="133"/>
                      <a:pt x="7" y="133"/>
                      <a:pt x="7" y="13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10" y="64"/>
                      <a:pt x="110" y="64"/>
                      <a:pt x="110" y="64"/>
                    </a:cubicBezTo>
                    <a:cubicBezTo>
                      <a:pt x="111" y="64"/>
                      <a:pt x="111" y="65"/>
                      <a:pt x="111" y="65"/>
                    </a:cubicBezTo>
                    <a:cubicBezTo>
                      <a:pt x="111" y="66"/>
                      <a:pt x="111" y="66"/>
                      <a:pt x="110" y="67"/>
                    </a:cubicBezTo>
                    <a:cubicBezTo>
                      <a:pt x="9" y="133"/>
                      <a:pt x="9" y="133"/>
                      <a:pt x="9" y="133"/>
                    </a:cubicBezTo>
                    <a:lnTo>
                      <a:pt x="8" y="134"/>
                    </a:lnTo>
                    <a:close/>
                    <a:moveTo>
                      <a:pt x="3" y="5"/>
                    </a:moveTo>
                    <a:cubicBezTo>
                      <a:pt x="10" y="129"/>
                      <a:pt x="10" y="129"/>
                      <a:pt x="10" y="129"/>
                    </a:cubicBezTo>
                    <a:cubicBezTo>
                      <a:pt x="106" y="65"/>
                      <a:pt x="106" y="65"/>
                      <a:pt x="106" y="65"/>
                    </a:cubicBez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2" name="Freeform 1149"/>
              <p:cNvSpPr>
                <a:spLocks noEditPoints="1"/>
              </p:cNvSpPr>
              <p:nvPr userDrawn="1"/>
            </p:nvSpPr>
            <p:spPr bwMode="auto">
              <a:xfrm>
                <a:off x="2325" y="461"/>
                <a:ext cx="142" cy="122"/>
              </a:xfrm>
              <a:custGeom>
                <a:avLst/>
                <a:gdLst>
                  <a:gd name="T0" fmla="*/ 18 w 114"/>
                  <a:gd name="T1" fmla="*/ 98 h 98"/>
                  <a:gd name="T2" fmla="*/ 17 w 114"/>
                  <a:gd name="T3" fmla="*/ 98 h 98"/>
                  <a:gd name="T4" fmla="*/ 16 w 114"/>
                  <a:gd name="T5" fmla="*/ 96 h 98"/>
                  <a:gd name="T6" fmla="*/ 0 w 114"/>
                  <a:gd name="T7" fmla="*/ 2 h 98"/>
                  <a:gd name="T8" fmla="*/ 1 w 114"/>
                  <a:gd name="T9" fmla="*/ 0 h 98"/>
                  <a:gd name="T10" fmla="*/ 3 w 114"/>
                  <a:gd name="T11" fmla="*/ 0 h 98"/>
                  <a:gd name="T12" fmla="*/ 113 w 114"/>
                  <a:gd name="T13" fmla="*/ 61 h 98"/>
                  <a:gd name="T14" fmla="*/ 114 w 114"/>
                  <a:gd name="T15" fmla="*/ 63 h 98"/>
                  <a:gd name="T16" fmla="*/ 113 w 114"/>
                  <a:gd name="T17" fmla="*/ 64 h 98"/>
                  <a:gd name="T18" fmla="*/ 18 w 114"/>
                  <a:gd name="T19" fmla="*/ 98 h 98"/>
                  <a:gd name="T20" fmla="*/ 4 w 114"/>
                  <a:gd name="T21" fmla="*/ 5 h 98"/>
                  <a:gd name="T22" fmla="*/ 19 w 114"/>
                  <a:gd name="T23" fmla="*/ 94 h 98"/>
                  <a:gd name="T24" fmla="*/ 108 w 114"/>
                  <a:gd name="T25" fmla="*/ 62 h 98"/>
                  <a:gd name="T26" fmla="*/ 4 w 114"/>
                  <a:gd name="T27" fmla="*/ 5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4" h="98">
                    <a:moveTo>
                      <a:pt x="18" y="98"/>
                    </a:moveTo>
                    <a:cubicBezTo>
                      <a:pt x="17" y="98"/>
                      <a:pt x="17" y="98"/>
                      <a:pt x="17" y="98"/>
                    </a:cubicBezTo>
                    <a:cubicBezTo>
                      <a:pt x="17" y="97"/>
                      <a:pt x="16" y="97"/>
                      <a:pt x="16" y="9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4" y="61"/>
                      <a:pt x="114" y="62"/>
                      <a:pt x="114" y="63"/>
                    </a:cubicBezTo>
                    <a:cubicBezTo>
                      <a:pt x="114" y="63"/>
                      <a:pt x="114" y="64"/>
                      <a:pt x="113" y="64"/>
                    </a:cubicBezTo>
                    <a:cubicBezTo>
                      <a:pt x="18" y="98"/>
                      <a:pt x="18" y="98"/>
                      <a:pt x="18" y="98"/>
                    </a:cubicBezTo>
                    <a:close/>
                    <a:moveTo>
                      <a:pt x="4" y="5"/>
                    </a:moveTo>
                    <a:cubicBezTo>
                      <a:pt x="19" y="94"/>
                      <a:pt x="19" y="94"/>
                      <a:pt x="19" y="94"/>
                    </a:cubicBezTo>
                    <a:cubicBezTo>
                      <a:pt x="108" y="62"/>
                      <a:pt x="108" y="62"/>
                      <a:pt x="108" y="62"/>
                    </a:cubicBezTo>
                    <a:lnTo>
                      <a:pt x="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3" name="Freeform 1150"/>
              <p:cNvSpPr>
                <a:spLocks noEditPoints="1"/>
              </p:cNvSpPr>
              <p:nvPr userDrawn="1"/>
            </p:nvSpPr>
            <p:spPr bwMode="auto">
              <a:xfrm>
                <a:off x="2476" y="684"/>
                <a:ext cx="185" cy="89"/>
              </a:xfrm>
              <a:custGeom>
                <a:avLst/>
                <a:gdLst>
                  <a:gd name="T0" fmla="*/ 60 w 149"/>
                  <a:gd name="T1" fmla="*/ 72 h 72"/>
                  <a:gd name="T2" fmla="*/ 59 w 149"/>
                  <a:gd name="T3" fmla="*/ 71 h 72"/>
                  <a:gd name="T4" fmla="*/ 1 w 149"/>
                  <a:gd name="T5" fmla="*/ 3 h 72"/>
                  <a:gd name="T6" fmla="*/ 1 w 149"/>
                  <a:gd name="T7" fmla="*/ 1 h 72"/>
                  <a:gd name="T8" fmla="*/ 3 w 149"/>
                  <a:gd name="T9" fmla="*/ 0 h 72"/>
                  <a:gd name="T10" fmla="*/ 148 w 149"/>
                  <a:gd name="T11" fmla="*/ 42 h 72"/>
                  <a:gd name="T12" fmla="*/ 149 w 149"/>
                  <a:gd name="T13" fmla="*/ 44 h 72"/>
                  <a:gd name="T14" fmla="*/ 148 w 149"/>
                  <a:gd name="T15" fmla="*/ 46 h 72"/>
                  <a:gd name="T16" fmla="*/ 61 w 149"/>
                  <a:gd name="T17" fmla="*/ 72 h 72"/>
                  <a:gd name="T18" fmla="*/ 60 w 149"/>
                  <a:gd name="T19" fmla="*/ 72 h 72"/>
                  <a:gd name="T20" fmla="*/ 7 w 149"/>
                  <a:gd name="T21" fmla="*/ 5 h 72"/>
                  <a:gd name="T22" fmla="*/ 61 w 149"/>
                  <a:gd name="T23" fmla="*/ 68 h 72"/>
                  <a:gd name="T24" fmla="*/ 142 w 149"/>
                  <a:gd name="T25" fmla="*/ 44 h 72"/>
                  <a:gd name="T26" fmla="*/ 7 w 149"/>
                  <a:gd name="T27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72">
                    <a:moveTo>
                      <a:pt x="60" y="72"/>
                    </a:moveTo>
                    <a:cubicBezTo>
                      <a:pt x="60" y="72"/>
                      <a:pt x="60" y="72"/>
                      <a:pt x="59" y="7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48" y="42"/>
                      <a:pt x="148" y="42"/>
                      <a:pt x="148" y="42"/>
                    </a:cubicBezTo>
                    <a:cubicBezTo>
                      <a:pt x="149" y="43"/>
                      <a:pt x="149" y="43"/>
                      <a:pt x="149" y="44"/>
                    </a:cubicBezTo>
                    <a:cubicBezTo>
                      <a:pt x="149" y="45"/>
                      <a:pt x="149" y="45"/>
                      <a:pt x="148" y="46"/>
                    </a:cubicBezTo>
                    <a:cubicBezTo>
                      <a:pt x="61" y="72"/>
                      <a:pt x="61" y="72"/>
                      <a:pt x="61" y="72"/>
                    </a:cubicBezTo>
                    <a:lnTo>
                      <a:pt x="60" y="72"/>
                    </a:lnTo>
                    <a:close/>
                    <a:moveTo>
                      <a:pt x="7" y="5"/>
                    </a:moveTo>
                    <a:cubicBezTo>
                      <a:pt x="61" y="68"/>
                      <a:pt x="61" y="68"/>
                      <a:pt x="61" y="68"/>
                    </a:cubicBezTo>
                    <a:cubicBezTo>
                      <a:pt x="142" y="44"/>
                      <a:pt x="142" y="44"/>
                      <a:pt x="142" y="44"/>
                    </a:cubicBez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4" name="Freeform 1151"/>
              <p:cNvSpPr>
                <a:spLocks noEditPoints="1"/>
              </p:cNvSpPr>
              <p:nvPr userDrawn="1"/>
            </p:nvSpPr>
            <p:spPr bwMode="auto">
              <a:xfrm>
                <a:off x="1509" y="567"/>
                <a:ext cx="158" cy="83"/>
              </a:xfrm>
              <a:custGeom>
                <a:avLst/>
                <a:gdLst>
                  <a:gd name="T0" fmla="*/ 1 w 128"/>
                  <a:gd name="T1" fmla="*/ 67 h 67"/>
                  <a:gd name="T2" fmla="*/ 0 w 128"/>
                  <a:gd name="T3" fmla="*/ 66 h 67"/>
                  <a:gd name="T4" fmla="*/ 0 w 128"/>
                  <a:gd name="T5" fmla="*/ 64 h 67"/>
                  <a:gd name="T6" fmla="*/ 66 w 128"/>
                  <a:gd name="T7" fmla="*/ 1 h 67"/>
                  <a:gd name="T8" fmla="*/ 67 w 128"/>
                  <a:gd name="T9" fmla="*/ 0 h 67"/>
                  <a:gd name="T10" fmla="*/ 127 w 128"/>
                  <a:gd name="T11" fmla="*/ 24 h 67"/>
                  <a:gd name="T12" fmla="*/ 128 w 128"/>
                  <a:gd name="T13" fmla="*/ 25 h 67"/>
                  <a:gd name="T14" fmla="*/ 127 w 128"/>
                  <a:gd name="T15" fmla="*/ 27 h 67"/>
                  <a:gd name="T16" fmla="*/ 2 w 128"/>
                  <a:gd name="T17" fmla="*/ 67 h 67"/>
                  <a:gd name="T18" fmla="*/ 1 w 128"/>
                  <a:gd name="T19" fmla="*/ 67 h 67"/>
                  <a:gd name="T20" fmla="*/ 67 w 128"/>
                  <a:gd name="T21" fmla="*/ 4 h 67"/>
                  <a:gd name="T22" fmla="*/ 8 w 128"/>
                  <a:gd name="T23" fmla="*/ 61 h 67"/>
                  <a:gd name="T24" fmla="*/ 121 w 128"/>
                  <a:gd name="T25" fmla="*/ 25 h 67"/>
                  <a:gd name="T26" fmla="*/ 67 w 128"/>
                  <a:gd name="T27" fmla="*/ 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67">
                    <a:moveTo>
                      <a:pt x="1" y="67"/>
                    </a:moveTo>
                    <a:cubicBezTo>
                      <a:pt x="1" y="67"/>
                      <a:pt x="0" y="66"/>
                      <a:pt x="0" y="66"/>
                    </a:cubicBezTo>
                    <a:cubicBezTo>
                      <a:pt x="0" y="65"/>
                      <a:pt x="0" y="64"/>
                      <a:pt x="0" y="64"/>
                    </a:cubicBezTo>
                    <a:cubicBezTo>
                      <a:pt x="66" y="1"/>
                      <a:pt x="66" y="1"/>
                      <a:pt x="66" y="1"/>
                    </a:cubicBezTo>
                    <a:cubicBezTo>
                      <a:pt x="66" y="0"/>
                      <a:pt x="67" y="0"/>
                      <a:pt x="67" y="0"/>
                    </a:cubicBezTo>
                    <a:cubicBezTo>
                      <a:pt x="127" y="24"/>
                      <a:pt x="127" y="24"/>
                      <a:pt x="127" y="24"/>
                    </a:cubicBezTo>
                    <a:cubicBezTo>
                      <a:pt x="127" y="24"/>
                      <a:pt x="128" y="25"/>
                      <a:pt x="128" y="25"/>
                    </a:cubicBezTo>
                    <a:cubicBezTo>
                      <a:pt x="128" y="26"/>
                      <a:pt x="127" y="27"/>
                      <a:pt x="127" y="27"/>
                    </a:cubicBezTo>
                    <a:cubicBezTo>
                      <a:pt x="2" y="67"/>
                      <a:pt x="2" y="67"/>
                      <a:pt x="2" y="67"/>
                    </a:cubicBezTo>
                    <a:lnTo>
                      <a:pt x="1" y="67"/>
                    </a:lnTo>
                    <a:close/>
                    <a:moveTo>
                      <a:pt x="67" y="4"/>
                    </a:moveTo>
                    <a:cubicBezTo>
                      <a:pt x="8" y="61"/>
                      <a:pt x="8" y="61"/>
                      <a:pt x="8" y="61"/>
                    </a:cubicBezTo>
                    <a:cubicBezTo>
                      <a:pt x="121" y="25"/>
                      <a:pt x="121" y="25"/>
                      <a:pt x="121" y="25"/>
                    </a:cubicBezTo>
                    <a:lnTo>
                      <a:pt x="6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5" name="Freeform 1152"/>
              <p:cNvSpPr>
                <a:spLocks noEditPoints="1"/>
              </p:cNvSpPr>
              <p:nvPr userDrawn="1"/>
            </p:nvSpPr>
            <p:spPr bwMode="auto">
              <a:xfrm>
                <a:off x="2549" y="768"/>
                <a:ext cx="99" cy="76"/>
              </a:xfrm>
              <a:custGeom>
                <a:avLst/>
                <a:gdLst>
                  <a:gd name="T0" fmla="*/ 78 w 80"/>
                  <a:gd name="T1" fmla="*/ 61 h 61"/>
                  <a:gd name="T2" fmla="*/ 77 w 80"/>
                  <a:gd name="T3" fmla="*/ 61 h 61"/>
                  <a:gd name="T4" fmla="*/ 1 w 80"/>
                  <a:gd name="T5" fmla="*/ 48 h 61"/>
                  <a:gd name="T6" fmla="*/ 0 w 80"/>
                  <a:gd name="T7" fmla="*/ 46 h 61"/>
                  <a:gd name="T8" fmla="*/ 0 w 80"/>
                  <a:gd name="T9" fmla="*/ 2 h 61"/>
                  <a:gd name="T10" fmla="*/ 1 w 80"/>
                  <a:gd name="T11" fmla="*/ 1 h 61"/>
                  <a:gd name="T12" fmla="*/ 3 w 80"/>
                  <a:gd name="T13" fmla="*/ 1 h 61"/>
                  <a:gd name="T14" fmla="*/ 79 w 80"/>
                  <a:gd name="T15" fmla="*/ 58 h 61"/>
                  <a:gd name="T16" fmla="*/ 79 w 80"/>
                  <a:gd name="T17" fmla="*/ 60 h 61"/>
                  <a:gd name="T18" fmla="*/ 78 w 80"/>
                  <a:gd name="T19" fmla="*/ 61 h 61"/>
                  <a:gd name="T20" fmla="*/ 3 w 80"/>
                  <a:gd name="T21" fmla="*/ 45 h 61"/>
                  <a:gd name="T22" fmla="*/ 71 w 80"/>
                  <a:gd name="T23" fmla="*/ 57 h 61"/>
                  <a:gd name="T24" fmla="*/ 3 w 80"/>
                  <a:gd name="T25" fmla="*/ 6 h 61"/>
                  <a:gd name="T26" fmla="*/ 3 w 80"/>
                  <a:gd name="T27" fmla="*/ 45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61">
                    <a:moveTo>
                      <a:pt x="78" y="61"/>
                    </a:moveTo>
                    <a:cubicBezTo>
                      <a:pt x="77" y="61"/>
                      <a:pt x="77" y="61"/>
                      <a:pt x="77" y="61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8"/>
                      <a:pt x="0" y="47"/>
                      <a:pt x="0" y="4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1"/>
                      <a:pt x="3" y="1"/>
                    </a:cubicBezTo>
                    <a:cubicBezTo>
                      <a:pt x="79" y="58"/>
                      <a:pt x="79" y="58"/>
                      <a:pt x="79" y="58"/>
                    </a:cubicBezTo>
                    <a:cubicBezTo>
                      <a:pt x="79" y="59"/>
                      <a:pt x="80" y="60"/>
                      <a:pt x="79" y="60"/>
                    </a:cubicBezTo>
                    <a:cubicBezTo>
                      <a:pt x="79" y="61"/>
                      <a:pt x="78" y="61"/>
                      <a:pt x="78" y="61"/>
                    </a:cubicBezTo>
                    <a:close/>
                    <a:moveTo>
                      <a:pt x="3" y="45"/>
                    </a:moveTo>
                    <a:cubicBezTo>
                      <a:pt x="71" y="57"/>
                      <a:pt x="71" y="57"/>
                      <a:pt x="71" y="57"/>
                    </a:cubicBezTo>
                    <a:cubicBezTo>
                      <a:pt x="3" y="6"/>
                      <a:pt x="3" y="6"/>
                      <a:pt x="3" y="6"/>
                    </a:cubicBezTo>
                    <a:lnTo>
                      <a:pt x="3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6" name="Freeform 1153"/>
              <p:cNvSpPr>
                <a:spLocks noEditPoints="1"/>
              </p:cNvSpPr>
              <p:nvPr userDrawn="1"/>
            </p:nvSpPr>
            <p:spPr bwMode="auto">
              <a:xfrm>
                <a:off x="2052" y="461"/>
                <a:ext cx="103" cy="70"/>
              </a:xfrm>
              <a:custGeom>
                <a:avLst/>
                <a:gdLst>
                  <a:gd name="T0" fmla="*/ 60 w 83"/>
                  <a:gd name="T1" fmla="*/ 56 h 56"/>
                  <a:gd name="T2" fmla="*/ 59 w 83"/>
                  <a:gd name="T3" fmla="*/ 55 h 56"/>
                  <a:gd name="T4" fmla="*/ 1 w 83"/>
                  <a:gd name="T5" fmla="*/ 3 h 56"/>
                  <a:gd name="T6" fmla="*/ 0 w 83"/>
                  <a:gd name="T7" fmla="*/ 1 h 56"/>
                  <a:gd name="T8" fmla="*/ 2 w 83"/>
                  <a:gd name="T9" fmla="*/ 0 h 56"/>
                  <a:gd name="T10" fmla="*/ 82 w 83"/>
                  <a:gd name="T11" fmla="*/ 2 h 56"/>
                  <a:gd name="T12" fmla="*/ 83 w 83"/>
                  <a:gd name="T13" fmla="*/ 3 h 56"/>
                  <a:gd name="T14" fmla="*/ 83 w 83"/>
                  <a:gd name="T15" fmla="*/ 5 h 56"/>
                  <a:gd name="T16" fmla="*/ 62 w 83"/>
                  <a:gd name="T17" fmla="*/ 55 h 56"/>
                  <a:gd name="T18" fmla="*/ 61 w 83"/>
                  <a:gd name="T19" fmla="*/ 56 h 56"/>
                  <a:gd name="T20" fmla="*/ 60 w 83"/>
                  <a:gd name="T21" fmla="*/ 56 h 56"/>
                  <a:gd name="T22" fmla="*/ 7 w 83"/>
                  <a:gd name="T23" fmla="*/ 4 h 56"/>
                  <a:gd name="T24" fmla="*/ 60 w 83"/>
                  <a:gd name="T25" fmla="*/ 51 h 56"/>
                  <a:gd name="T26" fmla="*/ 79 w 83"/>
                  <a:gd name="T27" fmla="*/ 6 h 56"/>
                  <a:gd name="T28" fmla="*/ 7 w 83"/>
                  <a:gd name="T29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" h="56">
                    <a:moveTo>
                      <a:pt x="60" y="56"/>
                    </a:moveTo>
                    <a:cubicBezTo>
                      <a:pt x="60" y="56"/>
                      <a:pt x="60" y="56"/>
                      <a:pt x="59" y="5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2" y="2"/>
                      <a:pt x="82" y="2"/>
                      <a:pt x="82" y="2"/>
                    </a:cubicBezTo>
                    <a:cubicBezTo>
                      <a:pt x="82" y="2"/>
                      <a:pt x="83" y="3"/>
                      <a:pt x="83" y="3"/>
                    </a:cubicBezTo>
                    <a:cubicBezTo>
                      <a:pt x="83" y="4"/>
                      <a:pt x="83" y="4"/>
                      <a:pt x="83" y="5"/>
                    </a:cubicBezTo>
                    <a:cubicBezTo>
                      <a:pt x="62" y="55"/>
                      <a:pt x="62" y="55"/>
                      <a:pt x="62" y="55"/>
                    </a:cubicBezTo>
                    <a:cubicBezTo>
                      <a:pt x="62" y="55"/>
                      <a:pt x="61" y="56"/>
                      <a:pt x="61" y="56"/>
                    </a:cubicBezTo>
                    <a:lnTo>
                      <a:pt x="60" y="56"/>
                    </a:lnTo>
                    <a:close/>
                    <a:moveTo>
                      <a:pt x="7" y="4"/>
                    </a:moveTo>
                    <a:cubicBezTo>
                      <a:pt x="60" y="51"/>
                      <a:pt x="60" y="51"/>
                      <a:pt x="60" y="51"/>
                    </a:cubicBezTo>
                    <a:cubicBezTo>
                      <a:pt x="79" y="6"/>
                      <a:pt x="79" y="6"/>
                      <a:pt x="79" y="6"/>
                    </a:cubicBezTo>
                    <a:lnTo>
                      <a:pt x="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7" name="Oval 1154"/>
              <p:cNvSpPr>
                <a:spLocks noChangeArrowheads="1"/>
              </p:cNvSpPr>
              <p:nvPr userDrawn="1"/>
            </p:nvSpPr>
            <p:spPr bwMode="auto">
              <a:xfrm>
                <a:off x="2733" y="1228"/>
                <a:ext cx="18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8" name="Oval 1155"/>
              <p:cNvSpPr>
                <a:spLocks noChangeArrowheads="1"/>
              </p:cNvSpPr>
              <p:nvPr userDrawn="1"/>
            </p:nvSpPr>
            <p:spPr bwMode="auto">
              <a:xfrm>
                <a:off x="2385" y="1172"/>
                <a:ext cx="17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9" name="Oval 1156"/>
              <p:cNvSpPr>
                <a:spLocks noChangeArrowheads="1"/>
              </p:cNvSpPr>
              <p:nvPr userDrawn="1"/>
            </p:nvSpPr>
            <p:spPr bwMode="auto">
              <a:xfrm>
                <a:off x="2515" y="5"/>
                <a:ext cx="17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0" name="Oval 1157"/>
              <p:cNvSpPr>
                <a:spLocks noChangeArrowheads="1"/>
              </p:cNvSpPr>
              <p:nvPr userDrawn="1"/>
            </p:nvSpPr>
            <p:spPr bwMode="auto">
              <a:xfrm>
                <a:off x="2270" y="1294"/>
                <a:ext cx="17" cy="1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1" name="Oval 1158"/>
              <p:cNvSpPr>
                <a:spLocks noChangeArrowheads="1"/>
              </p:cNvSpPr>
              <p:nvPr userDrawn="1"/>
            </p:nvSpPr>
            <p:spPr bwMode="auto">
              <a:xfrm>
                <a:off x="2790" y="1105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2" name="Oval 1159"/>
              <p:cNvSpPr>
                <a:spLocks noChangeArrowheads="1"/>
              </p:cNvSpPr>
              <p:nvPr userDrawn="1"/>
            </p:nvSpPr>
            <p:spPr bwMode="auto">
              <a:xfrm>
                <a:off x="3247" y="761"/>
                <a:ext cx="18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3" name="Oval 1160"/>
              <p:cNvSpPr>
                <a:spLocks noChangeArrowheads="1"/>
              </p:cNvSpPr>
              <p:nvPr userDrawn="1"/>
            </p:nvSpPr>
            <p:spPr bwMode="auto">
              <a:xfrm>
                <a:off x="3193" y="642"/>
                <a:ext cx="19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4" name="Oval 1161"/>
              <p:cNvSpPr>
                <a:spLocks noChangeArrowheads="1"/>
              </p:cNvSpPr>
              <p:nvPr userDrawn="1"/>
            </p:nvSpPr>
            <p:spPr bwMode="auto">
              <a:xfrm>
                <a:off x="2632" y="980"/>
                <a:ext cx="19" cy="1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5" name="Oval 1162"/>
              <p:cNvSpPr>
                <a:spLocks noChangeArrowheads="1"/>
              </p:cNvSpPr>
              <p:nvPr userDrawn="1"/>
            </p:nvSpPr>
            <p:spPr bwMode="auto">
              <a:xfrm>
                <a:off x="2771" y="31"/>
                <a:ext cx="17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6" name="Oval 1163"/>
              <p:cNvSpPr>
                <a:spLocks noChangeArrowheads="1"/>
              </p:cNvSpPr>
              <p:nvPr userDrawn="1"/>
            </p:nvSpPr>
            <p:spPr bwMode="auto">
              <a:xfrm>
                <a:off x="2453" y="1114"/>
                <a:ext cx="18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7" name="Oval 1164"/>
              <p:cNvSpPr>
                <a:spLocks noChangeArrowheads="1"/>
              </p:cNvSpPr>
              <p:nvPr userDrawn="1"/>
            </p:nvSpPr>
            <p:spPr bwMode="auto">
              <a:xfrm>
                <a:off x="2590" y="1041"/>
                <a:ext cx="16" cy="1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8" name="Oval 1165"/>
              <p:cNvSpPr>
                <a:spLocks noChangeArrowheads="1"/>
              </p:cNvSpPr>
              <p:nvPr userDrawn="1"/>
            </p:nvSpPr>
            <p:spPr bwMode="auto">
              <a:xfrm>
                <a:off x="3298" y="751"/>
                <a:ext cx="15" cy="1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9" name="Oval 1166"/>
              <p:cNvSpPr>
                <a:spLocks noChangeArrowheads="1"/>
              </p:cNvSpPr>
              <p:nvPr userDrawn="1"/>
            </p:nvSpPr>
            <p:spPr bwMode="auto">
              <a:xfrm>
                <a:off x="3355" y="861"/>
                <a:ext cx="9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0" name="Oval 1167"/>
              <p:cNvSpPr>
                <a:spLocks noChangeArrowheads="1"/>
              </p:cNvSpPr>
              <p:nvPr userDrawn="1"/>
            </p:nvSpPr>
            <p:spPr bwMode="auto">
              <a:xfrm>
                <a:off x="2384" y="678"/>
                <a:ext cx="8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1" name="Oval 1168"/>
              <p:cNvSpPr>
                <a:spLocks noChangeArrowheads="1"/>
              </p:cNvSpPr>
              <p:nvPr userDrawn="1"/>
            </p:nvSpPr>
            <p:spPr bwMode="auto">
              <a:xfrm>
                <a:off x="3475" y="1026"/>
                <a:ext cx="9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2" name="Oval 1169"/>
              <p:cNvSpPr>
                <a:spLocks noChangeArrowheads="1"/>
              </p:cNvSpPr>
              <p:nvPr userDrawn="1"/>
            </p:nvSpPr>
            <p:spPr bwMode="auto">
              <a:xfrm>
                <a:off x="3012" y="746"/>
                <a:ext cx="9" cy="1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3" name="Oval 1170"/>
              <p:cNvSpPr>
                <a:spLocks noChangeArrowheads="1"/>
              </p:cNvSpPr>
              <p:nvPr userDrawn="1"/>
            </p:nvSpPr>
            <p:spPr bwMode="auto">
              <a:xfrm>
                <a:off x="3382" y="626"/>
                <a:ext cx="9" cy="1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4" name="Oval 1171"/>
              <p:cNvSpPr>
                <a:spLocks noChangeArrowheads="1"/>
              </p:cNvSpPr>
              <p:nvPr userDrawn="1"/>
            </p:nvSpPr>
            <p:spPr bwMode="auto">
              <a:xfrm>
                <a:off x="3369" y="1007"/>
                <a:ext cx="8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5" name="Oval 1172"/>
              <p:cNvSpPr>
                <a:spLocks noChangeArrowheads="1"/>
              </p:cNvSpPr>
              <p:nvPr userDrawn="1"/>
            </p:nvSpPr>
            <p:spPr bwMode="auto">
              <a:xfrm>
                <a:off x="3021" y="650"/>
                <a:ext cx="9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6" name="Oval 1173"/>
              <p:cNvSpPr>
                <a:spLocks noChangeArrowheads="1"/>
              </p:cNvSpPr>
              <p:nvPr userDrawn="1"/>
            </p:nvSpPr>
            <p:spPr bwMode="auto">
              <a:xfrm>
                <a:off x="2905" y="1226"/>
                <a:ext cx="7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7" name="Oval 1174"/>
              <p:cNvSpPr>
                <a:spLocks noChangeArrowheads="1"/>
              </p:cNvSpPr>
              <p:nvPr userDrawn="1"/>
            </p:nvSpPr>
            <p:spPr bwMode="auto">
              <a:xfrm>
                <a:off x="2689" y="640"/>
                <a:ext cx="8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8" name="Oval 1175"/>
              <p:cNvSpPr>
                <a:spLocks noChangeArrowheads="1"/>
              </p:cNvSpPr>
              <p:nvPr userDrawn="1"/>
            </p:nvSpPr>
            <p:spPr bwMode="auto">
              <a:xfrm>
                <a:off x="2756" y="1011"/>
                <a:ext cx="8" cy="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9" name="Oval 1176"/>
              <p:cNvSpPr>
                <a:spLocks noChangeArrowheads="1"/>
              </p:cNvSpPr>
              <p:nvPr userDrawn="1"/>
            </p:nvSpPr>
            <p:spPr bwMode="auto">
              <a:xfrm>
                <a:off x="2893" y="1169"/>
                <a:ext cx="13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0" name="Oval 1177"/>
              <p:cNvSpPr>
                <a:spLocks noChangeArrowheads="1"/>
              </p:cNvSpPr>
              <p:nvPr userDrawn="1"/>
            </p:nvSpPr>
            <p:spPr bwMode="auto">
              <a:xfrm>
                <a:off x="3229" y="732"/>
                <a:ext cx="12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1" name="Oval 1178"/>
              <p:cNvSpPr>
                <a:spLocks noChangeArrowheads="1"/>
              </p:cNvSpPr>
              <p:nvPr userDrawn="1"/>
            </p:nvSpPr>
            <p:spPr bwMode="auto">
              <a:xfrm>
                <a:off x="2803" y="1058"/>
                <a:ext cx="13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2" name="Oval 1179"/>
              <p:cNvSpPr>
                <a:spLocks noChangeArrowheads="1"/>
              </p:cNvSpPr>
              <p:nvPr userDrawn="1"/>
            </p:nvSpPr>
            <p:spPr bwMode="auto">
              <a:xfrm>
                <a:off x="2746" y="1332"/>
                <a:ext cx="19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3" name="Oval 1180"/>
              <p:cNvSpPr>
                <a:spLocks noChangeArrowheads="1"/>
              </p:cNvSpPr>
              <p:nvPr userDrawn="1"/>
            </p:nvSpPr>
            <p:spPr bwMode="auto">
              <a:xfrm>
                <a:off x="2707" y="1109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4" name="Oval 1181"/>
              <p:cNvSpPr>
                <a:spLocks noChangeArrowheads="1"/>
              </p:cNvSpPr>
              <p:nvPr userDrawn="1"/>
            </p:nvSpPr>
            <p:spPr bwMode="auto">
              <a:xfrm>
                <a:off x="2619" y="1065"/>
                <a:ext cx="17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5" name="Oval 1182"/>
              <p:cNvSpPr>
                <a:spLocks noChangeArrowheads="1"/>
              </p:cNvSpPr>
              <p:nvPr userDrawn="1"/>
            </p:nvSpPr>
            <p:spPr bwMode="auto">
              <a:xfrm>
                <a:off x="3066" y="654"/>
                <a:ext cx="14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6" name="Oval 1183"/>
              <p:cNvSpPr>
                <a:spLocks noChangeArrowheads="1"/>
              </p:cNvSpPr>
              <p:nvPr userDrawn="1"/>
            </p:nvSpPr>
            <p:spPr bwMode="auto">
              <a:xfrm>
                <a:off x="2832" y="1116"/>
                <a:ext cx="10" cy="1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7" name="Oval 1184"/>
              <p:cNvSpPr>
                <a:spLocks noChangeArrowheads="1"/>
              </p:cNvSpPr>
              <p:nvPr userDrawn="1"/>
            </p:nvSpPr>
            <p:spPr bwMode="auto">
              <a:xfrm>
                <a:off x="2324" y="-207"/>
                <a:ext cx="8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8" name="Oval 1185"/>
              <p:cNvSpPr>
                <a:spLocks noChangeArrowheads="1"/>
              </p:cNvSpPr>
              <p:nvPr userDrawn="1"/>
            </p:nvSpPr>
            <p:spPr bwMode="auto">
              <a:xfrm>
                <a:off x="2552" y="-110"/>
                <a:ext cx="6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9" name="Oval 1186"/>
              <p:cNvSpPr>
                <a:spLocks noChangeArrowheads="1"/>
              </p:cNvSpPr>
              <p:nvPr userDrawn="1"/>
            </p:nvSpPr>
            <p:spPr bwMode="auto">
              <a:xfrm>
                <a:off x="2764" y="1377"/>
                <a:ext cx="6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0" name="Oval 1187"/>
              <p:cNvSpPr>
                <a:spLocks noChangeArrowheads="1"/>
              </p:cNvSpPr>
              <p:nvPr userDrawn="1"/>
            </p:nvSpPr>
            <p:spPr bwMode="auto">
              <a:xfrm>
                <a:off x="2787" y="1189"/>
                <a:ext cx="6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1" name="Oval 1188"/>
              <p:cNvSpPr>
                <a:spLocks noChangeArrowheads="1"/>
              </p:cNvSpPr>
              <p:nvPr userDrawn="1"/>
            </p:nvSpPr>
            <p:spPr bwMode="auto">
              <a:xfrm>
                <a:off x="2959" y="1060"/>
                <a:ext cx="12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2" name="Oval 1189"/>
              <p:cNvSpPr>
                <a:spLocks noChangeArrowheads="1"/>
              </p:cNvSpPr>
              <p:nvPr userDrawn="1"/>
            </p:nvSpPr>
            <p:spPr bwMode="auto">
              <a:xfrm>
                <a:off x="2900" y="1018"/>
                <a:ext cx="13" cy="1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3" name="Oval 1190"/>
              <p:cNvSpPr>
                <a:spLocks noChangeArrowheads="1"/>
              </p:cNvSpPr>
              <p:nvPr userDrawn="1"/>
            </p:nvSpPr>
            <p:spPr bwMode="auto">
              <a:xfrm>
                <a:off x="2824" y="1320"/>
                <a:ext cx="13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4" name="Oval 1191"/>
              <p:cNvSpPr>
                <a:spLocks noChangeArrowheads="1"/>
              </p:cNvSpPr>
              <p:nvPr userDrawn="1"/>
            </p:nvSpPr>
            <p:spPr bwMode="auto">
              <a:xfrm>
                <a:off x="3030" y="559"/>
                <a:ext cx="11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5" name="Oval 1192"/>
              <p:cNvSpPr>
                <a:spLocks noChangeArrowheads="1"/>
              </p:cNvSpPr>
              <p:nvPr userDrawn="1"/>
            </p:nvSpPr>
            <p:spPr bwMode="auto">
              <a:xfrm>
                <a:off x="2762" y="1268"/>
                <a:ext cx="9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6" name="Oval 1193"/>
              <p:cNvSpPr>
                <a:spLocks noChangeArrowheads="1"/>
              </p:cNvSpPr>
              <p:nvPr userDrawn="1"/>
            </p:nvSpPr>
            <p:spPr bwMode="auto">
              <a:xfrm>
                <a:off x="2858" y="1364"/>
                <a:ext cx="12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7" name="Oval 1194"/>
              <p:cNvSpPr>
                <a:spLocks noChangeArrowheads="1"/>
              </p:cNvSpPr>
              <p:nvPr userDrawn="1"/>
            </p:nvSpPr>
            <p:spPr bwMode="auto">
              <a:xfrm>
                <a:off x="2830" y="1171"/>
                <a:ext cx="13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8" name="Oval 1195"/>
              <p:cNvSpPr>
                <a:spLocks noChangeArrowheads="1"/>
              </p:cNvSpPr>
              <p:nvPr userDrawn="1"/>
            </p:nvSpPr>
            <p:spPr bwMode="auto">
              <a:xfrm>
                <a:off x="3051" y="1058"/>
                <a:ext cx="15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9" name="Oval 1196"/>
              <p:cNvSpPr>
                <a:spLocks noChangeArrowheads="1"/>
              </p:cNvSpPr>
              <p:nvPr userDrawn="1"/>
            </p:nvSpPr>
            <p:spPr bwMode="auto">
              <a:xfrm>
                <a:off x="3020" y="984"/>
                <a:ext cx="7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0" name="Oval 1197"/>
              <p:cNvSpPr>
                <a:spLocks noChangeArrowheads="1"/>
              </p:cNvSpPr>
              <p:nvPr userDrawn="1"/>
            </p:nvSpPr>
            <p:spPr bwMode="auto">
              <a:xfrm>
                <a:off x="3182" y="901"/>
                <a:ext cx="12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1" name="Oval 1198"/>
              <p:cNvSpPr>
                <a:spLocks noChangeArrowheads="1"/>
              </p:cNvSpPr>
              <p:nvPr userDrawn="1"/>
            </p:nvSpPr>
            <p:spPr bwMode="auto">
              <a:xfrm>
                <a:off x="3063" y="1011"/>
                <a:ext cx="12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2" name="Oval 1199"/>
              <p:cNvSpPr>
                <a:spLocks noChangeArrowheads="1"/>
              </p:cNvSpPr>
              <p:nvPr userDrawn="1"/>
            </p:nvSpPr>
            <p:spPr bwMode="auto">
              <a:xfrm>
                <a:off x="2931" y="986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3" name="Oval 1200"/>
              <p:cNvSpPr>
                <a:spLocks noChangeArrowheads="1"/>
              </p:cNvSpPr>
              <p:nvPr userDrawn="1"/>
            </p:nvSpPr>
            <p:spPr bwMode="auto">
              <a:xfrm>
                <a:off x="3083" y="1103"/>
                <a:ext cx="10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4" name="Oval 1201"/>
              <p:cNvSpPr>
                <a:spLocks noChangeArrowheads="1"/>
              </p:cNvSpPr>
              <p:nvPr userDrawn="1"/>
            </p:nvSpPr>
            <p:spPr bwMode="auto">
              <a:xfrm>
                <a:off x="2535" y="1093"/>
                <a:ext cx="10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5" name="Oval 1202"/>
              <p:cNvSpPr>
                <a:spLocks noChangeArrowheads="1"/>
              </p:cNvSpPr>
              <p:nvPr userDrawn="1"/>
            </p:nvSpPr>
            <p:spPr bwMode="auto">
              <a:xfrm>
                <a:off x="3053" y="896"/>
                <a:ext cx="10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6" name="Oval 1203"/>
              <p:cNvSpPr>
                <a:spLocks noChangeArrowheads="1"/>
              </p:cNvSpPr>
              <p:nvPr userDrawn="1"/>
            </p:nvSpPr>
            <p:spPr bwMode="auto">
              <a:xfrm>
                <a:off x="3173" y="749"/>
                <a:ext cx="9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7" name="Oval 1204"/>
              <p:cNvSpPr>
                <a:spLocks noChangeArrowheads="1"/>
              </p:cNvSpPr>
              <p:nvPr userDrawn="1"/>
            </p:nvSpPr>
            <p:spPr bwMode="auto">
              <a:xfrm>
                <a:off x="3214" y="881"/>
                <a:ext cx="6" cy="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8" name="Oval 1205"/>
              <p:cNvSpPr>
                <a:spLocks noChangeArrowheads="1"/>
              </p:cNvSpPr>
              <p:nvPr userDrawn="1"/>
            </p:nvSpPr>
            <p:spPr bwMode="auto">
              <a:xfrm>
                <a:off x="3101" y="1020"/>
                <a:ext cx="13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9" name="Oval 1206"/>
              <p:cNvSpPr>
                <a:spLocks noChangeArrowheads="1"/>
              </p:cNvSpPr>
              <p:nvPr userDrawn="1"/>
            </p:nvSpPr>
            <p:spPr bwMode="auto">
              <a:xfrm>
                <a:off x="2844" y="731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0" name="Oval 1207"/>
              <p:cNvSpPr>
                <a:spLocks noChangeArrowheads="1"/>
              </p:cNvSpPr>
              <p:nvPr userDrawn="1"/>
            </p:nvSpPr>
            <p:spPr bwMode="auto">
              <a:xfrm>
                <a:off x="2642" y="989"/>
                <a:ext cx="8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1" name="Oval 1208"/>
              <p:cNvSpPr>
                <a:spLocks noChangeArrowheads="1"/>
              </p:cNvSpPr>
              <p:nvPr userDrawn="1"/>
            </p:nvSpPr>
            <p:spPr bwMode="auto">
              <a:xfrm>
                <a:off x="1128" y="89"/>
                <a:ext cx="7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2" name="Oval 1209"/>
              <p:cNvSpPr>
                <a:spLocks noChangeArrowheads="1"/>
              </p:cNvSpPr>
              <p:nvPr userDrawn="1"/>
            </p:nvSpPr>
            <p:spPr bwMode="auto">
              <a:xfrm>
                <a:off x="2781" y="895"/>
                <a:ext cx="11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sp>
          <p:nvSpPr>
            <p:cNvPr id="14" name="Oval 1211"/>
            <p:cNvSpPr>
              <a:spLocks noChangeArrowheads="1"/>
            </p:cNvSpPr>
            <p:nvPr userDrawn="1"/>
          </p:nvSpPr>
          <p:spPr bwMode="auto">
            <a:xfrm>
              <a:off x="4498976" y="1079500"/>
              <a:ext cx="19050" cy="2063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Oval 1212"/>
            <p:cNvSpPr>
              <a:spLocks noChangeArrowheads="1"/>
            </p:cNvSpPr>
            <p:nvPr userDrawn="1"/>
          </p:nvSpPr>
          <p:spPr bwMode="auto">
            <a:xfrm>
              <a:off x="4249738" y="1430337"/>
              <a:ext cx="14288" cy="1587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Oval 1213"/>
            <p:cNvSpPr>
              <a:spLocks noChangeArrowheads="1"/>
            </p:cNvSpPr>
            <p:nvPr userDrawn="1"/>
          </p:nvSpPr>
          <p:spPr bwMode="auto">
            <a:xfrm>
              <a:off x="723901" y="1860550"/>
              <a:ext cx="9525" cy="95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Oval 1214"/>
            <p:cNvSpPr>
              <a:spLocks noChangeArrowheads="1"/>
            </p:cNvSpPr>
            <p:nvPr userDrawn="1"/>
          </p:nvSpPr>
          <p:spPr bwMode="auto">
            <a:xfrm>
              <a:off x="4418013" y="1552575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1215"/>
            <p:cNvSpPr>
              <a:spLocks/>
            </p:cNvSpPr>
            <p:nvPr userDrawn="1"/>
          </p:nvSpPr>
          <p:spPr bwMode="auto">
            <a:xfrm>
              <a:off x="4951413" y="1203325"/>
              <a:ext cx="11113" cy="12700"/>
            </a:xfrm>
            <a:custGeom>
              <a:avLst/>
              <a:gdLst>
                <a:gd name="T0" fmla="*/ 6 w 6"/>
                <a:gd name="T1" fmla="*/ 4 h 6"/>
                <a:gd name="T2" fmla="*/ 2 w 6"/>
                <a:gd name="T3" fmla="*/ 6 h 6"/>
                <a:gd name="T4" fmla="*/ 0 w 6"/>
                <a:gd name="T5" fmla="*/ 2 h 6"/>
                <a:gd name="T6" fmla="*/ 4 w 6"/>
                <a:gd name="T7" fmla="*/ 1 h 6"/>
                <a:gd name="T8" fmla="*/ 6 w 6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4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6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1216"/>
            <p:cNvSpPr>
              <a:spLocks/>
            </p:cNvSpPr>
            <p:nvPr userDrawn="1"/>
          </p:nvSpPr>
          <p:spPr bwMode="auto">
            <a:xfrm>
              <a:off x="5203826" y="1120775"/>
              <a:ext cx="22225" cy="22225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7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8" y="10"/>
                    <a:pt x="5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0" name="Freeform 1217"/>
            <p:cNvSpPr>
              <a:spLocks/>
            </p:cNvSpPr>
            <p:nvPr userDrawn="1"/>
          </p:nvSpPr>
          <p:spPr bwMode="auto">
            <a:xfrm>
              <a:off x="4989513" y="1274762"/>
              <a:ext cx="22225" cy="22225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2" y="1"/>
                    <a:pt x="5" y="0"/>
                    <a:pt x="8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1218"/>
            <p:cNvSpPr>
              <a:spLocks/>
            </p:cNvSpPr>
            <p:nvPr userDrawn="1"/>
          </p:nvSpPr>
          <p:spPr bwMode="auto">
            <a:xfrm>
              <a:off x="5340351" y="1274762"/>
              <a:ext cx="12700" cy="14288"/>
            </a:xfrm>
            <a:custGeom>
              <a:avLst/>
              <a:gdLst>
                <a:gd name="T0" fmla="*/ 6 w 7"/>
                <a:gd name="T1" fmla="*/ 5 h 7"/>
                <a:gd name="T2" fmla="*/ 2 w 7"/>
                <a:gd name="T3" fmla="*/ 6 h 7"/>
                <a:gd name="T4" fmla="*/ 1 w 7"/>
                <a:gd name="T5" fmla="*/ 2 h 7"/>
                <a:gd name="T6" fmla="*/ 5 w 7"/>
                <a:gd name="T7" fmla="*/ 1 h 7"/>
                <a:gd name="T8" fmla="*/ 6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4" y="7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7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1219"/>
            <p:cNvSpPr>
              <a:spLocks/>
            </p:cNvSpPr>
            <p:nvPr userDrawn="1"/>
          </p:nvSpPr>
          <p:spPr bwMode="auto">
            <a:xfrm>
              <a:off x="3711576" y="1806575"/>
              <a:ext cx="20638" cy="22225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4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1"/>
                    <a:pt x="5" y="0"/>
                    <a:pt x="8" y="1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1220"/>
            <p:cNvSpPr>
              <a:spLocks/>
            </p:cNvSpPr>
            <p:nvPr userDrawn="1"/>
          </p:nvSpPr>
          <p:spPr bwMode="auto">
            <a:xfrm>
              <a:off x="5154613" y="1285875"/>
              <a:ext cx="23813" cy="23813"/>
            </a:xfrm>
            <a:custGeom>
              <a:avLst/>
              <a:gdLst>
                <a:gd name="T0" fmla="*/ 11 w 12"/>
                <a:gd name="T1" fmla="*/ 8 h 12"/>
                <a:gd name="T2" fmla="*/ 4 w 12"/>
                <a:gd name="T3" fmla="*/ 10 h 12"/>
                <a:gd name="T4" fmla="*/ 1 w 12"/>
                <a:gd name="T5" fmla="*/ 4 h 12"/>
                <a:gd name="T6" fmla="*/ 8 w 12"/>
                <a:gd name="T7" fmla="*/ 1 h 12"/>
                <a:gd name="T8" fmla="*/ 11 w 12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1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3"/>
                    <a:pt x="12" y="6"/>
                    <a:pt x="1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4" name="Freeform 1221"/>
            <p:cNvSpPr>
              <a:spLocks/>
            </p:cNvSpPr>
            <p:nvPr userDrawn="1"/>
          </p:nvSpPr>
          <p:spPr bwMode="auto">
            <a:xfrm>
              <a:off x="4159251" y="1247775"/>
              <a:ext cx="22225" cy="20638"/>
            </a:xfrm>
            <a:custGeom>
              <a:avLst/>
              <a:gdLst>
                <a:gd name="T0" fmla="*/ 7 w 11"/>
                <a:gd name="T1" fmla="*/ 10 h 11"/>
                <a:gd name="T2" fmla="*/ 1 w 11"/>
                <a:gd name="T3" fmla="*/ 7 h 11"/>
                <a:gd name="T4" fmla="*/ 4 w 11"/>
                <a:gd name="T5" fmla="*/ 1 h 11"/>
                <a:gd name="T6" fmla="*/ 10 w 11"/>
                <a:gd name="T7" fmla="*/ 4 h 11"/>
                <a:gd name="T8" fmla="*/ 7 w 11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7" y="10"/>
                  </a:moveTo>
                  <a:cubicBezTo>
                    <a:pt x="4" y="11"/>
                    <a:pt x="1" y="9"/>
                    <a:pt x="1" y="7"/>
                  </a:cubicBez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9" y="1"/>
                    <a:pt x="10" y="4"/>
                  </a:cubicBezTo>
                  <a:cubicBezTo>
                    <a:pt x="11" y="7"/>
                    <a:pt x="9" y="9"/>
                    <a:pt x="7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5" name="Freeform 1222"/>
            <p:cNvSpPr>
              <a:spLocks/>
            </p:cNvSpPr>
            <p:nvPr userDrawn="1"/>
          </p:nvSpPr>
          <p:spPr bwMode="auto">
            <a:xfrm>
              <a:off x="4157663" y="1533525"/>
              <a:ext cx="25400" cy="28575"/>
            </a:xfrm>
            <a:custGeom>
              <a:avLst/>
              <a:gdLst>
                <a:gd name="T0" fmla="*/ 8 w 13"/>
                <a:gd name="T1" fmla="*/ 13 h 14"/>
                <a:gd name="T2" fmla="*/ 0 w 13"/>
                <a:gd name="T3" fmla="*/ 8 h 14"/>
                <a:gd name="T4" fmla="*/ 5 w 13"/>
                <a:gd name="T5" fmla="*/ 1 h 14"/>
                <a:gd name="T6" fmla="*/ 12 w 13"/>
                <a:gd name="T7" fmla="*/ 5 h 14"/>
                <a:gd name="T8" fmla="*/ 8 w 1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8" y="13"/>
                  </a:moveTo>
                  <a:cubicBezTo>
                    <a:pt x="5" y="14"/>
                    <a:pt x="1" y="12"/>
                    <a:pt x="0" y="8"/>
                  </a:cubicBezTo>
                  <a:cubicBezTo>
                    <a:pt x="0" y="5"/>
                    <a:pt x="1" y="2"/>
                    <a:pt x="5" y="1"/>
                  </a:cubicBezTo>
                  <a:cubicBezTo>
                    <a:pt x="8" y="0"/>
                    <a:pt x="11" y="2"/>
                    <a:pt x="12" y="5"/>
                  </a:cubicBezTo>
                  <a:cubicBezTo>
                    <a:pt x="13" y="8"/>
                    <a:pt x="11" y="12"/>
                    <a:pt x="8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" name="Freeform 1223"/>
            <p:cNvSpPr>
              <a:spLocks/>
            </p:cNvSpPr>
            <p:nvPr userDrawn="1"/>
          </p:nvSpPr>
          <p:spPr bwMode="auto">
            <a:xfrm>
              <a:off x="4516438" y="1430337"/>
              <a:ext cx="22225" cy="20638"/>
            </a:xfrm>
            <a:custGeom>
              <a:avLst/>
              <a:gdLst>
                <a:gd name="T0" fmla="*/ 7 w 11"/>
                <a:gd name="T1" fmla="*/ 10 h 11"/>
                <a:gd name="T2" fmla="*/ 1 w 11"/>
                <a:gd name="T3" fmla="*/ 6 h 11"/>
                <a:gd name="T4" fmla="*/ 4 w 11"/>
                <a:gd name="T5" fmla="*/ 0 h 11"/>
                <a:gd name="T6" fmla="*/ 10 w 11"/>
                <a:gd name="T7" fmla="*/ 4 h 11"/>
                <a:gd name="T8" fmla="*/ 7 w 11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7" y="10"/>
                  </a:moveTo>
                  <a:cubicBezTo>
                    <a:pt x="4" y="11"/>
                    <a:pt x="2" y="9"/>
                    <a:pt x="1" y="6"/>
                  </a:cubicBezTo>
                  <a:cubicBezTo>
                    <a:pt x="0" y="4"/>
                    <a:pt x="2" y="1"/>
                    <a:pt x="4" y="0"/>
                  </a:cubicBezTo>
                  <a:cubicBezTo>
                    <a:pt x="7" y="0"/>
                    <a:pt x="10" y="1"/>
                    <a:pt x="10" y="4"/>
                  </a:cubicBezTo>
                  <a:cubicBezTo>
                    <a:pt x="11" y="6"/>
                    <a:pt x="10" y="9"/>
                    <a:pt x="7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" name="Freeform 1224"/>
            <p:cNvSpPr>
              <a:spLocks/>
            </p:cNvSpPr>
            <p:nvPr userDrawn="1"/>
          </p:nvSpPr>
          <p:spPr bwMode="auto">
            <a:xfrm>
              <a:off x="4083051" y="1281112"/>
              <a:ext cx="20638" cy="23813"/>
            </a:xfrm>
            <a:custGeom>
              <a:avLst/>
              <a:gdLst>
                <a:gd name="T0" fmla="*/ 7 w 11"/>
                <a:gd name="T1" fmla="*/ 11 h 12"/>
                <a:gd name="T2" fmla="*/ 0 w 11"/>
                <a:gd name="T3" fmla="*/ 7 h 12"/>
                <a:gd name="T4" fmla="*/ 4 w 11"/>
                <a:gd name="T5" fmla="*/ 1 h 12"/>
                <a:gd name="T6" fmla="*/ 10 w 11"/>
                <a:gd name="T7" fmla="*/ 5 h 12"/>
                <a:gd name="T8" fmla="*/ 7 w 11"/>
                <a:gd name="T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7" y="11"/>
                  </a:moveTo>
                  <a:cubicBezTo>
                    <a:pt x="4" y="12"/>
                    <a:pt x="1" y="10"/>
                    <a:pt x="0" y="7"/>
                  </a:cubicBezTo>
                  <a:cubicBezTo>
                    <a:pt x="0" y="5"/>
                    <a:pt x="1" y="2"/>
                    <a:pt x="4" y="1"/>
                  </a:cubicBezTo>
                  <a:cubicBezTo>
                    <a:pt x="7" y="0"/>
                    <a:pt x="9" y="2"/>
                    <a:pt x="10" y="5"/>
                  </a:cubicBezTo>
                  <a:cubicBezTo>
                    <a:pt x="11" y="7"/>
                    <a:pt x="9" y="10"/>
                    <a:pt x="7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" name="Freeform 1225"/>
            <p:cNvSpPr>
              <a:spLocks/>
            </p:cNvSpPr>
            <p:nvPr userDrawn="1"/>
          </p:nvSpPr>
          <p:spPr bwMode="auto">
            <a:xfrm>
              <a:off x="4225926" y="1293812"/>
              <a:ext cx="17463" cy="15875"/>
            </a:xfrm>
            <a:custGeom>
              <a:avLst/>
              <a:gdLst>
                <a:gd name="T0" fmla="*/ 8 w 9"/>
                <a:gd name="T1" fmla="*/ 6 h 8"/>
                <a:gd name="T2" fmla="*/ 3 w 9"/>
                <a:gd name="T3" fmla="*/ 7 h 8"/>
                <a:gd name="T4" fmla="*/ 1 w 9"/>
                <a:gd name="T5" fmla="*/ 2 h 8"/>
                <a:gd name="T6" fmla="*/ 6 w 9"/>
                <a:gd name="T7" fmla="*/ 1 h 8"/>
                <a:gd name="T8" fmla="*/ 8 w 9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8" y="6"/>
                  </a:moveTo>
                  <a:cubicBezTo>
                    <a:pt x="6" y="7"/>
                    <a:pt x="4" y="8"/>
                    <a:pt x="3" y="7"/>
                  </a:cubicBezTo>
                  <a:cubicBezTo>
                    <a:pt x="1" y="6"/>
                    <a:pt x="0" y="3"/>
                    <a:pt x="1" y="2"/>
                  </a:cubicBezTo>
                  <a:cubicBezTo>
                    <a:pt x="3" y="0"/>
                    <a:pt x="5" y="0"/>
                    <a:pt x="6" y="1"/>
                  </a:cubicBezTo>
                  <a:cubicBezTo>
                    <a:pt x="8" y="2"/>
                    <a:pt x="9" y="4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" name="Freeform 1226"/>
            <p:cNvSpPr>
              <a:spLocks/>
            </p:cNvSpPr>
            <p:nvPr userDrawn="1"/>
          </p:nvSpPr>
          <p:spPr bwMode="auto">
            <a:xfrm>
              <a:off x="3929063" y="1979612"/>
              <a:ext cx="15875" cy="15875"/>
            </a:xfrm>
            <a:custGeom>
              <a:avLst/>
              <a:gdLst>
                <a:gd name="T0" fmla="*/ 7 w 8"/>
                <a:gd name="T1" fmla="*/ 6 h 8"/>
                <a:gd name="T2" fmla="*/ 2 w 8"/>
                <a:gd name="T3" fmla="*/ 7 h 8"/>
                <a:gd name="T4" fmla="*/ 1 w 8"/>
                <a:gd name="T5" fmla="*/ 2 h 8"/>
                <a:gd name="T6" fmla="*/ 6 w 8"/>
                <a:gd name="T7" fmla="*/ 1 h 8"/>
                <a:gd name="T8" fmla="*/ 7 w 8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7" y="6"/>
                  </a:moveTo>
                  <a:cubicBezTo>
                    <a:pt x="6" y="8"/>
                    <a:pt x="4" y="8"/>
                    <a:pt x="2" y="7"/>
                  </a:cubicBezTo>
                  <a:cubicBezTo>
                    <a:pt x="0" y="6"/>
                    <a:pt x="0" y="4"/>
                    <a:pt x="1" y="2"/>
                  </a:cubicBezTo>
                  <a:cubicBezTo>
                    <a:pt x="2" y="0"/>
                    <a:pt x="4" y="0"/>
                    <a:pt x="6" y="1"/>
                  </a:cubicBezTo>
                  <a:cubicBezTo>
                    <a:pt x="8" y="2"/>
                    <a:pt x="8" y="4"/>
                    <a:pt x="7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" name="Freeform 1227"/>
            <p:cNvSpPr>
              <a:spLocks/>
            </p:cNvSpPr>
            <p:nvPr userDrawn="1"/>
          </p:nvSpPr>
          <p:spPr bwMode="auto">
            <a:xfrm>
              <a:off x="3735388" y="1143000"/>
              <a:ext cx="11113" cy="11113"/>
            </a:xfrm>
            <a:custGeom>
              <a:avLst/>
              <a:gdLst>
                <a:gd name="T0" fmla="*/ 6 w 6"/>
                <a:gd name="T1" fmla="*/ 5 h 6"/>
                <a:gd name="T2" fmla="*/ 2 w 6"/>
                <a:gd name="T3" fmla="*/ 5 h 6"/>
                <a:gd name="T4" fmla="*/ 1 w 6"/>
                <a:gd name="T5" fmla="*/ 2 h 6"/>
                <a:gd name="T6" fmla="*/ 5 w 6"/>
                <a:gd name="T7" fmla="*/ 1 h 6"/>
                <a:gd name="T8" fmla="*/ 6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5"/>
                  </a:moveTo>
                  <a:cubicBezTo>
                    <a:pt x="5" y="6"/>
                    <a:pt x="3" y="6"/>
                    <a:pt x="2" y="5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1"/>
                    <a:pt x="6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" name="Freeform 1228"/>
            <p:cNvSpPr>
              <a:spLocks/>
            </p:cNvSpPr>
            <p:nvPr userDrawn="1"/>
          </p:nvSpPr>
          <p:spPr bwMode="auto">
            <a:xfrm>
              <a:off x="3776663" y="820737"/>
              <a:ext cx="17463" cy="17463"/>
            </a:xfrm>
            <a:custGeom>
              <a:avLst/>
              <a:gdLst>
                <a:gd name="T0" fmla="*/ 8 w 9"/>
                <a:gd name="T1" fmla="*/ 6 h 9"/>
                <a:gd name="T2" fmla="*/ 3 w 9"/>
                <a:gd name="T3" fmla="*/ 8 h 9"/>
                <a:gd name="T4" fmla="*/ 1 w 9"/>
                <a:gd name="T5" fmla="*/ 3 h 9"/>
                <a:gd name="T6" fmla="*/ 6 w 9"/>
                <a:gd name="T7" fmla="*/ 1 h 9"/>
                <a:gd name="T8" fmla="*/ 8 w 9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8" y="6"/>
                  </a:moveTo>
                  <a:cubicBezTo>
                    <a:pt x="6" y="8"/>
                    <a:pt x="4" y="9"/>
                    <a:pt x="3" y="8"/>
                  </a:cubicBezTo>
                  <a:cubicBezTo>
                    <a:pt x="1" y="6"/>
                    <a:pt x="0" y="4"/>
                    <a:pt x="1" y="3"/>
                  </a:cubicBezTo>
                  <a:cubicBezTo>
                    <a:pt x="3" y="1"/>
                    <a:pt x="5" y="0"/>
                    <a:pt x="6" y="1"/>
                  </a:cubicBezTo>
                  <a:cubicBezTo>
                    <a:pt x="8" y="3"/>
                    <a:pt x="9" y="5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" name="Freeform 1229"/>
            <p:cNvSpPr>
              <a:spLocks/>
            </p:cNvSpPr>
            <p:nvPr userDrawn="1"/>
          </p:nvSpPr>
          <p:spPr bwMode="auto">
            <a:xfrm>
              <a:off x="811213" y="615950"/>
              <a:ext cx="9525" cy="12700"/>
            </a:xfrm>
            <a:custGeom>
              <a:avLst/>
              <a:gdLst>
                <a:gd name="T0" fmla="*/ 5 w 5"/>
                <a:gd name="T1" fmla="*/ 3 h 6"/>
                <a:gd name="T2" fmla="*/ 2 w 5"/>
                <a:gd name="T3" fmla="*/ 6 h 6"/>
                <a:gd name="T4" fmla="*/ 0 w 5"/>
                <a:gd name="T5" fmla="*/ 3 h 6"/>
                <a:gd name="T6" fmla="*/ 3 w 5"/>
                <a:gd name="T7" fmla="*/ 0 h 6"/>
                <a:gd name="T8" fmla="*/ 5 w 5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" name="Oval 1230"/>
            <p:cNvSpPr>
              <a:spLocks noChangeArrowheads="1"/>
            </p:cNvSpPr>
            <p:nvPr userDrawn="1"/>
          </p:nvSpPr>
          <p:spPr bwMode="auto">
            <a:xfrm>
              <a:off x="4054476" y="512762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" name="Freeform 1231"/>
            <p:cNvSpPr>
              <a:spLocks/>
            </p:cNvSpPr>
            <p:nvPr userDrawn="1"/>
          </p:nvSpPr>
          <p:spPr bwMode="auto">
            <a:xfrm>
              <a:off x="4305301" y="2241550"/>
              <a:ext cx="30163" cy="31750"/>
            </a:xfrm>
            <a:custGeom>
              <a:avLst/>
              <a:gdLst>
                <a:gd name="T0" fmla="*/ 10 w 16"/>
                <a:gd name="T1" fmla="*/ 15 h 16"/>
                <a:gd name="T2" fmla="*/ 1 w 16"/>
                <a:gd name="T3" fmla="*/ 10 h 16"/>
                <a:gd name="T4" fmla="*/ 6 w 16"/>
                <a:gd name="T5" fmla="*/ 1 h 16"/>
                <a:gd name="T6" fmla="*/ 15 w 16"/>
                <a:gd name="T7" fmla="*/ 6 h 16"/>
                <a:gd name="T8" fmla="*/ 10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5"/>
                  </a:moveTo>
                  <a:cubicBezTo>
                    <a:pt x="6" y="16"/>
                    <a:pt x="2" y="13"/>
                    <a:pt x="1" y="10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4" y="2"/>
                    <a:pt x="15" y="6"/>
                  </a:cubicBezTo>
                  <a:cubicBezTo>
                    <a:pt x="16" y="10"/>
                    <a:pt x="13" y="14"/>
                    <a:pt x="10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" name="Freeform 1232"/>
            <p:cNvSpPr>
              <a:spLocks/>
            </p:cNvSpPr>
            <p:nvPr userDrawn="1"/>
          </p:nvSpPr>
          <p:spPr bwMode="auto">
            <a:xfrm>
              <a:off x="4275138" y="2009775"/>
              <a:ext cx="31750" cy="31750"/>
            </a:xfrm>
            <a:custGeom>
              <a:avLst/>
              <a:gdLst>
                <a:gd name="T0" fmla="*/ 10 w 16"/>
                <a:gd name="T1" fmla="*/ 15 h 16"/>
                <a:gd name="T2" fmla="*/ 1 w 16"/>
                <a:gd name="T3" fmla="*/ 10 h 16"/>
                <a:gd name="T4" fmla="*/ 6 w 16"/>
                <a:gd name="T5" fmla="*/ 1 h 16"/>
                <a:gd name="T6" fmla="*/ 15 w 16"/>
                <a:gd name="T7" fmla="*/ 7 h 16"/>
                <a:gd name="T8" fmla="*/ 10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5"/>
                  </a:moveTo>
                  <a:cubicBezTo>
                    <a:pt x="6" y="16"/>
                    <a:pt x="2" y="14"/>
                    <a:pt x="1" y="10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4" y="3"/>
                    <a:pt x="15" y="7"/>
                  </a:cubicBezTo>
                  <a:cubicBezTo>
                    <a:pt x="16" y="10"/>
                    <a:pt x="14" y="14"/>
                    <a:pt x="10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" name="Freeform 1233"/>
            <p:cNvSpPr>
              <a:spLocks/>
            </p:cNvSpPr>
            <p:nvPr userDrawn="1"/>
          </p:nvSpPr>
          <p:spPr bwMode="auto">
            <a:xfrm>
              <a:off x="4243388" y="1916112"/>
              <a:ext cx="31750" cy="30163"/>
            </a:xfrm>
            <a:custGeom>
              <a:avLst/>
              <a:gdLst>
                <a:gd name="T0" fmla="*/ 10 w 16"/>
                <a:gd name="T1" fmla="*/ 16 h 16"/>
                <a:gd name="T2" fmla="*/ 1 w 16"/>
                <a:gd name="T3" fmla="*/ 10 h 16"/>
                <a:gd name="T4" fmla="*/ 7 w 16"/>
                <a:gd name="T5" fmla="*/ 1 h 16"/>
                <a:gd name="T6" fmla="*/ 15 w 16"/>
                <a:gd name="T7" fmla="*/ 7 h 16"/>
                <a:gd name="T8" fmla="*/ 10 w 16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6"/>
                  </a:moveTo>
                  <a:cubicBezTo>
                    <a:pt x="6" y="16"/>
                    <a:pt x="2" y="14"/>
                    <a:pt x="1" y="10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6" y="11"/>
                    <a:pt x="14" y="15"/>
                    <a:pt x="10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" name="Freeform 1234"/>
            <p:cNvSpPr>
              <a:spLocks/>
            </p:cNvSpPr>
            <p:nvPr userDrawn="1"/>
          </p:nvSpPr>
          <p:spPr bwMode="auto">
            <a:xfrm>
              <a:off x="4786313" y="2036762"/>
              <a:ext cx="11113" cy="12700"/>
            </a:xfrm>
            <a:custGeom>
              <a:avLst/>
              <a:gdLst>
                <a:gd name="T0" fmla="*/ 3 w 6"/>
                <a:gd name="T1" fmla="*/ 6 h 6"/>
                <a:gd name="T2" fmla="*/ 0 w 6"/>
                <a:gd name="T3" fmla="*/ 4 h 6"/>
                <a:gd name="T4" fmla="*/ 2 w 6"/>
                <a:gd name="T5" fmla="*/ 0 h 6"/>
                <a:gd name="T6" fmla="*/ 5 w 6"/>
                <a:gd name="T7" fmla="*/ 2 h 6"/>
                <a:gd name="T8" fmla="*/ 3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6"/>
                  </a:moveTo>
                  <a:cubicBezTo>
                    <a:pt x="2" y="6"/>
                    <a:pt x="0" y="5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6" y="4"/>
                    <a:pt x="5" y="5"/>
                    <a:pt x="3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" name="Freeform 1235"/>
            <p:cNvSpPr>
              <a:spLocks/>
            </p:cNvSpPr>
            <p:nvPr userDrawn="1"/>
          </p:nvSpPr>
          <p:spPr bwMode="auto">
            <a:xfrm>
              <a:off x="4506913" y="2170113"/>
              <a:ext cx="11113" cy="12700"/>
            </a:xfrm>
            <a:custGeom>
              <a:avLst/>
              <a:gdLst>
                <a:gd name="T0" fmla="*/ 4 w 6"/>
                <a:gd name="T1" fmla="*/ 5 h 6"/>
                <a:gd name="T2" fmla="*/ 0 w 6"/>
                <a:gd name="T3" fmla="*/ 3 h 6"/>
                <a:gd name="T4" fmla="*/ 2 w 6"/>
                <a:gd name="T5" fmla="*/ 0 h 6"/>
                <a:gd name="T6" fmla="*/ 6 w 6"/>
                <a:gd name="T7" fmla="*/ 2 h 6"/>
                <a:gd name="T8" fmla="*/ 4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5"/>
                  </a:moveTo>
                  <a:cubicBezTo>
                    <a:pt x="2" y="6"/>
                    <a:pt x="1" y="5"/>
                    <a:pt x="0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4" y="0"/>
                    <a:pt x="5" y="0"/>
                    <a:pt x="6" y="2"/>
                  </a:cubicBezTo>
                  <a:cubicBezTo>
                    <a:pt x="6" y="4"/>
                    <a:pt x="5" y="5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" name="Freeform 1236"/>
            <p:cNvSpPr>
              <a:spLocks/>
            </p:cNvSpPr>
            <p:nvPr userDrawn="1"/>
          </p:nvSpPr>
          <p:spPr bwMode="auto">
            <a:xfrm>
              <a:off x="4125913" y="1852612"/>
              <a:ext cx="26988" cy="26988"/>
            </a:xfrm>
            <a:custGeom>
              <a:avLst/>
              <a:gdLst>
                <a:gd name="T0" fmla="*/ 9 w 14"/>
                <a:gd name="T1" fmla="*/ 13 h 14"/>
                <a:gd name="T2" fmla="*/ 1 w 14"/>
                <a:gd name="T3" fmla="*/ 8 h 14"/>
                <a:gd name="T4" fmla="*/ 6 w 14"/>
                <a:gd name="T5" fmla="*/ 0 h 14"/>
                <a:gd name="T6" fmla="*/ 13 w 14"/>
                <a:gd name="T7" fmla="*/ 5 h 14"/>
                <a:gd name="T8" fmla="*/ 9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9" y="13"/>
                  </a:moveTo>
                  <a:cubicBezTo>
                    <a:pt x="5" y="14"/>
                    <a:pt x="2" y="12"/>
                    <a:pt x="1" y="8"/>
                  </a:cubicBezTo>
                  <a:cubicBezTo>
                    <a:pt x="0" y="5"/>
                    <a:pt x="2" y="1"/>
                    <a:pt x="6" y="0"/>
                  </a:cubicBezTo>
                  <a:cubicBezTo>
                    <a:pt x="9" y="0"/>
                    <a:pt x="13" y="2"/>
                    <a:pt x="13" y="5"/>
                  </a:cubicBezTo>
                  <a:cubicBezTo>
                    <a:pt x="14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" name="Oval 1237"/>
            <p:cNvSpPr>
              <a:spLocks noChangeArrowheads="1"/>
            </p:cNvSpPr>
            <p:nvPr userDrawn="1"/>
          </p:nvSpPr>
          <p:spPr bwMode="auto">
            <a:xfrm>
              <a:off x="4451351" y="1498600"/>
              <a:ext cx="23813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" name="Oval 1238"/>
            <p:cNvSpPr>
              <a:spLocks noChangeArrowheads="1"/>
            </p:cNvSpPr>
            <p:nvPr userDrawn="1"/>
          </p:nvSpPr>
          <p:spPr bwMode="auto">
            <a:xfrm>
              <a:off x="4986338" y="1133475"/>
              <a:ext cx="17463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" name="Freeform 1239"/>
            <p:cNvSpPr>
              <a:spLocks/>
            </p:cNvSpPr>
            <p:nvPr userDrawn="1"/>
          </p:nvSpPr>
          <p:spPr bwMode="auto">
            <a:xfrm>
              <a:off x="3995738" y="1885950"/>
              <a:ext cx="25400" cy="26988"/>
            </a:xfrm>
            <a:custGeom>
              <a:avLst/>
              <a:gdLst>
                <a:gd name="T0" fmla="*/ 8 w 13"/>
                <a:gd name="T1" fmla="*/ 13 h 14"/>
                <a:gd name="T2" fmla="*/ 1 w 13"/>
                <a:gd name="T3" fmla="*/ 9 h 14"/>
                <a:gd name="T4" fmla="*/ 5 w 13"/>
                <a:gd name="T5" fmla="*/ 1 h 14"/>
                <a:gd name="T6" fmla="*/ 13 w 13"/>
                <a:gd name="T7" fmla="*/ 6 h 14"/>
                <a:gd name="T8" fmla="*/ 8 w 1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8" y="13"/>
                  </a:moveTo>
                  <a:cubicBezTo>
                    <a:pt x="5" y="14"/>
                    <a:pt x="1" y="12"/>
                    <a:pt x="1" y="9"/>
                  </a:cubicBezTo>
                  <a:cubicBezTo>
                    <a:pt x="0" y="5"/>
                    <a:pt x="2" y="2"/>
                    <a:pt x="5" y="1"/>
                  </a:cubicBezTo>
                  <a:cubicBezTo>
                    <a:pt x="8" y="0"/>
                    <a:pt x="12" y="2"/>
                    <a:pt x="13" y="6"/>
                  </a:cubicBezTo>
                  <a:cubicBezTo>
                    <a:pt x="13" y="9"/>
                    <a:pt x="11" y="12"/>
                    <a:pt x="8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" name="Freeform 1240"/>
            <p:cNvSpPr>
              <a:spLocks/>
            </p:cNvSpPr>
            <p:nvPr userDrawn="1"/>
          </p:nvSpPr>
          <p:spPr bwMode="auto">
            <a:xfrm>
              <a:off x="3878263" y="687387"/>
              <a:ext cx="33338" cy="31750"/>
            </a:xfrm>
            <a:custGeom>
              <a:avLst/>
              <a:gdLst>
                <a:gd name="T0" fmla="*/ 15 w 17"/>
                <a:gd name="T1" fmla="*/ 11 h 16"/>
                <a:gd name="T2" fmla="*/ 5 w 17"/>
                <a:gd name="T3" fmla="*/ 14 h 16"/>
                <a:gd name="T4" fmla="*/ 2 w 17"/>
                <a:gd name="T5" fmla="*/ 5 h 16"/>
                <a:gd name="T6" fmla="*/ 12 w 17"/>
                <a:gd name="T7" fmla="*/ 1 h 16"/>
                <a:gd name="T8" fmla="*/ 15 w 17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15" y="11"/>
                  </a:moveTo>
                  <a:cubicBezTo>
                    <a:pt x="13" y="15"/>
                    <a:pt x="9" y="16"/>
                    <a:pt x="5" y="14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4" y="1"/>
                    <a:pt x="8" y="0"/>
                    <a:pt x="12" y="1"/>
                  </a:cubicBezTo>
                  <a:cubicBezTo>
                    <a:pt x="15" y="3"/>
                    <a:pt x="17" y="8"/>
                    <a:pt x="15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" name="Freeform 1241"/>
            <p:cNvSpPr>
              <a:spLocks/>
            </p:cNvSpPr>
            <p:nvPr userDrawn="1"/>
          </p:nvSpPr>
          <p:spPr bwMode="auto">
            <a:xfrm>
              <a:off x="1065213" y="1384300"/>
              <a:ext cx="31750" cy="31750"/>
            </a:xfrm>
            <a:custGeom>
              <a:avLst/>
              <a:gdLst>
                <a:gd name="T0" fmla="*/ 14 w 16"/>
                <a:gd name="T1" fmla="*/ 11 h 16"/>
                <a:gd name="T2" fmla="*/ 5 w 16"/>
                <a:gd name="T3" fmla="*/ 14 h 16"/>
                <a:gd name="T4" fmla="*/ 2 w 16"/>
                <a:gd name="T5" fmla="*/ 5 h 16"/>
                <a:gd name="T6" fmla="*/ 11 w 16"/>
                <a:gd name="T7" fmla="*/ 2 h 16"/>
                <a:gd name="T8" fmla="*/ 14 w 16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4" y="11"/>
                  </a:moveTo>
                  <a:cubicBezTo>
                    <a:pt x="13" y="15"/>
                    <a:pt x="8" y="16"/>
                    <a:pt x="5" y="14"/>
                  </a:cubicBezTo>
                  <a:cubicBezTo>
                    <a:pt x="1" y="13"/>
                    <a:pt x="0" y="8"/>
                    <a:pt x="2" y="5"/>
                  </a:cubicBezTo>
                  <a:cubicBezTo>
                    <a:pt x="3" y="1"/>
                    <a:pt x="8" y="0"/>
                    <a:pt x="11" y="2"/>
                  </a:cubicBezTo>
                  <a:cubicBezTo>
                    <a:pt x="15" y="3"/>
                    <a:pt x="16" y="8"/>
                    <a:pt x="14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" name="Freeform 1242"/>
            <p:cNvSpPr>
              <a:spLocks/>
            </p:cNvSpPr>
            <p:nvPr userDrawn="1"/>
          </p:nvSpPr>
          <p:spPr bwMode="auto">
            <a:xfrm>
              <a:off x="3910013" y="577850"/>
              <a:ext cx="28575" cy="28575"/>
            </a:xfrm>
            <a:custGeom>
              <a:avLst/>
              <a:gdLst>
                <a:gd name="T0" fmla="*/ 13 w 15"/>
                <a:gd name="T1" fmla="*/ 11 h 15"/>
                <a:gd name="T2" fmla="*/ 5 w 15"/>
                <a:gd name="T3" fmla="*/ 13 h 15"/>
                <a:gd name="T4" fmla="*/ 2 w 15"/>
                <a:gd name="T5" fmla="*/ 5 h 15"/>
                <a:gd name="T6" fmla="*/ 10 w 15"/>
                <a:gd name="T7" fmla="*/ 2 h 15"/>
                <a:gd name="T8" fmla="*/ 13 w 15"/>
                <a:gd name="T9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3" y="11"/>
                  </a:moveTo>
                  <a:cubicBezTo>
                    <a:pt x="12" y="14"/>
                    <a:pt x="8" y="15"/>
                    <a:pt x="5" y="13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3" y="2"/>
                    <a:pt x="7" y="0"/>
                    <a:pt x="10" y="2"/>
                  </a:cubicBezTo>
                  <a:cubicBezTo>
                    <a:pt x="14" y="4"/>
                    <a:pt x="15" y="8"/>
                    <a:pt x="13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" name="Freeform 1243"/>
            <p:cNvSpPr>
              <a:spLocks/>
            </p:cNvSpPr>
            <p:nvPr userDrawn="1"/>
          </p:nvSpPr>
          <p:spPr bwMode="auto">
            <a:xfrm>
              <a:off x="2970213" y="284162"/>
              <a:ext cx="28575" cy="26988"/>
            </a:xfrm>
            <a:custGeom>
              <a:avLst/>
              <a:gdLst>
                <a:gd name="T0" fmla="*/ 13 w 14"/>
                <a:gd name="T1" fmla="*/ 10 h 14"/>
                <a:gd name="T2" fmla="*/ 4 w 14"/>
                <a:gd name="T3" fmla="*/ 12 h 14"/>
                <a:gd name="T4" fmla="*/ 1 w 14"/>
                <a:gd name="T5" fmla="*/ 4 h 14"/>
                <a:gd name="T6" fmla="*/ 10 w 14"/>
                <a:gd name="T7" fmla="*/ 1 h 14"/>
                <a:gd name="T8" fmla="*/ 13 w 14"/>
                <a:gd name="T9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3" y="10"/>
                  </a:moveTo>
                  <a:cubicBezTo>
                    <a:pt x="11" y="13"/>
                    <a:pt x="7" y="14"/>
                    <a:pt x="4" y="12"/>
                  </a:cubicBezTo>
                  <a:cubicBezTo>
                    <a:pt x="1" y="11"/>
                    <a:pt x="0" y="7"/>
                    <a:pt x="1" y="4"/>
                  </a:cubicBezTo>
                  <a:cubicBezTo>
                    <a:pt x="3" y="1"/>
                    <a:pt x="7" y="0"/>
                    <a:pt x="10" y="1"/>
                  </a:cubicBezTo>
                  <a:cubicBezTo>
                    <a:pt x="13" y="3"/>
                    <a:pt x="14" y="7"/>
                    <a:pt x="13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" name="Freeform 1244"/>
            <p:cNvSpPr>
              <a:spLocks/>
            </p:cNvSpPr>
            <p:nvPr userDrawn="1"/>
          </p:nvSpPr>
          <p:spPr bwMode="auto">
            <a:xfrm>
              <a:off x="3763963" y="903287"/>
              <a:ext cx="33338" cy="33338"/>
            </a:xfrm>
            <a:custGeom>
              <a:avLst/>
              <a:gdLst>
                <a:gd name="T0" fmla="*/ 15 w 17"/>
                <a:gd name="T1" fmla="*/ 12 h 17"/>
                <a:gd name="T2" fmla="*/ 5 w 17"/>
                <a:gd name="T3" fmla="*/ 15 h 17"/>
                <a:gd name="T4" fmla="*/ 2 w 17"/>
                <a:gd name="T5" fmla="*/ 5 h 17"/>
                <a:gd name="T6" fmla="*/ 12 w 17"/>
                <a:gd name="T7" fmla="*/ 2 h 17"/>
                <a:gd name="T8" fmla="*/ 15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5" y="12"/>
                  </a:moveTo>
                  <a:cubicBezTo>
                    <a:pt x="13" y="16"/>
                    <a:pt x="8" y="17"/>
                    <a:pt x="5" y="15"/>
                  </a:cubicBezTo>
                  <a:cubicBezTo>
                    <a:pt x="1" y="13"/>
                    <a:pt x="0" y="9"/>
                    <a:pt x="2" y="5"/>
                  </a:cubicBezTo>
                  <a:cubicBezTo>
                    <a:pt x="4" y="2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" name="Freeform 1245"/>
            <p:cNvSpPr>
              <a:spLocks/>
            </p:cNvSpPr>
            <p:nvPr userDrawn="1"/>
          </p:nvSpPr>
          <p:spPr bwMode="auto">
            <a:xfrm>
              <a:off x="3833813" y="-222250"/>
              <a:ext cx="30163" cy="33338"/>
            </a:xfrm>
            <a:custGeom>
              <a:avLst/>
              <a:gdLst>
                <a:gd name="T0" fmla="*/ 14 w 16"/>
                <a:gd name="T1" fmla="*/ 12 h 17"/>
                <a:gd name="T2" fmla="*/ 5 w 16"/>
                <a:gd name="T3" fmla="*/ 15 h 17"/>
                <a:gd name="T4" fmla="*/ 2 w 16"/>
                <a:gd name="T5" fmla="*/ 5 h 17"/>
                <a:gd name="T6" fmla="*/ 11 w 16"/>
                <a:gd name="T7" fmla="*/ 2 h 17"/>
                <a:gd name="T8" fmla="*/ 14 w 16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4" y="12"/>
                  </a:moveTo>
                  <a:cubicBezTo>
                    <a:pt x="13" y="16"/>
                    <a:pt x="8" y="17"/>
                    <a:pt x="5" y="15"/>
                  </a:cubicBezTo>
                  <a:cubicBezTo>
                    <a:pt x="1" y="13"/>
                    <a:pt x="0" y="9"/>
                    <a:pt x="2" y="5"/>
                  </a:cubicBezTo>
                  <a:cubicBezTo>
                    <a:pt x="3" y="2"/>
                    <a:pt x="8" y="0"/>
                    <a:pt x="11" y="2"/>
                  </a:cubicBezTo>
                  <a:cubicBezTo>
                    <a:pt x="15" y="4"/>
                    <a:pt x="16" y="8"/>
                    <a:pt x="14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" name="Freeform 1246"/>
            <p:cNvSpPr>
              <a:spLocks/>
            </p:cNvSpPr>
            <p:nvPr userDrawn="1"/>
          </p:nvSpPr>
          <p:spPr bwMode="auto">
            <a:xfrm>
              <a:off x="3724276" y="711200"/>
              <a:ext cx="31750" cy="33338"/>
            </a:xfrm>
            <a:custGeom>
              <a:avLst/>
              <a:gdLst>
                <a:gd name="T0" fmla="*/ 15 w 16"/>
                <a:gd name="T1" fmla="*/ 12 h 17"/>
                <a:gd name="T2" fmla="*/ 5 w 16"/>
                <a:gd name="T3" fmla="*/ 15 h 17"/>
                <a:gd name="T4" fmla="*/ 2 w 16"/>
                <a:gd name="T5" fmla="*/ 5 h 17"/>
                <a:gd name="T6" fmla="*/ 12 w 16"/>
                <a:gd name="T7" fmla="*/ 2 h 17"/>
                <a:gd name="T8" fmla="*/ 15 w 16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5" y="12"/>
                  </a:moveTo>
                  <a:cubicBezTo>
                    <a:pt x="13" y="15"/>
                    <a:pt x="8" y="17"/>
                    <a:pt x="5" y="15"/>
                  </a:cubicBezTo>
                  <a:cubicBezTo>
                    <a:pt x="1" y="13"/>
                    <a:pt x="0" y="9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6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" name="Freeform 1247"/>
            <p:cNvSpPr>
              <a:spLocks/>
            </p:cNvSpPr>
            <p:nvPr userDrawn="1"/>
          </p:nvSpPr>
          <p:spPr bwMode="auto">
            <a:xfrm>
              <a:off x="3567113" y="784225"/>
              <a:ext cx="34925" cy="33338"/>
            </a:xfrm>
            <a:custGeom>
              <a:avLst/>
              <a:gdLst>
                <a:gd name="T0" fmla="*/ 15 w 17"/>
                <a:gd name="T1" fmla="*/ 12 h 17"/>
                <a:gd name="T2" fmla="*/ 5 w 17"/>
                <a:gd name="T3" fmla="*/ 15 h 17"/>
                <a:gd name="T4" fmla="*/ 2 w 17"/>
                <a:gd name="T5" fmla="*/ 5 h 17"/>
                <a:gd name="T6" fmla="*/ 12 w 17"/>
                <a:gd name="T7" fmla="*/ 2 h 17"/>
                <a:gd name="T8" fmla="*/ 15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5" y="12"/>
                  </a:moveTo>
                  <a:cubicBezTo>
                    <a:pt x="13" y="15"/>
                    <a:pt x="9" y="17"/>
                    <a:pt x="5" y="15"/>
                  </a:cubicBezTo>
                  <a:cubicBezTo>
                    <a:pt x="2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" name="Freeform 1248"/>
            <p:cNvSpPr>
              <a:spLocks/>
            </p:cNvSpPr>
            <p:nvPr userDrawn="1"/>
          </p:nvSpPr>
          <p:spPr bwMode="auto">
            <a:xfrm>
              <a:off x="3019426" y="598487"/>
              <a:ext cx="31750" cy="31750"/>
            </a:xfrm>
            <a:custGeom>
              <a:avLst/>
              <a:gdLst>
                <a:gd name="T0" fmla="*/ 15 w 16"/>
                <a:gd name="T1" fmla="*/ 11 h 16"/>
                <a:gd name="T2" fmla="*/ 5 w 16"/>
                <a:gd name="T3" fmla="*/ 14 h 16"/>
                <a:gd name="T4" fmla="*/ 2 w 16"/>
                <a:gd name="T5" fmla="*/ 5 h 16"/>
                <a:gd name="T6" fmla="*/ 12 w 16"/>
                <a:gd name="T7" fmla="*/ 2 h 16"/>
                <a:gd name="T8" fmla="*/ 15 w 16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5" y="11"/>
                  </a:moveTo>
                  <a:cubicBezTo>
                    <a:pt x="13" y="15"/>
                    <a:pt x="8" y="16"/>
                    <a:pt x="5" y="14"/>
                  </a:cubicBezTo>
                  <a:cubicBezTo>
                    <a:pt x="1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3"/>
                    <a:pt x="16" y="8"/>
                    <a:pt x="15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" name="Freeform 1249"/>
            <p:cNvSpPr>
              <a:spLocks/>
            </p:cNvSpPr>
            <p:nvPr userDrawn="1"/>
          </p:nvSpPr>
          <p:spPr bwMode="auto">
            <a:xfrm>
              <a:off x="3186113" y="596900"/>
              <a:ext cx="33338" cy="31750"/>
            </a:xfrm>
            <a:custGeom>
              <a:avLst/>
              <a:gdLst>
                <a:gd name="T0" fmla="*/ 15 w 17"/>
                <a:gd name="T1" fmla="*/ 12 h 16"/>
                <a:gd name="T2" fmla="*/ 5 w 17"/>
                <a:gd name="T3" fmla="*/ 15 h 16"/>
                <a:gd name="T4" fmla="*/ 2 w 17"/>
                <a:gd name="T5" fmla="*/ 5 h 16"/>
                <a:gd name="T6" fmla="*/ 12 w 17"/>
                <a:gd name="T7" fmla="*/ 2 h 16"/>
                <a:gd name="T8" fmla="*/ 15 w 17"/>
                <a:gd name="T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15" y="12"/>
                  </a:moveTo>
                  <a:cubicBezTo>
                    <a:pt x="13" y="15"/>
                    <a:pt x="9" y="16"/>
                    <a:pt x="5" y="15"/>
                  </a:cubicBezTo>
                  <a:cubicBezTo>
                    <a:pt x="2" y="13"/>
                    <a:pt x="0" y="8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6" y="4"/>
                    <a:pt x="17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" name="Freeform 1250"/>
            <p:cNvSpPr>
              <a:spLocks/>
            </p:cNvSpPr>
            <p:nvPr userDrawn="1"/>
          </p:nvSpPr>
          <p:spPr bwMode="auto">
            <a:xfrm>
              <a:off x="3860801" y="636587"/>
              <a:ext cx="28575" cy="26988"/>
            </a:xfrm>
            <a:custGeom>
              <a:avLst/>
              <a:gdLst>
                <a:gd name="T0" fmla="*/ 13 w 15"/>
                <a:gd name="T1" fmla="*/ 10 h 14"/>
                <a:gd name="T2" fmla="*/ 5 w 15"/>
                <a:gd name="T3" fmla="*/ 12 h 14"/>
                <a:gd name="T4" fmla="*/ 2 w 15"/>
                <a:gd name="T5" fmla="*/ 4 h 14"/>
                <a:gd name="T6" fmla="*/ 10 w 15"/>
                <a:gd name="T7" fmla="*/ 2 h 14"/>
                <a:gd name="T8" fmla="*/ 13 w 15"/>
                <a:gd name="T9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13" y="10"/>
                  </a:moveTo>
                  <a:cubicBezTo>
                    <a:pt x="11" y="13"/>
                    <a:pt x="8" y="14"/>
                    <a:pt x="5" y="12"/>
                  </a:cubicBezTo>
                  <a:cubicBezTo>
                    <a:pt x="2" y="11"/>
                    <a:pt x="0" y="7"/>
                    <a:pt x="2" y="4"/>
                  </a:cubicBezTo>
                  <a:cubicBezTo>
                    <a:pt x="4" y="1"/>
                    <a:pt x="7" y="0"/>
                    <a:pt x="10" y="2"/>
                  </a:cubicBezTo>
                  <a:cubicBezTo>
                    <a:pt x="13" y="3"/>
                    <a:pt x="15" y="7"/>
                    <a:pt x="13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" name="Freeform 1251"/>
            <p:cNvSpPr>
              <a:spLocks/>
            </p:cNvSpPr>
            <p:nvPr userDrawn="1"/>
          </p:nvSpPr>
          <p:spPr bwMode="auto">
            <a:xfrm>
              <a:off x="3730626" y="1058862"/>
              <a:ext cx="17463" cy="17463"/>
            </a:xfrm>
            <a:custGeom>
              <a:avLst/>
              <a:gdLst>
                <a:gd name="T0" fmla="*/ 8 w 9"/>
                <a:gd name="T1" fmla="*/ 6 h 9"/>
                <a:gd name="T2" fmla="*/ 3 w 9"/>
                <a:gd name="T3" fmla="*/ 8 h 9"/>
                <a:gd name="T4" fmla="*/ 1 w 9"/>
                <a:gd name="T5" fmla="*/ 3 h 9"/>
                <a:gd name="T6" fmla="*/ 6 w 9"/>
                <a:gd name="T7" fmla="*/ 1 h 9"/>
                <a:gd name="T8" fmla="*/ 8 w 9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8" y="6"/>
                  </a:moveTo>
                  <a:cubicBezTo>
                    <a:pt x="7" y="8"/>
                    <a:pt x="5" y="9"/>
                    <a:pt x="3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8" y="2"/>
                    <a:pt x="9" y="4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" name="Freeform 1252"/>
            <p:cNvSpPr>
              <a:spLocks/>
            </p:cNvSpPr>
            <p:nvPr userDrawn="1"/>
          </p:nvSpPr>
          <p:spPr bwMode="auto">
            <a:xfrm>
              <a:off x="4043363" y="592137"/>
              <a:ext cx="11113" cy="12700"/>
            </a:xfrm>
            <a:custGeom>
              <a:avLst/>
              <a:gdLst>
                <a:gd name="T0" fmla="*/ 6 w 6"/>
                <a:gd name="T1" fmla="*/ 5 h 6"/>
                <a:gd name="T2" fmla="*/ 2 w 6"/>
                <a:gd name="T3" fmla="*/ 6 h 6"/>
                <a:gd name="T4" fmla="*/ 1 w 6"/>
                <a:gd name="T5" fmla="*/ 2 h 6"/>
                <a:gd name="T6" fmla="*/ 4 w 6"/>
                <a:gd name="T7" fmla="*/ 1 h 6"/>
                <a:gd name="T8" fmla="*/ 6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5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6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" name="Freeform 1253"/>
            <p:cNvSpPr>
              <a:spLocks/>
            </p:cNvSpPr>
            <p:nvPr userDrawn="1"/>
          </p:nvSpPr>
          <p:spPr bwMode="auto">
            <a:xfrm>
              <a:off x="4305301" y="561975"/>
              <a:ext cx="20638" cy="23813"/>
            </a:xfrm>
            <a:custGeom>
              <a:avLst/>
              <a:gdLst>
                <a:gd name="T0" fmla="*/ 10 w 11"/>
                <a:gd name="T1" fmla="*/ 8 h 12"/>
                <a:gd name="T2" fmla="*/ 4 w 11"/>
                <a:gd name="T3" fmla="*/ 10 h 12"/>
                <a:gd name="T4" fmla="*/ 2 w 11"/>
                <a:gd name="T5" fmla="*/ 4 h 12"/>
                <a:gd name="T6" fmla="*/ 8 w 11"/>
                <a:gd name="T7" fmla="*/ 2 h 12"/>
                <a:gd name="T8" fmla="*/ 10 w 11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2" y="4"/>
                  </a:cubicBezTo>
                  <a:cubicBezTo>
                    <a:pt x="3" y="1"/>
                    <a:pt x="6" y="0"/>
                    <a:pt x="8" y="2"/>
                  </a:cubicBezTo>
                  <a:cubicBezTo>
                    <a:pt x="11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" name="Freeform 1254"/>
            <p:cNvSpPr>
              <a:spLocks/>
            </p:cNvSpPr>
            <p:nvPr userDrawn="1"/>
          </p:nvSpPr>
          <p:spPr bwMode="auto">
            <a:xfrm>
              <a:off x="4079876" y="663575"/>
              <a:ext cx="22225" cy="23813"/>
            </a:xfrm>
            <a:custGeom>
              <a:avLst/>
              <a:gdLst>
                <a:gd name="T0" fmla="*/ 10 w 11"/>
                <a:gd name="T1" fmla="*/ 8 h 12"/>
                <a:gd name="T2" fmla="*/ 3 w 11"/>
                <a:gd name="T3" fmla="*/ 11 h 12"/>
                <a:gd name="T4" fmla="*/ 1 w 11"/>
                <a:gd name="T5" fmla="*/ 4 h 12"/>
                <a:gd name="T6" fmla="*/ 8 w 11"/>
                <a:gd name="T7" fmla="*/ 2 h 12"/>
                <a:gd name="T8" fmla="*/ 10 w 11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1"/>
                    <a:pt x="5" y="12"/>
                    <a:pt x="3" y="11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1"/>
                    <a:pt x="5" y="0"/>
                    <a:pt x="8" y="2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" name="Freeform 1255"/>
            <p:cNvSpPr>
              <a:spLocks/>
            </p:cNvSpPr>
            <p:nvPr userDrawn="1"/>
          </p:nvSpPr>
          <p:spPr bwMode="auto">
            <a:xfrm>
              <a:off x="3835401" y="555625"/>
              <a:ext cx="26988" cy="30163"/>
            </a:xfrm>
            <a:custGeom>
              <a:avLst/>
              <a:gdLst>
                <a:gd name="T0" fmla="*/ 13 w 14"/>
                <a:gd name="T1" fmla="*/ 10 h 15"/>
                <a:gd name="T2" fmla="*/ 4 w 14"/>
                <a:gd name="T3" fmla="*/ 13 h 15"/>
                <a:gd name="T4" fmla="*/ 1 w 14"/>
                <a:gd name="T5" fmla="*/ 4 h 15"/>
                <a:gd name="T6" fmla="*/ 10 w 14"/>
                <a:gd name="T7" fmla="*/ 2 h 15"/>
                <a:gd name="T8" fmla="*/ 13 w 14"/>
                <a:gd name="T9" fmla="*/ 1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13" y="10"/>
                  </a:moveTo>
                  <a:cubicBezTo>
                    <a:pt x="11" y="14"/>
                    <a:pt x="7" y="15"/>
                    <a:pt x="4" y="13"/>
                  </a:cubicBezTo>
                  <a:cubicBezTo>
                    <a:pt x="1" y="11"/>
                    <a:pt x="0" y="8"/>
                    <a:pt x="1" y="4"/>
                  </a:cubicBezTo>
                  <a:cubicBezTo>
                    <a:pt x="3" y="1"/>
                    <a:pt x="7" y="0"/>
                    <a:pt x="10" y="2"/>
                  </a:cubicBezTo>
                  <a:cubicBezTo>
                    <a:pt x="13" y="3"/>
                    <a:pt x="14" y="7"/>
                    <a:pt x="13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" name="Freeform 1256"/>
            <p:cNvSpPr>
              <a:spLocks/>
            </p:cNvSpPr>
            <p:nvPr userDrawn="1"/>
          </p:nvSpPr>
          <p:spPr bwMode="auto">
            <a:xfrm>
              <a:off x="3930651" y="663575"/>
              <a:ext cx="15875" cy="15875"/>
            </a:xfrm>
            <a:custGeom>
              <a:avLst/>
              <a:gdLst>
                <a:gd name="T0" fmla="*/ 7 w 8"/>
                <a:gd name="T1" fmla="*/ 5 h 8"/>
                <a:gd name="T2" fmla="*/ 3 w 8"/>
                <a:gd name="T3" fmla="*/ 7 h 8"/>
                <a:gd name="T4" fmla="*/ 1 w 8"/>
                <a:gd name="T5" fmla="*/ 2 h 8"/>
                <a:gd name="T6" fmla="*/ 6 w 8"/>
                <a:gd name="T7" fmla="*/ 0 h 8"/>
                <a:gd name="T8" fmla="*/ 7 w 8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7" y="5"/>
                  </a:moveTo>
                  <a:cubicBezTo>
                    <a:pt x="7" y="7"/>
                    <a:pt x="4" y="8"/>
                    <a:pt x="3" y="7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1"/>
                    <a:pt x="8" y="4"/>
                    <a:pt x="7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" name="Freeform 1257"/>
            <p:cNvSpPr>
              <a:spLocks/>
            </p:cNvSpPr>
            <p:nvPr userDrawn="1"/>
          </p:nvSpPr>
          <p:spPr bwMode="auto">
            <a:xfrm>
              <a:off x="2655888" y="49212"/>
              <a:ext cx="15875" cy="15875"/>
            </a:xfrm>
            <a:custGeom>
              <a:avLst/>
              <a:gdLst>
                <a:gd name="T0" fmla="*/ 8 w 8"/>
                <a:gd name="T1" fmla="*/ 6 h 8"/>
                <a:gd name="T2" fmla="*/ 3 w 8"/>
                <a:gd name="T3" fmla="*/ 7 h 8"/>
                <a:gd name="T4" fmla="*/ 1 w 8"/>
                <a:gd name="T5" fmla="*/ 2 h 8"/>
                <a:gd name="T6" fmla="*/ 6 w 8"/>
                <a:gd name="T7" fmla="*/ 1 h 8"/>
                <a:gd name="T8" fmla="*/ 8 w 8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6"/>
                  </a:moveTo>
                  <a:cubicBezTo>
                    <a:pt x="7" y="8"/>
                    <a:pt x="4" y="8"/>
                    <a:pt x="3" y="7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8" y="2"/>
                    <a:pt x="8" y="4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" name="Freeform 1258"/>
            <p:cNvSpPr>
              <a:spLocks/>
            </p:cNvSpPr>
            <p:nvPr userDrawn="1"/>
          </p:nvSpPr>
          <p:spPr bwMode="auto">
            <a:xfrm>
              <a:off x="3962401" y="836612"/>
              <a:ext cx="14288" cy="11113"/>
            </a:xfrm>
            <a:custGeom>
              <a:avLst/>
              <a:gdLst>
                <a:gd name="T0" fmla="*/ 6 w 7"/>
                <a:gd name="T1" fmla="*/ 4 h 6"/>
                <a:gd name="T2" fmla="*/ 2 w 7"/>
                <a:gd name="T3" fmla="*/ 5 h 6"/>
                <a:gd name="T4" fmla="*/ 1 w 7"/>
                <a:gd name="T5" fmla="*/ 1 h 6"/>
                <a:gd name="T6" fmla="*/ 5 w 7"/>
                <a:gd name="T7" fmla="*/ 0 h 6"/>
                <a:gd name="T8" fmla="*/ 6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6" y="4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6" y="1"/>
                    <a:pt x="7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" name="Freeform 1259"/>
            <p:cNvSpPr>
              <a:spLocks/>
            </p:cNvSpPr>
            <p:nvPr userDrawn="1"/>
          </p:nvSpPr>
          <p:spPr bwMode="auto">
            <a:xfrm>
              <a:off x="2746376" y="430212"/>
              <a:ext cx="14288" cy="11113"/>
            </a:xfrm>
            <a:custGeom>
              <a:avLst/>
              <a:gdLst>
                <a:gd name="T0" fmla="*/ 6 w 7"/>
                <a:gd name="T1" fmla="*/ 4 h 6"/>
                <a:gd name="T2" fmla="*/ 2 w 7"/>
                <a:gd name="T3" fmla="*/ 5 h 6"/>
                <a:gd name="T4" fmla="*/ 1 w 7"/>
                <a:gd name="T5" fmla="*/ 2 h 6"/>
                <a:gd name="T6" fmla="*/ 5 w 7"/>
                <a:gd name="T7" fmla="*/ 0 h 6"/>
                <a:gd name="T8" fmla="*/ 6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6" y="4"/>
                  </a:moveTo>
                  <a:cubicBezTo>
                    <a:pt x="5" y="6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6" y="1"/>
                    <a:pt x="7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" name="Freeform 1260"/>
            <p:cNvSpPr>
              <a:spLocks/>
            </p:cNvSpPr>
            <p:nvPr userDrawn="1"/>
          </p:nvSpPr>
          <p:spPr bwMode="auto">
            <a:xfrm>
              <a:off x="4016376" y="-55563"/>
              <a:ext cx="23813" cy="22225"/>
            </a:xfrm>
            <a:custGeom>
              <a:avLst/>
              <a:gdLst>
                <a:gd name="T0" fmla="*/ 11 w 12"/>
                <a:gd name="T1" fmla="*/ 8 h 11"/>
                <a:gd name="T2" fmla="*/ 4 w 12"/>
                <a:gd name="T3" fmla="*/ 10 h 11"/>
                <a:gd name="T4" fmla="*/ 2 w 12"/>
                <a:gd name="T5" fmla="*/ 3 h 11"/>
                <a:gd name="T6" fmla="*/ 8 w 12"/>
                <a:gd name="T7" fmla="*/ 1 h 11"/>
                <a:gd name="T8" fmla="*/ 11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1" y="8"/>
                  </a:moveTo>
                  <a:cubicBezTo>
                    <a:pt x="9" y="10"/>
                    <a:pt x="6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6"/>
                    <a:pt x="1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" name="Freeform 1261"/>
            <p:cNvSpPr>
              <a:spLocks/>
            </p:cNvSpPr>
            <p:nvPr userDrawn="1"/>
          </p:nvSpPr>
          <p:spPr bwMode="auto">
            <a:xfrm>
              <a:off x="3830638" y="860425"/>
              <a:ext cx="22225" cy="20638"/>
            </a:xfrm>
            <a:custGeom>
              <a:avLst/>
              <a:gdLst>
                <a:gd name="T0" fmla="*/ 10 w 11"/>
                <a:gd name="T1" fmla="*/ 8 h 11"/>
                <a:gd name="T2" fmla="*/ 4 w 11"/>
                <a:gd name="T3" fmla="*/ 10 h 11"/>
                <a:gd name="T4" fmla="*/ 2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" name="Freeform 1262"/>
            <p:cNvSpPr>
              <a:spLocks/>
            </p:cNvSpPr>
            <p:nvPr userDrawn="1"/>
          </p:nvSpPr>
          <p:spPr bwMode="auto">
            <a:xfrm>
              <a:off x="3870326" y="928687"/>
              <a:ext cx="15875" cy="17463"/>
            </a:xfrm>
            <a:custGeom>
              <a:avLst/>
              <a:gdLst>
                <a:gd name="T0" fmla="*/ 7 w 8"/>
                <a:gd name="T1" fmla="*/ 6 h 9"/>
                <a:gd name="T2" fmla="*/ 2 w 8"/>
                <a:gd name="T3" fmla="*/ 8 h 9"/>
                <a:gd name="T4" fmla="*/ 0 w 8"/>
                <a:gd name="T5" fmla="*/ 3 h 9"/>
                <a:gd name="T6" fmla="*/ 5 w 8"/>
                <a:gd name="T7" fmla="*/ 1 h 9"/>
                <a:gd name="T8" fmla="*/ 7 w 8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7" y="6"/>
                  </a:moveTo>
                  <a:cubicBezTo>
                    <a:pt x="6" y="8"/>
                    <a:pt x="4" y="9"/>
                    <a:pt x="2" y="8"/>
                  </a:cubicBezTo>
                  <a:cubicBezTo>
                    <a:pt x="0" y="7"/>
                    <a:pt x="0" y="5"/>
                    <a:pt x="0" y="3"/>
                  </a:cubicBezTo>
                  <a:cubicBezTo>
                    <a:pt x="1" y="1"/>
                    <a:pt x="4" y="0"/>
                    <a:pt x="5" y="1"/>
                  </a:cubicBezTo>
                  <a:cubicBezTo>
                    <a:pt x="7" y="2"/>
                    <a:pt x="8" y="4"/>
                    <a:pt x="7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" name="Freeform 1263"/>
            <p:cNvSpPr>
              <a:spLocks/>
            </p:cNvSpPr>
            <p:nvPr userDrawn="1"/>
          </p:nvSpPr>
          <p:spPr bwMode="auto">
            <a:xfrm>
              <a:off x="4186238" y="1082675"/>
              <a:ext cx="22225" cy="20638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3" y="1"/>
                    <a:pt x="5" y="0"/>
                    <a:pt x="8" y="1"/>
                  </a:cubicBezTo>
                  <a:cubicBezTo>
                    <a:pt x="10" y="3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" name="Freeform 1264"/>
            <p:cNvSpPr>
              <a:spLocks/>
            </p:cNvSpPr>
            <p:nvPr userDrawn="1"/>
          </p:nvSpPr>
          <p:spPr bwMode="auto">
            <a:xfrm>
              <a:off x="3844926" y="496887"/>
              <a:ext cx="23813" cy="20638"/>
            </a:xfrm>
            <a:custGeom>
              <a:avLst/>
              <a:gdLst>
                <a:gd name="T0" fmla="*/ 10 w 12"/>
                <a:gd name="T1" fmla="*/ 8 h 11"/>
                <a:gd name="T2" fmla="*/ 3 w 12"/>
                <a:gd name="T3" fmla="*/ 10 h 11"/>
                <a:gd name="T4" fmla="*/ 1 w 12"/>
                <a:gd name="T5" fmla="*/ 3 h 11"/>
                <a:gd name="T6" fmla="*/ 8 w 12"/>
                <a:gd name="T7" fmla="*/ 1 h 11"/>
                <a:gd name="T8" fmla="*/ 10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" name="Freeform 1265"/>
            <p:cNvSpPr>
              <a:spLocks/>
            </p:cNvSpPr>
            <p:nvPr userDrawn="1"/>
          </p:nvSpPr>
          <p:spPr bwMode="auto">
            <a:xfrm>
              <a:off x="3765551" y="1001712"/>
              <a:ext cx="30163" cy="30163"/>
            </a:xfrm>
            <a:custGeom>
              <a:avLst/>
              <a:gdLst>
                <a:gd name="T0" fmla="*/ 13 w 15"/>
                <a:gd name="T1" fmla="*/ 11 h 15"/>
                <a:gd name="T2" fmla="*/ 4 w 15"/>
                <a:gd name="T3" fmla="*/ 13 h 15"/>
                <a:gd name="T4" fmla="*/ 2 w 15"/>
                <a:gd name="T5" fmla="*/ 5 h 15"/>
                <a:gd name="T6" fmla="*/ 10 w 15"/>
                <a:gd name="T7" fmla="*/ 2 h 15"/>
                <a:gd name="T8" fmla="*/ 13 w 15"/>
                <a:gd name="T9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3" y="11"/>
                  </a:moveTo>
                  <a:cubicBezTo>
                    <a:pt x="11" y="14"/>
                    <a:pt x="7" y="15"/>
                    <a:pt x="4" y="13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3" y="1"/>
                    <a:pt x="7" y="0"/>
                    <a:pt x="10" y="2"/>
                  </a:cubicBezTo>
                  <a:cubicBezTo>
                    <a:pt x="13" y="4"/>
                    <a:pt x="15" y="7"/>
                    <a:pt x="13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" name="Freeform 1266"/>
            <p:cNvSpPr>
              <a:spLocks/>
            </p:cNvSpPr>
            <p:nvPr userDrawn="1"/>
          </p:nvSpPr>
          <p:spPr bwMode="auto">
            <a:xfrm>
              <a:off x="3803651" y="685800"/>
              <a:ext cx="25400" cy="26988"/>
            </a:xfrm>
            <a:custGeom>
              <a:avLst/>
              <a:gdLst>
                <a:gd name="T0" fmla="*/ 5 w 13"/>
                <a:gd name="T1" fmla="*/ 13 h 14"/>
                <a:gd name="T2" fmla="*/ 1 w 13"/>
                <a:gd name="T3" fmla="*/ 5 h 14"/>
                <a:gd name="T4" fmla="*/ 8 w 13"/>
                <a:gd name="T5" fmla="*/ 1 h 14"/>
                <a:gd name="T6" fmla="*/ 13 w 13"/>
                <a:gd name="T7" fmla="*/ 8 h 14"/>
                <a:gd name="T8" fmla="*/ 5 w 1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5" y="13"/>
                  </a:moveTo>
                  <a:cubicBezTo>
                    <a:pt x="2" y="12"/>
                    <a:pt x="0" y="9"/>
                    <a:pt x="1" y="5"/>
                  </a:cubicBezTo>
                  <a:cubicBezTo>
                    <a:pt x="1" y="2"/>
                    <a:pt x="5" y="0"/>
                    <a:pt x="8" y="1"/>
                  </a:cubicBezTo>
                  <a:cubicBezTo>
                    <a:pt x="11" y="2"/>
                    <a:pt x="13" y="5"/>
                    <a:pt x="13" y="8"/>
                  </a:cubicBezTo>
                  <a:cubicBezTo>
                    <a:pt x="12" y="12"/>
                    <a:pt x="8" y="14"/>
                    <a:pt x="5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" name="Freeform 1267"/>
            <p:cNvSpPr>
              <a:spLocks/>
            </p:cNvSpPr>
            <p:nvPr userDrawn="1"/>
          </p:nvSpPr>
          <p:spPr bwMode="auto">
            <a:xfrm>
              <a:off x="4699001" y="942975"/>
              <a:ext cx="14288" cy="11113"/>
            </a:xfrm>
            <a:custGeom>
              <a:avLst/>
              <a:gdLst>
                <a:gd name="T0" fmla="*/ 4 w 7"/>
                <a:gd name="T1" fmla="*/ 5 h 6"/>
                <a:gd name="T2" fmla="*/ 1 w 7"/>
                <a:gd name="T3" fmla="*/ 3 h 6"/>
                <a:gd name="T4" fmla="*/ 3 w 7"/>
                <a:gd name="T5" fmla="*/ 0 h 6"/>
                <a:gd name="T6" fmla="*/ 6 w 7"/>
                <a:gd name="T7" fmla="*/ 2 h 6"/>
                <a:gd name="T8" fmla="*/ 4 w 7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4" y="5"/>
                  </a:moveTo>
                  <a:cubicBezTo>
                    <a:pt x="3" y="6"/>
                    <a:pt x="1" y="5"/>
                    <a:pt x="1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4" y="0"/>
                    <a:pt x="6" y="1"/>
                    <a:pt x="6" y="2"/>
                  </a:cubicBezTo>
                  <a:cubicBezTo>
                    <a:pt x="7" y="4"/>
                    <a:pt x="6" y="5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" name="Oval 1268"/>
            <p:cNvSpPr>
              <a:spLocks noChangeArrowheads="1"/>
            </p:cNvSpPr>
            <p:nvPr userDrawn="1"/>
          </p:nvSpPr>
          <p:spPr bwMode="auto">
            <a:xfrm>
              <a:off x="2598738" y="1663700"/>
              <a:ext cx="28575" cy="269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" name="Oval 1269"/>
            <p:cNvSpPr>
              <a:spLocks noChangeArrowheads="1"/>
            </p:cNvSpPr>
            <p:nvPr userDrawn="1"/>
          </p:nvSpPr>
          <p:spPr bwMode="auto">
            <a:xfrm>
              <a:off x="865188" y="1581150"/>
              <a:ext cx="28575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" name="Oval 1270"/>
            <p:cNvSpPr>
              <a:spLocks noChangeArrowheads="1"/>
            </p:cNvSpPr>
            <p:nvPr userDrawn="1"/>
          </p:nvSpPr>
          <p:spPr bwMode="auto">
            <a:xfrm>
              <a:off x="2679701" y="1647825"/>
              <a:ext cx="23813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" name="Oval 1271"/>
            <p:cNvSpPr>
              <a:spLocks noChangeArrowheads="1"/>
            </p:cNvSpPr>
            <p:nvPr userDrawn="1"/>
          </p:nvSpPr>
          <p:spPr bwMode="auto">
            <a:xfrm>
              <a:off x="2298701" y="1360487"/>
              <a:ext cx="25400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" name="Oval 1272"/>
            <p:cNvSpPr>
              <a:spLocks noChangeArrowheads="1"/>
            </p:cNvSpPr>
            <p:nvPr userDrawn="1"/>
          </p:nvSpPr>
          <p:spPr bwMode="auto">
            <a:xfrm>
              <a:off x="2239963" y="1487487"/>
              <a:ext cx="14288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" name="Oval 1273"/>
            <p:cNvSpPr>
              <a:spLocks noChangeArrowheads="1"/>
            </p:cNvSpPr>
            <p:nvPr userDrawn="1"/>
          </p:nvSpPr>
          <p:spPr bwMode="auto">
            <a:xfrm>
              <a:off x="2570163" y="1619250"/>
              <a:ext cx="17463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" name="Oval 1274"/>
            <p:cNvSpPr>
              <a:spLocks noChangeArrowheads="1"/>
            </p:cNvSpPr>
            <p:nvPr userDrawn="1"/>
          </p:nvSpPr>
          <p:spPr bwMode="auto">
            <a:xfrm>
              <a:off x="2309813" y="1495425"/>
              <a:ext cx="23813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" name="Oval 1275"/>
            <p:cNvSpPr>
              <a:spLocks noChangeArrowheads="1"/>
            </p:cNvSpPr>
            <p:nvPr userDrawn="1"/>
          </p:nvSpPr>
          <p:spPr bwMode="auto">
            <a:xfrm>
              <a:off x="2481263" y="1644650"/>
              <a:ext cx="14288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" name="Freeform 1276"/>
            <p:cNvSpPr>
              <a:spLocks/>
            </p:cNvSpPr>
            <p:nvPr userDrawn="1"/>
          </p:nvSpPr>
          <p:spPr bwMode="auto">
            <a:xfrm>
              <a:off x="2395538" y="1660525"/>
              <a:ext cx="11113" cy="11113"/>
            </a:xfrm>
            <a:custGeom>
              <a:avLst/>
              <a:gdLst>
                <a:gd name="T0" fmla="*/ 5 w 6"/>
                <a:gd name="T1" fmla="*/ 4 h 6"/>
                <a:gd name="T2" fmla="*/ 2 w 6"/>
                <a:gd name="T3" fmla="*/ 6 h 6"/>
                <a:gd name="T4" fmla="*/ 0 w 6"/>
                <a:gd name="T5" fmla="*/ 2 h 6"/>
                <a:gd name="T6" fmla="*/ 4 w 6"/>
                <a:gd name="T7" fmla="*/ 1 h 6"/>
                <a:gd name="T8" fmla="*/ 5 w 6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6" y="3"/>
                    <a:pt x="5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" name="Freeform 1277"/>
            <p:cNvSpPr>
              <a:spLocks/>
            </p:cNvSpPr>
            <p:nvPr userDrawn="1"/>
          </p:nvSpPr>
          <p:spPr bwMode="auto">
            <a:xfrm>
              <a:off x="2646363" y="1577975"/>
              <a:ext cx="23813" cy="20638"/>
            </a:xfrm>
            <a:custGeom>
              <a:avLst/>
              <a:gdLst>
                <a:gd name="T0" fmla="*/ 10 w 12"/>
                <a:gd name="T1" fmla="*/ 8 h 11"/>
                <a:gd name="T2" fmla="*/ 4 w 12"/>
                <a:gd name="T3" fmla="*/ 10 h 11"/>
                <a:gd name="T4" fmla="*/ 2 w 12"/>
                <a:gd name="T5" fmla="*/ 3 h 11"/>
                <a:gd name="T6" fmla="*/ 8 w 12"/>
                <a:gd name="T7" fmla="*/ 1 h 11"/>
                <a:gd name="T8" fmla="*/ 10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0" y="8"/>
                  </a:moveTo>
                  <a:cubicBezTo>
                    <a:pt x="9" y="10"/>
                    <a:pt x="6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5" name="Freeform 1278"/>
            <p:cNvSpPr>
              <a:spLocks/>
            </p:cNvSpPr>
            <p:nvPr userDrawn="1"/>
          </p:nvSpPr>
          <p:spPr bwMode="auto">
            <a:xfrm>
              <a:off x="2432051" y="1730375"/>
              <a:ext cx="23813" cy="22225"/>
            </a:xfrm>
            <a:custGeom>
              <a:avLst/>
              <a:gdLst>
                <a:gd name="T0" fmla="*/ 11 w 12"/>
                <a:gd name="T1" fmla="*/ 8 h 11"/>
                <a:gd name="T2" fmla="*/ 4 w 12"/>
                <a:gd name="T3" fmla="*/ 10 h 11"/>
                <a:gd name="T4" fmla="*/ 2 w 12"/>
                <a:gd name="T5" fmla="*/ 3 h 11"/>
                <a:gd name="T6" fmla="*/ 8 w 12"/>
                <a:gd name="T7" fmla="*/ 1 h 11"/>
                <a:gd name="T8" fmla="*/ 11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1" y="8"/>
                  </a:moveTo>
                  <a:cubicBezTo>
                    <a:pt x="10" y="10"/>
                    <a:pt x="7" y="11"/>
                    <a:pt x="4" y="10"/>
                  </a:cubicBezTo>
                  <a:cubicBezTo>
                    <a:pt x="2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5"/>
                    <a:pt x="1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6" name="Freeform 1279"/>
            <p:cNvSpPr>
              <a:spLocks/>
            </p:cNvSpPr>
            <p:nvPr userDrawn="1"/>
          </p:nvSpPr>
          <p:spPr bwMode="auto">
            <a:xfrm>
              <a:off x="2784476" y="1730375"/>
              <a:ext cx="12700" cy="14288"/>
            </a:xfrm>
            <a:custGeom>
              <a:avLst/>
              <a:gdLst>
                <a:gd name="T0" fmla="*/ 6 w 7"/>
                <a:gd name="T1" fmla="*/ 5 h 7"/>
                <a:gd name="T2" fmla="*/ 2 w 7"/>
                <a:gd name="T3" fmla="*/ 6 h 7"/>
                <a:gd name="T4" fmla="*/ 1 w 7"/>
                <a:gd name="T5" fmla="*/ 2 h 7"/>
                <a:gd name="T6" fmla="*/ 5 w 7"/>
                <a:gd name="T7" fmla="*/ 1 h 7"/>
                <a:gd name="T8" fmla="*/ 6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4" y="7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7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7" name="Freeform 1280"/>
            <p:cNvSpPr>
              <a:spLocks/>
            </p:cNvSpPr>
            <p:nvPr userDrawn="1"/>
          </p:nvSpPr>
          <p:spPr bwMode="auto">
            <a:xfrm>
              <a:off x="2598738" y="1743075"/>
              <a:ext cx="23813" cy="22225"/>
            </a:xfrm>
            <a:custGeom>
              <a:avLst/>
              <a:gdLst>
                <a:gd name="T0" fmla="*/ 10 w 12"/>
                <a:gd name="T1" fmla="*/ 8 h 12"/>
                <a:gd name="T2" fmla="*/ 4 w 12"/>
                <a:gd name="T3" fmla="*/ 10 h 12"/>
                <a:gd name="T4" fmla="*/ 1 w 12"/>
                <a:gd name="T5" fmla="*/ 4 h 12"/>
                <a:gd name="T6" fmla="*/ 8 w 12"/>
                <a:gd name="T7" fmla="*/ 1 h 12"/>
                <a:gd name="T8" fmla="*/ 10 w 12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0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3"/>
                    <a:pt x="12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8" name="Oval 1281"/>
            <p:cNvSpPr>
              <a:spLocks noChangeArrowheads="1"/>
            </p:cNvSpPr>
            <p:nvPr userDrawn="1"/>
          </p:nvSpPr>
          <p:spPr bwMode="auto">
            <a:xfrm>
              <a:off x="2428876" y="1589087"/>
              <a:ext cx="19050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9" name="Freeform 1282"/>
            <p:cNvSpPr>
              <a:spLocks/>
            </p:cNvSpPr>
            <p:nvPr userDrawn="1"/>
          </p:nvSpPr>
          <p:spPr bwMode="auto">
            <a:xfrm>
              <a:off x="2143126" y="1398587"/>
              <a:ext cx="12700" cy="11113"/>
            </a:xfrm>
            <a:custGeom>
              <a:avLst/>
              <a:gdLst>
                <a:gd name="T0" fmla="*/ 4 w 6"/>
                <a:gd name="T1" fmla="*/ 5 h 6"/>
                <a:gd name="T2" fmla="*/ 1 w 6"/>
                <a:gd name="T3" fmla="*/ 3 h 6"/>
                <a:gd name="T4" fmla="*/ 3 w 6"/>
                <a:gd name="T5" fmla="*/ 0 h 6"/>
                <a:gd name="T6" fmla="*/ 6 w 6"/>
                <a:gd name="T7" fmla="*/ 2 h 6"/>
                <a:gd name="T8" fmla="*/ 4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5"/>
                  </a:moveTo>
                  <a:cubicBezTo>
                    <a:pt x="3" y="6"/>
                    <a:pt x="1" y="5"/>
                    <a:pt x="1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4" y="0"/>
                    <a:pt x="6" y="1"/>
                    <a:pt x="6" y="2"/>
                  </a:cubicBezTo>
                  <a:cubicBezTo>
                    <a:pt x="6" y="4"/>
                    <a:pt x="6" y="5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0" name="Freeform 1283"/>
            <p:cNvSpPr>
              <a:spLocks/>
            </p:cNvSpPr>
            <p:nvPr userDrawn="1"/>
          </p:nvSpPr>
          <p:spPr bwMode="auto">
            <a:xfrm>
              <a:off x="3479801" y="773112"/>
              <a:ext cx="12700" cy="14288"/>
            </a:xfrm>
            <a:custGeom>
              <a:avLst/>
              <a:gdLst>
                <a:gd name="T0" fmla="*/ 4 w 7"/>
                <a:gd name="T1" fmla="*/ 6 h 7"/>
                <a:gd name="T2" fmla="*/ 1 w 7"/>
                <a:gd name="T3" fmla="*/ 4 h 7"/>
                <a:gd name="T4" fmla="*/ 3 w 7"/>
                <a:gd name="T5" fmla="*/ 1 h 7"/>
                <a:gd name="T6" fmla="*/ 6 w 7"/>
                <a:gd name="T7" fmla="*/ 3 h 7"/>
                <a:gd name="T8" fmla="*/ 4 w 7"/>
                <a:gd name="T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4" y="6"/>
                  </a:moveTo>
                  <a:cubicBezTo>
                    <a:pt x="3" y="7"/>
                    <a:pt x="1" y="6"/>
                    <a:pt x="1" y="4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4" y="0"/>
                    <a:pt x="6" y="1"/>
                    <a:pt x="6" y="3"/>
                  </a:cubicBezTo>
                  <a:cubicBezTo>
                    <a:pt x="7" y="4"/>
                    <a:pt x="6" y="6"/>
                    <a:pt x="4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1" name="Oval 1284"/>
            <p:cNvSpPr>
              <a:spLocks noChangeArrowheads="1"/>
            </p:cNvSpPr>
            <p:nvPr userDrawn="1"/>
          </p:nvSpPr>
          <p:spPr bwMode="auto">
            <a:xfrm>
              <a:off x="3098801" y="465137"/>
              <a:ext cx="28575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2" name="Oval 1285"/>
            <p:cNvSpPr>
              <a:spLocks noChangeArrowheads="1"/>
            </p:cNvSpPr>
            <p:nvPr userDrawn="1"/>
          </p:nvSpPr>
          <p:spPr bwMode="auto">
            <a:xfrm>
              <a:off x="3178176" y="450850"/>
              <a:ext cx="26988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3" name="Oval 1286"/>
            <p:cNvSpPr>
              <a:spLocks noChangeArrowheads="1"/>
            </p:cNvSpPr>
            <p:nvPr userDrawn="1"/>
          </p:nvSpPr>
          <p:spPr bwMode="auto">
            <a:xfrm>
              <a:off x="2738438" y="288925"/>
              <a:ext cx="14288" cy="1587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4" name="Oval 1287"/>
            <p:cNvSpPr>
              <a:spLocks noChangeArrowheads="1"/>
            </p:cNvSpPr>
            <p:nvPr userDrawn="1"/>
          </p:nvSpPr>
          <p:spPr bwMode="auto">
            <a:xfrm>
              <a:off x="3068638" y="422275"/>
              <a:ext cx="20638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5" name="Oval 1288"/>
            <p:cNvSpPr>
              <a:spLocks noChangeArrowheads="1"/>
            </p:cNvSpPr>
            <p:nvPr userDrawn="1"/>
          </p:nvSpPr>
          <p:spPr bwMode="auto">
            <a:xfrm>
              <a:off x="2809876" y="298450"/>
              <a:ext cx="23813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6" name="Oval 1289"/>
            <p:cNvSpPr>
              <a:spLocks noChangeArrowheads="1"/>
            </p:cNvSpPr>
            <p:nvPr userDrawn="1"/>
          </p:nvSpPr>
          <p:spPr bwMode="auto">
            <a:xfrm>
              <a:off x="2982913" y="447675"/>
              <a:ext cx="12700" cy="14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8" name="Freeform 1290"/>
            <p:cNvSpPr>
              <a:spLocks/>
            </p:cNvSpPr>
            <p:nvPr userDrawn="1"/>
          </p:nvSpPr>
          <p:spPr bwMode="auto">
            <a:xfrm>
              <a:off x="2894013" y="461962"/>
              <a:ext cx="14288" cy="12700"/>
            </a:xfrm>
            <a:custGeom>
              <a:avLst/>
              <a:gdLst>
                <a:gd name="T0" fmla="*/ 6 w 7"/>
                <a:gd name="T1" fmla="*/ 5 h 7"/>
                <a:gd name="T2" fmla="*/ 2 w 7"/>
                <a:gd name="T3" fmla="*/ 6 h 7"/>
                <a:gd name="T4" fmla="*/ 1 w 7"/>
                <a:gd name="T5" fmla="*/ 2 h 7"/>
                <a:gd name="T6" fmla="*/ 5 w 7"/>
                <a:gd name="T7" fmla="*/ 1 h 7"/>
                <a:gd name="T8" fmla="*/ 6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4" y="7"/>
                    <a:pt x="2" y="6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7" y="4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9" name="Freeform 1291"/>
            <p:cNvSpPr>
              <a:spLocks/>
            </p:cNvSpPr>
            <p:nvPr userDrawn="1"/>
          </p:nvSpPr>
          <p:spPr bwMode="auto">
            <a:xfrm>
              <a:off x="3148013" y="379412"/>
              <a:ext cx="20638" cy="22225"/>
            </a:xfrm>
            <a:custGeom>
              <a:avLst/>
              <a:gdLst>
                <a:gd name="T0" fmla="*/ 10 w 11"/>
                <a:gd name="T1" fmla="*/ 8 h 12"/>
                <a:gd name="T2" fmla="*/ 3 w 11"/>
                <a:gd name="T3" fmla="*/ 10 h 12"/>
                <a:gd name="T4" fmla="*/ 1 w 11"/>
                <a:gd name="T5" fmla="*/ 4 h 12"/>
                <a:gd name="T6" fmla="*/ 8 w 11"/>
                <a:gd name="T7" fmla="*/ 2 h 12"/>
                <a:gd name="T8" fmla="*/ 10 w 11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1"/>
                    <a:pt x="6" y="12"/>
                    <a:pt x="3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1"/>
                    <a:pt x="5" y="0"/>
                    <a:pt x="8" y="2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0" name="Freeform 1292"/>
            <p:cNvSpPr>
              <a:spLocks/>
            </p:cNvSpPr>
            <p:nvPr userDrawn="1"/>
          </p:nvSpPr>
          <p:spPr bwMode="auto">
            <a:xfrm>
              <a:off x="2933701" y="531812"/>
              <a:ext cx="23813" cy="23813"/>
            </a:xfrm>
            <a:custGeom>
              <a:avLst/>
              <a:gdLst>
                <a:gd name="T0" fmla="*/ 10 w 12"/>
                <a:gd name="T1" fmla="*/ 8 h 12"/>
                <a:gd name="T2" fmla="*/ 4 w 12"/>
                <a:gd name="T3" fmla="*/ 10 h 12"/>
                <a:gd name="T4" fmla="*/ 1 w 12"/>
                <a:gd name="T5" fmla="*/ 4 h 12"/>
                <a:gd name="T6" fmla="*/ 8 w 12"/>
                <a:gd name="T7" fmla="*/ 1 h 12"/>
                <a:gd name="T8" fmla="*/ 10 w 12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0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3"/>
                    <a:pt x="12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1" name="Freeform 1293"/>
            <p:cNvSpPr>
              <a:spLocks/>
            </p:cNvSpPr>
            <p:nvPr userDrawn="1"/>
          </p:nvSpPr>
          <p:spPr bwMode="auto">
            <a:xfrm>
              <a:off x="3284538" y="533400"/>
              <a:ext cx="12700" cy="12700"/>
            </a:xfrm>
            <a:custGeom>
              <a:avLst/>
              <a:gdLst>
                <a:gd name="T0" fmla="*/ 6 w 6"/>
                <a:gd name="T1" fmla="*/ 4 h 6"/>
                <a:gd name="T2" fmla="*/ 2 w 6"/>
                <a:gd name="T3" fmla="*/ 6 h 6"/>
                <a:gd name="T4" fmla="*/ 0 w 6"/>
                <a:gd name="T5" fmla="*/ 2 h 6"/>
                <a:gd name="T6" fmla="*/ 4 w 6"/>
                <a:gd name="T7" fmla="*/ 1 h 6"/>
                <a:gd name="T8" fmla="*/ 6 w 6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4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6" y="1"/>
                    <a:pt x="6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2" name="Freeform 1294"/>
            <p:cNvSpPr>
              <a:spLocks/>
            </p:cNvSpPr>
            <p:nvPr userDrawn="1"/>
          </p:nvSpPr>
          <p:spPr bwMode="auto">
            <a:xfrm>
              <a:off x="3100388" y="546100"/>
              <a:ext cx="22225" cy="20638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2" y="1"/>
                    <a:pt x="5" y="0"/>
                    <a:pt x="8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3" name="Oval 1295"/>
            <p:cNvSpPr>
              <a:spLocks noChangeArrowheads="1"/>
            </p:cNvSpPr>
            <p:nvPr userDrawn="1"/>
          </p:nvSpPr>
          <p:spPr bwMode="auto">
            <a:xfrm>
              <a:off x="2928938" y="390525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4" name="Freeform 1296"/>
            <p:cNvSpPr>
              <a:spLocks/>
            </p:cNvSpPr>
            <p:nvPr userDrawn="1"/>
          </p:nvSpPr>
          <p:spPr bwMode="auto">
            <a:xfrm>
              <a:off x="2644776" y="200025"/>
              <a:ext cx="11113" cy="11113"/>
            </a:xfrm>
            <a:custGeom>
              <a:avLst/>
              <a:gdLst>
                <a:gd name="T0" fmla="*/ 4 w 6"/>
                <a:gd name="T1" fmla="*/ 6 h 6"/>
                <a:gd name="T2" fmla="*/ 0 w 6"/>
                <a:gd name="T3" fmla="*/ 4 h 6"/>
                <a:gd name="T4" fmla="*/ 2 w 6"/>
                <a:gd name="T5" fmla="*/ 0 h 6"/>
                <a:gd name="T6" fmla="*/ 6 w 6"/>
                <a:gd name="T7" fmla="*/ 3 h 6"/>
                <a:gd name="T8" fmla="*/ 4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6"/>
                  </a:moveTo>
                  <a:cubicBezTo>
                    <a:pt x="2" y="6"/>
                    <a:pt x="1" y="5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4" y="0"/>
                    <a:pt x="5" y="1"/>
                    <a:pt x="6" y="3"/>
                  </a:cubicBezTo>
                  <a:cubicBezTo>
                    <a:pt x="6" y="4"/>
                    <a:pt x="5" y="6"/>
                    <a:pt x="4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5" name="Freeform 1297"/>
            <p:cNvSpPr>
              <a:spLocks/>
            </p:cNvSpPr>
            <p:nvPr userDrawn="1"/>
          </p:nvSpPr>
          <p:spPr bwMode="auto">
            <a:xfrm>
              <a:off x="1192213" y="842962"/>
              <a:ext cx="31750" cy="33338"/>
            </a:xfrm>
            <a:custGeom>
              <a:avLst/>
              <a:gdLst>
                <a:gd name="T0" fmla="*/ 2 w 16"/>
                <a:gd name="T1" fmla="*/ 4 h 17"/>
                <a:gd name="T2" fmla="*/ 13 w 16"/>
                <a:gd name="T3" fmla="*/ 3 h 17"/>
                <a:gd name="T4" fmla="*/ 14 w 16"/>
                <a:gd name="T5" fmla="*/ 13 h 17"/>
                <a:gd name="T6" fmla="*/ 3 w 16"/>
                <a:gd name="T7" fmla="*/ 14 h 17"/>
                <a:gd name="T8" fmla="*/ 2 w 16"/>
                <a:gd name="T9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2" y="4"/>
                  </a:moveTo>
                  <a:cubicBezTo>
                    <a:pt x="5" y="1"/>
                    <a:pt x="9" y="0"/>
                    <a:pt x="13" y="3"/>
                  </a:cubicBezTo>
                  <a:cubicBezTo>
                    <a:pt x="16" y="6"/>
                    <a:pt x="16" y="10"/>
                    <a:pt x="14" y="13"/>
                  </a:cubicBezTo>
                  <a:cubicBezTo>
                    <a:pt x="11" y="16"/>
                    <a:pt x="6" y="17"/>
                    <a:pt x="3" y="14"/>
                  </a:cubicBezTo>
                  <a:cubicBezTo>
                    <a:pt x="0" y="12"/>
                    <a:pt x="0" y="7"/>
                    <a:pt x="2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6" name="Freeform 1298"/>
            <p:cNvSpPr>
              <a:spLocks/>
            </p:cNvSpPr>
            <p:nvPr userDrawn="1"/>
          </p:nvSpPr>
          <p:spPr bwMode="auto">
            <a:xfrm>
              <a:off x="1123951" y="809625"/>
              <a:ext cx="25400" cy="26988"/>
            </a:xfrm>
            <a:custGeom>
              <a:avLst/>
              <a:gdLst>
                <a:gd name="T0" fmla="*/ 2 w 13"/>
                <a:gd name="T1" fmla="*/ 3 h 14"/>
                <a:gd name="T2" fmla="*/ 10 w 13"/>
                <a:gd name="T3" fmla="*/ 2 h 14"/>
                <a:gd name="T4" fmla="*/ 11 w 13"/>
                <a:gd name="T5" fmla="*/ 11 h 14"/>
                <a:gd name="T6" fmla="*/ 3 w 13"/>
                <a:gd name="T7" fmla="*/ 12 h 14"/>
                <a:gd name="T8" fmla="*/ 2 w 13"/>
                <a:gd name="T9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2" y="3"/>
                  </a:moveTo>
                  <a:cubicBezTo>
                    <a:pt x="4" y="0"/>
                    <a:pt x="8" y="0"/>
                    <a:pt x="10" y="2"/>
                  </a:cubicBezTo>
                  <a:cubicBezTo>
                    <a:pt x="13" y="4"/>
                    <a:pt x="13" y="8"/>
                    <a:pt x="11" y="11"/>
                  </a:cubicBezTo>
                  <a:cubicBezTo>
                    <a:pt x="9" y="14"/>
                    <a:pt x="5" y="14"/>
                    <a:pt x="3" y="12"/>
                  </a:cubicBezTo>
                  <a:cubicBezTo>
                    <a:pt x="0" y="10"/>
                    <a:pt x="0" y="6"/>
                    <a:pt x="2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7" name="Freeform 1299"/>
            <p:cNvSpPr>
              <a:spLocks/>
            </p:cNvSpPr>
            <p:nvPr userDrawn="1"/>
          </p:nvSpPr>
          <p:spPr bwMode="auto">
            <a:xfrm>
              <a:off x="1365251" y="1227137"/>
              <a:ext cx="15875" cy="15875"/>
            </a:xfrm>
            <a:custGeom>
              <a:avLst/>
              <a:gdLst>
                <a:gd name="T0" fmla="*/ 2 w 8"/>
                <a:gd name="T1" fmla="*/ 2 h 8"/>
                <a:gd name="T2" fmla="*/ 7 w 8"/>
                <a:gd name="T3" fmla="*/ 1 h 8"/>
                <a:gd name="T4" fmla="*/ 7 w 8"/>
                <a:gd name="T5" fmla="*/ 6 h 8"/>
                <a:gd name="T6" fmla="*/ 2 w 8"/>
                <a:gd name="T7" fmla="*/ 7 h 8"/>
                <a:gd name="T8" fmla="*/ 2 w 8"/>
                <a:gd name="T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2"/>
                    <a:pt x="8" y="5"/>
                    <a:pt x="7" y="6"/>
                  </a:cubicBezTo>
                  <a:cubicBezTo>
                    <a:pt x="6" y="8"/>
                    <a:pt x="4" y="8"/>
                    <a:pt x="2" y="7"/>
                  </a:cubicBezTo>
                  <a:cubicBezTo>
                    <a:pt x="0" y="5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8" name="Freeform 1300"/>
            <p:cNvSpPr>
              <a:spLocks/>
            </p:cNvSpPr>
            <p:nvPr userDrawn="1"/>
          </p:nvSpPr>
          <p:spPr bwMode="auto">
            <a:xfrm>
              <a:off x="1192213" y="909637"/>
              <a:ext cx="22225" cy="20638"/>
            </a:xfrm>
            <a:custGeom>
              <a:avLst/>
              <a:gdLst>
                <a:gd name="T0" fmla="*/ 2 w 11"/>
                <a:gd name="T1" fmla="*/ 2 h 11"/>
                <a:gd name="T2" fmla="*/ 9 w 11"/>
                <a:gd name="T3" fmla="*/ 1 h 11"/>
                <a:gd name="T4" fmla="*/ 9 w 11"/>
                <a:gd name="T5" fmla="*/ 8 h 11"/>
                <a:gd name="T6" fmla="*/ 2 w 11"/>
                <a:gd name="T7" fmla="*/ 9 h 11"/>
                <a:gd name="T8" fmla="*/ 2 w 11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3" y="0"/>
                    <a:pt x="7" y="0"/>
                    <a:pt x="9" y="1"/>
                  </a:cubicBezTo>
                  <a:cubicBezTo>
                    <a:pt x="11" y="3"/>
                    <a:pt x="11" y="6"/>
                    <a:pt x="9" y="8"/>
                  </a:cubicBezTo>
                  <a:cubicBezTo>
                    <a:pt x="8" y="10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9" name="Freeform 1301"/>
            <p:cNvSpPr>
              <a:spLocks/>
            </p:cNvSpPr>
            <p:nvPr userDrawn="1"/>
          </p:nvSpPr>
          <p:spPr bwMode="auto">
            <a:xfrm>
              <a:off x="1311276" y="1162050"/>
              <a:ext cx="26988" cy="28575"/>
            </a:xfrm>
            <a:custGeom>
              <a:avLst/>
              <a:gdLst>
                <a:gd name="T0" fmla="*/ 2 w 14"/>
                <a:gd name="T1" fmla="*/ 3 h 14"/>
                <a:gd name="T2" fmla="*/ 11 w 14"/>
                <a:gd name="T3" fmla="*/ 2 h 14"/>
                <a:gd name="T4" fmla="*/ 12 w 14"/>
                <a:gd name="T5" fmla="*/ 11 h 14"/>
                <a:gd name="T6" fmla="*/ 3 w 14"/>
                <a:gd name="T7" fmla="*/ 12 h 14"/>
                <a:gd name="T8" fmla="*/ 2 w 14"/>
                <a:gd name="T9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2" y="3"/>
                  </a:moveTo>
                  <a:cubicBezTo>
                    <a:pt x="5" y="0"/>
                    <a:pt x="8" y="0"/>
                    <a:pt x="11" y="2"/>
                  </a:cubicBezTo>
                  <a:cubicBezTo>
                    <a:pt x="14" y="4"/>
                    <a:pt x="14" y="8"/>
                    <a:pt x="12" y="11"/>
                  </a:cubicBezTo>
                  <a:cubicBezTo>
                    <a:pt x="10" y="13"/>
                    <a:pt x="6" y="14"/>
                    <a:pt x="3" y="12"/>
                  </a:cubicBezTo>
                  <a:cubicBezTo>
                    <a:pt x="1" y="9"/>
                    <a:pt x="0" y="6"/>
                    <a:pt x="2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" name="Freeform 1302"/>
            <p:cNvSpPr>
              <a:spLocks/>
            </p:cNvSpPr>
            <p:nvPr userDrawn="1"/>
          </p:nvSpPr>
          <p:spPr bwMode="auto">
            <a:xfrm>
              <a:off x="1279526" y="950912"/>
              <a:ext cx="15875" cy="15875"/>
            </a:xfrm>
            <a:custGeom>
              <a:avLst/>
              <a:gdLst>
                <a:gd name="T0" fmla="*/ 2 w 8"/>
                <a:gd name="T1" fmla="*/ 2 h 8"/>
                <a:gd name="T2" fmla="*/ 7 w 8"/>
                <a:gd name="T3" fmla="*/ 1 h 8"/>
                <a:gd name="T4" fmla="*/ 7 w 8"/>
                <a:gd name="T5" fmla="*/ 7 h 8"/>
                <a:gd name="T6" fmla="*/ 2 w 8"/>
                <a:gd name="T7" fmla="*/ 7 h 8"/>
                <a:gd name="T8" fmla="*/ 2 w 8"/>
                <a:gd name="T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7"/>
                  </a:cubicBezTo>
                  <a:cubicBezTo>
                    <a:pt x="6" y="8"/>
                    <a:pt x="4" y="8"/>
                    <a:pt x="2" y="7"/>
                  </a:cubicBezTo>
                  <a:cubicBezTo>
                    <a:pt x="1" y="6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1" name="Freeform 1303"/>
            <p:cNvSpPr>
              <a:spLocks/>
            </p:cNvSpPr>
            <p:nvPr userDrawn="1"/>
          </p:nvSpPr>
          <p:spPr bwMode="auto">
            <a:xfrm>
              <a:off x="1357313" y="996950"/>
              <a:ext cx="14288" cy="12700"/>
            </a:xfrm>
            <a:custGeom>
              <a:avLst/>
              <a:gdLst>
                <a:gd name="T0" fmla="*/ 2 w 7"/>
                <a:gd name="T1" fmla="*/ 1 h 6"/>
                <a:gd name="T2" fmla="*/ 6 w 7"/>
                <a:gd name="T3" fmla="*/ 2 h 6"/>
                <a:gd name="T4" fmla="*/ 5 w 7"/>
                <a:gd name="T5" fmla="*/ 6 h 6"/>
                <a:gd name="T6" fmla="*/ 1 w 7"/>
                <a:gd name="T7" fmla="*/ 4 h 6"/>
                <a:gd name="T8" fmla="*/ 2 w 7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2" y="1"/>
                  </a:moveTo>
                  <a:cubicBezTo>
                    <a:pt x="4" y="0"/>
                    <a:pt x="5" y="1"/>
                    <a:pt x="6" y="2"/>
                  </a:cubicBezTo>
                  <a:cubicBezTo>
                    <a:pt x="7" y="3"/>
                    <a:pt x="6" y="5"/>
                    <a:pt x="5" y="6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0" y="3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2" name="Freeform 1304"/>
            <p:cNvSpPr>
              <a:spLocks/>
            </p:cNvSpPr>
            <p:nvPr userDrawn="1"/>
          </p:nvSpPr>
          <p:spPr bwMode="auto">
            <a:xfrm>
              <a:off x="1106488" y="889000"/>
              <a:ext cx="20638" cy="22225"/>
            </a:xfrm>
            <a:custGeom>
              <a:avLst/>
              <a:gdLst>
                <a:gd name="T0" fmla="*/ 3 w 11"/>
                <a:gd name="T1" fmla="*/ 1 h 11"/>
                <a:gd name="T2" fmla="*/ 10 w 11"/>
                <a:gd name="T3" fmla="*/ 3 h 11"/>
                <a:gd name="T4" fmla="*/ 7 w 11"/>
                <a:gd name="T5" fmla="*/ 10 h 11"/>
                <a:gd name="T6" fmla="*/ 1 w 11"/>
                <a:gd name="T7" fmla="*/ 7 h 11"/>
                <a:gd name="T8" fmla="*/ 3 w 11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3" y="1"/>
                  </a:moveTo>
                  <a:cubicBezTo>
                    <a:pt x="6" y="0"/>
                    <a:pt x="9" y="1"/>
                    <a:pt x="10" y="3"/>
                  </a:cubicBezTo>
                  <a:cubicBezTo>
                    <a:pt x="11" y="6"/>
                    <a:pt x="10" y="8"/>
                    <a:pt x="7" y="10"/>
                  </a:cubicBezTo>
                  <a:cubicBezTo>
                    <a:pt x="5" y="11"/>
                    <a:pt x="2" y="10"/>
                    <a:pt x="1" y="7"/>
                  </a:cubicBezTo>
                  <a:cubicBezTo>
                    <a:pt x="0" y="5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3" name="Freeform 1305"/>
            <p:cNvSpPr>
              <a:spLocks/>
            </p:cNvSpPr>
            <p:nvPr userDrawn="1"/>
          </p:nvSpPr>
          <p:spPr bwMode="auto">
            <a:xfrm>
              <a:off x="1366838" y="908050"/>
              <a:ext cx="22225" cy="20638"/>
            </a:xfrm>
            <a:custGeom>
              <a:avLst/>
              <a:gdLst>
                <a:gd name="T0" fmla="*/ 4 w 11"/>
                <a:gd name="T1" fmla="*/ 1 h 11"/>
                <a:gd name="T2" fmla="*/ 10 w 11"/>
                <a:gd name="T3" fmla="*/ 3 h 11"/>
                <a:gd name="T4" fmla="*/ 8 w 11"/>
                <a:gd name="T5" fmla="*/ 10 h 11"/>
                <a:gd name="T6" fmla="*/ 1 w 11"/>
                <a:gd name="T7" fmla="*/ 7 h 11"/>
                <a:gd name="T8" fmla="*/ 4 w 11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4" y="1"/>
                  </a:moveTo>
                  <a:cubicBezTo>
                    <a:pt x="6" y="0"/>
                    <a:pt x="9" y="1"/>
                    <a:pt x="10" y="3"/>
                  </a:cubicBezTo>
                  <a:cubicBezTo>
                    <a:pt x="11" y="6"/>
                    <a:pt x="10" y="9"/>
                    <a:pt x="8" y="10"/>
                  </a:cubicBezTo>
                  <a:cubicBezTo>
                    <a:pt x="5" y="11"/>
                    <a:pt x="2" y="10"/>
                    <a:pt x="1" y="7"/>
                  </a:cubicBezTo>
                  <a:cubicBezTo>
                    <a:pt x="0" y="5"/>
                    <a:pt x="1" y="2"/>
                    <a:pt x="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4" name="Freeform 1306"/>
            <p:cNvSpPr>
              <a:spLocks/>
            </p:cNvSpPr>
            <p:nvPr userDrawn="1"/>
          </p:nvSpPr>
          <p:spPr bwMode="auto">
            <a:xfrm>
              <a:off x="1101726" y="693737"/>
              <a:ext cx="14288" cy="12700"/>
            </a:xfrm>
            <a:custGeom>
              <a:avLst/>
              <a:gdLst>
                <a:gd name="T0" fmla="*/ 3 w 7"/>
                <a:gd name="T1" fmla="*/ 1 h 7"/>
                <a:gd name="T2" fmla="*/ 6 w 7"/>
                <a:gd name="T3" fmla="*/ 2 h 7"/>
                <a:gd name="T4" fmla="*/ 5 w 7"/>
                <a:gd name="T5" fmla="*/ 6 h 7"/>
                <a:gd name="T6" fmla="*/ 1 w 7"/>
                <a:gd name="T7" fmla="*/ 5 h 7"/>
                <a:gd name="T8" fmla="*/ 3 w 7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3" y="1"/>
                  </a:moveTo>
                  <a:cubicBezTo>
                    <a:pt x="4" y="0"/>
                    <a:pt x="6" y="1"/>
                    <a:pt x="6" y="2"/>
                  </a:cubicBezTo>
                  <a:cubicBezTo>
                    <a:pt x="7" y="4"/>
                    <a:pt x="6" y="6"/>
                    <a:pt x="5" y="6"/>
                  </a:cubicBezTo>
                  <a:cubicBezTo>
                    <a:pt x="3" y="7"/>
                    <a:pt x="2" y="6"/>
                    <a:pt x="1" y="5"/>
                  </a:cubicBezTo>
                  <a:cubicBezTo>
                    <a:pt x="0" y="3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5" name="Freeform 1307"/>
            <p:cNvSpPr>
              <a:spLocks/>
            </p:cNvSpPr>
            <p:nvPr userDrawn="1"/>
          </p:nvSpPr>
          <p:spPr bwMode="auto">
            <a:xfrm>
              <a:off x="1247776" y="792162"/>
              <a:ext cx="22225" cy="20638"/>
            </a:xfrm>
            <a:custGeom>
              <a:avLst/>
              <a:gdLst>
                <a:gd name="T0" fmla="*/ 3 w 11"/>
                <a:gd name="T1" fmla="*/ 1 h 11"/>
                <a:gd name="T2" fmla="*/ 10 w 11"/>
                <a:gd name="T3" fmla="*/ 3 h 11"/>
                <a:gd name="T4" fmla="*/ 8 w 11"/>
                <a:gd name="T5" fmla="*/ 10 h 11"/>
                <a:gd name="T6" fmla="*/ 1 w 11"/>
                <a:gd name="T7" fmla="*/ 8 h 11"/>
                <a:gd name="T8" fmla="*/ 3 w 11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3" y="1"/>
                  </a:moveTo>
                  <a:cubicBezTo>
                    <a:pt x="6" y="0"/>
                    <a:pt x="9" y="1"/>
                    <a:pt x="10" y="3"/>
                  </a:cubicBezTo>
                  <a:cubicBezTo>
                    <a:pt x="11" y="6"/>
                    <a:pt x="10" y="9"/>
                    <a:pt x="8" y="10"/>
                  </a:cubicBezTo>
                  <a:cubicBezTo>
                    <a:pt x="5" y="11"/>
                    <a:pt x="2" y="10"/>
                    <a:pt x="1" y="8"/>
                  </a:cubicBezTo>
                  <a:cubicBezTo>
                    <a:pt x="0" y="5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7" name="Freeform 1308"/>
            <p:cNvSpPr>
              <a:spLocks/>
            </p:cNvSpPr>
            <p:nvPr userDrawn="1"/>
          </p:nvSpPr>
          <p:spPr bwMode="auto">
            <a:xfrm>
              <a:off x="1281113" y="1020762"/>
              <a:ext cx="22225" cy="22225"/>
            </a:xfrm>
            <a:custGeom>
              <a:avLst/>
              <a:gdLst>
                <a:gd name="T0" fmla="*/ 2 w 11"/>
                <a:gd name="T1" fmla="*/ 2 h 11"/>
                <a:gd name="T2" fmla="*/ 9 w 11"/>
                <a:gd name="T3" fmla="*/ 2 h 11"/>
                <a:gd name="T4" fmla="*/ 9 w 11"/>
                <a:gd name="T5" fmla="*/ 9 h 11"/>
                <a:gd name="T6" fmla="*/ 2 w 11"/>
                <a:gd name="T7" fmla="*/ 9 h 11"/>
                <a:gd name="T8" fmla="*/ 2 w 11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3" y="0"/>
                    <a:pt x="7" y="0"/>
                    <a:pt x="9" y="2"/>
                  </a:cubicBezTo>
                  <a:cubicBezTo>
                    <a:pt x="11" y="3"/>
                    <a:pt x="11" y="7"/>
                    <a:pt x="9" y="9"/>
                  </a:cubicBezTo>
                  <a:cubicBezTo>
                    <a:pt x="8" y="11"/>
                    <a:pt x="4" y="11"/>
                    <a:pt x="2" y="9"/>
                  </a:cubicBezTo>
                  <a:cubicBezTo>
                    <a:pt x="0" y="8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9" name="Freeform 1309"/>
            <p:cNvSpPr>
              <a:spLocks/>
            </p:cNvSpPr>
            <p:nvPr userDrawn="1"/>
          </p:nvSpPr>
          <p:spPr bwMode="auto">
            <a:xfrm>
              <a:off x="1385888" y="1358900"/>
              <a:ext cx="11113" cy="12700"/>
            </a:xfrm>
            <a:custGeom>
              <a:avLst/>
              <a:gdLst>
                <a:gd name="T0" fmla="*/ 4 w 6"/>
                <a:gd name="T1" fmla="*/ 1 h 6"/>
                <a:gd name="T2" fmla="*/ 5 w 6"/>
                <a:gd name="T3" fmla="*/ 4 h 6"/>
                <a:gd name="T4" fmla="*/ 2 w 6"/>
                <a:gd name="T5" fmla="*/ 6 h 6"/>
                <a:gd name="T6" fmla="*/ 0 w 6"/>
                <a:gd name="T7" fmla="*/ 2 h 6"/>
                <a:gd name="T8" fmla="*/ 4 w 6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0" name="Freeform 1310"/>
            <p:cNvSpPr>
              <a:spLocks/>
            </p:cNvSpPr>
            <p:nvPr userDrawn="1"/>
          </p:nvSpPr>
          <p:spPr bwMode="auto">
            <a:xfrm>
              <a:off x="4297363" y="1490662"/>
              <a:ext cx="15875" cy="15875"/>
            </a:xfrm>
            <a:custGeom>
              <a:avLst/>
              <a:gdLst>
                <a:gd name="T0" fmla="*/ 5 w 8"/>
                <a:gd name="T1" fmla="*/ 8 h 8"/>
                <a:gd name="T2" fmla="*/ 0 w 8"/>
                <a:gd name="T3" fmla="*/ 5 h 8"/>
                <a:gd name="T4" fmla="*/ 3 w 8"/>
                <a:gd name="T5" fmla="*/ 1 h 8"/>
                <a:gd name="T6" fmla="*/ 7 w 8"/>
                <a:gd name="T7" fmla="*/ 3 h 8"/>
                <a:gd name="T8" fmla="*/ 5 w 8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5" y="8"/>
                  </a:moveTo>
                  <a:cubicBezTo>
                    <a:pt x="3" y="8"/>
                    <a:pt x="1" y="7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7" y="2"/>
                    <a:pt x="7" y="3"/>
                  </a:cubicBezTo>
                  <a:cubicBezTo>
                    <a:pt x="8" y="5"/>
                    <a:pt x="7" y="7"/>
                    <a:pt x="5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1" name="Oval 1311"/>
            <p:cNvSpPr>
              <a:spLocks noChangeArrowheads="1"/>
            </p:cNvSpPr>
            <p:nvPr userDrawn="1"/>
          </p:nvSpPr>
          <p:spPr bwMode="auto">
            <a:xfrm>
              <a:off x="1552576" y="1984375"/>
              <a:ext cx="26988" cy="269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2" name="Oval 1312"/>
            <p:cNvSpPr>
              <a:spLocks noChangeArrowheads="1"/>
            </p:cNvSpPr>
            <p:nvPr userDrawn="1"/>
          </p:nvSpPr>
          <p:spPr bwMode="auto">
            <a:xfrm>
              <a:off x="1643063" y="1787525"/>
              <a:ext cx="25400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3" name="Oval 1313"/>
            <p:cNvSpPr>
              <a:spLocks noChangeArrowheads="1"/>
            </p:cNvSpPr>
            <p:nvPr userDrawn="1"/>
          </p:nvSpPr>
          <p:spPr bwMode="auto">
            <a:xfrm>
              <a:off x="1390651" y="1589087"/>
              <a:ext cx="30163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4" name="Oval 1314"/>
            <p:cNvSpPr>
              <a:spLocks noChangeArrowheads="1"/>
            </p:cNvSpPr>
            <p:nvPr userDrawn="1"/>
          </p:nvSpPr>
          <p:spPr bwMode="auto">
            <a:xfrm>
              <a:off x="1254126" y="1760537"/>
              <a:ext cx="23813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5" name="Oval 1315"/>
            <p:cNvSpPr>
              <a:spLocks noChangeArrowheads="1"/>
            </p:cNvSpPr>
            <p:nvPr userDrawn="1"/>
          </p:nvSpPr>
          <p:spPr bwMode="auto">
            <a:xfrm>
              <a:off x="1870076" y="1500187"/>
              <a:ext cx="14288" cy="14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6" name="Oval 1316"/>
            <p:cNvSpPr>
              <a:spLocks noChangeArrowheads="1"/>
            </p:cNvSpPr>
            <p:nvPr userDrawn="1"/>
          </p:nvSpPr>
          <p:spPr bwMode="auto">
            <a:xfrm>
              <a:off x="1825626" y="1979612"/>
              <a:ext cx="9525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7" name="Oval 1317"/>
            <p:cNvSpPr>
              <a:spLocks noChangeArrowheads="1"/>
            </p:cNvSpPr>
            <p:nvPr userDrawn="1"/>
          </p:nvSpPr>
          <p:spPr bwMode="auto">
            <a:xfrm>
              <a:off x="1027113" y="2252663"/>
              <a:ext cx="11113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8" name="Oval 1318"/>
            <p:cNvSpPr>
              <a:spLocks noChangeArrowheads="1"/>
            </p:cNvSpPr>
            <p:nvPr userDrawn="1"/>
          </p:nvSpPr>
          <p:spPr bwMode="auto">
            <a:xfrm>
              <a:off x="1593851" y="1670050"/>
              <a:ext cx="11113" cy="111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9" name="Oval 1319"/>
            <p:cNvSpPr>
              <a:spLocks noChangeArrowheads="1"/>
            </p:cNvSpPr>
            <p:nvPr userDrawn="1"/>
          </p:nvSpPr>
          <p:spPr bwMode="auto">
            <a:xfrm>
              <a:off x="1808163" y="1889125"/>
              <a:ext cx="17463" cy="2063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0" name="Oval 1320"/>
            <p:cNvSpPr>
              <a:spLocks noChangeArrowheads="1"/>
            </p:cNvSpPr>
            <p:nvPr userDrawn="1"/>
          </p:nvSpPr>
          <p:spPr bwMode="auto">
            <a:xfrm>
              <a:off x="1662113" y="1712912"/>
              <a:ext cx="19050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1" name="Oval 1321"/>
            <p:cNvSpPr>
              <a:spLocks noChangeArrowheads="1"/>
            </p:cNvSpPr>
            <p:nvPr userDrawn="1"/>
          </p:nvSpPr>
          <p:spPr bwMode="auto">
            <a:xfrm>
              <a:off x="1571626" y="2149475"/>
              <a:ext cx="30163" cy="269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2" name="Oval 1322"/>
            <p:cNvSpPr>
              <a:spLocks noChangeArrowheads="1"/>
            </p:cNvSpPr>
            <p:nvPr userDrawn="1"/>
          </p:nvSpPr>
          <p:spPr bwMode="auto">
            <a:xfrm>
              <a:off x="1509713" y="1793875"/>
              <a:ext cx="25400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3" name="Oval 1323"/>
            <p:cNvSpPr>
              <a:spLocks noChangeArrowheads="1"/>
            </p:cNvSpPr>
            <p:nvPr userDrawn="1"/>
          </p:nvSpPr>
          <p:spPr bwMode="auto">
            <a:xfrm>
              <a:off x="1370013" y="1724025"/>
              <a:ext cx="28575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4" name="Oval 1324"/>
            <p:cNvSpPr>
              <a:spLocks noChangeArrowheads="1"/>
            </p:cNvSpPr>
            <p:nvPr userDrawn="1"/>
          </p:nvSpPr>
          <p:spPr bwMode="auto">
            <a:xfrm>
              <a:off x="1709738" y="1806575"/>
              <a:ext cx="12700" cy="14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5" name="Oval 1325"/>
            <p:cNvSpPr>
              <a:spLocks noChangeArrowheads="1"/>
            </p:cNvSpPr>
            <p:nvPr userDrawn="1"/>
          </p:nvSpPr>
          <p:spPr bwMode="auto">
            <a:xfrm>
              <a:off x="1598613" y="2219325"/>
              <a:ext cx="12700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6" name="Oval 1326"/>
            <p:cNvSpPr>
              <a:spLocks noChangeArrowheads="1"/>
            </p:cNvSpPr>
            <p:nvPr userDrawn="1"/>
          </p:nvSpPr>
          <p:spPr bwMode="auto">
            <a:xfrm>
              <a:off x="1636713" y="1920875"/>
              <a:ext cx="11113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7" name="Oval 1327"/>
            <p:cNvSpPr>
              <a:spLocks noChangeArrowheads="1"/>
            </p:cNvSpPr>
            <p:nvPr userDrawn="1"/>
          </p:nvSpPr>
          <p:spPr bwMode="auto">
            <a:xfrm>
              <a:off x="1909763" y="1716087"/>
              <a:ext cx="19050" cy="2063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8" name="Oval 1328"/>
            <p:cNvSpPr>
              <a:spLocks noChangeArrowheads="1"/>
            </p:cNvSpPr>
            <p:nvPr userDrawn="1"/>
          </p:nvSpPr>
          <p:spPr bwMode="auto">
            <a:xfrm>
              <a:off x="1689101" y="1655762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9" name="Oval 1329"/>
            <p:cNvSpPr>
              <a:spLocks noChangeArrowheads="1"/>
            </p:cNvSpPr>
            <p:nvPr userDrawn="1"/>
          </p:nvSpPr>
          <p:spPr bwMode="auto">
            <a:xfrm>
              <a:off x="1695451" y="2132012"/>
              <a:ext cx="20638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0" name="Oval 1330"/>
            <p:cNvSpPr>
              <a:spLocks noChangeArrowheads="1"/>
            </p:cNvSpPr>
            <p:nvPr userDrawn="1"/>
          </p:nvSpPr>
          <p:spPr bwMode="auto">
            <a:xfrm>
              <a:off x="1597026" y="2046287"/>
              <a:ext cx="14288" cy="1587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1" name="Oval 1331"/>
            <p:cNvSpPr>
              <a:spLocks noChangeArrowheads="1"/>
            </p:cNvSpPr>
            <p:nvPr userDrawn="1"/>
          </p:nvSpPr>
          <p:spPr bwMode="auto">
            <a:xfrm>
              <a:off x="1751013" y="2198688"/>
              <a:ext cx="17463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2" name="Oval 1332"/>
            <p:cNvSpPr>
              <a:spLocks noChangeArrowheads="1"/>
            </p:cNvSpPr>
            <p:nvPr userDrawn="1"/>
          </p:nvSpPr>
          <p:spPr bwMode="auto">
            <a:xfrm>
              <a:off x="1704976" y="1892300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3" name="Oval 1333"/>
            <p:cNvSpPr>
              <a:spLocks noChangeArrowheads="1"/>
            </p:cNvSpPr>
            <p:nvPr userDrawn="1"/>
          </p:nvSpPr>
          <p:spPr bwMode="auto">
            <a:xfrm>
              <a:off x="1865313" y="1600200"/>
              <a:ext cx="25400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4" name="Oval 1334"/>
            <p:cNvSpPr>
              <a:spLocks noChangeArrowheads="1"/>
            </p:cNvSpPr>
            <p:nvPr userDrawn="1"/>
          </p:nvSpPr>
          <p:spPr bwMode="auto">
            <a:xfrm>
              <a:off x="1408113" y="1604962"/>
              <a:ext cx="11113" cy="95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5" name="Oval 1335"/>
            <p:cNvSpPr>
              <a:spLocks noChangeArrowheads="1"/>
            </p:cNvSpPr>
            <p:nvPr userDrawn="1"/>
          </p:nvSpPr>
          <p:spPr bwMode="auto">
            <a:xfrm>
              <a:off x="1666876" y="1473200"/>
              <a:ext cx="19050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6" name="Oval 1336"/>
            <p:cNvSpPr>
              <a:spLocks noChangeArrowheads="1"/>
            </p:cNvSpPr>
            <p:nvPr userDrawn="1"/>
          </p:nvSpPr>
          <p:spPr bwMode="auto">
            <a:xfrm>
              <a:off x="1630363" y="1585912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7" name="Freeform 1337"/>
            <p:cNvSpPr>
              <a:spLocks/>
            </p:cNvSpPr>
            <p:nvPr userDrawn="1"/>
          </p:nvSpPr>
          <p:spPr bwMode="auto">
            <a:xfrm>
              <a:off x="1509713" y="1484312"/>
              <a:ext cx="26988" cy="28575"/>
            </a:xfrm>
            <a:custGeom>
              <a:avLst/>
              <a:gdLst>
                <a:gd name="T0" fmla="*/ 9 w 14"/>
                <a:gd name="T1" fmla="*/ 13 h 14"/>
                <a:gd name="T2" fmla="*/ 1 w 14"/>
                <a:gd name="T3" fmla="*/ 9 h 14"/>
                <a:gd name="T4" fmla="*/ 5 w 14"/>
                <a:gd name="T5" fmla="*/ 1 h 14"/>
                <a:gd name="T6" fmla="*/ 13 w 14"/>
                <a:gd name="T7" fmla="*/ 6 h 14"/>
                <a:gd name="T8" fmla="*/ 9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9" y="13"/>
                  </a:moveTo>
                  <a:cubicBezTo>
                    <a:pt x="5" y="14"/>
                    <a:pt x="2" y="12"/>
                    <a:pt x="1" y="9"/>
                  </a:cubicBezTo>
                  <a:cubicBezTo>
                    <a:pt x="0" y="6"/>
                    <a:pt x="2" y="2"/>
                    <a:pt x="5" y="1"/>
                  </a:cubicBezTo>
                  <a:cubicBezTo>
                    <a:pt x="8" y="0"/>
                    <a:pt x="12" y="2"/>
                    <a:pt x="13" y="6"/>
                  </a:cubicBezTo>
                  <a:cubicBezTo>
                    <a:pt x="14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8" name="Freeform 1338"/>
            <p:cNvSpPr>
              <a:spLocks/>
            </p:cNvSpPr>
            <p:nvPr userDrawn="1"/>
          </p:nvSpPr>
          <p:spPr bwMode="auto">
            <a:xfrm>
              <a:off x="1730376" y="1463675"/>
              <a:ext cx="20638" cy="20638"/>
            </a:xfrm>
            <a:custGeom>
              <a:avLst/>
              <a:gdLst>
                <a:gd name="T0" fmla="*/ 6 w 10"/>
                <a:gd name="T1" fmla="*/ 10 h 11"/>
                <a:gd name="T2" fmla="*/ 0 w 10"/>
                <a:gd name="T3" fmla="*/ 7 h 11"/>
                <a:gd name="T4" fmla="*/ 4 w 10"/>
                <a:gd name="T5" fmla="*/ 1 h 11"/>
                <a:gd name="T6" fmla="*/ 10 w 10"/>
                <a:gd name="T7" fmla="*/ 4 h 11"/>
                <a:gd name="T8" fmla="*/ 6 w 10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6" y="10"/>
                  </a:moveTo>
                  <a:cubicBezTo>
                    <a:pt x="4" y="11"/>
                    <a:pt x="1" y="9"/>
                    <a:pt x="0" y="7"/>
                  </a:cubicBezTo>
                  <a:cubicBezTo>
                    <a:pt x="0" y="4"/>
                    <a:pt x="1" y="1"/>
                    <a:pt x="4" y="1"/>
                  </a:cubicBezTo>
                  <a:cubicBezTo>
                    <a:pt x="6" y="0"/>
                    <a:pt x="9" y="1"/>
                    <a:pt x="10" y="4"/>
                  </a:cubicBezTo>
                  <a:cubicBezTo>
                    <a:pt x="10" y="7"/>
                    <a:pt x="9" y="9"/>
                    <a:pt x="6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9" name="Freeform 1339"/>
            <p:cNvSpPr>
              <a:spLocks/>
            </p:cNvSpPr>
            <p:nvPr userDrawn="1"/>
          </p:nvSpPr>
          <p:spPr bwMode="auto">
            <a:xfrm>
              <a:off x="1462088" y="2162175"/>
              <a:ext cx="31750" cy="31750"/>
            </a:xfrm>
            <a:custGeom>
              <a:avLst/>
              <a:gdLst>
                <a:gd name="T0" fmla="*/ 10 w 16"/>
                <a:gd name="T1" fmla="*/ 15 h 16"/>
                <a:gd name="T2" fmla="*/ 1 w 16"/>
                <a:gd name="T3" fmla="*/ 9 h 16"/>
                <a:gd name="T4" fmla="*/ 7 w 16"/>
                <a:gd name="T5" fmla="*/ 0 h 16"/>
                <a:gd name="T6" fmla="*/ 15 w 16"/>
                <a:gd name="T7" fmla="*/ 6 h 16"/>
                <a:gd name="T8" fmla="*/ 10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5"/>
                  </a:moveTo>
                  <a:cubicBezTo>
                    <a:pt x="6" y="16"/>
                    <a:pt x="2" y="13"/>
                    <a:pt x="1" y="9"/>
                  </a:cubicBezTo>
                  <a:cubicBezTo>
                    <a:pt x="0" y="5"/>
                    <a:pt x="3" y="1"/>
                    <a:pt x="7" y="0"/>
                  </a:cubicBezTo>
                  <a:cubicBezTo>
                    <a:pt x="11" y="0"/>
                    <a:pt x="14" y="2"/>
                    <a:pt x="15" y="6"/>
                  </a:cubicBezTo>
                  <a:cubicBezTo>
                    <a:pt x="16" y="10"/>
                    <a:pt x="14" y="14"/>
                    <a:pt x="10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0" name="Freeform 1340"/>
            <p:cNvSpPr>
              <a:spLocks/>
            </p:cNvSpPr>
            <p:nvPr userDrawn="1"/>
          </p:nvSpPr>
          <p:spPr bwMode="auto">
            <a:xfrm>
              <a:off x="1487488" y="2043112"/>
              <a:ext cx="31750" cy="31750"/>
            </a:xfrm>
            <a:custGeom>
              <a:avLst/>
              <a:gdLst>
                <a:gd name="T0" fmla="*/ 10 w 16"/>
                <a:gd name="T1" fmla="*/ 16 h 16"/>
                <a:gd name="T2" fmla="*/ 1 w 16"/>
                <a:gd name="T3" fmla="*/ 10 h 16"/>
                <a:gd name="T4" fmla="*/ 7 w 16"/>
                <a:gd name="T5" fmla="*/ 1 h 16"/>
                <a:gd name="T6" fmla="*/ 15 w 16"/>
                <a:gd name="T7" fmla="*/ 7 h 16"/>
                <a:gd name="T8" fmla="*/ 10 w 16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6"/>
                  </a:moveTo>
                  <a:cubicBezTo>
                    <a:pt x="6" y="16"/>
                    <a:pt x="2" y="14"/>
                    <a:pt x="1" y="10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0" y="0"/>
                    <a:pt x="14" y="3"/>
                    <a:pt x="15" y="7"/>
                  </a:cubicBezTo>
                  <a:cubicBezTo>
                    <a:pt x="16" y="11"/>
                    <a:pt x="14" y="15"/>
                    <a:pt x="10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1" name="Freeform 1341"/>
            <p:cNvSpPr>
              <a:spLocks/>
            </p:cNvSpPr>
            <p:nvPr userDrawn="1"/>
          </p:nvSpPr>
          <p:spPr bwMode="auto">
            <a:xfrm>
              <a:off x="1457326" y="1951037"/>
              <a:ext cx="31750" cy="31750"/>
            </a:xfrm>
            <a:custGeom>
              <a:avLst/>
              <a:gdLst>
                <a:gd name="T0" fmla="*/ 9 w 16"/>
                <a:gd name="T1" fmla="*/ 15 h 16"/>
                <a:gd name="T2" fmla="*/ 1 w 16"/>
                <a:gd name="T3" fmla="*/ 9 h 16"/>
                <a:gd name="T4" fmla="*/ 6 w 16"/>
                <a:gd name="T5" fmla="*/ 1 h 16"/>
                <a:gd name="T6" fmla="*/ 15 w 16"/>
                <a:gd name="T7" fmla="*/ 6 h 16"/>
                <a:gd name="T8" fmla="*/ 9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9" y="15"/>
                  </a:moveTo>
                  <a:cubicBezTo>
                    <a:pt x="6" y="16"/>
                    <a:pt x="2" y="13"/>
                    <a:pt x="1" y="9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4" y="2"/>
                    <a:pt x="15" y="6"/>
                  </a:cubicBezTo>
                  <a:cubicBezTo>
                    <a:pt x="16" y="10"/>
                    <a:pt x="13" y="14"/>
                    <a:pt x="9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2" name="Freeform 1342"/>
            <p:cNvSpPr>
              <a:spLocks/>
            </p:cNvSpPr>
            <p:nvPr userDrawn="1"/>
          </p:nvSpPr>
          <p:spPr bwMode="auto">
            <a:xfrm>
              <a:off x="1685926" y="2259013"/>
              <a:ext cx="11113" cy="12700"/>
            </a:xfrm>
            <a:custGeom>
              <a:avLst/>
              <a:gdLst>
                <a:gd name="T0" fmla="*/ 3 w 6"/>
                <a:gd name="T1" fmla="*/ 6 h 6"/>
                <a:gd name="T2" fmla="*/ 0 w 6"/>
                <a:gd name="T3" fmla="*/ 4 h 6"/>
                <a:gd name="T4" fmla="*/ 2 w 6"/>
                <a:gd name="T5" fmla="*/ 0 h 6"/>
                <a:gd name="T6" fmla="*/ 5 w 6"/>
                <a:gd name="T7" fmla="*/ 2 h 6"/>
                <a:gd name="T8" fmla="*/ 3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6"/>
                  </a:moveTo>
                  <a:cubicBezTo>
                    <a:pt x="2" y="6"/>
                    <a:pt x="0" y="5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6" y="4"/>
                    <a:pt x="5" y="5"/>
                    <a:pt x="3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3" name="Freeform 1343"/>
            <p:cNvSpPr>
              <a:spLocks/>
            </p:cNvSpPr>
            <p:nvPr userDrawn="1"/>
          </p:nvSpPr>
          <p:spPr bwMode="auto">
            <a:xfrm>
              <a:off x="1338263" y="1885950"/>
              <a:ext cx="28575" cy="26988"/>
            </a:xfrm>
            <a:custGeom>
              <a:avLst/>
              <a:gdLst>
                <a:gd name="T0" fmla="*/ 9 w 15"/>
                <a:gd name="T1" fmla="*/ 13 h 14"/>
                <a:gd name="T2" fmla="*/ 1 w 15"/>
                <a:gd name="T3" fmla="*/ 8 h 14"/>
                <a:gd name="T4" fmla="*/ 6 w 15"/>
                <a:gd name="T5" fmla="*/ 1 h 14"/>
                <a:gd name="T6" fmla="*/ 14 w 15"/>
                <a:gd name="T7" fmla="*/ 5 h 14"/>
                <a:gd name="T8" fmla="*/ 9 w 15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9" y="13"/>
                  </a:moveTo>
                  <a:cubicBezTo>
                    <a:pt x="6" y="14"/>
                    <a:pt x="2" y="12"/>
                    <a:pt x="1" y="8"/>
                  </a:cubicBezTo>
                  <a:cubicBezTo>
                    <a:pt x="0" y="5"/>
                    <a:pt x="3" y="1"/>
                    <a:pt x="6" y="1"/>
                  </a:cubicBezTo>
                  <a:cubicBezTo>
                    <a:pt x="9" y="0"/>
                    <a:pt x="13" y="2"/>
                    <a:pt x="14" y="5"/>
                  </a:cubicBezTo>
                  <a:cubicBezTo>
                    <a:pt x="15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4" name="Freeform 1344"/>
            <p:cNvSpPr>
              <a:spLocks/>
            </p:cNvSpPr>
            <p:nvPr userDrawn="1"/>
          </p:nvSpPr>
          <p:spPr bwMode="auto">
            <a:xfrm>
              <a:off x="949326" y="2149475"/>
              <a:ext cx="26988" cy="26988"/>
            </a:xfrm>
            <a:custGeom>
              <a:avLst/>
              <a:gdLst>
                <a:gd name="T0" fmla="*/ 9 w 14"/>
                <a:gd name="T1" fmla="*/ 13 h 14"/>
                <a:gd name="T2" fmla="*/ 1 w 14"/>
                <a:gd name="T3" fmla="*/ 8 h 14"/>
                <a:gd name="T4" fmla="*/ 6 w 14"/>
                <a:gd name="T5" fmla="*/ 1 h 14"/>
                <a:gd name="T6" fmla="*/ 13 w 14"/>
                <a:gd name="T7" fmla="*/ 5 h 14"/>
                <a:gd name="T8" fmla="*/ 9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9" y="13"/>
                  </a:moveTo>
                  <a:cubicBezTo>
                    <a:pt x="5" y="14"/>
                    <a:pt x="2" y="12"/>
                    <a:pt x="1" y="8"/>
                  </a:cubicBezTo>
                  <a:cubicBezTo>
                    <a:pt x="0" y="5"/>
                    <a:pt x="2" y="1"/>
                    <a:pt x="6" y="1"/>
                  </a:cubicBezTo>
                  <a:cubicBezTo>
                    <a:pt x="9" y="0"/>
                    <a:pt x="13" y="2"/>
                    <a:pt x="13" y="5"/>
                  </a:cubicBezTo>
                  <a:cubicBezTo>
                    <a:pt x="14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5" name="Oval 1345"/>
            <p:cNvSpPr>
              <a:spLocks noChangeArrowheads="1"/>
            </p:cNvSpPr>
            <p:nvPr userDrawn="1"/>
          </p:nvSpPr>
          <p:spPr bwMode="auto">
            <a:xfrm>
              <a:off x="1663701" y="1533525"/>
              <a:ext cx="23813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6" name="Freeform 1346"/>
            <p:cNvSpPr>
              <a:spLocks/>
            </p:cNvSpPr>
            <p:nvPr userDrawn="1"/>
          </p:nvSpPr>
          <p:spPr bwMode="auto">
            <a:xfrm>
              <a:off x="1579563" y="1249362"/>
              <a:ext cx="15875" cy="15875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5 h 8"/>
                <a:gd name="T4" fmla="*/ 3 w 8"/>
                <a:gd name="T5" fmla="*/ 1 h 8"/>
                <a:gd name="T6" fmla="*/ 7 w 8"/>
                <a:gd name="T7" fmla="*/ 3 h 8"/>
                <a:gd name="T8" fmla="*/ 4 w 8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3" y="8"/>
                    <a:pt x="1" y="7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7" y="1"/>
                    <a:pt x="7" y="3"/>
                  </a:cubicBezTo>
                  <a:cubicBezTo>
                    <a:pt x="8" y="5"/>
                    <a:pt x="6" y="7"/>
                    <a:pt x="4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7" name="Freeform 1347"/>
            <p:cNvSpPr>
              <a:spLocks/>
            </p:cNvSpPr>
            <p:nvPr userDrawn="1"/>
          </p:nvSpPr>
          <p:spPr bwMode="auto">
            <a:xfrm>
              <a:off x="2257426" y="836612"/>
              <a:ext cx="31750" cy="31750"/>
            </a:xfrm>
            <a:custGeom>
              <a:avLst/>
              <a:gdLst>
                <a:gd name="T0" fmla="*/ 13 w 16"/>
                <a:gd name="T1" fmla="*/ 13 h 16"/>
                <a:gd name="T2" fmla="*/ 3 w 16"/>
                <a:gd name="T3" fmla="*/ 14 h 16"/>
                <a:gd name="T4" fmla="*/ 2 w 16"/>
                <a:gd name="T5" fmla="*/ 3 h 16"/>
                <a:gd name="T6" fmla="*/ 13 w 16"/>
                <a:gd name="T7" fmla="*/ 3 h 16"/>
                <a:gd name="T8" fmla="*/ 13 w 16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3" y="13"/>
                  </a:moveTo>
                  <a:cubicBezTo>
                    <a:pt x="10" y="16"/>
                    <a:pt x="6" y="16"/>
                    <a:pt x="3" y="14"/>
                  </a:cubicBezTo>
                  <a:cubicBezTo>
                    <a:pt x="0" y="11"/>
                    <a:pt x="0" y="6"/>
                    <a:pt x="2" y="3"/>
                  </a:cubicBezTo>
                  <a:cubicBezTo>
                    <a:pt x="5" y="0"/>
                    <a:pt x="10" y="0"/>
                    <a:pt x="13" y="3"/>
                  </a:cubicBezTo>
                  <a:cubicBezTo>
                    <a:pt x="16" y="6"/>
                    <a:pt x="16" y="10"/>
                    <a:pt x="13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8" name="Freeform 1348"/>
            <p:cNvSpPr>
              <a:spLocks/>
            </p:cNvSpPr>
            <p:nvPr userDrawn="1"/>
          </p:nvSpPr>
          <p:spPr bwMode="auto">
            <a:xfrm>
              <a:off x="2146301" y="860425"/>
              <a:ext cx="26988" cy="26988"/>
            </a:xfrm>
            <a:custGeom>
              <a:avLst/>
              <a:gdLst>
                <a:gd name="T0" fmla="*/ 11 w 14"/>
                <a:gd name="T1" fmla="*/ 11 h 14"/>
                <a:gd name="T2" fmla="*/ 3 w 14"/>
                <a:gd name="T3" fmla="*/ 12 h 14"/>
                <a:gd name="T4" fmla="*/ 2 w 14"/>
                <a:gd name="T5" fmla="*/ 3 h 14"/>
                <a:gd name="T6" fmla="*/ 11 w 14"/>
                <a:gd name="T7" fmla="*/ 3 h 14"/>
                <a:gd name="T8" fmla="*/ 11 w 14"/>
                <a:gd name="T9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1" y="11"/>
                  </a:moveTo>
                  <a:cubicBezTo>
                    <a:pt x="9" y="14"/>
                    <a:pt x="5" y="14"/>
                    <a:pt x="3" y="12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13" y="5"/>
                    <a:pt x="14" y="9"/>
                    <a:pt x="11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9" name="Freeform 1349"/>
            <p:cNvSpPr>
              <a:spLocks/>
            </p:cNvSpPr>
            <p:nvPr userDrawn="1"/>
          </p:nvSpPr>
          <p:spPr bwMode="auto">
            <a:xfrm>
              <a:off x="2206626" y="1066800"/>
              <a:ext cx="26988" cy="26988"/>
            </a:xfrm>
            <a:custGeom>
              <a:avLst/>
              <a:gdLst>
                <a:gd name="T0" fmla="*/ 12 w 14"/>
                <a:gd name="T1" fmla="*/ 11 h 14"/>
                <a:gd name="T2" fmla="*/ 3 w 14"/>
                <a:gd name="T3" fmla="*/ 12 h 14"/>
                <a:gd name="T4" fmla="*/ 2 w 14"/>
                <a:gd name="T5" fmla="*/ 2 h 14"/>
                <a:gd name="T6" fmla="*/ 11 w 14"/>
                <a:gd name="T7" fmla="*/ 2 h 14"/>
                <a:gd name="T8" fmla="*/ 12 w 14"/>
                <a:gd name="T9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2" y="11"/>
                  </a:moveTo>
                  <a:cubicBezTo>
                    <a:pt x="9" y="14"/>
                    <a:pt x="5" y="14"/>
                    <a:pt x="3" y="12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14" y="5"/>
                    <a:pt x="14" y="9"/>
                    <a:pt x="12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0" name="Freeform 1350"/>
            <p:cNvSpPr>
              <a:spLocks/>
            </p:cNvSpPr>
            <p:nvPr userDrawn="1"/>
          </p:nvSpPr>
          <p:spPr bwMode="auto">
            <a:xfrm>
              <a:off x="2149476" y="920750"/>
              <a:ext cx="31750" cy="31750"/>
            </a:xfrm>
            <a:custGeom>
              <a:avLst/>
              <a:gdLst>
                <a:gd name="T0" fmla="*/ 13 w 16"/>
                <a:gd name="T1" fmla="*/ 13 h 16"/>
                <a:gd name="T2" fmla="*/ 3 w 16"/>
                <a:gd name="T3" fmla="*/ 13 h 16"/>
                <a:gd name="T4" fmla="*/ 2 w 16"/>
                <a:gd name="T5" fmla="*/ 3 h 16"/>
                <a:gd name="T6" fmla="*/ 13 w 16"/>
                <a:gd name="T7" fmla="*/ 3 h 16"/>
                <a:gd name="T8" fmla="*/ 13 w 16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3" y="13"/>
                  </a:moveTo>
                  <a:cubicBezTo>
                    <a:pt x="10" y="16"/>
                    <a:pt x="6" y="16"/>
                    <a:pt x="3" y="13"/>
                  </a:cubicBezTo>
                  <a:cubicBezTo>
                    <a:pt x="0" y="11"/>
                    <a:pt x="0" y="6"/>
                    <a:pt x="2" y="3"/>
                  </a:cubicBezTo>
                  <a:cubicBezTo>
                    <a:pt x="5" y="0"/>
                    <a:pt x="10" y="0"/>
                    <a:pt x="13" y="3"/>
                  </a:cubicBezTo>
                  <a:cubicBezTo>
                    <a:pt x="16" y="6"/>
                    <a:pt x="16" y="10"/>
                    <a:pt x="13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1" name="Freeform 1351"/>
            <p:cNvSpPr>
              <a:spLocks/>
            </p:cNvSpPr>
            <p:nvPr userDrawn="1"/>
          </p:nvSpPr>
          <p:spPr bwMode="auto">
            <a:xfrm>
              <a:off x="2266951" y="855662"/>
              <a:ext cx="14288" cy="12700"/>
            </a:xfrm>
            <a:custGeom>
              <a:avLst/>
              <a:gdLst>
                <a:gd name="T0" fmla="*/ 6 w 7"/>
                <a:gd name="T1" fmla="*/ 5 h 6"/>
                <a:gd name="T2" fmla="*/ 2 w 7"/>
                <a:gd name="T3" fmla="*/ 5 h 6"/>
                <a:gd name="T4" fmla="*/ 1 w 7"/>
                <a:gd name="T5" fmla="*/ 1 h 6"/>
                <a:gd name="T6" fmla="*/ 5 w 7"/>
                <a:gd name="T7" fmla="*/ 1 h 6"/>
                <a:gd name="T8" fmla="*/ 6 w 7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6" y="5"/>
                  </a:moveTo>
                  <a:cubicBezTo>
                    <a:pt x="4" y="6"/>
                    <a:pt x="3" y="6"/>
                    <a:pt x="2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7" y="2"/>
                    <a:pt x="7" y="4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2" name="Freeform 1352"/>
            <p:cNvSpPr>
              <a:spLocks/>
            </p:cNvSpPr>
            <p:nvPr userDrawn="1"/>
          </p:nvSpPr>
          <p:spPr bwMode="auto">
            <a:xfrm>
              <a:off x="1843088" y="360362"/>
              <a:ext cx="11113" cy="12700"/>
            </a:xfrm>
            <a:custGeom>
              <a:avLst/>
              <a:gdLst>
                <a:gd name="T0" fmla="*/ 5 w 6"/>
                <a:gd name="T1" fmla="*/ 5 h 6"/>
                <a:gd name="T2" fmla="*/ 1 w 6"/>
                <a:gd name="T3" fmla="*/ 5 h 6"/>
                <a:gd name="T4" fmla="*/ 1 w 6"/>
                <a:gd name="T5" fmla="*/ 1 h 6"/>
                <a:gd name="T6" fmla="*/ 5 w 6"/>
                <a:gd name="T7" fmla="*/ 1 h 6"/>
                <a:gd name="T8" fmla="*/ 5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5" y="5"/>
                  </a:move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3" name="Freeform 1353"/>
            <p:cNvSpPr>
              <a:spLocks/>
            </p:cNvSpPr>
            <p:nvPr userDrawn="1"/>
          </p:nvSpPr>
          <p:spPr bwMode="auto">
            <a:xfrm>
              <a:off x="2184401" y="785812"/>
              <a:ext cx="28575" cy="26988"/>
            </a:xfrm>
            <a:custGeom>
              <a:avLst/>
              <a:gdLst>
                <a:gd name="T0" fmla="*/ 4 w 14"/>
                <a:gd name="T1" fmla="*/ 13 h 14"/>
                <a:gd name="T2" fmla="*/ 2 w 14"/>
                <a:gd name="T3" fmla="*/ 4 h 14"/>
                <a:gd name="T4" fmla="*/ 10 w 14"/>
                <a:gd name="T5" fmla="*/ 2 h 14"/>
                <a:gd name="T6" fmla="*/ 13 w 14"/>
                <a:gd name="T7" fmla="*/ 10 h 14"/>
                <a:gd name="T8" fmla="*/ 4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4" y="13"/>
                  </a:moveTo>
                  <a:cubicBezTo>
                    <a:pt x="1" y="11"/>
                    <a:pt x="0" y="7"/>
                    <a:pt x="2" y="4"/>
                  </a:cubicBezTo>
                  <a:cubicBezTo>
                    <a:pt x="3" y="1"/>
                    <a:pt x="7" y="0"/>
                    <a:pt x="10" y="2"/>
                  </a:cubicBezTo>
                  <a:cubicBezTo>
                    <a:pt x="13" y="3"/>
                    <a:pt x="14" y="7"/>
                    <a:pt x="13" y="10"/>
                  </a:cubicBezTo>
                  <a:cubicBezTo>
                    <a:pt x="11" y="13"/>
                    <a:pt x="7" y="14"/>
                    <a:pt x="4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4" name="Freeform 1354"/>
            <p:cNvSpPr>
              <a:spLocks/>
            </p:cNvSpPr>
            <p:nvPr userDrawn="1"/>
          </p:nvSpPr>
          <p:spPr bwMode="auto">
            <a:xfrm>
              <a:off x="1919288" y="1306512"/>
              <a:ext cx="31750" cy="31750"/>
            </a:xfrm>
            <a:custGeom>
              <a:avLst/>
              <a:gdLst>
                <a:gd name="T0" fmla="*/ 4 w 16"/>
                <a:gd name="T1" fmla="*/ 15 h 16"/>
                <a:gd name="T2" fmla="*/ 2 w 16"/>
                <a:gd name="T3" fmla="*/ 5 h 16"/>
                <a:gd name="T4" fmla="*/ 12 w 16"/>
                <a:gd name="T5" fmla="*/ 2 h 16"/>
                <a:gd name="T6" fmla="*/ 14 w 16"/>
                <a:gd name="T7" fmla="*/ 12 h 16"/>
                <a:gd name="T8" fmla="*/ 4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4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6" y="8"/>
                    <a:pt x="14" y="12"/>
                  </a:cubicBezTo>
                  <a:cubicBezTo>
                    <a:pt x="12" y="15"/>
                    <a:pt x="8" y="16"/>
                    <a:pt x="4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5" name="Freeform 1355"/>
            <p:cNvSpPr>
              <a:spLocks/>
            </p:cNvSpPr>
            <p:nvPr userDrawn="1"/>
          </p:nvSpPr>
          <p:spPr bwMode="auto">
            <a:xfrm>
              <a:off x="2017713" y="1236662"/>
              <a:ext cx="33338" cy="31750"/>
            </a:xfrm>
            <a:custGeom>
              <a:avLst/>
              <a:gdLst>
                <a:gd name="T0" fmla="*/ 5 w 17"/>
                <a:gd name="T1" fmla="*/ 14 h 16"/>
                <a:gd name="T2" fmla="*/ 2 w 17"/>
                <a:gd name="T3" fmla="*/ 4 h 16"/>
                <a:gd name="T4" fmla="*/ 12 w 17"/>
                <a:gd name="T5" fmla="*/ 2 h 16"/>
                <a:gd name="T6" fmla="*/ 15 w 17"/>
                <a:gd name="T7" fmla="*/ 12 h 16"/>
                <a:gd name="T8" fmla="*/ 5 w 17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ubicBezTo>
                    <a:pt x="13" y="15"/>
                    <a:pt x="8" y="16"/>
                    <a:pt x="5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6" name="Freeform 1356"/>
            <p:cNvSpPr>
              <a:spLocks/>
            </p:cNvSpPr>
            <p:nvPr userDrawn="1"/>
          </p:nvSpPr>
          <p:spPr bwMode="auto">
            <a:xfrm>
              <a:off x="2058988" y="1147762"/>
              <a:ext cx="33338" cy="33338"/>
            </a:xfrm>
            <a:custGeom>
              <a:avLst/>
              <a:gdLst>
                <a:gd name="T0" fmla="*/ 5 w 17"/>
                <a:gd name="T1" fmla="*/ 15 h 17"/>
                <a:gd name="T2" fmla="*/ 2 w 17"/>
                <a:gd name="T3" fmla="*/ 5 h 17"/>
                <a:gd name="T4" fmla="*/ 12 w 17"/>
                <a:gd name="T5" fmla="*/ 2 h 17"/>
                <a:gd name="T6" fmla="*/ 15 w 17"/>
                <a:gd name="T7" fmla="*/ 12 h 17"/>
                <a:gd name="T8" fmla="*/ 5 w 17"/>
                <a:gd name="T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ubicBezTo>
                    <a:pt x="13" y="15"/>
                    <a:pt x="8" y="17"/>
                    <a:pt x="5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7" name="Freeform 1357"/>
            <p:cNvSpPr>
              <a:spLocks/>
            </p:cNvSpPr>
            <p:nvPr userDrawn="1"/>
          </p:nvSpPr>
          <p:spPr bwMode="auto">
            <a:xfrm>
              <a:off x="2017713" y="1019175"/>
              <a:ext cx="30163" cy="26988"/>
            </a:xfrm>
            <a:custGeom>
              <a:avLst/>
              <a:gdLst>
                <a:gd name="T0" fmla="*/ 4 w 15"/>
                <a:gd name="T1" fmla="*/ 12 h 14"/>
                <a:gd name="T2" fmla="*/ 2 w 15"/>
                <a:gd name="T3" fmla="*/ 4 h 14"/>
                <a:gd name="T4" fmla="*/ 11 w 15"/>
                <a:gd name="T5" fmla="*/ 1 h 14"/>
                <a:gd name="T6" fmla="*/ 13 w 15"/>
                <a:gd name="T7" fmla="*/ 10 h 14"/>
                <a:gd name="T8" fmla="*/ 4 w 15"/>
                <a:gd name="T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4" y="12"/>
                  </a:moveTo>
                  <a:cubicBezTo>
                    <a:pt x="1" y="11"/>
                    <a:pt x="0" y="7"/>
                    <a:pt x="2" y="4"/>
                  </a:cubicBezTo>
                  <a:cubicBezTo>
                    <a:pt x="4" y="1"/>
                    <a:pt x="8" y="0"/>
                    <a:pt x="11" y="1"/>
                  </a:cubicBezTo>
                  <a:cubicBezTo>
                    <a:pt x="14" y="3"/>
                    <a:pt x="15" y="7"/>
                    <a:pt x="13" y="10"/>
                  </a:cubicBezTo>
                  <a:cubicBezTo>
                    <a:pt x="11" y="13"/>
                    <a:pt x="7" y="14"/>
                    <a:pt x="4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8" name="Freeform 1358"/>
            <p:cNvSpPr>
              <a:spLocks/>
            </p:cNvSpPr>
            <p:nvPr userDrawn="1"/>
          </p:nvSpPr>
          <p:spPr bwMode="auto">
            <a:xfrm>
              <a:off x="2392363" y="868362"/>
              <a:ext cx="19050" cy="15875"/>
            </a:xfrm>
            <a:custGeom>
              <a:avLst/>
              <a:gdLst>
                <a:gd name="T0" fmla="*/ 3 w 9"/>
                <a:gd name="T1" fmla="*/ 7 h 8"/>
                <a:gd name="T2" fmla="*/ 1 w 9"/>
                <a:gd name="T3" fmla="*/ 2 h 8"/>
                <a:gd name="T4" fmla="*/ 6 w 9"/>
                <a:gd name="T5" fmla="*/ 1 h 8"/>
                <a:gd name="T6" fmla="*/ 8 w 9"/>
                <a:gd name="T7" fmla="*/ 6 h 8"/>
                <a:gd name="T8" fmla="*/ 3 w 9"/>
                <a:gd name="T9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3" y="7"/>
                  </a:move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5" y="0"/>
                    <a:pt x="6" y="1"/>
                  </a:cubicBezTo>
                  <a:cubicBezTo>
                    <a:pt x="8" y="2"/>
                    <a:pt x="9" y="4"/>
                    <a:pt x="8" y="6"/>
                  </a:cubicBezTo>
                  <a:cubicBezTo>
                    <a:pt x="7" y="8"/>
                    <a:pt x="5" y="8"/>
                    <a:pt x="3" y="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9" name="Freeform 1359"/>
            <p:cNvSpPr>
              <a:spLocks/>
            </p:cNvSpPr>
            <p:nvPr userDrawn="1"/>
          </p:nvSpPr>
          <p:spPr bwMode="auto">
            <a:xfrm>
              <a:off x="2330451" y="-149225"/>
              <a:ext cx="11113" cy="11113"/>
            </a:xfrm>
            <a:custGeom>
              <a:avLst/>
              <a:gdLst>
                <a:gd name="T0" fmla="*/ 1 w 6"/>
                <a:gd name="T1" fmla="*/ 5 h 6"/>
                <a:gd name="T2" fmla="*/ 1 w 6"/>
                <a:gd name="T3" fmla="*/ 1 h 6"/>
                <a:gd name="T4" fmla="*/ 4 w 6"/>
                <a:gd name="T5" fmla="*/ 1 h 6"/>
                <a:gd name="T6" fmla="*/ 5 w 6"/>
                <a:gd name="T7" fmla="*/ 4 h 6"/>
                <a:gd name="T8" fmla="*/ 1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0" name="Freeform 1360"/>
            <p:cNvSpPr>
              <a:spLocks/>
            </p:cNvSpPr>
            <p:nvPr userDrawn="1"/>
          </p:nvSpPr>
          <p:spPr bwMode="auto">
            <a:xfrm>
              <a:off x="4114801" y="566737"/>
              <a:ext cx="11113" cy="12700"/>
            </a:xfrm>
            <a:custGeom>
              <a:avLst/>
              <a:gdLst>
                <a:gd name="T0" fmla="*/ 1 w 6"/>
                <a:gd name="T1" fmla="*/ 5 h 6"/>
                <a:gd name="T2" fmla="*/ 1 w 6"/>
                <a:gd name="T3" fmla="*/ 1 h 6"/>
                <a:gd name="T4" fmla="*/ 5 w 6"/>
                <a:gd name="T5" fmla="*/ 1 h 6"/>
                <a:gd name="T6" fmla="*/ 5 w 6"/>
                <a:gd name="T7" fmla="*/ 5 h 6"/>
                <a:gd name="T8" fmla="*/ 1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1" name="Freeform 1361"/>
            <p:cNvSpPr>
              <a:spLocks/>
            </p:cNvSpPr>
            <p:nvPr userDrawn="1"/>
          </p:nvSpPr>
          <p:spPr bwMode="auto">
            <a:xfrm>
              <a:off x="4116388" y="1346200"/>
              <a:ext cx="11113" cy="11113"/>
            </a:xfrm>
            <a:custGeom>
              <a:avLst/>
              <a:gdLst>
                <a:gd name="T0" fmla="*/ 1 w 6"/>
                <a:gd name="T1" fmla="*/ 5 h 6"/>
                <a:gd name="T2" fmla="*/ 1 w 6"/>
                <a:gd name="T3" fmla="*/ 1 h 6"/>
                <a:gd name="T4" fmla="*/ 4 w 6"/>
                <a:gd name="T5" fmla="*/ 1 h 6"/>
                <a:gd name="T6" fmla="*/ 5 w 6"/>
                <a:gd name="T7" fmla="*/ 5 h 6"/>
                <a:gd name="T8" fmla="*/ 1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2" name="Freeform 1362"/>
            <p:cNvSpPr>
              <a:spLocks/>
            </p:cNvSpPr>
            <p:nvPr userDrawn="1"/>
          </p:nvSpPr>
          <p:spPr bwMode="auto">
            <a:xfrm>
              <a:off x="3748088" y="2036762"/>
              <a:ext cx="28575" cy="28575"/>
            </a:xfrm>
            <a:custGeom>
              <a:avLst/>
              <a:gdLst>
                <a:gd name="T0" fmla="*/ 6 w 14"/>
                <a:gd name="T1" fmla="*/ 14 h 14"/>
                <a:gd name="T2" fmla="*/ 1 w 14"/>
                <a:gd name="T3" fmla="*/ 6 h 14"/>
                <a:gd name="T4" fmla="*/ 9 w 14"/>
                <a:gd name="T5" fmla="*/ 1 h 14"/>
                <a:gd name="T6" fmla="*/ 13 w 14"/>
                <a:gd name="T7" fmla="*/ 9 h 14"/>
                <a:gd name="T8" fmla="*/ 6 w 14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6" y="14"/>
                  </a:moveTo>
                  <a:cubicBezTo>
                    <a:pt x="2" y="13"/>
                    <a:pt x="0" y="9"/>
                    <a:pt x="1" y="6"/>
                  </a:cubicBezTo>
                  <a:cubicBezTo>
                    <a:pt x="2" y="2"/>
                    <a:pt x="5" y="0"/>
                    <a:pt x="9" y="1"/>
                  </a:cubicBezTo>
                  <a:cubicBezTo>
                    <a:pt x="12" y="2"/>
                    <a:pt x="14" y="5"/>
                    <a:pt x="13" y="9"/>
                  </a:cubicBezTo>
                  <a:cubicBezTo>
                    <a:pt x="13" y="12"/>
                    <a:pt x="9" y="14"/>
                    <a:pt x="6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374" name="Rectángulo 1373"/>
          <p:cNvSpPr/>
          <p:nvPr userDrawn="1"/>
        </p:nvSpPr>
        <p:spPr>
          <a:xfrm>
            <a:off x="630812" y="2713159"/>
            <a:ext cx="6327064" cy="15942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1000">
                <a:srgbClr val="FFFFFF">
                  <a:alpha val="90000"/>
                </a:srgbClr>
              </a:gs>
              <a:gs pos="31000">
                <a:srgbClr val="FFFFFF">
                  <a:alpha val="54000"/>
                </a:srgbClr>
              </a:gs>
              <a:gs pos="89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-283719" y="1741504"/>
            <a:ext cx="22342151" cy="3465669"/>
          </a:xfrm>
          <a:custGeom>
            <a:avLst/>
            <a:gdLst>
              <a:gd name="T0" fmla="*/ 4054 w 4349"/>
              <a:gd name="T1" fmla="*/ 671 h 672"/>
              <a:gd name="T2" fmla="*/ 4054 w 4349"/>
              <a:gd name="T3" fmla="*/ 458 h 672"/>
              <a:gd name="T4" fmla="*/ 3721 w 4349"/>
              <a:gd name="T5" fmla="*/ 654 h 672"/>
              <a:gd name="T6" fmla="*/ 2886 w 4349"/>
              <a:gd name="T7" fmla="*/ 573 h 672"/>
              <a:gd name="T8" fmla="*/ 2903 w 4349"/>
              <a:gd name="T9" fmla="*/ 624 h 672"/>
              <a:gd name="T10" fmla="*/ 3374 w 4349"/>
              <a:gd name="T11" fmla="*/ 431 h 672"/>
              <a:gd name="T12" fmla="*/ 359 w 4349"/>
              <a:gd name="T13" fmla="*/ 461 h 672"/>
              <a:gd name="T14" fmla="*/ 2380 w 4349"/>
              <a:gd name="T15" fmla="*/ 423 h 672"/>
              <a:gd name="T16" fmla="*/ 231 w 4349"/>
              <a:gd name="T17" fmla="*/ 561 h 672"/>
              <a:gd name="T18" fmla="*/ 346 w 4349"/>
              <a:gd name="T19" fmla="*/ 390 h 672"/>
              <a:gd name="T20" fmla="*/ 528 w 4349"/>
              <a:gd name="T21" fmla="*/ 613 h 672"/>
              <a:gd name="T22" fmla="*/ 685 w 4349"/>
              <a:gd name="T23" fmla="*/ 445 h 672"/>
              <a:gd name="T24" fmla="*/ 734 w 4349"/>
              <a:gd name="T25" fmla="*/ 617 h 672"/>
              <a:gd name="T26" fmla="*/ 808 w 4349"/>
              <a:gd name="T27" fmla="*/ 629 h 672"/>
              <a:gd name="T28" fmla="*/ 833 w 4349"/>
              <a:gd name="T29" fmla="*/ 415 h 672"/>
              <a:gd name="T30" fmla="*/ 894 w 4349"/>
              <a:gd name="T31" fmla="*/ 257 h 672"/>
              <a:gd name="T32" fmla="*/ 841 w 4349"/>
              <a:gd name="T33" fmla="*/ 600 h 672"/>
              <a:gd name="T34" fmla="*/ 1121 w 4349"/>
              <a:gd name="T35" fmla="*/ 442 h 672"/>
              <a:gd name="T36" fmla="*/ 1157 w 4349"/>
              <a:gd name="T37" fmla="*/ 568 h 672"/>
              <a:gd name="T38" fmla="*/ 1339 w 4349"/>
              <a:gd name="T39" fmla="*/ 442 h 672"/>
              <a:gd name="T40" fmla="*/ 1524 w 4349"/>
              <a:gd name="T41" fmla="*/ 630 h 672"/>
              <a:gd name="T42" fmla="*/ 1706 w 4349"/>
              <a:gd name="T43" fmla="*/ 499 h 672"/>
              <a:gd name="T44" fmla="*/ 1909 w 4349"/>
              <a:gd name="T45" fmla="*/ 591 h 672"/>
              <a:gd name="T46" fmla="*/ 2072 w 4349"/>
              <a:gd name="T47" fmla="*/ 454 h 672"/>
              <a:gd name="T48" fmla="*/ 2316 w 4349"/>
              <a:gd name="T49" fmla="*/ 401 h 672"/>
              <a:gd name="T50" fmla="*/ 2488 w 4349"/>
              <a:gd name="T51" fmla="*/ 493 h 672"/>
              <a:gd name="T52" fmla="*/ 2494 w 4349"/>
              <a:gd name="T53" fmla="*/ 415 h 672"/>
              <a:gd name="T54" fmla="*/ 2620 w 4349"/>
              <a:gd name="T55" fmla="*/ 564 h 672"/>
              <a:gd name="T56" fmla="*/ 2901 w 4349"/>
              <a:gd name="T57" fmla="*/ 539 h 672"/>
              <a:gd name="T58" fmla="*/ 2960 w 4349"/>
              <a:gd name="T59" fmla="*/ 440 h 672"/>
              <a:gd name="T60" fmla="*/ 3098 w 4349"/>
              <a:gd name="T61" fmla="*/ 561 h 672"/>
              <a:gd name="T62" fmla="*/ 3227 w 4349"/>
              <a:gd name="T63" fmla="*/ 431 h 672"/>
              <a:gd name="T64" fmla="*/ 3037 w 4349"/>
              <a:gd name="T65" fmla="*/ 407 h 672"/>
              <a:gd name="T66" fmla="*/ 3311 w 4349"/>
              <a:gd name="T67" fmla="*/ 513 h 672"/>
              <a:gd name="T68" fmla="*/ 3687 w 4349"/>
              <a:gd name="T69" fmla="*/ 671 h 672"/>
              <a:gd name="T70" fmla="*/ 3577 w 4349"/>
              <a:gd name="T71" fmla="*/ 28 h 672"/>
              <a:gd name="T72" fmla="*/ 3717 w 4349"/>
              <a:gd name="T73" fmla="*/ 368 h 672"/>
              <a:gd name="T74" fmla="*/ 3830 w 4349"/>
              <a:gd name="T75" fmla="*/ 298 h 672"/>
              <a:gd name="T76" fmla="*/ 4105 w 4349"/>
              <a:gd name="T77" fmla="*/ 491 h 672"/>
              <a:gd name="T78" fmla="*/ 527 w 4349"/>
              <a:gd name="T79" fmla="*/ 454 h 672"/>
              <a:gd name="T80" fmla="*/ 700 w 4349"/>
              <a:gd name="T81" fmla="*/ 672 h 672"/>
              <a:gd name="T82" fmla="*/ 1347 w 4349"/>
              <a:gd name="T83" fmla="*/ 408 h 672"/>
              <a:gd name="T84" fmla="*/ 3859 w 4349"/>
              <a:gd name="T85" fmla="*/ 648 h 672"/>
              <a:gd name="T86" fmla="*/ 1594 w 4349"/>
              <a:gd name="T87" fmla="*/ 412 h 672"/>
              <a:gd name="T88" fmla="*/ 2033 w 4349"/>
              <a:gd name="T89" fmla="*/ 433 h 672"/>
              <a:gd name="T90" fmla="*/ 2724 w 4349"/>
              <a:gd name="T91" fmla="*/ 345 h 672"/>
              <a:gd name="T92" fmla="*/ 3392 w 4349"/>
              <a:gd name="T93" fmla="*/ 331 h 672"/>
              <a:gd name="T94" fmla="*/ 2269 w 4349"/>
              <a:gd name="T95" fmla="*/ 345 h 672"/>
              <a:gd name="T96" fmla="*/ 2322 w 4349"/>
              <a:gd name="T97" fmla="*/ 376 h 672"/>
              <a:gd name="T98" fmla="*/ 4000 w 4349"/>
              <a:gd name="T99" fmla="*/ 574 h 672"/>
              <a:gd name="T100" fmla="*/ 4079 w 4349"/>
              <a:gd name="T101" fmla="*/ 665 h 672"/>
              <a:gd name="T102" fmla="*/ 3686 w 4349"/>
              <a:gd name="T103" fmla="*/ 665 h 672"/>
              <a:gd name="T104" fmla="*/ 3718 w 4349"/>
              <a:gd name="T105" fmla="*/ 488 h 672"/>
              <a:gd name="T106" fmla="*/ 3862 w 4349"/>
              <a:gd name="T107" fmla="*/ 439 h 672"/>
              <a:gd name="T108" fmla="*/ 3545 w 4349"/>
              <a:gd name="T109" fmla="*/ 100 h 672"/>
              <a:gd name="T110" fmla="*/ 3394 w 4349"/>
              <a:gd name="T111" fmla="*/ 418 h 672"/>
              <a:gd name="T112" fmla="*/ 3573 w 4349"/>
              <a:gd name="T113" fmla="*/ 506 h 672"/>
              <a:gd name="T114" fmla="*/ 3612 w 4349"/>
              <a:gd name="T115" fmla="*/ 596 h 672"/>
              <a:gd name="T116" fmla="*/ 3087 w 4349"/>
              <a:gd name="T117" fmla="*/ 378 h 672"/>
              <a:gd name="T118" fmla="*/ 2902 w 4349"/>
              <a:gd name="T119" fmla="*/ 459 h 672"/>
              <a:gd name="T120" fmla="*/ 2436 w 4349"/>
              <a:gd name="T121" fmla="*/ 578 h 672"/>
              <a:gd name="T122" fmla="*/ 2539 w 4349"/>
              <a:gd name="T123" fmla="*/ 575 h 672"/>
              <a:gd name="T124" fmla="*/ 990 w 4349"/>
              <a:gd name="T125" fmla="*/ 603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349" h="672">
                <a:moveTo>
                  <a:pt x="4144" y="559"/>
                </a:moveTo>
                <a:cubicBezTo>
                  <a:pt x="4157" y="559"/>
                  <a:pt x="4157" y="559"/>
                  <a:pt x="4157" y="559"/>
                </a:cubicBezTo>
                <a:cubicBezTo>
                  <a:pt x="4157" y="561"/>
                  <a:pt x="4157" y="561"/>
                  <a:pt x="4157" y="561"/>
                </a:cubicBezTo>
                <a:cubicBezTo>
                  <a:pt x="4144" y="561"/>
                  <a:pt x="4144" y="561"/>
                  <a:pt x="4144" y="561"/>
                </a:cubicBezTo>
                <a:lnTo>
                  <a:pt x="4144" y="559"/>
                </a:lnTo>
                <a:close/>
                <a:moveTo>
                  <a:pt x="4144" y="565"/>
                </a:moveTo>
                <a:cubicBezTo>
                  <a:pt x="4157" y="565"/>
                  <a:pt x="4157" y="565"/>
                  <a:pt x="4157" y="565"/>
                </a:cubicBezTo>
                <a:cubicBezTo>
                  <a:pt x="4157" y="563"/>
                  <a:pt x="4157" y="563"/>
                  <a:pt x="4157" y="563"/>
                </a:cubicBezTo>
                <a:cubicBezTo>
                  <a:pt x="4144" y="563"/>
                  <a:pt x="4144" y="563"/>
                  <a:pt x="4144" y="563"/>
                </a:cubicBezTo>
                <a:lnTo>
                  <a:pt x="4144" y="565"/>
                </a:lnTo>
                <a:close/>
                <a:moveTo>
                  <a:pt x="4144" y="570"/>
                </a:moveTo>
                <a:cubicBezTo>
                  <a:pt x="4157" y="570"/>
                  <a:pt x="4157" y="570"/>
                  <a:pt x="4157" y="570"/>
                </a:cubicBezTo>
                <a:cubicBezTo>
                  <a:pt x="4157" y="568"/>
                  <a:pt x="4157" y="568"/>
                  <a:pt x="4157" y="568"/>
                </a:cubicBezTo>
                <a:cubicBezTo>
                  <a:pt x="4144" y="568"/>
                  <a:pt x="4144" y="568"/>
                  <a:pt x="4144" y="568"/>
                </a:cubicBezTo>
                <a:lnTo>
                  <a:pt x="4144" y="570"/>
                </a:lnTo>
                <a:close/>
                <a:moveTo>
                  <a:pt x="4144" y="575"/>
                </a:moveTo>
                <a:cubicBezTo>
                  <a:pt x="4157" y="575"/>
                  <a:pt x="4157" y="575"/>
                  <a:pt x="4157" y="575"/>
                </a:cubicBezTo>
                <a:cubicBezTo>
                  <a:pt x="4157" y="573"/>
                  <a:pt x="4157" y="573"/>
                  <a:pt x="4157" y="573"/>
                </a:cubicBezTo>
                <a:cubicBezTo>
                  <a:pt x="4144" y="573"/>
                  <a:pt x="4144" y="573"/>
                  <a:pt x="4144" y="573"/>
                </a:cubicBezTo>
                <a:lnTo>
                  <a:pt x="4144" y="575"/>
                </a:lnTo>
                <a:close/>
                <a:moveTo>
                  <a:pt x="4144" y="579"/>
                </a:moveTo>
                <a:cubicBezTo>
                  <a:pt x="4157" y="579"/>
                  <a:pt x="4157" y="579"/>
                  <a:pt x="4157" y="579"/>
                </a:cubicBezTo>
                <a:cubicBezTo>
                  <a:pt x="4157" y="577"/>
                  <a:pt x="4157" y="577"/>
                  <a:pt x="4157" y="577"/>
                </a:cubicBezTo>
                <a:cubicBezTo>
                  <a:pt x="4144" y="577"/>
                  <a:pt x="4144" y="577"/>
                  <a:pt x="4144" y="577"/>
                </a:cubicBezTo>
                <a:lnTo>
                  <a:pt x="4144" y="579"/>
                </a:lnTo>
                <a:close/>
                <a:moveTo>
                  <a:pt x="4144" y="584"/>
                </a:moveTo>
                <a:cubicBezTo>
                  <a:pt x="4157" y="584"/>
                  <a:pt x="4157" y="584"/>
                  <a:pt x="4157" y="584"/>
                </a:cubicBezTo>
                <a:cubicBezTo>
                  <a:pt x="4157" y="582"/>
                  <a:pt x="4157" y="582"/>
                  <a:pt x="4157" y="582"/>
                </a:cubicBezTo>
                <a:cubicBezTo>
                  <a:pt x="4144" y="582"/>
                  <a:pt x="4144" y="582"/>
                  <a:pt x="4144" y="582"/>
                </a:cubicBezTo>
                <a:lnTo>
                  <a:pt x="4144" y="584"/>
                </a:lnTo>
                <a:close/>
                <a:moveTo>
                  <a:pt x="4144" y="589"/>
                </a:moveTo>
                <a:cubicBezTo>
                  <a:pt x="4157" y="589"/>
                  <a:pt x="4157" y="589"/>
                  <a:pt x="4157" y="589"/>
                </a:cubicBezTo>
                <a:cubicBezTo>
                  <a:pt x="4157" y="586"/>
                  <a:pt x="4157" y="586"/>
                  <a:pt x="4157" y="586"/>
                </a:cubicBezTo>
                <a:cubicBezTo>
                  <a:pt x="4144" y="586"/>
                  <a:pt x="4144" y="586"/>
                  <a:pt x="4144" y="586"/>
                </a:cubicBezTo>
                <a:lnTo>
                  <a:pt x="4144" y="589"/>
                </a:lnTo>
                <a:close/>
                <a:moveTo>
                  <a:pt x="4144" y="593"/>
                </a:moveTo>
                <a:cubicBezTo>
                  <a:pt x="4157" y="593"/>
                  <a:pt x="4157" y="593"/>
                  <a:pt x="4157" y="593"/>
                </a:cubicBezTo>
                <a:cubicBezTo>
                  <a:pt x="4157" y="591"/>
                  <a:pt x="4157" y="591"/>
                  <a:pt x="4157" y="591"/>
                </a:cubicBezTo>
                <a:cubicBezTo>
                  <a:pt x="4144" y="591"/>
                  <a:pt x="4144" y="591"/>
                  <a:pt x="4144" y="591"/>
                </a:cubicBezTo>
                <a:lnTo>
                  <a:pt x="4144" y="593"/>
                </a:lnTo>
                <a:close/>
                <a:moveTo>
                  <a:pt x="4144" y="598"/>
                </a:moveTo>
                <a:cubicBezTo>
                  <a:pt x="4157" y="598"/>
                  <a:pt x="4157" y="598"/>
                  <a:pt x="4157" y="598"/>
                </a:cubicBezTo>
                <a:cubicBezTo>
                  <a:pt x="4157" y="596"/>
                  <a:pt x="4157" y="596"/>
                  <a:pt x="4157" y="596"/>
                </a:cubicBezTo>
                <a:cubicBezTo>
                  <a:pt x="4144" y="596"/>
                  <a:pt x="4144" y="596"/>
                  <a:pt x="4144" y="596"/>
                </a:cubicBezTo>
                <a:lnTo>
                  <a:pt x="4144" y="598"/>
                </a:lnTo>
                <a:close/>
                <a:moveTo>
                  <a:pt x="4144" y="603"/>
                </a:moveTo>
                <a:cubicBezTo>
                  <a:pt x="4157" y="603"/>
                  <a:pt x="4157" y="603"/>
                  <a:pt x="4157" y="603"/>
                </a:cubicBezTo>
                <a:cubicBezTo>
                  <a:pt x="4157" y="600"/>
                  <a:pt x="4157" y="600"/>
                  <a:pt x="4157" y="600"/>
                </a:cubicBezTo>
                <a:cubicBezTo>
                  <a:pt x="4144" y="600"/>
                  <a:pt x="4144" y="600"/>
                  <a:pt x="4144" y="600"/>
                </a:cubicBezTo>
                <a:lnTo>
                  <a:pt x="4144" y="603"/>
                </a:lnTo>
                <a:close/>
                <a:moveTo>
                  <a:pt x="4144" y="608"/>
                </a:moveTo>
                <a:cubicBezTo>
                  <a:pt x="4157" y="608"/>
                  <a:pt x="4157" y="608"/>
                  <a:pt x="4157" y="608"/>
                </a:cubicBezTo>
                <a:cubicBezTo>
                  <a:pt x="4157" y="606"/>
                  <a:pt x="4157" y="606"/>
                  <a:pt x="4157" y="606"/>
                </a:cubicBezTo>
                <a:cubicBezTo>
                  <a:pt x="4144" y="606"/>
                  <a:pt x="4144" y="606"/>
                  <a:pt x="4144" y="606"/>
                </a:cubicBezTo>
                <a:lnTo>
                  <a:pt x="4144" y="608"/>
                </a:lnTo>
                <a:close/>
                <a:moveTo>
                  <a:pt x="4144" y="613"/>
                </a:moveTo>
                <a:cubicBezTo>
                  <a:pt x="4157" y="613"/>
                  <a:pt x="4157" y="613"/>
                  <a:pt x="4157" y="613"/>
                </a:cubicBezTo>
                <a:cubicBezTo>
                  <a:pt x="4157" y="610"/>
                  <a:pt x="4157" y="610"/>
                  <a:pt x="4157" y="610"/>
                </a:cubicBezTo>
                <a:cubicBezTo>
                  <a:pt x="4144" y="610"/>
                  <a:pt x="4144" y="610"/>
                  <a:pt x="4144" y="610"/>
                </a:cubicBezTo>
                <a:lnTo>
                  <a:pt x="4144" y="613"/>
                </a:lnTo>
                <a:close/>
                <a:moveTo>
                  <a:pt x="4144" y="617"/>
                </a:moveTo>
                <a:cubicBezTo>
                  <a:pt x="4157" y="617"/>
                  <a:pt x="4157" y="617"/>
                  <a:pt x="4157" y="617"/>
                </a:cubicBezTo>
                <a:cubicBezTo>
                  <a:pt x="4157" y="615"/>
                  <a:pt x="4157" y="615"/>
                  <a:pt x="4157" y="615"/>
                </a:cubicBezTo>
                <a:cubicBezTo>
                  <a:pt x="4144" y="615"/>
                  <a:pt x="4144" y="615"/>
                  <a:pt x="4144" y="615"/>
                </a:cubicBezTo>
                <a:lnTo>
                  <a:pt x="4144" y="617"/>
                </a:lnTo>
                <a:close/>
                <a:moveTo>
                  <a:pt x="4144" y="622"/>
                </a:moveTo>
                <a:cubicBezTo>
                  <a:pt x="4157" y="622"/>
                  <a:pt x="4157" y="622"/>
                  <a:pt x="4157" y="622"/>
                </a:cubicBezTo>
                <a:cubicBezTo>
                  <a:pt x="4157" y="620"/>
                  <a:pt x="4157" y="620"/>
                  <a:pt x="4157" y="620"/>
                </a:cubicBezTo>
                <a:cubicBezTo>
                  <a:pt x="4144" y="620"/>
                  <a:pt x="4144" y="620"/>
                  <a:pt x="4144" y="620"/>
                </a:cubicBezTo>
                <a:lnTo>
                  <a:pt x="4144" y="622"/>
                </a:lnTo>
                <a:close/>
                <a:moveTo>
                  <a:pt x="4144" y="627"/>
                </a:moveTo>
                <a:cubicBezTo>
                  <a:pt x="4157" y="627"/>
                  <a:pt x="4157" y="627"/>
                  <a:pt x="4157" y="627"/>
                </a:cubicBezTo>
                <a:cubicBezTo>
                  <a:pt x="4157" y="624"/>
                  <a:pt x="4157" y="624"/>
                  <a:pt x="4157" y="624"/>
                </a:cubicBezTo>
                <a:cubicBezTo>
                  <a:pt x="4144" y="624"/>
                  <a:pt x="4144" y="624"/>
                  <a:pt x="4144" y="624"/>
                </a:cubicBezTo>
                <a:lnTo>
                  <a:pt x="4144" y="627"/>
                </a:lnTo>
                <a:close/>
                <a:moveTo>
                  <a:pt x="4144" y="631"/>
                </a:moveTo>
                <a:cubicBezTo>
                  <a:pt x="4157" y="631"/>
                  <a:pt x="4157" y="631"/>
                  <a:pt x="4157" y="631"/>
                </a:cubicBezTo>
                <a:cubicBezTo>
                  <a:pt x="4157" y="629"/>
                  <a:pt x="4157" y="629"/>
                  <a:pt x="4157" y="629"/>
                </a:cubicBezTo>
                <a:cubicBezTo>
                  <a:pt x="4144" y="629"/>
                  <a:pt x="4144" y="629"/>
                  <a:pt x="4144" y="629"/>
                </a:cubicBezTo>
                <a:lnTo>
                  <a:pt x="4144" y="631"/>
                </a:lnTo>
                <a:close/>
                <a:moveTo>
                  <a:pt x="4144" y="636"/>
                </a:moveTo>
                <a:cubicBezTo>
                  <a:pt x="4157" y="636"/>
                  <a:pt x="4157" y="636"/>
                  <a:pt x="4157" y="636"/>
                </a:cubicBezTo>
                <a:cubicBezTo>
                  <a:pt x="4157" y="634"/>
                  <a:pt x="4157" y="634"/>
                  <a:pt x="4157" y="634"/>
                </a:cubicBezTo>
                <a:cubicBezTo>
                  <a:pt x="4144" y="634"/>
                  <a:pt x="4144" y="634"/>
                  <a:pt x="4144" y="634"/>
                </a:cubicBezTo>
                <a:lnTo>
                  <a:pt x="4144" y="636"/>
                </a:lnTo>
                <a:close/>
                <a:moveTo>
                  <a:pt x="4144" y="640"/>
                </a:moveTo>
                <a:cubicBezTo>
                  <a:pt x="4157" y="640"/>
                  <a:pt x="4157" y="640"/>
                  <a:pt x="4157" y="640"/>
                </a:cubicBezTo>
                <a:cubicBezTo>
                  <a:pt x="4157" y="638"/>
                  <a:pt x="4157" y="638"/>
                  <a:pt x="4157" y="638"/>
                </a:cubicBezTo>
                <a:cubicBezTo>
                  <a:pt x="4144" y="638"/>
                  <a:pt x="4144" y="638"/>
                  <a:pt x="4144" y="638"/>
                </a:cubicBezTo>
                <a:lnTo>
                  <a:pt x="4144" y="640"/>
                </a:lnTo>
                <a:close/>
                <a:moveTo>
                  <a:pt x="4144" y="645"/>
                </a:moveTo>
                <a:cubicBezTo>
                  <a:pt x="4157" y="645"/>
                  <a:pt x="4157" y="645"/>
                  <a:pt x="4157" y="645"/>
                </a:cubicBezTo>
                <a:cubicBezTo>
                  <a:pt x="4157" y="643"/>
                  <a:pt x="4157" y="643"/>
                  <a:pt x="4157" y="643"/>
                </a:cubicBezTo>
                <a:cubicBezTo>
                  <a:pt x="4144" y="643"/>
                  <a:pt x="4144" y="643"/>
                  <a:pt x="4144" y="643"/>
                </a:cubicBezTo>
                <a:lnTo>
                  <a:pt x="4144" y="645"/>
                </a:lnTo>
                <a:close/>
                <a:moveTo>
                  <a:pt x="4144" y="650"/>
                </a:moveTo>
                <a:cubicBezTo>
                  <a:pt x="4157" y="650"/>
                  <a:pt x="4157" y="650"/>
                  <a:pt x="4157" y="650"/>
                </a:cubicBezTo>
                <a:cubicBezTo>
                  <a:pt x="4157" y="648"/>
                  <a:pt x="4157" y="648"/>
                  <a:pt x="4157" y="648"/>
                </a:cubicBezTo>
                <a:cubicBezTo>
                  <a:pt x="4144" y="648"/>
                  <a:pt x="4144" y="648"/>
                  <a:pt x="4144" y="648"/>
                </a:cubicBezTo>
                <a:lnTo>
                  <a:pt x="4144" y="650"/>
                </a:lnTo>
                <a:close/>
                <a:moveTo>
                  <a:pt x="4022" y="671"/>
                </a:moveTo>
                <a:cubicBezTo>
                  <a:pt x="4024" y="671"/>
                  <a:pt x="4024" y="671"/>
                  <a:pt x="4024" y="671"/>
                </a:cubicBezTo>
                <a:cubicBezTo>
                  <a:pt x="4024" y="666"/>
                  <a:pt x="4024" y="666"/>
                  <a:pt x="4024" y="666"/>
                </a:cubicBezTo>
                <a:cubicBezTo>
                  <a:pt x="4022" y="666"/>
                  <a:pt x="4022" y="666"/>
                  <a:pt x="4022" y="666"/>
                </a:cubicBezTo>
                <a:lnTo>
                  <a:pt x="4022" y="671"/>
                </a:lnTo>
                <a:close/>
                <a:moveTo>
                  <a:pt x="4028" y="671"/>
                </a:moveTo>
                <a:cubicBezTo>
                  <a:pt x="4031" y="671"/>
                  <a:pt x="4031" y="671"/>
                  <a:pt x="4031" y="671"/>
                </a:cubicBezTo>
                <a:cubicBezTo>
                  <a:pt x="4031" y="666"/>
                  <a:pt x="4031" y="666"/>
                  <a:pt x="4031" y="666"/>
                </a:cubicBezTo>
                <a:cubicBezTo>
                  <a:pt x="4028" y="666"/>
                  <a:pt x="4028" y="666"/>
                  <a:pt x="4028" y="666"/>
                </a:cubicBezTo>
                <a:lnTo>
                  <a:pt x="4028" y="671"/>
                </a:lnTo>
                <a:close/>
                <a:moveTo>
                  <a:pt x="4035" y="671"/>
                </a:moveTo>
                <a:cubicBezTo>
                  <a:pt x="4037" y="671"/>
                  <a:pt x="4037" y="671"/>
                  <a:pt x="4037" y="671"/>
                </a:cubicBezTo>
                <a:cubicBezTo>
                  <a:pt x="4037" y="666"/>
                  <a:pt x="4037" y="666"/>
                  <a:pt x="4037" y="666"/>
                </a:cubicBezTo>
                <a:cubicBezTo>
                  <a:pt x="4035" y="666"/>
                  <a:pt x="4035" y="666"/>
                  <a:pt x="4035" y="666"/>
                </a:cubicBezTo>
                <a:lnTo>
                  <a:pt x="4035" y="671"/>
                </a:lnTo>
                <a:close/>
                <a:moveTo>
                  <a:pt x="4041" y="671"/>
                </a:moveTo>
                <a:cubicBezTo>
                  <a:pt x="4043" y="671"/>
                  <a:pt x="4043" y="671"/>
                  <a:pt x="4043" y="671"/>
                </a:cubicBezTo>
                <a:cubicBezTo>
                  <a:pt x="4043" y="666"/>
                  <a:pt x="4043" y="666"/>
                  <a:pt x="4043" y="666"/>
                </a:cubicBezTo>
                <a:cubicBezTo>
                  <a:pt x="4041" y="666"/>
                  <a:pt x="4041" y="666"/>
                  <a:pt x="4041" y="666"/>
                </a:cubicBezTo>
                <a:lnTo>
                  <a:pt x="4041" y="671"/>
                </a:lnTo>
                <a:close/>
                <a:moveTo>
                  <a:pt x="4047" y="671"/>
                </a:moveTo>
                <a:cubicBezTo>
                  <a:pt x="4050" y="671"/>
                  <a:pt x="4050" y="671"/>
                  <a:pt x="4050" y="671"/>
                </a:cubicBezTo>
                <a:cubicBezTo>
                  <a:pt x="4050" y="666"/>
                  <a:pt x="4050" y="666"/>
                  <a:pt x="4050" y="666"/>
                </a:cubicBezTo>
                <a:cubicBezTo>
                  <a:pt x="4047" y="666"/>
                  <a:pt x="4047" y="666"/>
                  <a:pt x="4047" y="666"/>
                </a:cubicBezTo>
                <a:lnTo>
                  <a:pt x="4047" y="671"/>
                </a:lnTo>
                <a:close/>
                <a:moveTo>
                  <a:pt x="4054" y="671"/>
                </a:moveTo>
                <a:cubicBezTo>
                  <a:pt x="4056" y="671"/>
                  <a:pt x="4056" y="671"/>
                  <a:pt x="4056" y="671"/>
                </a:cubicBezTo>
                <a:cubicBezTo>
                  <a:pt x="4056" y="666"/>
                  <a:pt x="4056" y="666"/>
                  <a:pt x="4056" y="666"/>
                </a:cubicBezTo>
                <a:cubicBezTo>
                  <a:pt x="4054" y="666"/>
                  <a:pt x="4054" y="666"/>
                  <a:pt x="4054" y="666"/>
                </a:cubicBezTo>
                <a:lnTo>
                  <a:pt x="4054" y="671"/>
                </a:lnTo>
                <a:close/>
                <a:moveTo>
                  <a:pt x="4060" y="671"/>
                </a:moveTo>
                <a:cubicBezTo>
                  <a:pt x="4062" y="671"/>
                  <a:pt x="4062" y="671"/>
                  <a:pt x="4062" y="671"/>
                </a:cubicBezTo>
                <a:cubicBezTo>
                  <a:pt x="4062" y="666"/>
                  <a:pt x="4062" y="666"/>
                  <a:pt x="4062" y="666"/>
                </a:cubicBezTo>
                <a:cubicBezTo>
                  <a:pt x="4060" y="666"/>
                  <a:pt x="4060" y="666"/>
                  <a:pt x="4060" y="666"/>
                </a:cubicBezTo>
                <a:lnTo>
                  <a:pt x="4060" y="671"/>
                </a:lnTo>
                <a:close/>
                <a:moveTo>
                  <a:pt x="4066" y="671"/>
                </a:moveTo>
                <a:cubicBezTo>
                  <a:pt x="4069" y="671"/>
                  <a:pt x="4069" y="671"/>
                  <a:pt x="4069" y="671"/>
                </a:cubicBezTo>
                <a:cubicBezTo>
                  <a:pt x="4069" y="666"/>
                  <a:pt x="4069" y="666"/>
                  <a:pt x="4069" y="666"/>
                </a:cubicBezTo>
                <a:cubicBezTo>
                  <a:pt x="4066" y="666"/>
                  <a:pt x="4066" y="666"/>
                  <a:pt x="4066" y="666"/>
                </a:cubicBezTo>
                <a:lnTo>
                  <a:pt x="4066" y="671"/>
                </a:lnTo>
                <a:close/>
                <a:moveTo>
                  <a:pt x="3967" y="671"/>
                </a:moveTo>
                <a:cubicBezTo>
                  <a:pt x="3969" y="671"/>
                  <a:pt x="3969" y="671"/>
                  <a:pt x="3969" y="671"/>
                </a:cubicBezTo>
                <a:cubicBezTo>
                  <a:pt x="3969" y="666"/>
                  <a:pt x="3969" y="666"/>
                  <a:pt x="3969" y="666"/>
                </a:cubicBezTo>
                <a:cubicBezTo>
                  <a:pt x="3967" y="666"/>
                  <a:pt x="3967" y="666"/>
                  <a:pt x="3967" y="666"/>
                </a:cubicBezTo>
                <a:lnTo>
                  <a:pt x="3967" y="671"/>
                </a:lnTo>
                <a:close/>
                <a:moveTo>
                  <a:pt x="3973" y="671"/>
                </a:moveTo>
                <a:cubicBezTo>
                  <a:pt x="3975" y="671"/>
                  <a:pt x="3975" y="671"/>
                  <a:pt x="3975" y="671"/>
                </a:cubicBezTo>
                <a:cubicBezTo>
                  <a:pt x="3975" y="666"/>
                  <a:pt x="3975" y="666"/>
                  <a:pt x="3975" y="666"/>
                </a:cubicBezTo>
                <a:cubicBezTo>
                  <a:pt x="3973" y="666"/>
                  <a:pt x="3973" y="666"/>
                  <a:pt x="3973" y="666"/>
                </a:cubicBezTo>
                <a:lnTo>
                  <a:pt x="3973" y="671"/>
                </a:lnTo>
                <a:close/>
                <a:moveTo>
                  <a:pt x="3979" y="671"/>
                </a:moveTo>
                <a:cubicBezTo>
                  <a:pt x="3981" y="671"/>
                  <a:pt x="3981" y="671"/>
                  <a:pt x="3981" y="671"/>
                </a:cubicBezTo>
                <a:cubicBezTo>
                  <a:pt x="3981" y="666"/>
                  <a:pt x="3981" y="666"/>
                  <a:pt x="3981" y="666"/>
                </a:cubicBezTo>
                <a:cubicBezTo>
                  <a:pt x="3979" y="666"/>
                  <a:pt x="3979" y="666"/>
                  <a:pt x="3979" y="666"/>
                </a:cubicBezTo>
                <a:lnTo>
                  <a:pt x="3979" y="671"/>
                </a:lnTo>
                <a:close/>
                <a:moveTo>
                  <a:pt x="3986" y="671"/>
                </a:moveTo>
                <a:cubicBezTo>
                  <a:pt x="3988" y="671"/>
                  <a:pt x="3988" y="671"/>
                  <a:pt x="3988" y="671"/>
                </a:cubicBezTo>
                <a:cubicBezTo>
                  <a:pt x="3988" y="666"/>
                  <a:pt x="3988" y="666"/>
                  <a:pt x="3988" y="666"/>
                </a:cubicBezTo>
                <a:cubicBezTo>
                  <a:pt x="3986" y="666"/>
                  <a:pt x="3986" y="666"/>
                  <a:pt x="3986" y="666"/>
                </a:cubicBezTo>
                <a:lnTo>
                  <a:pt x="3986" y="671"/>
                </a:lnTo>
                <a:close/>
                <a:moveTo>
                  <a:pt x="3992" y="671"/>
                </a:moveTo>
                <a:cubicBezTo>
                  <a:pt x="3994" y="671"/>
                  <a:pt x="3994" y="671"/>
                  <a:pt x="3994" y="671"/>
                </a:cubicBezTo>
                <a:cubicBezTo>
                  <a:pt x="3994" y="666"/>
                  <a:pt x="3994" y="666"/>
                  <a:pt x="3994" y="666"/>
                </a:cubicBezTo>
                <a:cubicBezTo>
                  <a:pt x="3992" y="666"/>
                  <a:pt x="3992" y="666"/>
                  <a:pt x="3992" y="666"/>
                </a:cubicBezTo>
                <a:lnTo>
                  <a:pt x="3992" y="671"/>
                </a:lnTo>
                <a:close/>
                <a:moveTo>
                  <a:pt x="3998" y="671"/>
                </a:moveTo>
                <a:cubicBezTo>
                  <a:pt x="4000" y="671"/>
                  <a:pt x="4000" y="671"/>
                  <a:pt x="4000" y="671"/>
                </a:cubicBezTo>
                <a:cubicBezTo>
                  <a:pt x="4000" y="666"/>
                  <a:pt x="4000" y="666"/>
                  <a:pt x="4000" y="666"/>
                </a:cubicBezTo>
                <a:cubicBezTo>
                  <a:pt x="3998" y="666"/>
                  <a:pt x="3998" y="666"/>
                  <a:pt x="3998" y="666"/>
                </a:cubicBezTo>
                <a:lnTo>
                  <a:pt x="3998" y="671"/>
                </a:lnTo>
                <a:close/>
                <a:moveTo>
                  <a:pt x="4005" y="671"/>
                </a:moveTo>
                <a:cubicBezTo>
                  <a:pt x="4007" y="671"/>
                  <a:pt x="4007" y="671"/>
                  <a:pt x="4007" y="671"/>
                </a:cubicBezTo>
                <a:cubicBezTo>
                  <a:pt x="4007" y="666"/>
                  <a:pt x="4007" y="666"/>
                  <a:pt x="4007" y="666"/>
                </a:cubicBezTo>
                <a:cubicBezTo>
                  <a:pt x="4005" y="666"/>
                  <a:pt x="4005" y="666"/>
                  <a:pt x="4005" y="666"/>
                </a:cubicBezTo>
                <a:lnTo>
                  <a:pt x="4005" y="671"/>
                </a:lnTo>
                <a:close/>
                <a:moveTo>
                  <a:pt x="4011" y="671"/>
                </a:moveTo>
                <a:cubicBezTo>
                  <a:pt x="4013" y="671"/>
                  <a:pt x="4013" y="671"/>
                  <a:pt x="4013" y="671"/>
                </a:cubicBezTo>
                <a:cubicBezTo>
                  <a:pt x="4013" y="666"/>
                  <a:pt x="4013" y="666"/>
                  <a:pt x="4013" y="666"/>
                </a:cubicBezTo>
                <a:cubicBezTo>
                  <a:pt x="4011" y="666"/>
                  <a:pt x="4011" y="666"/>
                  <a:pt x="4011" y="666"/>
                </a:cubicBezTo>
                <a:lnTo>
                  <a:pt x="4011" y="671"/>
                </a:lnTo>
                <a:close/>
                <a:moveTo>
                  <a:pt x="4029" y="491"/>
                </a:moveTo>
                <a:cubicBezTo>
                  <a:pt x="4036" y="491"/>
                  <a:pt x="4036" y="491"/>
                  <a:pt x="4036" y="491"/>
                </a:cubicBezTo>
                <a:cubicBezTo>
                  <a:pt x="4036" y="489"/>
                  <a:pt x="4036" y="489"/>
                  <a:pt x="4036" y="489"/>
                </a:cubicBezTo>
                <a:cubicBezTo>
                  <a:pt x="4029" y="489"/>
                  <a:pt x="4029" y="489"/>
                  <a:pt x="4029" y="489"/>
                </a:cubicBezTo>
                <a:lnTo>
                  <a:pt x="4029" y="491"/>
                </a:lnTo>
                <a:close/>
                <a:moveTo>
                  <a:pt x="4029" y="496"/>
                </a:moveTo>
                <a:cubicBezTo>
                  <a:pt x="4036" y="496"/>
                  <a:pt x="4036" y="496"/>
                  <a:pt x="4036" y="496"/>
                </a:cubicBezTo>
                <a:cubicBezTo>
                  <a:pt x="4036" y="493"/>
                  <a:pt x="4036" y="493"/>
                  <a:pt x="4036" y="493"/>
                </a:cubicBezTo>
                <a:cubicBezTo>
                  <a:pt x="4029" y="493"/>
                  <a:pt x="4029" y="493"/>
                  <a:pt x="4029" y="493"/>
                </a:cubicBezTo>
                <a:lnTo>
                  <a:pt x="4029" y="496"/>
                </a:lnTo>
                <a:close/>
                <a:moveTo>
                  <a:pt x="4029" y="500"/>
                </a:moveTo>
                <a:cubicBezTo>
                  <a:pt x="4036" y="500"/>
                  <a:pt x="4036" y="500"/>
                  <a:pt x="4036" y="500"/>
                </a:cubicBezTo>
                <a:cubicBezTo>
                  <a:pt x="4036" y="498"/>
                  <a:pt x="4036" y="498"/>
                  <a:pt x="4036" y="498"/>
                </a:cubicBezTo>
                <a:cubicBezTo>
                  <a:pt x="4029" y="498"/>
                  <a:pt x="4029" y="498"/>
                  <a:pt x="4029" y="498"/>
                </a:cubicBezTo>
                <a:lnTo>
                  <a:pt x="4029" y="500"/>
                </a:lnTo>
                <a:close/>
                <a:moveTo>
                  <a:pt x="4029" y="505"/>
                </a:moveTo>
                <a:cubicBezTo>
                  <a:pt x="4036" y="505"/>
                  <a:pt x="4036" y="505"/>
                  <a:pt x="4036" y="505"/>
                </a:cubicBezTo>
                <a:cubicBezTo>
                  <a:pt x="4036" y="503"/>
                  <a:pt x="4036" y="503"/>
                  <a:pt x="4036" y="503"/>
                </a:cubicBezTo>
                <a:cubicBezTo>
                  <a:pt x="4029" y="503"/>
                  <a:pt x="4029" y="503"/>
                  <a:pt x="4029" y="503"/>
                </a:cubicBezTo>
                <a:lnTo>
                  <a:pt x="4029" y="505"/>
                </a:lnTo>
                <a:close/>
                <a:moveTo>
                  <a:pt x="4029" y="509"/>
                </a:moveTo>
                <a:cubicBezTo>
                  <a:pt x="4036" y="509"/>
                  <a:pt x="4036" y="509"/>
                  <a:pt x="4036" y="509"/>
                </a:cubicBezTo>
                <a:cubicBezTo>
                  <a:pt x="4036" y="507"/>
                  <a:pt x="4036" y="507"/>
                  <a:pt x="4036" y="507"/>
                </a:cubicBezTo>
                <a:cubicBezTo>
                  <a:pt x="4029" y="507"/>
                  <a:pt x="4029" y="507"/>
                  <a:pt x="4029" y="507"/>
                </a:cubicBezTo>
                <a:lnTo>
                  <a:pt x="4029" y="509"/>
                </a:lnTo>
                <a:close/>
                <a:moveTo>
                  <a:pt x="4029" y="514"/>
                </a:moveTo>
                <a:cubicBezTo>
                  <a:pt x="4036" y="514"/>
                  <a:pt x="4036" y="514"/>
                  <a:pt x="4036" y="514"/>
                </a:cubicBezTo>
                <a:cubicBezTo>
                  <a:pt x="4036" y="512"/>
                  <a:pt x="4036" y="512"/>
                  <a:pt x="4036" y="512"/>
                </a:cubicBezTo>
                <a:cubicBezTo>
                  <a:pt x="4029" y="512"/>
                  <a:pt x="4029" y="512"/>
                  <a:pt x="4029" y="512"/>
                </a:cubicBezTo>
                <a:lnTo>
                  <a:pt x="4029" y="514"/>
                </a:lnTo>
                <a:close/>
                <a:moveTo>
                  <a:pt x="4029" y="519"/>
                </a:moveTo>
                <a:cubicBezTo>
                  <a:pt x="4036" y="519"/>
                  <a:pt x="4036" y="519"/>
                  <a:pt x="4036" y="519"/>
                </a:cubicBezTo>
                <a:cubicBezTo>
                  <a:pt x="4036" y="517"/>
                  <a:pt x="4036" y="517"/>
                  <a:pt x="4036" y="517"/>
                </a:cubicBezTo>
                <a:cubicBezTo>
                  <a:pt x="4029" y="517"/>
                  <a:pt x="4029" y="517"/>
                  <a:pt x="4029" y="517"/>
                </a:cubicBezTo>
                <a:lnTo>
                  <a:pt x="4029" y="519"/>
                </a:lnTo>
                <a:close/>
                <a:moveTo>
                  <a:pt x="4029" y="523"/>
                </a:moveTo>
                <a:cubicBezTo>
                  <a:pt x="4036" y="523"/>
                  <a:pt x="4036" y="523"/>
                  <a:pt x="4036" y="523"/>
                </a:cubicBezTo>
                <a:cubicBezTo>
                  <a:pt x="4036" y="521"/>
                  <a:pt x="4036" y="521"/>
                  <a:pt x="4036" y="521"/>
                </a:cubicBezTo>
                <a:cubicBezTo>
                  <a:pt x="4029" y="521"/>
                  <a:pt x="4029" y="521"/>
                  <a:pt x="4029" y="521"/>
                </a:cubicBezTo>
                <a:lnTo>
                  <a:pt x="4029" y="523"/>
                </a:lnTo>
                <a:close/>
                <a:moveTo>
                  <a:pt x="4029" y="528"/>
                </a:moveTo>
                <a:cubicBezTo>
                  <a:pt x="4036" y="528"/>
                  <a:pt x="4036" y="528"/>
                  <a:pt x="4036" y="528"/>
                </a:cubicBezTo>
                <a:cubicBezTo>
                  <a:pt x="4036" y="526"/>
                  <a:pt x="4036" y="526"/>
                  <a:pt x="4036" y="526"/>
                </a:cubicBezTo>
                <a:cubicBezTo>
                  <a:pt x="4029" y="526"/>
                  <a:pt x="4029" y="526"/>
                  <a:pt x="4029" y="526"/>
                </a:cubicBezTo>
                <a:lnTo>
                  <a:pt x="4029" y="528"/>
                </a:lnTo>
                <a:close/>
                <a:moveTo>
                  <a:pt x="4029" y="533"/>
                </a:moveTo>
                <a:cubicBezTo>
                  <a:pt x="4036" y="533"/>
                  <a:pt x="4036" y="533"/>
                  <a:pt x="4036" y="533"/>
                </a:cubicBezTo>
                <a:cubicBezTo>
                  <a:pt x="4036" y="531"/>
                  <a:pt x="4036" y="531"/>
                  <a:pt x="4036" y="531"/>
                </a:cubicBezTo>
                <a:cubicBezTo>
                  <a:pt x="4029" y="531"/>
                  <a:pt x="4029" y="531"/>
                  <a:pt x="4029" y="531"/>
                </a:cubicBezTo>
                <a:lnTo>
                  <a:pt x="4029" y="533"/>
                </a:lnTo>
                <a:close/>
                <a:moveTo>
                  <a:pt x="4029" y="476"/>
                </a:moveTo>
                <a:cubicBezTo>
                  <a:pt x="4036" y="476"/>
                  <a:pt x="4036" y="476"/>
                  <a:pt x="4036" y="476"/>
                </a:cubicBezTo>
                <a:cubicBezTo>
                  <a:pt x="4036" y="474"/>
                  <a:pt x="4036" y="474"/>
                  <a:pt x="4036" y="474"/>
                </a:cubicBezTo>
                <a:cubicBezTo>
                  <a:pt x="4029" y="474"/>
                  <a:pt x="4029" y="474"/>
                  <a:pt x="4029" y="474"/>
                </a:cubicBezTo>
                <a:lnTo>
                  <a:pt x="4029" y="476"/>
                </a:lnTo>
                <a:close/>
                <a:moveTo>
                  <a:pt x="4029" y="481"/>
                </a:moveTo>
                <a:cubicBezTo>
                  <a:pt x="4036" y="481"/>
                  <a:pt x="4036" y="481"/>
                  <a:pt x="4036" y="481"/>
                </a:cubicBezTo>
                <a:cubicBezTo>
                  <a:pt x="4036" y="479"/>
                  <a:pt x="4036" y="479"/>
                  <a:pt x="4036" y="479"/>
                </a:cubicBezTo>
                <a:cubicBezTo>
                  <a:pt x="4029" y="479"/>
                  <a:pt x="4029" y="479"/>
                  <a:pt x="4029" y="479"/>
                </a:cubicBezTo>
                <a:lnTo>
                  <a:pt x="4029" y="481"/>
                </a:lnTo>
                <a:close/>
                <a:moveTo>
                  <a:pt x="4029" y="486"/>
                </a:moveTo>
                <a:cubicBezTo>
                  <a:pt x="4036" y="486"/>
                  <a:pt x="4036" y="486"/>
                  <a:pt x="4036" y="486"/>
                </a:cubicBezTo>
                <a:cubicBezTo>
                  <a:pt x="4036" y="483"/>
                  <a:pt x="4036" y="483"/>
                  <a:pt x="4036" y="483"/>
                </a:cubicBezTo>
                <a:cubicBezTo>
                  <a:pt x="4029" y="483"/>
                  <a:pt x="4029" y="483"/>
                  <a:pt x="4029" y="483"/>
                </a:cubicBezTo>
                <a:lnTo>
                  <a:pt x="4029" y="486"/>
                </a:lnTo>
                <a:close/>
                <a:moveTo>
                  <a:pt x="4054" y="449"/>
                </a:moveTo>
                <a:cubicBezTo>
                  <a:pt x="4061" y="449"/>
                  <a:pt x="4061" y="449"/>
                  <a:pt x="4061" y="449"/>
                </a:cubicBezTo>
                <a:cubicBezTo>
                  <a:pt x="4061" y="447"/>
                  <a:pt x="4061" y="447"/>
                  <a:pt x="4061" y="447"/>
                </a:cubicBezTo>
                <a:cubicBezTo>
                  <a:pt x="4054" y="447"/>
                  <a:pt x="4054" y="447"/>
                  <a:pt x="4054" y="447"/>
                </a:cubicBezTo>
                <a:lnTo>
                  <a:pt x="4054" y="449"/>
                </a:lnTo>
                <a:close/>
                <a:moveTo>
                  <a:pt x="4054" y="454"/>
                </a:moveTo>
                <a:cubicBezTo>
                  <a:pt x="4061" y="454"/>
                  <a:pt x="4061" y="454"/>
                  <a:pt x="4061" y="454"/>
                </a:cubicBezTo>
                <a:cubicBezTo>
                  <a:pt x="4061" y="452"/>
                  <a:pt x="4061" y="452"/>
                  <a:pt x="4061" y="452"/>
                </a:cubicBezTo>
                <a:cubicBezTo>
                  <a:pt x="4054" y="452"/>
                  <a:pt x="4054" y="452"/>
                  <a:pt x="4054" y="452"/>
                </a:cubicBezTo>
                <a:lnTo>
                  <a:pt x="4054" y="454"/>
                </a:lnTo>
                <a:close/>
                <a:moveTo>
                  <a:pt x="4054" y="458"/>
                </a:moveTo>
                <a:cubicBezTo>
                  <a:pt x="4061" y="458"/>
                  <a:pt x="4061" y="458"/>
                  <a:pt x="4061" y="458"/>
                </a:cubicBezTo>
                <a:cubicBezTo>
                  <a:pt x="4061" y="456"/>
                  <a:pt x="4061" y="456"/>
                  <a:pt x="4061" y="456"/>
                </a:cubicBezTo>
                <a:cubicBezTo>
                  <a:pt x="4054" y="456"/>
                  <a:pt x="4054" y="456"/>
                  <a:pt x="4054" y="456"/>
                </a:cubicBezTo>
                <a:lnTo>
                  <a:pt x="4054" y="458"/>
                </a:lnTo>
                <a:close/>
                <a:moveTo>
                  <a:pt x="4054" y="463"/>
                </a:moveTo>
                <a:cubicBezTo>
                  <a:pt x="4061" y="463"/>
                  <a:pt x="4061" y="463"/>
                  <a:pt x="4061" y="463"/>
                </a:cubicBezTo>
                <a:cubicBezTo>
                  <a:pt x="4061" y="461"/>
                  <a:pt x="4061" y="461"/>
                  <a:pt x="4061" y="461"/>
                </a:cubicBezTo>
                <a:cubicBezTo>
                  <a:pt x="4054" y="461"/>
                  <a:pt x="4054" y="461"/>
                  <a:pt x="4054" y="461"/>
                </a:cubicBezTo>
                <a:lnTo>
                  <a:pt x="4054" y="463"/>
                </a:lnTo>
                <a:close/>
                <a:moveTo>
                  <a:pt x="4054" y="468"/>
                </a:moveTo>
                <a:cubicBezTo>
                  <a:pt x="4061" y="468"/>
                  <a:pt x="4061" y="468"/>
                  <a:pt x="4061" y="468"/>
                </a:cubicBezTo>
                <a:cubicBezTo>
                  <a:pt x="4061" y="465"/>
                  <a:pt x="4061" y="465"/>
                  <a:pt x="4061" y="465"/>
                </a:cubicBezTo>
                <a:cubicBezTo>
                  <a:pt x="4054" y="465"/>
                  <a:pt x="4054" y="465"/>
                  <a:pt x="4054" y="465"/>
                </a:cubicBezTo>
                <a:lnTo>
                  <a:pt x="4054" y="468"/>
                </a:lnTo>
                <a:close/>
                <a:moveTo>
                  <a:pt x="4054" y="472"/>
                </a:moveTo>
                <a:cubicBezTo>
                  <a:pt x="4061" y="472"/>
                  <a:pt x="4061" y="472"/>
                  <a:pt x="4061" y="472"/>
                </a:cubicBezTo>
                <a:cubicBezTo>
                  <a:pt x="4061" y="470"/>
                  <a:pt x="4061" y="470"/>
                  <a:pt x="4061" y="470"/>
                </a:cubicBezTo>
                <a:cubicBezTo>
                  <a:pt x="4054" y="470"/>
                  <a:pt x="4054" y="470"/>
                  <a:pt x="4054" y="470"/>
                </a:cubicBezTo>
                <a:lnTo>
                  <a:pt x="4054" y="472"/>
                </a:lnTo>
                <a:close/>
                <a:moveTo>
                  <a:pt x="4054" y="477"/>
                </a:moveTo>
                <a:cubicBezTo>
                  <a:pt x="4061" y="477"/>
                  <a:pt x="4061" y="477"/>
                  <a:pt x="4061" y="477"/>
                </a:cubicBezTo>
                <a:cubicBezTo>
                  <a:pt x="4061" y="475"/>
                  <a:pt x="4061" y="475"/>
                  <a:pt x="4061" y="475"/>
                </a:cubicBezTo>
                <a:cubicBezTo>
                  <a:pt x="4054" y="475"/>
                  <a:pt x="4054" y="475"/>
                  <a:pt x="4054" y="475"/>
                </a:cubicBezTo>
                <a:lnTo>
                  <a:pt x="4054" y="477"/>
                </a:lnTo>
                <a:close/>
                <a:moveTo>
                  <a:pt x="4054" y="482"/>
                </a:moveTo>
                <a:cubicBezTo>
                  <a:pt x="4061" y="482"/>
                  <a:pt x="4061" y="482"/>
                  <a:pt x="4061" y="482"/>
                </a:cubicBezTo>
                <a:cubicBezTo>
                  <a:pt x="4061" y="479"/>
                  <a:pt x="4061" y="479"/>
                  <a:pt x="4061" y="479"/>
                </a:cubicBezTo>
                <a:cubicBezTo>
                  <a:pt x="4054" y="479"/>
                  <a:pt x="4054" y="479"/>
                  <a:pt x="4054" y="479"/>
                </a:cubicBezTo>
                <a:lnTo>
                  <a:pt x="4054" y="482"/>
                </a:lnTo>
                <a:close/>
                <a:moveTo>
                  <a:pt x="4054" y="486"/>
                </a:moveTo>
                <a:cubicBezTo>
                  <a:pt x="4061" y="486"/>
                  <a:pt x="4061" y="486"/>
                  <a:pt x="4061" y="486"/>
                </a:cubicBezTo>
                <a:cubicBezTo>
                  <a:pt x="4061" y="484"/>
                  <a:pt x="4061" y="484"/>
                  <a:pt x="4061" y="484"/>
                </a:cubicBezTo>
                <a:cubicBezTo>
                  <a:pt x="4054" y="484"/>
                  <a:pt x="4054" y="484"/>
                  <a:pt x="4054" y="484"/>
                </a:cubicBezTo>
                <a:lnTo>
                  <a:pt x="4054" y="486"/>
                </a:lnTo>
                <a:close/>
                <a:moveTo>
                  <a:pt x="4054" y="491"/>
                </a:moveTo>
                <a:cubicBezTo>
                  <a:pt x="4061" y="491"/>
                  <a:pt x="4061" y="491"/>
                  <a:pt x="4061" y="491"/>
                </a:cubicBezTo>
                <a:cubicBezTo>
                  <a:pt x="4061" y="489"/>
                  <a:pt x="4061" y="489"/>
                  <a:pt x="4061" y="489"/>
                </a:cubicBezTo>
                <a:cubicBezTo>
                  <a:pt x="4054" y="489"/>
                  <a:pt x="4054" y="489"/>
                  <a:pt x="4054" y="489"/>
                </a:cubicBezTo>
                <a:lnTo>
                  <a:pt x="4054" y="491"/>
                </a:lnTo>
                <a:close/>
                <a:moveTo>
                  <a:pt x="4054" y="434"/>
                </a:moveTo>
                <a:cubicBezTo>
                  <a:pt x="4061" y="434"/>
                  <a:pt x="4061" y="434"/>
                  <a:pt x="4061" y="434"/>
                </a:cubicBezTo>
                <a:cubicBezTo>
                  <a:pt x="4061" y="432"/>
                  <a:pt x="4061" y="432"/>
                  <a:pt x="4061" y="432"/>
                </a:cubicBezTo>
                <a:cubicBezTo>
                  <a:pt x="4054" y="432"/>
                  <a:pt x="4054" y="432"/>
                  <a:pt x="4054" y="432"/>
                </a:cubicBezTo>
                <a:lnTo>
                  <a:pt x="4054" y="434"/>
                </a:lnTo>
                <a:close/>
                <a:moveTo>
                  <a:pt x="4054" y="439"/>
                </a:moveTo>
                <a:cubicBezTo>
                  <a:pt x="4061" y="439"/>
                  <a:pt x="4061" y="439"/>
                  <a:pt x="4061" y="439"/>
                </a:cubicBezTo>
                <a:cubicBezTo>
                  <a:pt x="4061" y="437"/>
                  <a:pt x="4061" y="437"/>
                  <a:pt x="4061" y="437"/>
                </a:cubicBezTo>
                <a:cubicBezTo>
                  <a:pt x="4054" y="437"/>
                  <a:pt x="4054" y="437"/>
                  <a:pt x="4054" y="437"/>
                </a:cubicBezTo>
                <a:lnTo>
                  <a:pt x="4054" y="439"/>
                </a:lnTo>
                <a:close/>
                <a:moveTo>
                  <a:pt x="4054" y="444"/>
                </a:moveTo>
                <a:cubicBezTo>
                  <a:pt x="4061" y="444"/>
                  <a:pt x="4061" y="444"/>
                  <a:pt x="4061" y="444"/>
                </a:cubicBezTo>
                <a:cubicBezTo>
                  <a:pt x="4061" y="442"/>
                  <a:pt x="4061" y="442"/>
                  <a:pt x="4061" y="442"/>
                </a:cubicBezTo>
                <a:cubicBezTo>
                  <a:pt x="4054" y="442"/>
                  <a:pt x="4054" y="442"/>
                  <a:pt x="4054" y="442"/>
                </a:cubicBezTo>
                <a:lnTo>
                  <a:pt x="4054" y="444"/>
                </a:lnTo>
                <a:close/>
                <a:moveTo>
                  <a:pt x="3862" y="671"/>
                </a:moveTo>
                <a:cubicBezTo>
                  <a:pt x="3864" y="671"/>
                  <a:pt x="3864" y="671"/>
                  <a:pt x="3864" y="671"/>
                </a:cubicBezTo>
                <a:cubicBezTo>
                  <a:pt x="3864" y="666"/>
                  <a:pt x="3864" y="666"/>
                  <a:pt x="3864" y="666"/>
                </a:cubicBezTo>
                <a:cubicBezTo>
                  <a:pt x="3862" y="666"/>
                  <a:pt x="3862" y="666"/>
                  <a:pt x="3862" y="666"/>
                </a:cubicBezTo>
                <a:lnTo>
                  <a:pt x="3862" y="671"/>
                </a:lnTo>
                <a:close/>
                <a:moveTo>
                  <a:pt x="3868" y="671"/>
                </a:moveTo>
                <a:cubicBezTo>
                  <a:pt x="3870" y="671"/>
                  <a:pt x="3870" y="671"/>
                  <a:pt x="3870" y="671"/>
                </a:cubicBezTo>
                <a:cubicBezTo>
                  <a:pt x="3870" y="666"/>
                  <a:pt x="3870" y="666"/>
                  <a:pt x="3870" y="666"/>
                </a:cubicBezTo>
                <a:cubicBezTo>
                  <a:pt x="3868" y="666"/>
                  <a:pt x="3868" y="666"/>
                  <a:pt x="3868" y="666"/>
                </a:cubicBezTo>
                <a:lnTo>
                  <a:pt x="3868" y="671"/>
                </a:lnTo>
                <a:close/>
                <a:moveTo>
                  <a:pt x="3875" y="671"/>
                </a:moveTo>
                <a:cubicBezTo>
                  <a:pt x="3877" y="671"/>
                  <a:pt x="3877" y="671"/>
                  <a:pt x="3877" y="671"/>
                </a:cubicBezTo>
                <a:cubicBezTo>
                  <a:pt x="3877" y="666"/>
                  <a:pt x="3877" y="666"/>
                  <a:pt x="3877" y="666"/>
                </a:cubicBezTo>
                <a:cubicBezTo>
                  <a:pt x="3875" y="666"/>
                  <a:pt x="3875" y="666"/>
                  <a:pt x="3875" y="666"/>
                </a:cubicBezTo>
                <a:lnTo>
                  <a:pt x="3875" y="671"/>
                </a:lnTo>
                <a:close/>
                <a:moveTo>
                  <a:pt x="3881" y="671"/>
                </a:moveTo>
                <a:cubicBezTo>
                  <a:pt x="3883" y="671"/>
                  <a:pt x="3883" y="671"/>
                  <a:pt x="3883" y="671"/>
                </a:cubicBezTo>
                <a:cubicBezTo>
                  <a:pt x="3883" y="666"/>
                  <a:pt x="3883" y="666"/>
                  <a:pt x="3883" y="666"/>
                </a:cubicBezTo>
                <a:cubicBezTo>
                  <a:pt x="3881" y="666"/>
                  <a:pt x="3881" y="666"/>
                  <a:pt x="3881" y="666"/>
                </a:cubicBezTo>
                <a:lnTo>
                  <a:pt x="3881" y="671"/>
                </a:lnTo>
                <a:close/>
                <a:moveTo>
                  <a:pt x="3887" y="671"/>
                </a:moveTo>
                <a:cubicBezTo>
                  <a:pt x="3889" y="671"/>
                  <a:pt x="3889" y="671"/>
                  <a:pt x="3889" y="671"/>
                </a:cubicBezTo>
                <a:cubicBezTo>
                  <a:pt x="3889" y="666"/>
                  <a:pt x="3889" y="666"/>
                  <a:pt x="3889" y="666"/>
                </a:cubicBezTo>
                <a:cubicBezTo>
                  <a:pt x="3887" y="666"/>
                  <a:pt x="3887" y="666"/>
                  <a:pt x="3887" y="666"/>
                </a:cubicBezTo>
                <a:lnTo>
                  <a:pt x="3887" y="671"/>
                </a:lnTo>
                <a:close/>
                <a:moveTo>
                  <a:pt x="3894" y="671"/>
                </a:moveTo>
                <a:cubicBezTo>
                  <a:pt x="3896" y="671"/>
                  <a:pt x="3896" y="671"/>
                  <a:pt x="3896" y="671"/>
                </a:cubicBezTo>
                <a:cubicBezTo>
                  <a:pt x="3896" y="666"/>
                  <a:pt x="3896" y="666"/>
                  <a:pt x="3896" y="666"/>
                </a:cubicBezTo>
                <a:cubicBezTo>
                  <a:pt x="3894" y="666"/>
                  <a:pt x="3894" y="666"/>
                  <a:pt x="3894" y="666"/>
                </a:cubicBezTo>
                <a:lnTo>
                  <a:pt x="3894" y="671"/>
                </a:lnTo>
                <a:close/>
                <a:moveTo>
                  <a:pt x="3900" y="671"/>
                </a:moveTo>
                <a:cubicBezTo>
                  <a:pt x="3902" y="671"/>
                  <a:pt x="3902" y="671"/>
                  <a:pt x="3902" y="671"/>
                </a:cubicBezTo>
                <a:cubicBezTo>
                  <a:pt x="3902" y="666"/>
                  <a:pt x="3902" y="666"/>
                  <a:pt x="3902" y="666"/>
                </a:cubicBezTo>
                <a:cubicBezTo>
                  <a:pt x="3900" y="666"/>
                  <a:pt x="3900" y="666"/>
                  <a:pt x="3900" y="666"/>
                </a:cubicBezTo>
                <a:lnTo>
                  <a:pt x="3900" y="671"/>
                </a:lnTo>
                <a:close/>
                <a:moveTo>
                  <a:pt x="3906" y="671"/>
                </a:moveTo>
                <a:cubicBezTo>
                  <a:pt x="3908" y="671"/>
                  <a:pt x="3908" y="671"/>
                  <a:pt x="3908" y="671"/>
                </a:cubicBezTo>
                <a:cubicBezTo>
                  <a:pt x="3908" y="666"/>
                  <a:pt x="3908" y="666"/>
                  <a:pt x="3908" y="666"/>
                </a:cubicBezTo>
                <a:cubicBezTo>
                  <a:pt x="3906" y="666"/>
                  <a:pt x="3906" y="666"/>
                  <a:pt x="3906" y="666"/>
                </a:cubicBezTo>
                <a:lnTo>
                  <a:pt x="3906" y="671"/>
                </a:lnTo>
                <a:close/>
                <a:moveTo>
                  <a:pt x="3677" y="654"/>
                </a:moveTo>
                <a:cubicBezTo>
                  <a:pt x="3679" y="654"/>
                  <a:pt x="3679" y="654"/>
                  <a:pt x="3679" y="654"/>
                </a:cubicBezTo>
                <a:cubicBezTo>
                  <a:pt x="3679" y="643"/>
                  <a:pt x="3679" y="643"/>
                  <a:pt x="3679" y="643"/>
                </a:cubicBezTo>
                <a:cubicBezTo>
                  <a:pt x="3677" y="643"/>
                  <a:pt x="3677" y="643"/>
                  <a:pt x="3677" y="643"/>
                </a:cubicBezTo>
                <a:lnTo>
                  <a:pt x="3677" y="654"/>
                </a:lnTo>
                <a:close/>
                <a:moveTo>
                  <a:pt x="3683" y="654"/>
                </a:moveTo>
                <a:cubicBezTo>
                  <a:pt x="3685" y="654"/>
                  <a:pt x="3685" y="654"/>
                  <a:pt x="3685" y="654"/>
                </a:cubicBezTo>
                <a:cubicBezTo>
                  <a:pt x="3685" y="643"/>
                  <a:pt x="3685" y="643"/>
                  <a:pt x="3685" y="643"/>
                </a:cubicBezTo>
                <a:cubicBezTo>
                  <a:pt x="3683" y="643"/>
                  <a:pt x="3683" y="643"/>
                  <a:pt x="3683" y="643"/>
                </a:cubicBezTo>
                <a:lnTo>
                  <a:pt x="3683" y="654"/>
                </a:lnTo>
                <a:close/>
                <a:moveTo>
                  <a:pt x="3690" y="654"/>
                </a:moveTo>
                <a:cubicBezTo>
                  <a:pt x="3692" y="654"/>
                  <a:pt x="3692" y="654"/>
                  <a:pt x="3692" y="654"/>
                </a:cubicBezTo>
                <a:cubicBezTo>
                  <a:pt x="3692" y="643"/>
                  <a:pt x="3692" y="643"/>
                  <a:pt x="3692" y="643"/>
                </a:cubicBezTo>
                <a:cubicBezTo>
                  <a:pt x="3690" y="643"/>
                  <a:pt x="3690" y="643"/>
                  <a:pt x="3690" y="643"/>
                </a:cubicBezTo>
                <a:lnTo>
                  <a:pt x="3690" y="654"/>
                </a:lnTo>
                <a:close/>
                <a:moveTo>
                  <a:pt x="3696" y="654"/>
                </a:moveTo>
                <a:cubicBezTo>
                  <a:pt x="3698" y="654"/>
                  <a:pt x="3698" y="654"/>
                  <a:pt x="3698" y="654"/>
                </a:cubicBezTo>
                <a:cubicBezTo>
                  <a:pt x="3698" y="643"/>
                  <a:pt x="3698" y="643"/>
                  <a:pt x="3698" y="643"/>
                </a:cubicBezTo>
                <a:cubicBezTo>
                  <a:pt x="3696" y="643"/>
                  <a:pt x="3696" y="643"/>
                  <a:pt x="3696" y="643"/>
                </a:cubicBezTo>
                <a:lnTo>
                  <a:pt x="3696" y="654"/>
                </a:lnTo>
                <a:close/>
                <a:moveTo>
                  <a:pt x="3702" y="654"/>
                </a:moveTo>
                <a:cubicBezTo>
                  <a:pt x="3704" y="654"/>
                  <a:pt x="3704" y="654"/>
                  <a:pt x="3704" y="654"/>
                </a:cubicBezTo>
                <a:cubicBezTo>
                  <a:pt x="3704" y="643"/>
                  <a:pt x="3704" y="643"/>
                  <a:pt x="3704" y="643"/>
                </a:cubicBezTo>
                <a:cubicBezTo>
                  <a:pt x="3702" y="643"/>
                  <a:pt x="3702" y="643"/>
                  <a:pt x="3702" y="643"/>
                </a:cubicBezTo>
                <a:lnTo>
                  <a:pt x="3702" y="654"/>
                </a:lnTo>
                <a:close/>
                <a:moveTo>
                  <a:pt x="3708" y="654"/>
                </a:moveTo>
                <a:cubicBezTo>
                  <a:pt x="3711" y="654"/>
                  <a:pt x="3711" y="654"/>
                  <a:pt x="3711" y="654"/>
                </a:cubicBezTo>
                <a:cubicBezTo>
                  <a:pt x="3711" y="643"/>
                  <a:pt x="3711" y="643"/>
                  <a:pt x="3711" y="643"/>
                </a:cubicBezTo>
                <a:cubicBezTo>
                  <a:pt x="3708" y="643"/>
                  <a:pt x="3708" y="643"/>
                  <a:pt x="3708" y="643"/>
                </a:cubicBezTo>
                <a:lnTo>
                  <a:pt x="3708" y="654"/>
                </a:lnTo>
                <a:close/>
                <a:moveTo>
                  <a:pt x="3715" y="654"/>
                </a:moveTo>
                <a:cubicBezTo>
                  <a:pt x="3717" y="654"/>
                  <a:pt x="3717" y="654"/>
                  <a:pt x="3717" y="654"/>
                </a:cubicBezTo>
                <a:cubicBezTo>
                  <a:pt x="3717" y="643"/>
                  <a:pt x="3717" y="643"/>
                  <a:pt x="3717" y="643"/>
                </a:cubicBezTo>
                <a:cubicBezTo>
                  <a:pt x="3715" y="643"/>
                  <a:pt x="3715" y="643"/>
                  <a:pt x="3715" y="643"/>
                </a:cubicBezTo>
                <a:lnTo>
                  <a:pt x="3715" y="654"/>
                </a:lnTo>
                <a:close/>
                <a:moveTo>
                  <a:pt x="3721" y="654"/>
                </a:moveTo>
                <a:cubicBezTo>
                  <a:pt x="3723" y="654"/>
                  <a:pt x="3723" y="654"/>
                  <a:pt x="3723" y="654"/>
                </a:cubicBezTo>
                <a:cubicBezTo>
                  <a:pt x="3723" y="643"/>
                  <a:pt x="3723" y="643"/>
                  <a:pt x="3723" y="643"/>
                </a:cubicBezTo>
                <a:cubicBezTo>
                  <a:pt x="3721" y="643"/>
                  <a:pt x="3721" y="643"/>
                  <a:pt x="3721" y="643"/>
                </a:cubicBezTo>
                <a:lnTo>
                  <a:pt x="3721" y="654"/>
                </a:lnTo>
                <a:close/>
                <a:moveTo>
                  <a:pt x="3605" y="655"/>
                </a:moveTo>
                <a:cubicBezTo>
                  <a:pt x="3607" y="655"/>
                  <a:pt x="3607" y="655"/>
                  <a:pt x="3607" y="655"/>
                </a:cubicBezTo>
                <a:cubicBezTo>
                  <a:pt x="3607" y="644"/>
                  <a:pt x="3607" y="644"/>
                  <a:pt x="3607" y="644"/>
                </a:cubicBezTo>
                <a:cubicBezTo>
                  <a:pt x="3605" y="644"/>
                  <a:pt x="3605" y="644"/>
                  <a:pt x="3605" y="644"/>
                </a:cubicBezTo>
                <a:lnTo>
                  <a:pt x="3605" y="655"/>
                </a:lnTo>
                <a:close/>
                <a:moveTo>
                  <a:pt x="3611" y="655"/>
                </a:moveTo>
                <a:cubicBezTo>
                  <a:pt x="3614" y="655"/>
                  <a:pt x="3614" y="655"/>
                  <a:pt x="3614" y="655"/>
                </a:cubicBezTo>
                <a:cubicBezTo>
                  <a:pt x="3614" y="644"/>
                  <a:pt x="3614" y="644"/>
                  <a:pt x="3614" y="644"/>
                </a:cubicBezTo>
                <a:cubicBezTo>
                  <a:pt x="3611" y="644"/>
                  <a:pt x="3611" y="644"/>
                  <a:pt x="3611" y="644"/>
                </a:cubicBezTo>
                <a:lnTo>
                  <a:pt x="3611" y="655"/>
                </a:lnTo>
                <a:close/>
                <a:moveTo>
                  <a:pt x="3618" y="655"/>
                </a:moveTo>
                <a:cubicBezTo>
                  <a:pt x="3620" y="655"/>
                  <a:pt x="3620" y="655"/>
                  <a:pt x="3620" y="655"/>
                </a:cubicBezTo>
                <a:cubicBezTo>
                  <a:pt x="3620" y="644"/>
                  <a:pt x="3620" y="644"/>
                  <a:pt x="3620" y="644"/>
                </a:cubicBezTo>
                <a:cubicBezTo>
                  <a:pt x="3618" y="644"/>
                  <a:pt x="3618" y="644"/>
                  <a:pt x="3618" y="644"/>
                </a:cubicBezTo>
                <a:lnTo>
                  <a:pt x="3618" y="655"/>
                </a:lnTo>
                <a:close/>
                <a:moveTo>
                  <a:pt x="3624" y="655"/>
                </a:moveTo>
                <a:cubicBezTo>
                  <a:pt x="3626" y="655"/>
                  <a:pt x="3626" y="655"/>
                  <a:pt x="3626" y="655"/>
                </a:cubicBezTo>
                <a:cubicBezTo>
                  <a:pt x="3626" y="644"/>
                  <a:pt x="3626" y="644"/>
                  <a:pt x="3626" y="644"/>
                </a:cubicBezTo>
                <a:cubicBezTo>
                  <a:pt x="3624" y="644"/>
                  <a:pt x="3624" y="644"/>
                  <a:pt x="3624" y="644"/>
                </a:cubicBezTo>
                <a:lnTo>
                  <a:pt x="3624" y="655"/>
                </a:lnTo>
                <a:close/>
                <a:moveTo>
                  <a:pt x="3630" y="655"/>
                </a:moveTo>
                <a:cubicBezTo>
                  <a:pt x="3632" y="655"/>
                  <a:pt x="3632" y="655"/>
                  <a:pt x="3632" y="655"/>
                </a:cubicBezTo>
                <a:cubicBezTo>
                  <a:pt x="3632" y="644"/>
                  <a:pt x="3632" y="644"/>
                  <a:pt x="3632" y="644"/>
                </a:cubicBezTo>
                <a:cubicBezTo>
                  <a:pt x="3630" y="644"/>
                  <a:pt x="3630" y="644"/>
                  <a:pt x="3630" y="644"/>
                </a:cubicBezTo>
                <a:lnTo>
                  <a:pt x="3630" y="655"/>
                </a:lnTo>
                <a:close/>
                <a:moveTo>
                  <a:pt x="3637" y="655"/>
                </a:moveTo>
                <a:cubicBezTo>
                  <a:pt x="3639" y="655"/>
                  <a:pt x="3639" y="655"/>
                  <a:pt x="3639" y="655"/>
                </a:cubicBezTo>
                <a:cubicBezTo>
                  <a:pt x="3639" y="644"/>
                  <a:pt x="3639" y="644"/>
                  <a:pt x="3639" y="644"/>
                </a:cubicBezTo>
                <a:cubicBezTo>
                  <a:pt x="3637" y="644"/>
                  <a:pt x="3637" y="644"/>
                  <a:pt x="3637" y="644"/>
                </a:cubicBezTo>
                <a:lnTo>
                  <a:pt x="3637" y="655"/>
                </a:lnTo>
                <a:close/>
                <a:moveTo>
                  <a:pt x="3643" y="655"/>
                </a:moveTo>
                <a:cubicBezTo>
                  <a:pt x="3645" y="655"/>
                  <a:pt x="3645" y="655"/>
                  <a:pt x="3645" y="655"/>
                </a:cubicBezTo>
                <a:cubicBezTo>
                  <a:pt x="3645" y="644"/>
                  <a:pt x="3645" y="644"/>
                  <a:pt x="3645" y="644"/>
                </a:cubicBezTo>
                <a:cubicBezTo>
                  <a:pt x="3643" y="644"/>
                  <a:pt x="3643" y="644"/>
                  <a:pt x="3643" y="644"/>
                </a:cubicBezTo>
                <a:lnTo>
                  <a:pt x="3643" y="655"/>
                </a:lnTo>
                <a:close/>
                <a:moveTo>
                  <a:pt x="3649" y="655"/>
                </a:moveTo>
                <a:cubicBezTo>
                  <a:pt x="3651" y="655"/>
                  <a:pt x="3651" y="655"/>
                  <a:pt x="3651" y="655"/>
                </a:cubicBezTo>
                <a:cubicBezTo>
                  <a:pt x="3651" y="644"/>
                  <a:pt x="3651" y="644"/>
                  <a:pt x="3651" y="644"/>
                </a:cubicBezTo>
                <a:cubicBezTo>
                  <a:pt x="3649" y="644"/>
                  <a:pt x="3649" y="644"/>
                  <a:pt x="3649" y="644"/>
                </a:cubicBezTo>
                <a:lnTo>
                  <a:pt x="3649" y="655"/>
                </a:lnTo>
                <a:close/>
                <a:moveTo>
                  <a:pt x="4006" y="611"/>
                </a:moveTo>
                <a:cubicBezTo>
                  <a:pt x="4015" y="611"/>
                  <a:pt x="4015" y="611"/>
                  <a:pt x="4015" y="611"/>
                </a:cubicBezTo>
                <a:cubicBezTo>
                  <a:pt x="4015" y="609"/>
                  <a:pt x="4015" y="609"/>
                  <a:pt x="4015" y="609"/>
                </a:cubicBezTo>
                <a:cubicBezTo>
                  <a:pt x="4006" y="609"/>
                  <a:pt x="4006" y="609"/>
                  <a:pt x="4006" y="609"/>
                </a:cubicBezTo>
                <a:lnTo>
                  <a:pt x="4006" y="611"/>
                </a:lnTo>
                <a:close/>
                <a:moveTo>
                  <a:pt x="4006" y="616"/>
                </a:moveTo>
                <a:cubicBezTo>
                  <a:pt x="4015" y="616"/>
                  <a:pt x="4015" y="616"/>
                  <a:pt x="4015" y="616"/>
                </a:cubicBezTo>
                <a:cubicBezTo>
                  <a:pt x="4015" y="613"/>
                  <a:pt x="4015" y="613"/>
                  <a:pt x="4015" y="613"/>
                </a:cubicBezTo>
                <a:cubicBezTo>
                  <a:pt x="4006" y="613"/>
                  <a:pt x="4006" y="613"/>
                  <a:pt x="4006" y="613"/>
                </a:cubicBezTo>
                <a:lnTo>
                  <a:pt x="4006" y="616"/>
                </a:lnTo>
                <a:close/>
                <a:moveTo>
                  <a:pt x="4006" y="620"/>
                </a:moveTo>
                <a:cubicBezTo>
                  <a:pt x="4015" y="620"/>
                  <a:pt x="4015" y="620"/>
                  <a:pt x="4015" y="620"/>
                </a:cubicBezTo>
                <a:cubicBezTo>
                  <a:pt x="4015" y="618"/>
                  <a:pt x="4015" y="618"/>
                  <a:pt x="4015" y="618"/>
                </a:cubicBezTo>
                <a:cubicBezTo>
                  <a:pt x="4006" y="618"/>
                  <a:pt x="4006" y="618"/>
                  <a:pt x="4006" y="618"/>
                </a:cubicBezTo>
                <a:lnTo>
                  <a:pt x="4006" y="620"/>
                </a:lnTo>
                <a:close/>
                <a:moveTo>
                  <a:pt x="4006" y="625"/>
                </a:moveTo>
                <a:cubicBezTo>
                  <a:pt x="4015" y="625"/>
                  <a:pt x="4015" y="625"/>
                  <a:pt x="4015" y="625"/>
                </a:cubicBezTo>
                <a:cubicBezTo>
                  <a:pt x="4015" y="623"/>
                  <a:pt x="4015" y="623"/>
                  <a:pt x="4015" y="623"/>
                </a:cubicBezTo>
                <a:cubicBezTo>
                  <a:pt x="4006" y="623"/>
                  <a:pt x="4006" y="623"/>
                  <a:pt x="4006" y="623"/>
                </a:cubicBezTo>
                <a:lnTo>
                  <a:pt x="4006" y="625"/>
                </a:lnTo>
                <a:close/>
                <a:moveTo>
                  <a:pt x="4006" y="630"/>
                </a:moveTo>
                <a:cubicBezTo>
                  <a:pt x="4015" y="630"/>
                  <a:pt x="4015" y="630"/>
                  <a:pt x="4015" y="630"/>
                </a:cubicBezTo>
                <a:cubicBezTo>
                  <a:pt x="4015" y="627"/>
                  <a:pt x="4015" y="627"/>
                  <a:pt x="4015" y="627"/>
                </a:cubicBezTo>
                <a:cubicBezTo>
                  <a:pt x="4006" y="627"/>
                  <a:pt x="4006" y="627"/>
                  <a:pt x="4006" y="627"/>
                </a:cubicBezTo>
                <a:lnTo>
                  <a:pt x="4006" y="630"/>
                </a:lnTo>
                <a:close/>
                <a:moveTo>
                  <a:pt x="4006" y="634"/>
                </a:moveTo>
                <a:cubicBezTo>
                  <a:pt x="4015" y="634"/>
                  <a:pt x="4015" y="634"/>
                  <a:pt x="4015" y="634"/>
                </a:cubicBezTo>
                <a:cubicBezTo>
                  <a:pt x="4015" y="632"/>
                  <a:pt x="4015" y="632"/>
                  <a:pt x="4015" y="632"/>
                </a:cubicBezTo>
                <a:cubicBezTo>
                  <a:pt x="4006" y="632"/>
                  <a:pt x="4006" y="632"/>
                  <a:pt x="4006" y="632"/>
                </a:cubicBezTo>
                <a:lnTo>
                  <a:pt x="4006" y="634"/>
                </a:lnTo>
                <a:close/>
                <a:moveTo>
                  <a:pt x="4006" y="639"/>
                </a:moveTo>
                <a:cubicBezTo>
                  <a:pt x="4015" y="639"/>
                  <a:pt x="4015" y="639"/>
                  <a:pt x="4015" y="639"/>
                </a:cubicBezTo>
                <a:cubicBezTo>
                  <a:pt x="4015" y="637"/>
                  <a:pt x="4015" y="637"/>
                  <a:pt x="4015" y="637"/>
                </a:cubicBezTo>
                <a:cubicBezTo>
                  <a:pt x="4006" y="637"/>
                  <a:pt x="4006" y="637"/>
                  <a:pt x="4006" y="637"/>
                </a:cubicBezTo>
                <a:lnTo>
                  <a:pt x="4006" y="639"/>
                </a:lnTo>
                <a:close/>
                <a:moveTo>
                  <a:pt x="4006" y="644"/>
                </a:moveTo>
                <a:cubicBezTo>
                  <a:pt x="4015" y="644"/>
                  <a:pt x="4015" y="644"/>
                  <a:pt x="4015" y="644"/>
                </a:cubicBezTo>
                <a:cubicBezTo>
                  <a:pt x="4015" y="641"/>
                  <a:pt x="4015" y="641"/>
                  <a:pt x="4015" y="641"/>
                </a:cubicBezTo>
                <a:cubicBezTo>
                  <a:pt x="4006" y="641"/>
                  <a:pt x="4006" y="641"/>
                  <a:pt x="4006" y="641"/>
                </a:cubicBezTo>
                <a:lnTo>
                  <a:pt x="4006" y="644"/>
                </a:lnTo>
                <a:close/>
                <a:moveTo>
                  <a:pt x="4006" y="648"/>
                </a:moveTo>
                <a:cubicBezTo>
                  <a:pt x="4015" y="648"/>
                  <a:pt x="4015" y="648"/>
                  <a:pt x="4015" y="648"/>
                </a:cubicBezTo>
                <a:cubicBezTo>
                  <a:pt x="4015" y="646"/>
                  <a:pt x="4015" y="646"/>
                  <a:pt x="4015" y="646"/>
                </a:cubicBezTo>
                <a:cubicBezTo>
                  <a:pt x="4006" y="646"/>
                  <a:pt x="4006" y="646"/>
                  <a:pt x="4006" y="646"/>
                </a:cubicBezTo>
                <a:lnTo>
                  <a:pt x="4006" y="648"/>
                </a:lnTo>
                <a:close/>
                <a:moveTo>
                  <a:pt x="4006" y="653"/>
                </a:moveTo>
                <a:cubicBezTo>
                  <a:pt x="4015" y="653"/>
                  <a:pt x="4015" y="653"/>
                  <a:pt x="4015" y="653"/>
                </a:cubicBezTo>
                <a:cubicBezTo>
                  <a:pt x="4015" y="651"/>
                  <a:pt x="4015" y="651"/>
                  <a:pt x="4015" y="651"/>
                </a:cubicBezTo>
                <a:cubicBezTo>
                  <a:pt x="4006" y="651"/>
                  <a:pt x="4006" y="651"/>
                  <a:pt x="4006" y="651"/>
                </a:cubicBezTo>
                <a:lnTo>
                  <a:pt x="4006" y="653"/>
                </a:lnTo>
                <a:close/>
                <a:moveTo>
                  <a:pt x="4006" y="596"/>
                </a:moveTo>
                <a:cubicBezTo>
                  <a:pt x="4015" y="596"/>
                  <a:pt x="4015" y="596"/>
                  <a:pt x="4015" y="596"/>
                </a:cubicBezTo>
                <a:cubicBezTo>
                  <a:pt x="4015" y="594"/>
                  <a:pt x="4015" y="594"/>
                  <a:pt x="4015" y="594"/>
                </a:cubicBezTo>
                <a:cubicBezTo>
                  <a:pt x="4006" y="594"/>
                  <a:pt x="4006" y="594"/>
                  <a:pt x="4006" y="594"/>
                </a:cubicBezTo>
                <a:lnTo>
                  <a:pt x="4006" y="596"/>
                </a:lnTo>
                <a:close/>
                <a:moveTo>
                  <a:pt x="4006" y="601"/>
                </a:moveTo>
                <a:cubicBezTo>
                  <a:pt x="4015" y="601"/>
                  <a:pt x="4015" y="601"/>
                  <a:pt x="4015" y="601"/>
                </a:cubicBezTo>
                <a:cubicBezTo>
                  <a:pt x="4015" y="599"/>
                  <a:pt x="4015" y="599"/>
                  <a:pt x="4015" y="599"/>
                </a:cubicBezTo>
                <a:cubicBezTo>
                  <a:pt x="4006" y="599"/>
                  <a:pt x="4006" y="599"/>
                  <a:pt x="4006" y="599"/>
                </a:cubicBezTo>
                <a:lnTo>
                  <a:pt x="4006" y="601"/>
                </a:lnTo>
                <a:close/>
                <a:moveTo>
                  <a:pt x="4006" y="606"/>
                </a:moveTo>
                <a:cubicBezTo>
                  <a:pt x="4015" y="606"/>
                  <a:pt x="4015" y="606"/>
                  <a:pt x="4015" y="606"/>
                </a:cubicBezTo>
                <a:cubicBezTo>
                  <a:pt x="4015" y="603"/>
                  <a:pt x="4015" y="603"/>
                  <a:pt x="4015" y="603"/>
                </a:cubicBezTo>
                <a:cubicBezTo>
                  <a:pt x="4006" y="603"/>
                  <a:pt x="4006" y="603"/>
                  <a:pt x="4006" y="603"/>
                </a:cubicBezTo>
                <a:lnTo>
                  <a:pt x="4006" y="606"/>
                </a:lnTo>
                <a:close/>
                <a:moveTo>
                  <a:pt x="2886" y="552"/>
                </a:moveTo>
                <a:cubicBezTo>
                  <a:pt x="2891" y="552"/>
                  <a:pt x="2891" y="552"/>
                  <a:pt x="2891" y="552"/>
                </a:cubicBezTo>
                <a:cubicBezTo>
                  <a:pt x="2891" y="550"/>
                  <a:pt x="2891" y="550"/>
                  <a:pt x="2891" y="550"/>
                </a:cubicBezTo>
                <a:cubicBezTo>
                  <a:pt x="2886" y="550"/>
                  <a:pt x="2886" y="550"/>
                  <a:pt x="2886" y="550"/>
                </a:cubicBezTo>
                <a:lnTo>
                  <a:pt x="2886" y="552"/>
                </a:lnTo>
                <a:close/>
                <a:moveTo>
                  <a:pt x="2886" y="557"/>
                </a:moveTo>
                <a:cubicBezTo>
                  <a:pt x="2891" y="557"/>
                  <a:pt x="2891" y="557"/>
                  <a:pt x="2891" y="557"/>
                </a:cubicBezTo>
                <a:cubicBezTo>
                  <a:pt x="2891" y="555"/>
                  <a:pt x="2891" y="555"/>
                  <a:pt x="2891" y="555"/>
                </a:cubicBezTo>
                <a:cubicBezTo>
                  <a:pt x="2886" y="555"/>
                  <a:pt x="2886" y="555"/>
                  <a:pt x="2886" y="555"/>
                </a:cubicBezTo>
                <a:lnTo>
                  <a:pt x="2886" y="557"/>
                </a:lnTo>
                <a:close/>
                <a:moveTo>
                  <a:pt x="2886" y="563"/>
                </a:moveTo>
                <a:cubicBezTo>
                  <a:pt x="2891" y="563"/>
                  <a:pt x="2891" y="563"/>
                  <a:pt x="2891" y="563"/>
                </a:cubicBezTo>
                <a:cubicBezTo>
                  <a:pt x="2891" y="560"/>
                  <a:pt x="2891" y="560"/>
                  <a:pt x="2891" y="560"/>
                </a:cubicBezTo>
                <a:cubicBezTo>
                  <a:pt x="2886" y="560"/>
                  <a:pt x="2886" y="560"/>
                  <a:pt x="2886" y="560"/>
                </a:cubicBezTo>
                <a:lnTo>
                  <a:pt x="2886" y="563"/>
                </a:lnTo>
                <a:close/>
                <a:moveTo>
                  <a:pt x="2886" y="568"/>
                </a:moveTo>
                <a:cubicBezTo>
                  <a:pt x="2891" y="568"/>
                  <a:pt x="2891" y="568"/>
                  <a:pt x="2891" y="568"/>
                </a:cubicBezTo>
                <a:cubicBezTo>
                  <a:pt x="2891" y="566"/>
                  <a:pt x="2891" y="566"/>
                  <a:pt x="2891" y="566"/>
                </a:cubicBezTo>
                <a:cubicBezTo>
                  <a:pt x="2886" y="566"/>
                  <a:pt x="2886" y="566"/>
                  <a:pt x="2886" y="566"/>
                </a:cubicBezTo>
                <a:lnTo>
                  <a:pt x="2886" y="568"/>
                </a:lnTo>
                <a:close/>
                <a:moveTo>
                  <a:pt x="2886" y="573"/>
                </a:moveTo>
                <a:cubicBezTo>
                  <a:pt x="2891" y="573"/>
                  <a:pt x="2891" y="573"/>
                  <a:pt x="2891" y="573"/>
                </a:cubicBezTo>
                <a:cubicBezTo>
                  <a:pt x="2891" y="571"/>
                  <a:pt x="2891" y="571"/>
                  <a:pt x="2891" y="571"/>
                </a:cubicBezTo>
                <a:cubicBezTo>
                  <a:pt x="2886" y="571"/>
                  <a:pt x="2886" y="571"/>
                  <a:pt x="2886" y="571"/>
                </a:cubicBezTo>
                <a:lnTo>
                  <a:pt x="2886" y="573"/>
                </a:lnTo>
                <a:close/>
                <a:moveTo>
                  <a:pt x="2886" y="579"/>
                </a:moveTo>
                <a:cubicBezTo>
                  <a:pt x="2891" y="579"/>
                  <a:pt x="2891" y="579"/>
                  <a:pt x="2891" y="579"/>
                </a:cubicBezTo>
                <a:cubicBezTo>
                  <a:pt x="2891" y="577"/>
                  <a:pt x="2891" y="577"/>
                  <a:pt x="2891" y="577"/>
                </a:cubicBezTo>
                <a:cubicBezTo>
                  <a:pt x="2886" y="577"/>
                  <a:pt x="2886" y="577"/>
                  <a:pt x="2886" y="577"/>
                </a:cubicBezTo>
                <a:lnTo>
                  <a:pt x="2886" y="579"/>
                </a:lnTo>
                <a:close/>
                <a:moveTo>
                  <a:pt x="2886" y="584"/>
                </a:moveTo>
                <a:cubicBezTo>
                  <a:pt x="2891" y="584"/>
                  <a:pt x="2891" y="584"/>
                  <a:pt x="2891" y="584"/>
                </a:cubicBezTo>
                <a:cubicBezTo>
                  <a:pt x="2891" y="582"/>
                  <a:pt x="2891" y="582"/>
                  <a:pt x="2891" y="582"/>
                </a:cubicBezTo>
                <a:cubicBezTo>
                  <a:pt x="2886" y="582"/>
                  <a:pt x="2886" y="582"/>
                  <a:pt x="2886" y="582"/>
                </a:cubicBezTo>
                <a:lnTo>
                  <a:pt x="2886" y="584"/>
                </a:lnTo>
                <a:close/>
                <a:moveTo>
                  <a:pt x="2886" y="590"/>
                </a:moveTo>
                <a:cubicBezTo>
                  <a:pt x="2891" y="590"/>
                  <a:pt x="2891" y="590"/>
                  <a:pt x="2891" y="590"/>
                </a:cubicBezTo>
                <a:cubicBezTo>
                  <a:pt x="2891" y="587"/>
                  <a:pt x="2891" y="587"/>
                  <a:pt x="2891" y="587"/>
                </a:cubicBezTo>
                <a:cubicBezTo>
                  <a:pt x="2886" y="587"/>
                  <a:pt x="2886" y="587"/>
                  <a:pt x="2886" y="587"/>
                </a:cubicBezTo>
                <a:lnTo>
                  <a:pt x="2886" y="590"/>
                </a:lnTo>
                <a:close/>
                <a:moveTo>
                  <a:pt x="2886" y="595"/>
                </a:moveTo>
                <a:cubicBezTo>
                  <a:pt x="2891" y="595"/>
                  <a:pt x="2891" y="595"/>
                  <a:pt x="2891" y="595"/>
                </a:cubicBezTo>
                <a:cubicBezTo>
                  <a:pt x="2891" y="593"/>
                  <a:pt x="2891" y="593"/>
                  <a:pt x="2891" y="593"/>
                </a:cubicBezTo>
                <a:cubicBezTo>
                  <a:pt x="2886" y="593"/>
                  <a:pt x="2886" y="593"/>
                  <a:pt x="2886" y="593"/>
                </a:cubicBezTo>
                <a:lnTo>
                  <a:pt x="2886" y="595"/>
                </a:lnTo>
                <a:close/>
                <a:moveTo>
                  <a:pt x="2886" y="600"/>
                </a:moveTo>
                <a:cubicBezTo>
                  <a:pt x="2891" y="600"/>
                  <a:pt x="2891" y="600"/>
                  <a:pt x="2891" y="600"/>
                </a:cubicBezTo>
                <a:cubicBezTo>
                  <a:pt x="2891" y="598"/>
                  <a:pt x="2891" y="598"/>
                  <a:pt x="2891" y="598"/>
                </a:cubicBezTo>
                <a:cubicBezTo>
                  <a:pt x="2886" y="598"/>
                  <a:pt x="2886" y="598"/>
                  <a:pt x="2886" y="598"/>
                </a:cubicBezTo>
                <a:lnTo>
                  <a:pt x="2886" y="600"/>
                </a:lnTo>
                <a:close/>
                <a:moveTo>
                  <a:pt x="2886" y="606"/>
                </a:moveTo>
                <a:cubicBezTo>
                  <a:pt x="2891" y="606"/>
                  <a:pt x="2891" y="606"/>
                  <a:pt x="2891" y="606"/>
                </a:cubicBezTo>
                <a:cubicBezTo>
                  <a:pt x="2891" y="604"/>
                  <a:pt x="2891" y="604"/>
                  <a:pt x="2891" y="604"/>
                </a:cubicBezTo>
                <a:cubicBezTo>
                  <a:pt x="2886" y="604"/>
                  <a:pt x="2886" y="604"/>
                  <a:pt x="2886" y="604"/>
                </a:cubicBezTo>
                <a:lnTo>
                  <a:pt x="2886" y="606"/>
                </a:lnTo>
                <a:close/>
                <a:moveTo>
                  <a:pt x="2886" y="611"/>
                </a:moveTo>
                <a:cubicBezTo>
                  <a:pt x="2891" y="611"/>
                  <a:pt x="2891" y="611"/>
                  <a:pt x="2891" y="611"/>
                </a:cubicBezTo>
                <a:cubicBezTo>
                  <a:pt x="2891" y="609"/>
                  <a:pt x="2891" y="609"/>
                  <a:pt x="2891" y="609"/>
                </a:cubicBezTo>
                <a:cubicBezTo>
                  <a:pt x="2886" y="609"/>
                  <a:pt x="2886" y="609"/>
                  <a:pt x="2886" y="609"/>
                </a:cubicBezTo>
                <a:lnTo>
                  <a:pt x="2886" y="611"/>
                </a:lnTo>
                <a:close/>
                <a:moveTo>
                  <a:pt x="2886" y="617"/>
                </a:moveTo>
                <a:cubicBezTo>
                  <a:pt x="2891" y="617"/>
                  <a:pt x="2891" y="617"/>
                  <a:pt x="2891" y="617"/>
                </a:cubicBezTo>
                <a:cubicBezTo>
                  <a:pt x="2891" y="614"/>
                  <a:pt x="2891" y="614"/>
                  <a:pt x="2891" y="614"/>
                </a:cubicBezTo>
                <a:cubicBezTo>
                  <a:pt x="2886" y="614"/>
                  <a:pt x="2886" y="614"/>
                  <a:pt x="2886" y="614"/>
                </a:cubicBezTo>
                <a:lnTo>
                  <a:pt x="2886" y="617"/>
                </a:lnTo>
                <a:close/>
                <a:moveTo>
                  <a:pt x="2886" y="622"/>
                </a:moveTo>
                <a:cubicBezTo>
                  <a:pt x="2891" y="622"/>
                  <a:pt x="2891" y="622"/>
                  <a:pt x="2891" y="622"/>
                </a:cubicBezTo>
                <a:cubicBezTo>
                  <a:pt x="2891" y="620"/>
                  <a:pt x="2891" y="620"/>
                  <a:pt x="2891" y="620"/>
                </a:cubicBezTo>
                <a:cubicBezTo>
                  <a:pt x="2886" y="620"/>
                  <a:pt x="2886" y="620"/>
                  <a:pt x="2886" y="620"/>
                </a:cubicBezTo>
                <a:lnTo>
                  <a:pt x="2886" y="622"/>
                </a:lnTo>
                <a:close/>
                <a:moveTo>
                  <a:pt x="2886" y="628"/>
                </a:moveTo>
                <a:cubicBezTo>
                  <a:pt x="2891" y="628"/>
                  <a:pt x="2891" y="628"/>
                  <a:pt x="2891" y="628"/>
                </a:cubicBezTo>
                <a:cubicBezTo>
                  <a:pt x="2891" y="625"/>
                  <a:pt x="2891" y="625"/>
                  <a:pt x="2891" y="625"/>
                </a:cubicBezTo>
                <a:cubicBezTo>
                  <a:pt x="2886" y="625"/>
                  <a:pt x="2886" y="625"/>
                  <a:pt x="2886" y="625"/>
                </a:cubicBezTo>
                <a:lnTo>
                  <a:pt x="2886" y="628"/>
                </a:lnTo>
                <a:close/>
                <a:moveTo>
                  <a:pt x="2886" y="633"/>
                </a:moveTo>
                <a:cubicBezTo>
                  <a:pt x="2891" y="633"/>
                  <a:pt x="2891" y="633"/>
                  <a:pt x="2891" y="633"/>
                </a:cubicBezTo>
                <a:cubicBezTo>
                  <a:pt x="2891" y="631"/>
                  <a:pt x="2891" y="631"/>
                  <a:pt x="2891" y="631"/>
                </a:cubicBezTo>
                <a:cubicBezTo>
                  <a:pt x="2886" y="631"/>
                  <a:pt x="2886" y="631"/>
                  <a:pt x="2886" y="631"/>
                </a:cubicBezTo>
                <a:lnTo>
                  <a:pt x="2886" y="633"/>
                </a:lnTo>
                <a:close/>
                <a:moveTo>
                  <a:pt x="2886" y="638"/>
                </a:moveTo>
                <a:cubicBezTo>
                  <a:pt x="2891" y="638"/>
                  <a:pt x="2891" y="638"/>
                  <a:pt x="2891" y="638"/>
                </a:cubicBezTo>
                <a:cubicBezTo>
                  <a:pt x="2891" y="636"/>
                  <a:pt x="2891" y="636"/>
                  <a:pt x="2891" y="636"/>
                </a:cubicBezTo>
                <a:cubicBezTo>
                  <a:pt x="2886" y="636"/>
                  <a:pt x="2886" y="636"/>
                  <a:pt x="2886" y="636"/>
                </a:cubicBezTo>
                <a:lnTo>
                  <a:pt x="2886" y="638"/>
                </a:lnTo>
                <a:close/>
                <a:moveTo>
                  <a:pt x="2903" y="554"/>
                </a:moveTo>
                <a:cubicBezTo>
                  <a:pt x="2928" y="554"/>
                  <a:pt x="2928" y="554"/>
                  <a:pt x="2928" y="554"/>
                </a:cubicBezTo>
                <a:cubicBezTo>
                  <a:pt x="2928" y="552"/>
                  <a:pt x="2928" y="552"/>
                  <a:pt x="2928" y="552"/>
                </a:cubicBezTo>
                <a:cubicBezTo>
                  <a:pt x="2903" y="552"/>
                  <a:pt x="2903" y="552"/>
                  <a:pt x="2903" y="552"/>
                </a:cubicBezTo>
                <a:lnTo>
                  <a:pt x="2903" y="554"/>
                </a:lnTo>
                <a:close/>
                <a:moveTo>
                  <a:pt x="2903" y="559"/>
                </a:moveTo>
                <a:cubicBezTo>
                  <a:pt x="2928" y="559"/>
                  <a:pt x="2928" y="559"/>
                  <a:pt x="2928" y="559"/>
                </a:cubicBezTo>
                <a:cubicBezTo>
                  <a:pt x="2928" y="557"/>
                  <a:pt x="2928" y="557"/>
                  <a:pt x="2928" y="557"/>
                </a:cubicBezTo>
                <a:cubicBezTo>
                  <a:pt x="2903" y="557"/>
                  <a:pt x="2903" y="557"/>
                  <a:pt x="2903" y="557"/>
                </a:cubicBezTo>
                <a:lnTo>
                  <a:pt x="2903" y="559"/>
                </a:lnTo>
                <a:close/>
                <a:moveTo>
                  <a:pt x="2903" y="565"/>
                </a:moveTo>
                <a:cubicBezTo>
                  <a:pt x="2928" y="565"/>
                  <a:pt x="2928" y="565"/>
                  <a:pt x="2928" y="565"/>
                </a:cubicBezTo>
                <a:cubicBezTo>
                  <a:pt x="2928" y="563"/>
                  <a:pt x="2928" y="563"/>
                  <a:pt x="2928" y="563"/>
                </a:cubicBezTo>
                <a:cubicBezTo>
                  <a:pt x="2903" y="563"/>
                  <a:pt x="2903" y="563"/>
                  <a:pt x="2903" y="563"/>
                </a:cubicBezTo>
                <a:lnTo>
                  <a:pt x="2903" y="565"/>
                </a:lnTo>
                <a:close/>
                <a:moveTo>
                  <a:pt x="2903" y="570"/>
                </a:moveTo>
                <a:cubicBezTo>
                  <a:pt x="2928" y="570"/>
                  <a:pt x="2928" y="570"/>
                  <a:pt x="2928" y="570"/>
                </a:cubicBezTo>
                <a:cubicBezTo>
                  <a:pt x="2928" y="568"/>
                  <a:pt x="2928" y="568"/>
                  <a:pt x="2928" y="568"/>
                </a:cubicBezTo>
                <a:cubicBezTo>
                  <a:pt x="2903" y="568"/>
                  <a:pt x="2903" y="568"/>
                  <a:pt x="2903" y="568"/>
                </a:cubicBezTo>
                <a:lnTo>
                  <a:pt x="2903" y="570"/>
                </a:lnTo>
                <a:close/>
                <a:moveTo>
                  <a:pt x="2903" y="576"/>
                </a:moveTo>
                <a:cubicBezTo>
                  <a:pt x="2928" y="576"/>
                  <a:pt x="2928" y="576"/>
                  <a:pt x="2928" y="576"/>
                </a:cubicBezTo>
                <a:cubicBezTo>
                  <a:pt x="2928" y="573"/>
                  <a:pt x="2928" y="573"/>
                  <a:pt x="2928" y="573"/>
                </a:cubicBezTo>
                <a:cubicBezTo>
                  <a:pt x="2903" y="573"/>
                  <a:pt x="2903" y="573"/>
                  <a:pt x="2903" y="573"/>
                </a:cubicBezTo>
                <a:lnTo>
                  <a:pt x="2903" y="576"/>
                </a:lnTo>
                <a:close/>
                <a:moveTo>
                  <a:pt x="2903" y="581"/>
                </a:moveTo>
                <a:cubicBezTo>
                  <a:pt x="2928" y="581"/>
                  <a:pt x="2928" y="581"/>
                  <a:pt x="2928" y="581"/>
                </a:cubicBezTo>
                <a:cubicBezTo>
                  <a:pt x="2928" y="579"/>
                  <a:pt x="2928" y="579"/>
                  <a:pt x="2928" y="579"/>
                </a:cubicBezTo>
                <a:cubicBezTo>
                  <a:pt x="2903" y="579"/>
                  <a:pt x="2903" y="579"/>
                  <a:pt x="2903" y="579"/>
                </a:cubicBezTo>
                <a:lnTo>
                  <a:pt x="2903" y="581"/>
                </a:lnTo>
                <a:close/>
                <a:moveTo>
                  <a:pt x="2903" y="586"/>
                </a:moveTo>
                <a:cubicBezTo>
                  <a:pt x="2928" y="586"/>
                  <a:pt x="2928" y="586"/>
                  <a:pt x="2928" y="586"/>
                </a:cubicBezTo>
                <a:cubicBezTo>
                  <a:pt x="2928" y="584"/>
                  <a:pt x="2928" y="584"/>
                  <a:pt x="2928" y="584"/>
                </a:cubicBezTo>
                <a:cubicBezTo>
                  <a:pt x="2903" y="584"/>
                  <a:pt x="2903" y="584"/>
                  <a:pt x="2903" y="584"/>
                </a:cubicBezTo>
                <a:lnTo>
                  <a:pt x="2903" y="586"/>
                </a:lnTo>
                <a:close/>
                <a:moveTo>
                  <a:pt x="2903" y="592"/>
                </a:moveTo>
                <a:cubicBezTo>
                  <a:pt x="2928" y="592"/>
                  <a:pt x="2928" y="592"/>
                  <a:pt x="2928" y="592"/>
                </a:cubicBezTo>
                <a:cubicBezTo>
                  <a:pt x="2928" y="590"/>
                  <a:pt x="2928" y="590"/>
                  <a:pt x="2928" y="590"/>
                </a:cubicBezTo>
                <a:cubicBezTo>
                  <a:pt x="2903" y="590"/>
                  <a:pt x="2903" y="590"/>
                  <a:pt x="2903" y="590"/>
                </a:cubicBezTo>
                <a:lnTo>
                  <a:pt x="2903" y="592"/>
                </a:lnTo>
                <a:close/>
                <a:moveTo>
                  <a:pt x="2903" y="597"/>
                </a:moveTo>
                <a:cubicBezTo>
                  <a:pt x="2928" y="597"/>
                  <a:pt x="2928" y="597"/>
                  <a:pt x="2928" y="597"/>
                </a:cubicBezTo>
                <a:cubicBezTo>
                  <a:pt x="2928" y="595"/>
                  <a:pt x="2928" y="595"/>
                  <a:pt x="2928" y="595"/>
                </a:cubicBezTo>
                <a:cubicBezTo>
                  <a:pt x="2903" y="595"/>
                  <a:pt x="2903" y="595"/>
                  <a:pt x="2903" y="595"/>
                </a:cubicBezTo>
                <a:lnTo>
                  <a:pt x="2903" y="597"/>
                </a:lnTo>
                <a:close/>
                <a:moveTo>
                  <a:pt x="2903" y="603"/>
                </a:moveTo>
                <a:cubicBezTo>
                  <a:pt x="2928" y="603"/>
                  <a:pt x="2928" y="603"/>
                  <a:pt x="2928" y="603"/>
                </a:cubicBezTo>
                <a:cubicBezTo>
                  <a:pt x="2928" y="600"/>
                  <a:pt x="2928" y="600"/>
                  <a:pt x="2928" y="600"/>
                </a:cubicBezTo>
                <a:cubicBezTo>
                  <a:pt x="2903" y="600"/>
                  <a:pt x="2903" y="600"/>
                  <a:pt x="2903" y="600"/>
                </a:cubicBezTo>
                <a:lnTo>
                  <a:pt x="2903" y="603"/>
                </a:lnTo>
                <a:close/>
                <a:moveTo>
                  <a:pt x="2903" y="608"/>
                </a:moveTo>
                <a:cubicBezTo>
                  <a:pt x="2928" y="608"/>
                  <a:pt x="2928" y="608"/>
                  <a:pt x="2928" y="608"/>
                </a:cubicBezTo>
                <a:cubicBezTo>
                  <a:pt x="2928" y="606"/>
                  <a:pt x="2928" y="606"/>
                  <a:pt x="2928" y="606"/>
                </a:cubicBezTo>
                <a:cubicBezTo>
                  <a:pt x="2903" y="606"/>
                  <a:pt x="2903" y="606"/>
                  <a:pt x="2903" y="606"/>
                </a:cubicBezTo>
                <a:lnTo>
                  <a:pt x="2903" y="608"/>
                </a:lnTo>
                <a:close/>
                <a:moveTo>
                  <a:pt x="2903" y="613"/>
                </a:moveTo>
                <a:cubicBezTo>
                  <a:pt x="2928" y="613"/>
                  <a:pt x="2928" y="613"/>
                  <a:pt x="2928" y="613"/>
                </a:cubicBezTo>
                <a:cubicBezTo>
                  <a:pt x="2928" y="611"/>
                  <a:pt x="2928" y="611"/>
                  <a:pt x="2928" y="611"/>
                </a:cubicBezTo>
                <a:cubicBezTo>
                  <a:pt x="2903" y="611"/>
                  <a:pt x="2903" y="611"/>
                  <a:pt x="2903" y="611"/>
                </a:cubicBezTo>
                <a:lnTo>
                  <a:pt x="2903" y="613"/>
                </a:lnTo>
                <a:close/>
                <a:moveTo>
                  <a:pt x="2903" y="619"/>
                </a:moveTo>
                <a:cubicBezTo>
                  <a:pt x="2928" y="619"/>
                  <a:pt x="2928" y="619"/>
                  <a:pt x="2928" y="619"/>
                </a:cubicBezTo>
                <a:cubicBezTo>
                  <a:pt x="2928" y="617"/>
                  <a:pt x="2928" y="617"/>
                  <a:pt x="2928" y="617"/>
                </a:cubicBezTo>
                <a:cubicBezTo>
                  <a:pt x="2903" y="617"/>
                  <a:pt x="2903" y="617"/>
                  <a:pt x="2903" y="617"/>
                </a:cubicBezTo>
                <a:lnTo>
                  <a:pt x="2903" y="619"/>
                </a:lnTo>
                <a:close/>
                <a:moveTo>
                  <a:pt x="2903" y="624"/>
                </a:moveTo>
                <a:cubicBezTo>
                  <a:pt x="2928" y="624"/>
                  <a:pt x="2928" y="624"/>
                  <a:pt x="2928" y="624"/>
                </a:cubicBezTo>
                <a:cubicBezTo>
                  <a:pt x="2928" y="622"/>
                  <a:pt x="2928" y="622"/>
                  <a:pt x="2928" y="622"/>
                </a:cubicBezTo>
                <a:cubicBezTo>
                  <a:pt x="2903" y="622"/>
                  <a:pt x="2903" y="622"/>
                  <a:pt x="2903" y="622"/>
                </a:cubicBezTo>
                <a:lnTo>
                  <a:pt x="2903" y="624"/>
                </a:lnTo>
                <a:close/>
                <a:moveTo>
                  <a:pt x="2903" y="630"/>
                </a:moveTo>
                <a:cubicBezTo>
                  <a:pt x="2928" y="630"/>
                  <a:pt x="2928" y="630"/>
                  <a:pt x="2928" y="630"/>
                </a:cubicBezTo>
                <a:cubicBezTo>
                  <a:pt x="2928" y="628"/>
                  <a:pt x="2928" y="628"/>
                  <a:pt x="2928" y="628"/>
                </a:cubicBezTo>
                <a:cubicBezTo>
                  <a:pt x="2903" y="628"/>
                  <a:pt x="2903" y="628"/>
                  <a:pt x="2903" y="628"/>
                </a:cubicBezTo>
                <a:lnTo>
                  <a:pt x="2903" y="630"/>
                </a:lnTo>
                <a:close/>
                <a:moveTo>
                  <a:pt x="2903" y="635"/>
                </a:moveTo>
                <a:cubicBezTo>
                  <a:pt x="2928" y="635"/>
                  <a:pt x="2928" y="635"/>
                  <a:pt x="2928" y="635"/>
                </a:cubicBezTo>
                <a:cubicBezTo>
                  <a:pt x="2928" y="633"/>
                  <a:pt x="2928" y="633"/>
                  <a:pt x="2928" y="633"/>
                </a:cubicBezTo>
                <a:cubicBezTo>
                  <a:pt x="2903" y="633"/>
                  <a:pt x="2903" y="633"/>
                  <a:pt x="2903" y="633"/>
                </a:cubicBezTo>
                <a:lnTo>
                  <a:pt x="2903" y="635"/>
                </a:lnTo>
                <a:close/>
                <a:moveTo>
                  <a:pt x="2903" y="641"/>
                </a:moveTo>
                <a:cubicBezTo>
                  <a:pt x="2928" y="641"/>
                  <a:pt x="2928" y="641"/>
                  <a:pt x="2928" y="641"/>
                </a:cubicBezTo>
                <a:cubicBezTo>
                  <a:pt x="2928" y="638"/>
                  <a:pt x="2928" y="638"/>
                  <a:pt x="2928" y="638"/>
                </a:cubicBezTo>
                <a:cubicBezTo>
                  <a:pt x="2903" y="638"/>
                  <a:pt x="2903" y="638"/>
                  <a:pt x="2903" y="638"/>
                </a:cubicBezTo>
                <a:lnTo>
                  <a:pt x="2903" y="641"/>
                </a:lnTo>
                <a:close/>
                <a:moveTo>
                  <a:pt x="2765" y="447"/>
                </a:moveTo>
                <a:cubicBezTo>
                  <a:pt x="2767" y="447"/>
                  <a:pt x="2767" y="447"/>
                  <a:pt x="2767" y="447"/>
                </a:cubicBezTo>
                <a:cubicBezTo>
                  <a:pt x="2767" y="420"/>
                  <a:pt x="2767" y="420"/>
                  <a:pt x="2767" y="420"/>
                </a:cubicBezTo>
                <a:cubicBezTo>
                  <a:pt x="2765" y="420"/>
                  <a:pt x="2765" y="420"/>
                  <a:pt x="2765" y="420"/>
                </a:cubicBezTo>
                <a:lnTo>
                  <a:pt x="2765" y="447"/>
                </a:lnTo>
                <a:close/>
                <a:moveTo>
                  <a:pt x="2773" y="433"/>
                </a:moveTo>
                <a:cubicBezTo>
                  <a:pt x="2775" y="433"/>
                  <a:pt x="2775" y="433"/>
                  <a:pt x="2775" y="433"/>
                </a:cubicBezTo>
                <a:cubicBezTo>
                  <a:pt x="2775" y="419"/>
                  <a:pt x="2775" y="419"/>
                  <a:pt x="2775" y="419"/>
                </a:cubicBezTo>
                <a:cubicBezTo>
                  <a:pt x="2773" y="419"/>
                  <a:pt x="2773" y="419"/>
                  <a:pt x="2773" y="419"/>
                </a:cubicBezTo>
                <a:lnTo>
                  <a:pt x="2773" y="433"/>
                </a:lnTo>
                <a:close/>
                <a:moveTo>
                  <a:pt x="2781" y="443"/>
                </a:moveTo>
                <a:cubicBezTo>
                  <a:pt x="2783" y="443"/>
                  <a:pt x="2783" y="443"/>
                  <a:pt x="2783" y="443"/>
                </a:cubicBezTo>
                <a:cubicBezTo>
                  <a:pt x="2783" y="418"/>
                  <a:pt x="2783" y="418"/>
                  <a:pt x="2783" y="418"/>
                </a:cubicBezTo>
                <a:cubicBezTo>
                  <a:pt x="2781" y="418"/>
                  <a:pt x="2781" y="418"/>
                  <a:pt x="2781" y="418"/>
                </a:cubicBezTo>
                <a:lnTo>
                  <a:pt x="2781" y="443"/>
                </a:lnTo>
                <a:close/>
                <a:moveTo>
                  <a:pt x="2790" y="451"/>
                </a:moveTo>
                <a:cubicBezTo>
                  <a:pt x="2793" y="451"/>
                  <a:pt x="2793" y="451"/>
                  <a:pt x="2793" y="451"/>
                </a:cubicBezTo>
                <a:cubicBezTo>
                  <a:pt x="2793" y="418"/>
                  <a:pt x="2793" y="418"/>
                  <a:pt x="2793" y="418"/>
                </a:cubicBezTo>
                <a:cubicBezTo>
                  <a:pt x="2790" y="418"/>
                  <a:pt x="2790" y="418"/>
                  <a:pt x="2790" y="418"/>
                </a:cubicBezTo>
                <a:lnTo>
                  <a:pt x="2790" y="451"/>
                </a:lnTo>
                <a:close/>
                <a:moveTo>
                  <a:pt x="2800" y="460"/>
                </a:moveTo>
                <a:cubicBezTo>
                  <a:pt x="2802" y="460"/>
                  <a:pt x="2802" y="460"/>
                  <a:pt x="2802" y="460"/>
                </a:cubicBezTo>
                <a:cubicBezTo>
                  <a:pt x="2802" y="418"/>
                  <a:pt x="2802" y="418"/>
                  <a:pt x="2802" y="418"/>
                </a:cubicBezTo>
                <a:cubicBezTo>
                  <a:pt x="2800" y="418"/>
                  <a:pt x="2800" y="418"/>
                  <a:pt x="2800" y="418"/>
                </a:cubicBezTo>
                <a:lnTo>
                  <a:pt x="2800" y="460"/>
                </a:lnTo>
                <a:close/>
                <a:moveTo>
                  <a:pt x="2809" y="489"/>
                </a:moveTo>
                <a:cubicBezTo>
                  <a:pt x="2811" y="489"/>
                  <a:pt x="2811" y="489"/>
                  <a:pt x="2811" y="489"/>
                </a:cubicBezTo>
                <a:cubicBezTo>
                  <a:pt x="2811" y="418"/>
                  <a:pt x="2811" y="418"/>
                  <a:pt x="2811" y="418"/>
                </a:cubicBezTo>
                <a:cubicBezTo>
                  <a:pt x="2809" y="418"/>
                  <a:pt x="2809" y="418"/>
                  <a:pt x="2809" y="418"/>
                </a:cubicBezTo>
                <a:lnTo>
                  <a:pt x="2809" y="489"/>
                </a:lnTo>
                <a:close/>
                <a:moveTo>
                  <a:pt x="2773" y="344"/>
                </a:moveTo>
                <a:cubicBezTo>
                  <a:pt x="2775" y="344"/>
                  <a:pt x="2775" y="344"/>
                  <a:pt x="2775" y="344"/>
                </a:cubicBezTo>
                <a:cubicBezTo>
                  <a:pt x="2775" y="317"/>
                  <a:pt x="2775" y="317"/>
                  <a:pt x="2775" y="317"/>
                </a:cubicBezTo>
                <a:cubicBezTo>
                  <a:pt x="2773" y="317"/>
                  <a:pt x="2773" y="317"/>
                  <a:pt x="2773" y="317"/>
                </a:cubicBezTo>
                <a:lnTo>
                  <a:pt x="2773" y="344"/>
                </a:lnTo>
                <a:close/>
                <a:moveTo>
                  <a:pt x="2781" y="330"/>
                </a:moveTo>
                <a:cubicBezTo>
                  <a:pt x="2783" y="330"/>
                  <a:pt x="2783" y="330"/>
                  <a:pt x="2783" y="330"/>
                </a:cubicBezTo>
                <a:cubicBezTo>
                  <a:pt x="2783" y="316"/>
                  <a:pt x="2783" y="316"/>
                  <a:pt x="2783" y="316"/>
                </a:cubicBezTo>
                <a:cubicBezTo>
                  <a:pt x="2781" y="316"/>
                  <a:pt x="2781" y="316"/>
                  <a:pt x="2781" y="316"/>
                </a:cubicBezTo>
                <a:lnTo>
                  <a:pt x="2781" y="330"/>
                </a:lnTo>
                <a:close/>
                <a:moveTo>
                  <a:pt x="2789" y="340"/>
                </a:moveTo>
                <a:cubicBezTo>
                  <a:pt x="2791" y="340"/>
                  <a:pt x="2791" y="340"/>
                  <a:pt x="2791" y="340"/>
                </a:cubicBezTo>
                <a:cubicBezTo>
                  <a:pt x="2791" y="315"/>
                  <a:pt x="2791" y="315"/>
                  <a:pt x="2791" y="315"/>
                </a:cubicBezTo>
                <a:cubicBezTo>
                  <a:pt x="2789" y="315"/>
                  <a:pt x="2789" y="315"/>
                  <a:pt x="2789" y="315"/>
                </a:cubicBezTo>
                <a:lnTo>
                  <a:pt x="2789" y="340"/>
                </a:lnTo>
                <a:close/>
                <a:moveTo>
                  <a:pt x="2798" y="348"/>
                </a:moveTo>
                <a:cubicBezTo>
                  <a:pt x="2800" y="348"/>
                  <a:pt x="2800" y="348"/>
                  <a:pt x="2800" y="348"/>
                </a:cubicBezTo>
                <a:cubicBezTo>
                  <a:pt x="2800" y="315"/>
                  <a:pt x="2800" y="315"/>
                  <a:pt x="2800" y="315"/>
                </a:cubicBezTo>
                <a:cubicBezTo>
                  <a:pt x="2798" y="315"/>
                  <a:pt x="2798" y="315"/>
                  <a:pt x="2798" y="315"/>
                </a:cubicBezTo>
                <a:lnTo>
                  <a:pt x="2798" y="348"/>
                </a:lnTo>
                <a:close/>
                <a:moveTo>
                  <a:pt x="2808" y="357"/>
                </a:moveTo>
                <a:cubicBezTo>
                  <a:pt x="2810" y="357"/>
                  <a:pt x="2810" y="357"/>
                  <a:pt x="2810" y="357"/>
                </a:cubicBezTo>
                <a:cubicBezTo>
                  <a:pt x="2810" y="315"/>
                  <a:pt x="2810" y="315"/>
                  <a:pt x="2810" y="315"/>
                </a:cubicBezTo>
                <a:cubicBezTo>
                  <a:pt x="2808" y="315"/>
                  <a:pt x="2808" y="315"/>
                  <a:pt x="2808" y="315"/>
                </a:cubicBezTo>
                <a:lnTo>
                  <a:pt x="2808" y="357"/>
                </a:lnTo>
                <a:close/>
                <a:moveTo>
                  <a:pt x="3795" y="575"/>
                </a:moveTo>
                <a:cubicBezTo>
                  <a:pt x="3812" y="575"/>
                  <a:pt x="3812" y="575"/>
                  <a:pt x="3812" y="575"/>
                </a:cubicBezTo>
                <a:cubicBezTo>
                  <a:pt x="3812" y="573"/>
                  <a:pt x="3812" y="573"/>
                  <a:pt x="3812" y="573"/>
                </a:cubicBezTo>
                <a:cubicBezTo>
                  <a:pt x="3795" y="573"/>
                  <a:pt x="3795" y="573"/>
                  <a:pt x="3795" y="573"/>
                </a:cubicBezTo>
                <a:lnTo>
                  <a:pt x="3795" y="575"/>
                </a:lnTo>
                <a:close/>
                <a:moveTo>
                  <a:pt x="3795" y="580"/>
                </a:moveTo>
                <a:cubicBezTo>
                  <a:pt x="3812" y="580"/>
                  <a:pt x="3812" y="580"/>
                  <a:pt x="3812" y="580"/>
                </a:cubicBezTo>
                <a:cubicBezTo>
                  <a:pt x="3812" y="578"/>
                  <a:pt x="3812" y="578"/>
                  <a:pt x="3812" y="578"/>
                </a:cubicBezTo>
                <a:cubicBezTo>
                  <a:pt x="3795" y="578"/>
                  <a:pt x="3795" y="578"/>
                  <a:pt x="3795" y="578"/>
                </a:cubicBezTo>
                <a:lnTo>
                  <a:pt x="3795" y="580"/>
                </a:lnTo>
                <a:close/>
                <a:moveTo>
                  <a:pt x="3795" y="585"/>
                </a:moveTo>
                <a:cubicBezTo>
                  <a:pt x="3812" y="585"/>
                  <a:pt x="3812" y="585"/>
                  <a:pt x="3812" y="585"/>
                </a:cubicBezTo>
                <a:cubicBezTo>
                  <a:pt x="3812" y="582"/>
                  <a:pt x="3812" y="582"/>
                  <a:pt x="3812" y="582"/>
                </a:cubicBezTo>
                <a:cubicBezTo>
                  <a:pt x="3795" y="582"/>
                  <a:pt x="3795" y="582"/>
                  <a:pt x="3795" y="582"/>
                </a:cubicBezTo>
                <a:lnTo>
                  <a:pt x="3795" y="585"/>
                </a:lnTo>
                <a:close/>
                <a:moveTo>
                  <a:pt x="3795" y="590"/>
                </a:moveTo>
                <a:cubicBezTo>
                  <a:pt x="3812" y="590"/>
                  <a:pt x="3812" y="590"/>
                  <a:pt x="3812" y="590"/>
                </a:cubicBezTo>
                <a:cubicBezTo>
                  <a:pt x="3812" y="587"/>
                  <a:pt x="3812" y="587"/>
                  <a:pt x="3812" y="587"/>
                </a:cubicBezTo>
                <a:cubicBezTo>
                  <a:pt x="3795" y="587"/>
                  <a:pt x="3795" y="587"/>
                  <a:pt x="3795" y="587"/>
                </a:cubicBezTo>
                <a:lnTo>
                  <a:pt x="3795" y="590"/>
                </a:lnTo>
                <a:close/>
                <a:moveTo>
                  <a:pt x="3795" y="595"/>
                </a:moveTo>
                <a:cubicBezTo>
                  <a:pt x="3812" y="595"/>
                  <a:pt x="3812" y="595"/>
                  <a:pt x="3812" y="595"/>
                </a:cubicBezTo>
                <a:cubicBezTo>
                  <a:pt x="3812" y="592"/>
                  <a:pt x="3812" y="592"/>
                  <a:pt x="3812" y="592"/>
                </a:cubicBezTo>
                <a:cubicBezTo>
                  <a:pt x="3795" y="592"/>
                  <a:pt x="3795" y="592"/>
                  <a:pt x="3795" y="592"/>
                </a:cubicBezTo>
                <a:lnTo>
                  <a:pt x="3795" y="595"/>
                </a:lnTo>
                <a:close/>
                <a:moveTo>
                  <a:pt x="3795" y="599"/>
                </a:moveTo>
                <a:cubicBezTo>
                  <a:pt x="3812" y="599"/>
                  <a:pt x="3812" y="599"/>
                  <a:pt x="3812" y="599"/>
                </a:cubicBezTo>
                <a:cubicBezTo>
                  <a:pt x="3812" y="597"/>
                  <a:pt x="3812" y="597"/>
                  <a:pt x="3812" y="597"/>
                </a:cubicBezTo>
                <a:cubicBezTo>
                  <a:pt x="3795" y="597"/>
                  <a:pt x="3795" y="597"/>
                  <a:pt x="3795" y="597"/>
                </a:cubicBezTo>
                <a:lnTo>
                  <a:pt x="3795" y="599"/>
                </a:lnTo>
                <a:close/>
                <a:moveTo>
                  <a:pt x="3795" y="604"/>
                </a:moveTo>
                <a:cubicBezTo>
                  <a:pt x="3812" y="604"/>
                  <a:pt x="3812" y="604"/>
                  <a:pt x="3812" y="604"/>
                </a:cubicBezTo>
                <a:cubicBezTo>
                  <a:pt x="3812" y="602"/>
                  <a:pt x="3812" y="602"/>
                  <a:pt x="3812" y="602"/>
                </a:cubicBezTo>
                <a:cubicBezTo>
                  <a:pt x="3795" y="602"/>
                  <a:pt x="3795" y="602"/>
                  <a:pt x="3795" y="602"/>
                </a:cubicBezTo>
                <a:lnTo>
                  <a:pt x="3795" y="604"/>
                </a:lnTo>
                <a:close/>
                <a:moveTo>
                  <a:pt x="3795" y="609"/>
                </a:moveTo>
                <a:cubicBezTo>
                  <a:pt x="3812" y="609"/>
                  <a:pt x="3812" y="609"/>
                  <a:pt x="3812" y="609"/>
                </a:cubicBezTo>
                <a:cubicBezTo>
                  <a:pt x="3812" y="607"/>
                  <a:pt x="3812" y="607"/>
                  <a:pt x="3812" y="607"/>
                </a:cubicBezTo>
                <a:cubicBezTo>
                  <a:pt x="3795" y="607"/>
                  <a:pt x="3795" y="607"/>
                  <a:pt x="3795" y="607"/>
                </a:cubicBezTo>
                <a:lnTo>
                  <a:pt x="3795" y="609"/>
                </a:lnTo>
                <a:close/>
                <a:moveTo>
                  <a:pt x="3795" y="614"/>
                </a:moveTo>
                <a:cubicBezTo>
                  <a:pt x="3812" y="614"/>
                  <a:pt x="3812" y="614"/>
                  <a:pt x="3812" y="614"/>
                </a:cubicBezTo>
                <a:cubicBezTo>
                  <a:pt x="3812" y="612"/>
                  <a:pt x="3812" y="612"/>
                  <a:pt x="3812" y="612"/>
                </a:cubicBezTo>
                <a:cubicBezTo>
                  <a:pt x="3795" y="612"/>
                  <a:pt x="3795" y="612"/>
                  <a:pt x="3795" y="612"/>
                </a:cubicBezTo>
                <a:lnTo>
                  <a:pt x="3795" y="614"/>
                </a:lnTo>
                <a:close/>
                <a:moveTo>
                  <a:pt x="3795" y="619"/>
                </a:moveTo>
                <a:cubicBezTo>
                  <a:pt x="3812" y="619"/>
                  <a:pt x="3812" y="619"/>
                  <a:pt x="3812" y="619"/>
                </a:cubicBezTo>
                <a:cubicBezTo>
                  <a:pt x="3812" y="617"/>
                  <a:pt x="3812" y="617"/>
                  <a:pt x="3812" y="617"/>
                </a:cubicBezTo>
                <a:cubicBezTo>
                  <a:pt x="3795" y="617"/>
                  <a:pt x="3795" y="617"/>
                  <a:pt x="3795" y="617"/>
                </a:cubicBezTo>
                <a:lnTo>
                  <a:pt x="3795" y="619"/>
                </a:lnTo>
                <a:close/>
                <a:moveTo>
                  <a:pt x="3374" y="426"/>
                </a:moveTo>
                <a:cubicBezTo>
                  <a:pt x="3390" y="426"/>
                  <a:pt x="3390" y="426"/>
                  <a:pt x="3390" y="426"/>
                </a:cubicBezTo>
                <a:cubicBezTo>
                  <a:pt x="3390" y="423"/>
                  <a:pt x="3390" y="423"/>
                  <a:pt x="3390" y="423"/>
                </a:cubicBezTo>
                <a:cubicBezTo>
                  <a:pt x="3374" y="423"/>
                  <a:pt x="3374" y="423"/>
                  <a:pt x="3374" y="423"/>
                </a:cubicBezTo>
                <a:lnTo>
                  <a:pt x="3374" y="426"/>
                </a:lnTo>
                <a:close/>
                <a:moveTo>
                  <a:pt x="3374" y="431"/>
                </a:moveTo>
                <a:cubicBezTo>
                  <a:pt x="3390" y="431"/>
                  <a:pt x="3390" y="431"/>
                  <a:pt x="3390" y="431"/>
                </a:cubicBezTo>
                <a:cubicBezTo>
                  <a:pt x="3390" y="428"/>
                  <a:pt x="3390" y="428"/>
                  <a:pt x="3390" y="428"/>
                </a:cubicBezTo>
                <a:cubicBezTo>
                  <a:pt x="3374" y="428"/>
                  <a:pt x="3374" y="428"/>
                  <a:pt x="3374" y="428"/>
                </a:cubicBezTo>
                <a:lnTo>
                  <a:pt x="3374" y="431"/>
                </a:lnTo>
                <a:close/>
                <a:moveTo>
                  <a:pt x="3374" y="435"/>
                </a:moveTo>
                <a:cubicBezTo>
                  <a:pt x="3390" y="435"/>
                  <a:pt x="3390" y="435"/>
                  <a:pt x="3390" y="435"/>
                </a:cubicBezTo>
                <a:cubicBezTo>
                  <a:pt x="3390" y="433"/>
                  <a:pt x="3390" y="433"/>
                  <a:pt x="3390" y="433"/>
                </a:cubicBezTo>
                <a:cubicBezTo>
                  <a:pt x="3374" y="433"/>
                  <a:pt x="3374" y="433"/>
                  <a:pt x="3374" y="433"/>
                </a:cubicBezTo>
                <a:lnTo>
                  <a:pt x="3374" y="435"/>
                </a:lnTo>
                <a:close/>
                <a:moveTo>
                  <a:pt x="3374" y="440"/>
                </a:moveTo>
                <a:cubicBezTo>
                  <a:pt x="3390" y="440"/>
                  <a:pt x="3390" y="440"/>
                  <a:pt x="3390" y="440"/>
                </a:cubicBezTo>
                <a:cubicBezTo>
                  <a:pt x="3390" y="438"/>
                  <a:pt x="3390" y="438"/>
                  <a:pt x="3390" y="438"/>
                </a:cubicBezTo>
                <a:cubicBezTo>
                  <a:pt x="3374" y="438"/>
                  <a:pt x="3374" y="438"/>
                  <a:pt x="3374" y="438"/>
                </a:cubicBezTo>
                <a:lnTo>
                  <a:pt x="3374" y="440"/>
                </a:lnTo>
                <a:close/>
                <a:moveTo>
                  <a:pt x="3374" y="445"/>
                </a:moveTo>
                <a:cubicBezTo>
                  <a:pt x="3390" y="445"/>
                  <a:pt x="3390" y="445"/>
                  <a:pt x="3390" y="445"/>
                </a:cubicBezTo>
                <a:cubicBezTo>
                  <a:pt x="3390" y="443"/>
                  <a:pt x="3390" y="443"/>
                  <a:pt x="3390" y="443"/>
                </a:cubicBezTo>
                <a:cubicBezTo>
                  <a:pt x="3374" y="443"/>
                  <a:pt x="3374" y="443"/>
                  <a:pt x="3374" y="443"/>
                </a:cubicBezTo>
                <a:lnTo>
                  <a:pt x="3374" y="445"/>
                </a:lnTo>
                <a:close/>
                <a:moveTo>
                  <a:pt x="3374" y="450"/>
                </a:moveTo>
                <a:cubicBezTo>
                  <a:pt x="3390" y="450"/>
                  <a:pt x="3390" y="450"/>
                  <a:pt x="3390" y="450"/>
                </a:cubicBezTo>
                <a:cubicBezTo>
                  <a:pt x="3390" y="448"/>
                  <a:pt x="3390" y="448"/>
                  <a:pt x="3390" y="448"/>
                </a:cubicBezTo>
                <a:cubicBezTo>
                  <a:pt x="3374" y="448"/>
                  <a:pt x="3374" y="448"/>
                  <a:pt x="3374" y="448"/>
                </a:cubicBezTo>
                <a:lnTo>
                  <a:pt x="3374" y="450"/>
                </a:lnTo>
                <a:close/>
                <a:moveTo>
                  <a:pt x="3374" y="455"/>
                </a:moveTo>
                <a:cubicBezTo>
                  <a:pt x="3390" y="455"/>
                  <a:pt x="3390" y="455"/>
                  <a:pt x="3390" y="455"/>
                </a:cubicBezTo>
                <a:cubicBezTo>
                  <a:pt x="3390" y="453"/>
                  <a:pt x="3390" y="453"/>
                  <a:pt x="3390" y="453"/>
                </a:cubicBezTo>
                <a:cubicBezTo>
                  <a:pt x="3374" y="453"/>
                  <a:pt x="3374" y="453"/>
                  <a:pt x="3374" y="453"/>
                </a:cubicBezTo>
                <a:lnTo>
                  <a:pt x="3374" y="455"/>
                </a:lnTo>
                <a:close/>
                <a:moveTo>
                  <a:pt x="3374" y="460"/>
                </a:moveTo>
                <a:cubicBezTo>
                  <a:pt x="3390" y="460"/>
                  <a:pt x="3390" y="460"/>
                  <a:pt x="3390" y="460"/>
                </a:cubicBezTo>
                <a:cubicBezTo>
                  <a:pt x="3390" y="458"/>
                  <a:pt x="3390" y="458"/>
                  <a:pt x="3390" y="458"/>
                </a:cubicBezTo>
                <a:cubicBezTo>
                  <a:pt x="3374" y="458"/>
                  <a:pt x="3374" y="458"/>
                  <a:pt x="3374" y="458"/>
                </a:cubicBezTo>
                <a:lnTo>
                  <a:pt x="3374" y="460"/>
                </a:lnTo>
                <a:close/>
                <a:moveTo>
                  <a:pt x="3374" y="465"/>
                </a:moveTo>
                <a:cubicBezTo>
                  <a:pt x="3390" y="465"/>
                  <a:pt x="3390" y="465"/>
                  <a:pt x="3390" y="465"/>
                </a:cubicBezTo>
                <a:cubicBezTo>
                  <a:pt x="3390" y="463"/>
                  <a:pt x="3390" y="463"/>
                  <a:pt x="3390" y="463"/>
                </a:cubicBezTo>
                <a:cubicBezTo>
                  <a:pt x="3374" y="463"/>
                  <a:pt x="3374" y="463"/>
                  <a:pt x="3374" y="463"/>
                </a:cubicBezTo>
                <a:lnTo>
                  <a:pt x="3374" y="465"/>
                </a:lnTo>
                <a:close/>
                <a:moveTo>
                  <a:pt x="3374" y="470"/>
                </a:moveTo>
                <a:cubicBezTo>
                  <a:pt x="3390" y="470"/>
                  <a:pt x="3390" y="470"/>
                  <a:pt x="3390" y="470"/>
                </a:cubicBezTo>
                <a:cubicBezTo>
                  <a:pt x="3390" y="468"/>
                  <a:pt x="3390" y="468"/>
                  <a:pt x="3390" y="468"/>
                </a:cubicBezTo>
                <a:cubicBezTo>
                  <a:pt x="3374" y="468"/>
                  <a:pt x="3374" y="468"/>
                  <a:pt x="3374" y="468"/>
                </a:cubicBezTo>
                <a:lnTo>
                  <a:pt x="3374" y="470"/>
                </a:lnTo>
                <a:close/>
                <a:moveTo>
                  <a:pt x="663" y="415"/>
                </a:moveTo>
                <a:cubicBezTo>
                  <a:pt x="665" y="415"/>
                  <a:pt x="665" y="415"/>
                  <a:pt x="665" y="415"/>
                </a:cubicBezTo>
                <a:cubicBezTo>
                  <a:pt x="665" y="408"/>
                  <a:pt x="665" y="408"/>
                  <a:pt x="665" y="408"/>
                </a:cubicBezTo>
                <a:cubicBezTo>
                  <a:pt x="663" y="408"/>
                  <a:pt x="663" y="408"/>
                  <a:pt x="663" y="408"/>
                </a:cubicBezTo>
                <a:lnTo>
                  <a:pt x="663" y="415"/>
                </a:lnTo>
                <a:close/>
                <a:moveTo>
                  <a:pt x="658" y="415"/>
                </a:moveTo>
                <a:cubicBezTo>
                  <a:pt x="661" y="415"/>
                  <a:pt x="661" y="415"/>
                  <a:pt x="661" y="415"/>
                </a:cubicBezTo>
                <a:cubicBezTo>
                  <a:pt x="661" y="408"/>
                  <a:pt x="661" y="408"/>
                  <a:pt x="661" y="408"/>
                </a:cubicBezTo>
                <a:cubicBezTo>
                  <a:pt x="658" y="408"/>
                  <a:pt x="658" y="408"/>
                  <a:pt x="658" y="408"/>
                </a:cubicBezTo>
                <a:lnTo>
                  <a:pt x="658" y="415"/>
                </a:lnTo>
                <a:close/>
                <a:moveTo>
                  <a:pt x="654" y="415"/>
                </a:moveTo>
                <a:cubicBezTo>
                  <a:pt x="656" y="415"/>
                  <a:pt x="656" y="415"/>
                  <a:pt x="656" y="415"/>
                </a:cubicBezTo>
                <a:cubicBezTo>
                  <a:pt x="656" y="408"/>
                  <a:pt x="656" y="408"/>
                  <a:pt x="656" y="408"/>
                </a:cubicBezTo>
                <a:cubicBezTo>
                  <a:pt x="654" y="408"/>
                  <a:pt x="654" y="408"/>
                  <a:pt x="654" y="408"/>
                </a:cubicBezTo>
                <a:lnTo>
                  <a:pt x="654" y="415"/>
                </a:lnTo>
                <a:close/>
                <a:moveTo>
                  <a:pt x="649" y="415"/>
                </a:moveTo>
                <a:cubicBezTo>
                  <a:pt x="651" y="415"/>
                  <a:pt x="651" y="415"/>
                  <a:pt x="651" y="415"/>
                </a:cubicBezTo>
                <a:cubicBezTo>
                  <a:pt x="651" y="408"/>
                  <a:pt x="651" y="408"/>
                  <a:pt x="651" y="408"/>
                </a:cubicBezTo>
                <a:cubicBezTo>
                  <a:pt x="649" y="408"/>
                  <a:pt x="649" y="408"/>
                  <a:pt x="649" y="408"/>
                </a:cubicBezTo>
                <a:lnTo>
                  <a:pt x="649" y="415"/>
                </a:lnTo>
                <a:close/>
                <a:moveTo>
                  <a:pt x="645" y="415"/>
                </a:moveTo>
                <a:cubicBezTo>
                  <a:pt x="647" y="415"/>
                  <a:pt x="647" y="415"/>
                  <a:pt x="647" y="415"/>
                </a:cubicBezTo>
                <a:cubicBezTo>
                  <a:pt x="647" y="408"/>
                  <a:pt x="647" y="408"/>
                  <a:pt x="647" y="408"/>
                </a:cubicBezTo>
                <a:cubicBezTo>
                  <a:pt x="645" y="408"/>
                  <a:pt x="645" y="408"/>
                  <a:pt x="645" y="408"/>
                </a:cubicBezTo>
                <a:lnTo>
                  <a:pt x="645" y="415"/>
                </a:lnTo>
                <a:close/>
                <a:moveTo>
                  <a:pt x="640" y="415"/>
                </a:moveTo>
                <a:cubicBezTo>
                  <a:pt x="642" y="415"/>
                  <a:pt x="642" y="415"/>
                  <a:pt x="642" y="415"/>
                </a:cubicBezTo>
                <a:cubicBezTo>
                  <a:pt x="642" y="408"/>
                  <a:pt x="642" y="408"/>
                  <a:pt x="642" y="408"/>
                </a:cubicBezTo>
                <a:cubicBezTo>
                  <a:pt x="640" y="408"/>
                  <a:pt x="640" y="408"/>
                  <a:pt x="640" y="408"/>
                </a:cubicBezTo>
                <a:lnTo>
                  <a:pt x="640" y="415"/>
                </a:lnTo>
                <a:close/>
                <a:moveTo>
                  <a:pt x="635" y="415"/>
                </a:moveTo>
                <a:cubicBezTo>
                  <a:pt x="637" y="415"/>
                  <a:pt x="637" y="415"/>
                  <a:pt x="637" y="415"/>
                </a:cubicBezTo>
                <a:cubicBezTo>
                  <a:pt x="637" y="408"/>
                  <a:pt x="637" y="408"/>
                  <a:pt x="637" y="408"/>
                </a:cubicBezTo>
                <a:cubicBezTo>
                  <a:pt x="635" y="408"/>
                  <a:pt x="635" y="408"/>
                  <a:pt x="635" y="408"/>
                </a:cubicBezTo>
                <a:lnTo>
                  <a:pt x="635" y="415"/>
                </a:lnTo>
                <a:close/>
                <a:moveTo>
                  <a:pt x="631" y="415"/>
                </a:moveTo>
                <a:cubicBezTo>
                  <a:pt x="633" y="415"/>
                  <a:pt x="633" y="415"/>
                  <a:pt x="633" y="415"/>
                </a:cubicBezTo>
                <a:cubicBezTo>
                  <a:pt x="633" y="408"/>
                  <a:pt x="633" y="408"/>
                  <a:pt x="633" y="408"/>
                </a:cubicBezTo>
                <a:cubicBezTo>
                  <a:pt x="631" y="408"/>
                  <a:pt x="631" y="408"/>
                  <a:pt x="631" y="408"/>
                </a:cubicBezTo>
                <a:lnTo>
                  <a:pt x="631" y="415"/>
                </a:lnTo>
                <a:close/>
                <a:moveTo>
                  <a:pt x="626" y="415"/>
                </a:moveTo>
                <a:cubicBezTo>
                  <a:pt x="628" y="415"/>
                  <a:pt x="628" y="415"/>
                  <a:pt x="628" y="415"/>
                </a:cubicBezTo>
                <a:cubicBezTo>
                  <a:pt x="628" y="408"/>
                  <a:pt x="628" y="408"/>
                  <a:pt x="628" y="408"/>
                </a:cubicBezTo>
                <a:cubicBezTo>
                  <a:pt x="626" y="408"/>
                  <a:pt x="626" y="408"/>
                  <a:pt x="626" y="408"/>
                </a:cubicBezTo>
                <a:lnTo>
                  <a:pt x="626" y="415"/>
                </a:lnTo>
                <a:close/>
                <a:moveTo>
                  <a:pt x="621" y="415"/>
                </a:moveTo>
                <a:cubicBezTo>
                  <a:pt x="623" y="415"/>
                  <a:pt x="623" y="415"/>
                  <a:pt x="623" y="415"/>
                </a:cubicBezTo>
                <a:cubicBezTo>
                  <a:pt x="623" y="408"/>
                  <a:pt x="623" y="408"/>
                  <a:pt x="623" y="408"/>
                </a:cubicBezTo>
                <a:cubicBezTo>
                  <a:pt x="621" y="408"/>
                  <a:pt x="621" y="408"/>
                  <a:pt x="621" y="408"/>
                </a:cubicBezTo>
                <a:lnTo>
                  <a:pt x="621" y="415"/>
                </a:lnTo>
                <a:close/>
                <a:moveTo>
                  <a:pt x="678" y="415"/>
                </a:moveTo>
                <a:cubicBezTo>
                  <a:pt x="680" y="415"/>
                  <a:pt x="680" y="415"/>
                  <a:pt x="680" y="415"/>
                </a:cubicBezTo>
                <a:cubicBezTo>
                  <a:pt x="680" y="408"/>
                  <a:pt x="680" y="408"/>
                  <a:pt x="680" y="408"/>
                </a:cubicBezTo>
                <a:cubicBezTo>
                  <a:pt x="678" y="408"/>
                  <a:pt x="678" y="408"/>
                  <a:pt x="678" y="408"/>
                </a:cubicBezTo>
                <a:lnTo>
                  <a:pt x="678" y="415"/>
                </a:lnTo>
                <a:close/>
                <a:moveTo>
                  <a:pt x="673" y="415"/>
                </a:moveTo>
                <a:cubicBezTo>
                  <a:pt x="675" y="415"/>
                  <a:pt x="675" y="415"/>
                  <a:pt x="675" y="415"/>
                </a:cubicBezTo>
                <a:cubicBezTo>
                  <a:pt x="675" y="408"/>
                  <a:pt x="675" y="408"/>
                  <a:pt x="675" y="408"/>
                </a:cubicBezTo>
                <a:cubicBezTo>
                  <a:pt x="673" y="408"/>
                  <a:pt x="673" y="408"/>
                  <a:pt x="673" y="408"/>
                </a:cubicBezTo>
                <a:lnTo>
                  <a:pt x="673" y="415"/>
                </a:lnTo>
                <a:close/>
                <a:moveTo>
                  <a:pt x="668" y="415"/>
                </a:moveTo>
                <a:cubicBezTo>
                  <a:pt x="671" y="415"/>
                  <a:pt x="671" y="415"/>
                  <a:pt x="671" y="415"/>
                </a:cubicBezTo>
                <a:cubicBezTo>
                  <a:pt x="671" y="408"/>
                  <a:pt x="671" y="408"/>
                  <a:pt x="671" y="408"/>
                </a:cubicBezTo>
                <a:cubicBezTo>
                  <a:pt x="668" y="408"/>
                  <a:pt x="668" y="408"/>
                  <a:pt x="668" y="408"/>
                </a:cubicBezTo>
                <a:lnTo>
                  <a:pt x="668" y="415"/>
                </a:lnTo>
                <a:close/>
                <a:moveTo>
                  <a:pt x="359" y="443"/>
                </a:moveTo>
                <a:cubicBezTo>
                  <a:pt x="363" y="443"/>
                  <a:pt x="363" y="443"/>
                  <a:pt x="363" y="443"/>
                </a:cubicBezTo>
                <a:cubicBezTo>
                  <a:pt x="363" y="440"/>
                  <a:pt x="363" y="440"/>
                  <a:pt x="363" y="440"/>
                </a:cubicBezTo>
                <a:cubicBezTo>
                  <a:pt x="359" y="440"/>
                  <a:pt x="359" y="440"/>
                  <a:pt x="359" y="440"/>
                </a:cubicBezTo>
                <a:lnTo>
                  <a:pt x="359" y="443"/>
                </a:lnTo>
                <a:close/>
                <a:moveTo>
                  <a:pt x="359" y="447"/>
                </a:moveTo>
                <a:cubicBezTo>
                  <a:pt x="363" y="447"/>
                  <a:pt x="363" y="447"/>
                  <a:pt x="363" y="447"/>
                </a:cubicBezTo>
                <a:cubicBezTo>
                  <a:pt x="363" y="445"/>
                  <a:pt x="363" y="445"/>
                  <a:pt x="363" y="445"/>
                </a:cubicBezTo>
                <a:cubicBezTo>
                  <a:pt x="359" y="445"/>
                  <a:pt x="359" y="445"/>
                  <a:pt x="359" y="445"/>
                </a:cubicBezTo>
                <a:lnTo>
                  <a:pt x="359" y="447"/>
                </a:lnTo>
                <a:close/>
                <a:moveTo>
                  <a:pt x="359" y="452"/>
                </a:moveTo>
                <a:cubicBezTo>
                  <a:pt x="363" y="452"/>
                  <a:pt x="363" y="452"/>
                  <a:pt x="363" y="452"/>
                </a:cubicBezTo>
                <a:cubicBezTo>
                  <a:pt x="363" y="450"/>
                  <a:pt x="363" y="450"/>
                  <a:pt x="363" y="450"/>
                </a:cubicBezTo>
                <a:cubicBezTo>
                  <a:pt x="359" y="450"/>
                  <a:pt x="359" y="450"/>
                  <a:pt x="359" y="450"/>
                </a:cubicBezTo>
                <a:lnTo>
                  <a:pt x="359" y="452"/>
                </a:lnTo>
                <a:close/>
                <a:moveTo>
                  <a:pt x="359" y="456"/>
                </a:moveTo>
                <a:cubicBezTo>
                  <a:pt x="363" y="456"/>
                  <a:pt x="363" y="456"/>
                  <a:pt x="363" y="456"/>
                </a:cubicBezTo>
                <a:cubicBezTo>
                  <a:pt x="363" y="454"/>
                  <a:pt x="363" y="454"/>
                  <a:pt x="363" y="454"/>
                </a:cubicBezTo>
                <a:cubicBezTo>
                  <a:pt x="359" y="454"/>
                  <a:pt x="359" y="454"/>
                  <a:pt x="359" y="454"/>
                </a:cubicBezTo>
                <a:lnTo>
                  <a:pt x="359" y="456"/>
                </a:lnTo>
                <a:close/>
                <a:moveTo>
                  <a:pt x="359" y="461"/>
                </a:moveTo>
                <a:cubicBezTo>
                  <a:pt x="363" y="461"/>
                  <a:pt x="363" y="461"/>
                  <a:pt x="363" y="461"/>
                </a:cubicBezTo>
                <a:cubicBezTo>
                  <a:pt x="363" y="459"/>
                  <a:pt x="363" y="459"/>
                  <a:pt x="363" y="459"/>
                </a:cubicBezTo>
                <a:cubicBezTo>
                  <a:pt x="359" y="459"/>
                  <a:pt x="359" y="459"/>
                  <a:pt x="359" y="459"/>
                </a:cubicBezTo>
                <a:lnTo>
                  <a:pt x="359" y="461"/>
                </a:lnTo>
                <a:close/>
                <a:moveTo>
                  <a:pt x="359" y="466"/>
                </a:moveTo>
                <a:cubicBezTo>
                  <a:pt x="363" y="466"/>
                  <a:pt x="363" y="466"/>
                  <a:pt x="363" y="466"/>
                </a:cubicBezTo>
                <a:cubicBezTo>
                  <a:pt x="363" y="464"/>
                  <a:pt x="363" y="464"/>
                  <a:pt x="363" y="464"/>
                </a:cubicBezTo>
                <a:cubicBezTo>
                  <a:pt x="359" y="464"/>
                  <a:pt x="359" y="464"/>
                  <a:pt x="359" y="464"/>
                </a:cubicBezTo>
                <a:lnTo>
                  <a:pt x="359" y="466"/>
                </a:lnTo>
                <a:close/>
                <a:moveTo>
                  <a:pt x="359" y="470"/>
                </a:moveTo>
                <a:cubicBezTo>
                  <a:pt x="363" y="470"/>
                  <a:pt x="363" y="470"/>
                  <a:pt x="363" y="470"/>
                </a:cubicBezTo>
                <a:cubicBezTo>
                  <a:pt x="363" y="468"/>
                  <a:pt x="363" y="468"/>
                  <a:pt x="363" y="468"/>
                </a:cubicBezTo>
                <a:cubicBezTo>
                  <a:pt x="359" y="468"/>
                  <a:pt x="359" y="468"/>
                  <a:pt x="359" y="468"/>
                </a:cubicBezTo>
                <a:lnTo>
                  <a:pt x="359" y="470"/>
                </a:lnTo>
                <a:close/>
                <a:moveTo>
                  <a:pt x="359" y="475"/>
                </a:moveTo>
                <a:cubicBezTo>
                  <a:pt x="363" y="475"/>
                  <a:pt x="363" y="475"/>
                  <a:pt x="363" y="475"/>
                </a:cubicBezTo>
                <a:cubicBezTo>
                  <a:pt x="363" y="473"/>
                  <a:pt x="363" y="473"/>
                  <a:pt x="363" y="473"/>
                </a:cubicBezTo>
                <a:cubicBezTo>
                  <a:pt x="359" y="473"/>
                  <a:pt x="359" y="473"/>
                  <a:pt x="359" y="473"/>
                </a:cubicBezTo>
                <a:lnTo>
                  <a:pt x="359" y="475"/>
                </a:lnTo>
                <a:close/>
                <a:moveTo>
                  <a:pt x="359" y="480"/>
                </a:moveTo>
                <a:cubicBezTo>
                  <a:pt x="363" y="480"/>
                  <a:pt x="363" y="480"/>
                  <a:pt x="363" y="480"/>
                </a:cubicBezTo>
                <a:cubicBezTo>
                  <a:pt x="363" y="477"/>
                  <a:pt x="363" y="477"/>
                  <a:pt x="363" y="477"/>
                </a:cubicBezTo>
                <a:cubicBezTo>
                  <a:pt x="359" y="477"/>
                  <a:pt x="359" y="477"/>
                  <a:pt x="359" y="477"/>
                </a:cubicBezTo>
                <a:lnTo>
                  <a:pt x="359" y="480"/>
                </a:lnTo>
                <a:close/>
                <a:moveTo>
                  <a:pt x="359" y="484"/>
                </a:moveTo>
                <a:cubicBezTo>
                  <a:pt x="363" y="484"/>
                  <a:pt x="363" y="484"/>
                  <a:pt x="363" y="484"/>
                </a:cubicBezTo>
                <a:cubicBezTo>
                  <a:pt x="363" y="482"/>
                  <a:pt x="363" y="482"/>
                  <a:pt x="363" y="482"/>
                </a:cubicBezTo>
                <a:cubicBezTo>
                  <a:pt x="359" y="482"/>
                  <a:pt x="359" y="482"/>
                  <a:pt x="359" y="482"/>
                </a:cubicBezTo>
                <a:lnTo>
                  <a:pt x="359" y="484"/>
                </a:lnTo>
                <a:close/>
                <a:moveTo>
                  <a:pt x="359" y="428"/>
                </a:moveTo>
                <a:cubicBezTo>
                  <a:pt x="363" y="428"/>
                  <a:pt x="363" y="428"/>
                  <a:pt x="363" y="428"/>
                </a:cubicBezTo>
                <a:cubicBezTo>
                  <a:pt x="363" y="426"/>
                  <a:pt x="363" y="426"/>
                  <a:pt x="363" y="426"/>
                </a:cubicBezTo>
                <a:cubicBezTo>
                  <a:pt x="359" y="426"/>
                  <a:pt x="359" y="426"/>
                  <a:pt x="359" y="426"/>
                </a:cubicBezTo>
                <a:lnTo>
                  <a:pt x="359" y="428"/>
                </a:lnTo>
                <a:close/>
                <a:moveTo>
                  <a:pt x="359" y="433"/>
                </a:moveTo>
                <a:cubicBezTo>
                  <a:pt x="363" y="433"/>
                  <a:pt x="363" y="433"/>
                  <a:pt x="363" y="433"/>
                </a:cubicBezTo>
                <a:cubicBezTo>
                  <a:pt x="363" y="430"/>
                  <a:pt x="363" y="430"/>
                  <a:pt x="363" y="430"/>
                </a:cubicBezTo>
                <a:cubicBezTo>
                  <a:pt x="359" y="430"/>
                  <a:pt x="359" y="430"/>
                  <a:pt x="359" y="430"/>
                </a:cubicBezTo>
                <a:lnTo>
                  <a:pt x="359" y="433"/>
                </a:lnTo>
                <a:close/>
                <a:moveTo>
                  <a:pt x="359" y="437"/>
                </a:moveTo>
                <a:cubicBezTo>
                  <a:pt x="363" y="437"/>
                  <a:pt x="363" y="437"/>
                  <a:pt x="363" y="437"/>
                </a:cubicBezTo>
                <a:cubicBezTo>
                  <a:pt x="363" y="435"/>
                  <a:pt x="363" y="435"/>
                  <a:pt x="363" y="435"/>
                </a:cubicBezTo>
                <a:cubicBezTo>
                  <a:pt x="359" y="435"/>
                  <a:pt x="359" y="435"/>
                  <a:pt x="359" y="435"/>
                </a:cubicBezTo>
                <a:lnTo>
                  <a:pt x="359" y="437"/>
                </a:lnTo>
                <a:close/>
                <a:moveTo>
                  <a:pt x="687" y="445"/>
                </a:moveTo>
                <a:cubicBezTo>
                  <a:pt x="690" y="445"/>
                  <a:pt x="690" y="445"/>
                  <a:pt x="690" y="445"/>
                </a:cubicBezTo>
                <a:cubicBezTo>
                  <a:pt x="690" y="440"/>
                  <a:pt x="690" y="440"/>
                  <a:pt x="690" y="440"/>
                </a:cubicBezTo>
                <a:cubicBezTo>
                  <a:pt x="687" y="440"/>
                  <a:pt x="687" y="440"/>
                  <a:pt x="687" y="440"/>
                </a:cubicBezTo>
                <a:lnTo>
                  <a:pt x="687" y="445"/>
                </a:lnTo>
                <a:close/>
                <a:moveTo>
                  <a:pt x="645" y="446"/>
                </a:moveTo>
                <a:cubicBezTo>
                  <a:pt x="647" y="446"/>
                  <a:pt x="647" y="446"/>
                  <a:pt x="647" y="446"/>
                </a:cubicBezTo>
                <a:cubicBezTo>
                  <a:pt x="647" y="441"/>
                  <a:pt x="647" y="441"/>
                  <a:pt x="647" y="441"/>
                </a:cubicBezTo>
                <a:cubicBezTo>
                  <a:pt x="645" y="441"/>
                  <a:pt x="645" y="441"/>
                  <a:pt x="645" y="441"/>
                </a:cubicBezTo>
                <a:lnTo>
                  <a:pt x="645" y="446"/>
                </a:lnTo>
                <a:close/>
                <a:moveTo>
                  <a:pt x="583" y="446"/>
                </a:moveTo>
                <a:cubicBezTo>
                  <a:pt x="585" y="446"/>
                  <a:pt x="585" y="446"/>
                  <a:pt x="585" y="446"/>
                </a:cubicBezTo>
                <a:cubicBezTo>
                  <a:pt x="585" y="440"/>
                  <a:pt x="585" y="440"/>
                  <a:pt x="585" y="440"/>
                </a:cubicBezTo>
                <a:cubicBezTo>
                  <a:pt x="583" y="440"/>
                  <a:pt x="583" y="440"/>
                  <a:pt x="583" y="440"/>
                </a:cubicBezTo>
                <a:lnTo>
                  <a:pt x="583" y="446"/>
                </a:lnTo>
                <a:close/>
                <a:moveTo>
                  <a:pt x="538" y="445"/>
                </a:moveTo>
                <a:cubicBezTo>
                  <a:pt x="541" y="445"/>
                  <a:pt x="541" y="445"/>
                  <a:pt x="541" y="445"/>
                </a:cubicBezTo>
                <a:cubicBezTo>
                  <a:pt x="541" y="440"/>
                  <a:pt x="541" y="440"/>
                  <a:pt x="541" y="440"/>
                </a:cubicBezTo>
                <a:cubicBezTo>
                  <a:pt x="538" y="440"/>
                  <a:pt x="538" y="440"/>
                  <a:pt x="538" y="440"/>
                </a:cubicBezTo>
                <a:lnTo>
                  <a:pt x="538" y="445"/>
                </a:lnTo>
                <a:close/>
                <a:moveTo>
                  <a:pt x="362" y="412"/>
                </a:moveTo>
                <a:cubicBezTo>
                  <a:pt x="364" y="412"/>
                  <a:pt x="364" y="412"/>
                  <a:pt x="364" y="412"/>
                </a:cubicBezTo>
                <a:cubicBezTo>
                  <a:pt x="364" y="409"/>
                  <a:pt x="364" y="409"/>
                  <a:pt x="364" y="409"/>
                </a:cubicBezTo>
                <a:cubicBezTo>
                  <a:pt x="362" y="409"/>
                  <a:pt x="362" y="409"/>
                  <a:pt x="362" y="409"/>
                </a:cubicBezTo>
                <a:lnTo>
                  <a:pt x="362" y="412"/>
                </a:lnTo>
                <a:close/>
                <a:moveTo>
                  <a:pt x="348" y="412"/>
                </a:moveTo>
                <a:cubicBezTo>
                  <a:pt x="350" y="412"/>
                  <a:pt x="350" y="412"/>
                  <a:pt x="350" y="412"/>
                </a:cubicBezTo>
                <a:cubicBezTo>
                  <a:pt x="350" y="409"/>
                  <a:pt x="350" y="409"/>
                  <a:pt x="350" y="409"/>
                </a:cubicBezTo>
                <a:cubicBezTo>
                  <a:pt x="348" y="409"/>
                  <a:pt x="348" y="409"/>
                  <a:pt x="348" y="409"/>
                </a:cubicBezTo>
                <a:lnTo>
                  <a:pt x="348" y="412"/>
                </a:lnTo>
                <a:close/>
                <a:moveTo>
                  <a:pt x="251" y="581"/>
                </a:moveTo>
                <a:cubicBezTo>
                  <a:pt x="253" y="581"/>
                  <a:pt x="253" y="581"/>
                  <a:pt x="253" y="581"/>
                </a:cubicBezTo>
                <a:cubicBezTo>
                  <a:pt x="253" y="577"/>
                  <a:pt x="253" y="577"/>
                  <a:pt x="253" y="577"/>
                </a:cubicBezTo>
                <a:cubicBezTo>
                  <a:pt x="251" y="577"/>
                  <a:pt x="251" y="577"/>
                  <a:pt x="251" y="577"/>
                </a:cubicBezTo>
                <a:lnTo>
                  <a:pt x="251" y="581"/>
                </a:lnTo>
                <a:close/>
                <a:moveTo>
                  <a:pt x="236" y="581"/>
                </a:moveTo>
                <a:cubicBezTo>
                  <a:pt x="238" y="581"/>
                  <a:pt x="238" y="581"/>
                  <a:pt x="238" y="581"/>
                </a:cubicBezTo>
                <a:cubicBezTo>
                  <a:pt x="238" y="577"/>
                  <a:pt x="238" y="577"/>
                  <a:pt x="238" y="577"/>
                </a:cubicBezTo>
                <a:cubicBezTo>
                  <a:pt x="236" y="577"/>
                  <a:pt x="236" y="577"/>
                  <a:pt x="236" y="577"/>
                </a:cubicBezTo>
                <a:lnTo>
                  <a:pt x="236" y="581"/>
                </a:lnTo>
                <a:close/>
                <a:moveTo>
                  <a:pt x="135" y="590"/>
                </a:moveTo>
                <a:cubicBezTo>
                  <a:pt x="137" y="590"/>
                  <a:pt x="137" y="590"/>
                  <a:pt x="137" y="590"/>
                </a:cubicBezTo>
                <a:cubicBezTo>
                  <a:pt x="137" y="585"/>
                  <a:pt x="137" y="585"/>
                  <a:pt x="137" y="585"/>
                </a:cubicBezTo>
                <a:cubicBezTo>
                  <a:pt x="135" y="585"/>
                  <a:pt x="135" y="585"/>
                  <a:pt x="135" y="585"/>
                </a:cubicBezTo>
                <a:lnTo>
                  <a:pt x="135" y="590"/>
                </a:lnTo>
                <a:close/>
                <a:moveTo>
                  <a:pt x="158" y="590"/>
                </a:moveTo>
                <a:cubicBezTo>
                  <a:pt x="160" y="590"/>
                  <a:pt x="160" y="590"/>
                  <a:pt x="160" y="590"/>
                </a:cubicBezTo>
                <a:cubicBezTo>
                  <a:pt x="160" y="586"/>
                  <a:pt x="160" y="586"/>
                  <a:pt x="160" y="586"/>
                </a:cubicBezTo>
                <a:cubicBezTo>
                  <a:pt x="158" y="586"/>
                  <a:pt x="158" y="586"/>
                  <a:pt x="158" y="586"/>
                </a:cubicBezTo>
                <a:lnTo>
                  <a:pt x="158" y="590"/>
                </a:lnTo>
                <a:close/>
                <a:moveTo>
                  <a:pt x="990" y="394"/>
                </a:moveTo>
                <a:cubicBezTo>
                  <a:pt x="992" y="394"/>
                  <a:pt x="992" y="394"/>
                  <a:pt x="992" y="394"/>
                </a:cubicBezTo>
                <a:cubicBezTo>
                  <a:pt x="992" y="390"/>
                  <a:pt x="992" y="390"/>
                  <a:pt x="992" y="390"/>
                </a:cubicBezTo>
                <a:cubicBezTo>
                  <a:pt x="990" y="390"/>
                  <a:pt x="990" y="390"/>
                  <a:pt x="990" y="390"/>
                </a:cubicBezTo>
                <a:lnTo>
                  <a:pt x="990" y="394"/>
                </a:lnTo>
                <a:close/>
                <a:moveTo>
                  <a:pt x="1047" y="394"/>
                </a:moveTo>
                <a:cubicBezTo>
                  <a:pt x="1049" y="394"/>
                  <a:pt x="1049" y="394"/>
                  <a:pt x="1049" y="394"/>
                </a:cubicBezTo>
                <a:cubicBezTo>
                  <a:pt x="1049" y="389"/>
                  <a:pt x="1049" y="389"/>
                  <a:pt x="1049" y="389"/>
                </a:cubicBezTo>
                <a:cubicBezTo>
                  <a:pt x="1047" y="389"/>
                  <a:pt x="1047" y="389"/>
                  <a:pt x="1047" y="389"/>
                </a:cubicBezTo>
                <a:lnTo>
                  <a:pt x="1047" y="394"/>
                </a:lnTo>
                <a:close/>
                <a:moveTo>
                  <a:pt x="1168" y="390"/>
                </a:moveTo>
                <a:cubicBezTo>
                  <a:pt x="1170" y="390"/>
                  <a:pt x="1170" y="390"/>
                  <a:pt x="1170" y="390"/>
                </a:cubicBezTo>
                <a:cubicBezTo>
                  <a:pt x="1170" y="385"/>
                  <a:pt x="1170" y="385"/>
                  <a:pt x="1170" y="385"/>
                </a:cubicBezTo>
                <a:cubicBezTo>
                  <a:pt x="1168" y="385"/>
                  <a:pt x="1168" y="385"/>
                  <a:pt x="1168" y="385"/>
                </a:cubicBezTo>
                <a:lnTo>
                  <a:pt x="1168" y="390"/>
                </a:lnTo>
                <a:close/>
                <a:moveTo>
                  <a:pt x="1228" y="389"/>
                </a:moveTo>
                <a:cubicBezTo>
                  <a:pt x="1230" y="389"/>
                  <a:pt x="1230" y="389"/>
                  <a:pt x="1230" y="389"/>
                </a:cubicBezTo>
                <a:cubicBezTo>
                  <a:pt x="1230" y="385"/>
                  <a:pt x="1230" y="385"/>
                  <a:pt x="1230" y="385"/>
                </a:cubicBezTo>
                <a:cubicBezTo>
                  <a:pt x="1228" y="385"/>
                  <a:pt x="1228" y="385"/>
                  <a:pt x="1228" y="385"/>
                </a:cubicBezTo>
                <a:lnTo>
                  <a:pt x="1228" y="389"/>
                </a:lnTo>
                <a:close/>
                <a:moveTo>
                  <a:pt x="1543" y="529"/>
                </a:moveTo>
                <a:cubicBezTo>
                  <a:pt x="1545" y="529"/>
                  <a:pt x="1545" y="529"/>
                  <a:pt x="1545" y="529"/>
                </a:cubicBezTo>
                <a:cubicBezTo>
                  <a:pt x="1545" y="521"/>
                  <a:pt x="1545" y="521"/>
                  <a:pt x="1545" y="521"/>
                </a:cubicBezTo>
                <a:cubicBezTo>
                  <a:pt x="1543" y="521"/>
                  <a:pt x="1543" y="521"/>
                  <a:pt x="1543" y="521"/>
                </a:cubicBezTo>
                <a:lnTo>
                  <a:pt x="1543" y="529"/>
                </a:lnTo>
                <a:close/>
                <a:moveTo>
                  <a:pt x="1600" y="528"/>
                </a:moveTo>
                <a:cubicBezTo>
                  <a:pt x="1602" y="528"/>
                  <a:pt x="1602" y="528"/>
                  <a:pt x="1602" y="528"/>
                </a:cubicBezTo>
                <a:cubicBezTo>
                  <a:pt x="1602" y="522"/>
                  <a:pt x="1602" y="522"/>
                  <a:pt x="1602" y="522"/>
                </a:cubicBezTo>
                <a:cubicBezTo>
                  <a:pt x="1600" y="522"/>
                  <a:pt x="1600" y="522"/>
                  <a:pt x="1600" y="522"/>
                </a:cubicBezTo>
                <a:lnTo>
                  <a:pt x="1600" y="528"/>
                </a:lnTo>
                <a:close/>
                <a:moveTo>
                  <a:pt x="1446" y="530"/>
                </a:moveTo>
                <a:cubicBezTo>
                  <a:pt x="1448" y="530"/>
                  <a:pt x="1448" y="530"/>
                  <a:pt x="1448" y="530"/>
                </a:cubicBezTo>
                <a:cubicBezTo>
                  <a:pt x="1448" y="525"/>
                  <a:pt x="1448" y="525"/>
                  <a:pt x="1448" y="525"/>
                </a:cubicBezTo>
                <a:cubicBezTo>
                  <a:pt x="1446" y="525"/>
                  <a:pt x="1446" y="525"/>
                  <a:pt x="1446" y="525"/>
                </a:cubicBezTo>
                <a:lnTo>
                  <a:pt x="1446" y="530"/>
                </a:lnTo>
                <a:close/>
                <a:moveTo>
                  <a:pt x="2380" y="423"/>
                </a:moveTo>
                <a:cubicBezTo>
                  <a:pt x="2382" y="423"/>
                  <a:pt x="2382" y="423"/>
                  <a:pt x="2382" y="423"/>
                </a:cubicBezTo>
                <a:cubicBezTo>
                  <a:pt x="2382" y="419"/>
                  <a:pt x="2382" y="419"/>
                  <a:pt x="2382" y="419"/>
                </a:cubicBezTo>
                <a:cubicBezTo>
                  <a:pt x="2380" y="419"/>
                  <a:pt x="2380" y="419"/>
                  <a:pt x="2380" y="419"/>
                </a:cubicBezTo>
                <a:lnTo>
                  <a:pt x="2380" y="423"/>
                </a:lnTo>
                <a:close/>
                <a:moveTo>
                  <a:pt x="2417" y="422"/>
                </a:moveTo>
                <a:cubicBezTo>
                  <a:pt x="2420" y="422"/>
                  <a:pt x="2420" y="422"/>
                  <a:pt x="2420" y="422"/>
                </a:cubicBezTo>
                <a:cubicBezTo>
                  <a:pt x="2420" y="419"/>
                  <a:pt x="2420" y="419"/>
                  <a:pt x="2420" y="419"/>
                </a:cubicBezTo>
                <a:cubicBezTo>
                  <a:pt x="2417" y="419"/>
                  <a:pt x="2417" y="419"/>
                  <a:pt x="2417" y="419"/>
                </a:cubicBezTo>
                <a:lnTo>
                  <a:pt x="2417" y="422"/>
                </a:lnTo>
                <a:close/>
                <a:moveTo>
                  <a:pt x="3305" y="425"/>
                </a:moveTo>
                <a:cubicBezTo>
                  <a:pt x="3307" y="425"/>
                  <a:pt x="3307" y="425"/>
                  <a:pt x="3307" y="425"/>
                </a:cubicBezTo>
                <a:cubicBezTo>
                  <a:pt x="3307" y="421"/>
                  <a:pt x="3307" y="421"/>
                  <a:pt x="3307" y="421"/>
                </a:cubicBezTo>
                <a:cubicBezTo>
                  <a:pt x="3305" y="421"/>
                  <a:pt x="3305" y="421"/>
                  <a:pt x="3305" y="421"/>
                </a:cubicBezTo>
                <a:lnTo>
                  <a:pt x="3305" y="425"/>
                </a:lnTo>
                <a:close/>
                <a:moveTo>
                  <a:pt x="132" y="576"/>
                </a:moveTo>
                <a:cubicBezTo>
                  <a:pt x="131" y="576"/>
                  <a:pt x="131" y="576"/>
                  <a:pt x="131" y="576"/>
                </a:cubicBezTo>
                <a:cubicBezTo>
                  <a:pt x="131" y="587"/>
                  <a:pt x="131" y="587"/>
                  <a:pt x="131" y="587"/>
                </a:cubicBezTo>
                <a:cubicBezTo>
                  <a:pt x="175" y="587"/>
                  <a:pt x="175" y="587"/>
                  <a:pt x="175" y="587"/>
                </a:cubicBezTo>
                <a:cubicBezTo>
                  <a:pt x="175" y="575"/>
                  <a:pt x="175" y="575"/>
                  <a:pt x="175" y="575"/>
                </a:cubicBezTo>
                <a:cubicBezTo>
                  <a:pt x="131" y="575"/>
                  <a:pt x="131" y="575"/>
                  <a:pt x="131" y="575"/>
                </a:cubicBezTo>
                <a:cubicBezTo>
                  <a:pt x="131" y="576"/>
                  <a:pt x="131" y="576"/>
                  <a:pt x="131" y="576"/>
                </a:cubicBezTo>
                <a:cubicBezTo>
                  <a:pt x="132" y="576"/>
                  <a:pt x="132" y="576"/>
                  <a:pt x="132" y="576"/>
                </a:cubicBezTo>
                <a:cubicBezTo>
                  <a:pt x="132" y="577"/>
                  <a:pt x="132" y="577"/>
                  <a:pt x="132" y="577"/>
                </a:cubicBezTo>
                <a:cubicBezTo>
                  <a:pt x="173" y="577"/>
                  <a:pt x="173" y="577"/>
                  <a:pt x="173" y="577"/>
                </a:cubicBezTo>
                <a:cubicBezTo>
                  <a:pt x="173" y="585"/>
                  <a:pt x="173" y="585"/>
                  <a:pt x="173" y="585"/>
                </a:cubicBezTo>
                <a:cubicBezTo>
                  <a:pt x="133" y="585"/>
                  <a:pt x="133" y="585"/>
                  <a:pt x="133" y="585"/>
                </a:cubicBezTo>
                <a:cubicBezTo>
                  <a:pt x="133" y="576"/>
                  <a:pt x="133" y="576"/>
                  <a:pt x="133" y="576"/>
                </a:cubicBezTo>
                <a:cubicBezTo>
                  <a:pt x="132" y="576"/>
                  <a:pt x="132" y="576"/>
                  <a:pt x="132" y="576"/>
                </a:cubicBezTo>
                <a:cubicBezTo>
                  <a:pt x="132" y="577"/>
                  <a:pt x="132" y="577"/>
                  <a:pt x="132" y="577"/>
                </a:cubicBezTo>
                <a:cubicBezTo>
                  <a:pt x="132" y="576"/>
                  <a:pt x="132" y="576"/>
                  <a:pt x="132" y="576"/>
                </a:cubicBezTo>
                <a:moveTo>
                  <a:pt x="146" y="575"/>
                </a:moveTo>
                <a:cubicBezTo>
                  <a:pt x="146" y="480"/>
                  <a:pt x="146" y="480"/>
                  <a:pt x="146" y="480"/>
                </a:cubicBezTo>
                <a:cubicBezTo>
                  <a:pt x="132" y="486"/>
                  <a:pt x="132" y="486"/>
                  <a:pt x="132" y="486"/>
                </a:cubicBezTo>
                <a:cubicBezTo>
                  <a:pt x="132" y="565"/>
                  <a:pt x="132" y="565"/>
                  <a:pt x="132" y="565"/>
                </a:cubicBezTo>
                <a:cubicBezTo>
                  <a:pt x="135" y="565"/>
                  <a:pt x="135" y="565"/>
                  <a:pt x="135" y="565"/>
                </a:cubicBezTo>
                <a:cubicBezTo>
                  <a:pt x="135" y="488"/>
                  <a:pt x="135" y="488"/>
                  <a:pt x="135" y="488"/>
                </a:cubicBezTo>
                <a:cubicBezTo>
                  <a:pt x="144" y="484"/>
                  <a:pt x="144" y="484"/>
                  <a:pt x="144" y="484"/>
                </a:cubicBezTo>
                <a:cubicBezTo>
                  <a:pt x="144" y="575"/>
                  <a:pt x="144" y="575"/>
                  <a:pt x="144" y="575"/>
                </a:cubicBezTo>
                <a:cubicBezTo>
                  <a:pt x="146" y="575"/>
                  <a:pt x="146" y="575"/>
                  <a:pt x="146" y="575"/>
                </a:cubicBezTo>
                <a:moveTo>
                  <a:pt x="118" y="670"/>
                </a:moveTo>
                <a:cubicBezTo>
                  <a:pt x="118" y="573"/>
                  <a:pt x="118" y="573"/>
                  <a:pt x="118" y="573"/>
                </a:cubicBezTo>
                <a:cubicBezTo>
                  <a:pt x="125" y="573"/>
                  <a:pt x="125" y="573"/>
                  <a:pt x="125" y="573"/>
                </a:cubicBezTo>
                <a:cubicBezTo>
                  <a:pt x="125" y="566"/>
                  <a:pt x="125" y="566"/>
                  <a:pt x="125" y="566"/>
                </a:cubicBezTo>
                <a:cubicBezTo>
                  <a:pt x="132" y="566"/>
                  <a:pt x="132" y="566"/>
                  <a:pt x="132" y="566"/>
                </a:cubicBezTo>
                <a:cubicBezTo>
                  <a:pt x="134" y="569"/>
                  <a:pt x="134" y="569"/>
                  <a:pt x="134" y="569"/>
                </a:cubicBezTo>
                <a:cubicBezTo>
                  <a:pt x="134" y="575"/>
                  <a:pt x="134" y="575"/>
                  <a:pt x="134" y="575"/>
                </a:cubicBezTo>
                <a:cubicBezTo>
                  <a:pt x="137" y="575"/>
                  <a:pt x="137" y="575"/>
                  <a:pt x="137" y="575"/>
                </a:cubicBezTo>
                <a:cubicBezTo>
                  <a:pt x="137" y="568"/>
                  <a:pt x="137" y="568"/>
                  <a:pt x="137" y="568"/>
                </a:cubicBezTo>
                <a:cubicBezTo>
                  <a:pt x="137" y="568"/>
                  <a:pt x="137" y="568"/>
                  <a:pt x="137" y="568"/>
                </a:cubicBezTo>
                <a:cubicBezTo>
                  <a:pt x="133" y="564"/>
                  <a:pt x="133" y="564"/>
                  <a:pt x="133" y="564"/>
                </a:cubicBezTo>
                <a:cubicBezTo>
                  <a:pt x="133" y="563"/>
                  <a:pt x="133" y="563"/>
                  <a:pt x="133" y="563"/>
                </a:cubicBezTo>
                <a:cubicBezTo>
                  <a:pt x="123" y="563"/>
                  <a:pt x="123" y="563"/>
                  <a:pt x="123" y="563"/>
                </a:cubicBezTo>
                <a:cubicBezTo>
                  <a:pt x="123" y="570"/>
                  <a:pt x="123" y="570"/>
                  <a:pt x="123" y="570"/>
                </a:cubicBezTo>
                <a:cubicBezTo>
                  <a:pt x="116" y="570"/>
                  <a:pt x="116" y="570"/>
                  <a:pt x="116" y="570"/>
                </a:cubicBezTo>
                <a:cubicBezTo>
                  <a:pt x="116" y="670"/>
                  <a:pt x="116" y="670"/>
                  <a:pt x="116" y="670"/>
                </a:cubicBezTo>
                <a:cubicBezTo>
                  <a:pt x="118" y="670"/>
                  <a:pt x="118" y="670"/>
                  <a:pt x="118" y="670"/>
                </a:cubicBezTo>
                <a:moveTo>
                  <a:pt x="0" y="672"/>
                </a:moveTo>
                <a:cubicBezTo>
                  <a:pt x="4349" y="672"/>
                  <a:pt x="4349" y="672"/>
                  <a:pt x="4349" y="672"/>
                </a:cubicBezTo>
                <a:cubicBezTo>
                  <a:pt x="4349" y="670"/>
                  <a:pt x="4349" y="670"/>
                  <a:pt x="4349" y="670"/>
                </a:cubicBezTo>
                <a:cubicBezTo>
                  <a:pt x="0" y="670"/>
                  <a:pt x="0" y="670"/>
                  <a:pt x="0" y="670"/>
                </a:cubicBezTo>
                <a:lnTo>
                  <a:pt x="0" y="672"/>
                </a:lnTo>
                <a:close/>
                <a:moveTo>
                  <a:pt x="126" y="670"/>
                </a:moveTo>
                <a:cubicBezTo>
                  <a:pt x="126" y="591"/>
                  <a:pt x="126" y="591"/>
                  <a:pt x="126" y="591"/>
                </a:cubicBezTo>
                <a:cubicBezTo>
                  <a:pt x="161" y="591"/>
                  <a:pt x="161" y="591"/>
                  <a:pt x="161" y="591"/>
                </a:cubicBezTo>
                <a:cubicBezTo>
                  <a:pt x="161" y="669"/>
                  <a:pt x="161" y="669"/>
                  <a:pt x="161" y="669"/>
                </a:cubicBezTo>
                <a:cubicBezTo>
                  <a:pt x="163" y="669"/>
                  <a:pt x="163" y="669"/>
                  <a:pt x="163" y="669"/>
                </a:cubicBezTo>
                <a:cubicBezTo>
                  <a:pt x="163" y="589"/>
                  <a:pt x="163" y="589"/>
                  <a:pt x="163" y="589"/>
                </a:cubicBezTo>
                <a:cubicBezTo>
                  <a:pt x="124" y="589"/>
                  <a:pt x="124" y="589"/>
                  <a:pt x="124" y="589"/>
                </a:cubicBezTo>
                <a:cubicBezTo>
                  <a:pt x="124" y="670"/>
                  <a:pt x="124" y="670"/>
                  <a:pt x="124" y="670"/>
                </a:cubicBezTo>
                <a:cubicBezTo>
                  <a:pt x="126" y="670"/>
                  <a:pt x="126" y="670"/>
                  <a:pt x="126" y="670"/>
                </a:cubicBezTo>
                <a:moveTo>
                  <a:pt x="142" y="484"/>
                </a:moveTo>
                <a:cubicBezTo>
                  <a:pt x="142" y="480"/>
                  <a:pt x="142" y="480"/>
                  <a:pt x="142" y="480"/>
                </a:cubicBezTo>
                <a:cubicBezTo>
                  <a:pt x="154" y="480"/>
                  <a:pt x="154" y="480"/>
                  <a:pt x="154" y="480"/>
                </a:cubicBezTo>
                <a:cubicBezTo>
                  <a:pt x="154" y="562"/>
                  <a:pt x="154" y="562"/>
                  <a:pt x="154" y="562"/>
                </a:cubicBezTo>
                <a:cubicBezTo>
                  <a:pt x="168" y="562"/>
                  <a:pt x="168" y="562"/>
                  <a:pt x="168" y="562"/>
                </a:cubicBezTo>
                <a:cubicBezTo>
                  <a:pt x="168" y="575"/>
                  <a:pt x="168" y="575"/>
                  <a:pt x="168" y="575"/>
                </a:cubicBezTo>
                <a:cubicBezTo>
                  <a:pt x="171" y="575"/>
                  <a:pt x="171" y="575"/>
                  <a:pt x="171" y="575"/>
                </a:cubicBezTo>
                <a:cubicBezTo>
                  <a:pt x="171" y="560"/>
                  <a:pt x="171" y="560"/>
                  <a:pt x="171" y="560"/>
                </a:cubicBezTo>
                <a:cubicBezTo>
                  <a:pt x="157" y="560"/>
                  <a:pt x="157" y="560"/>
                  <a:pt x="157" y="560"/>
                </a:cubicBezTo>
                <a:cubicBezTo>
                  <a:pt x="157" y="478"/>
                  <a:pt x="157" y="478"/>
                  <a:pt x="157" y="478"/>
                </a:cubicBezTo>
                <a:cubicBezTo>
                  <a:pt x="140" y="478"/>
                  <a:pt x="140" y="478"/>
                  <a:pt x="140" y="478"/>
                </a:cubicBezTo>
                <a:cubicBezTo>
                  <a:pt x="140" y="484"/>
                  <a:pt x="140" y="484"/>
                  <a:pt x="140" y="484"/>
                </a:cubicBezTo>
                <a:cubicBezTo>
                  <a:pt x="142" y="484"/>
                  <a:pt x="142" y="484"/>
                  <a:pt x="142" y="484"/>
                </a:cubicBezTo>
                <a:moveTo>
                  <a:pt x="201" y="638"/>
                </a:moveTo>
                <a:cubicBezTo>
                  <a:pt x="201" y="560"/>
                  <a:pt x="201" y="560"/>
                  <a:pt x="201" y="560"/>
                </a:cubicBezTo>
                <a:cubicBezTo>
                  <a:pt x="178" y="560"/>
                  <a:pt x="178" y="560"/>
                  <a:pt x="178" y="560"/>
                </a:cubicBezTo>
                <a:cubicBezTo>
                  <a:pt x="178" y="591"/>
                  <a:pt x="178" y="591"/>
                  <a:pt x="178" y="591"/>
                </a:cubicBezTo>
                <a:cubicBezTo>
                  <a:pt x="180" y="591"/>
                  <a:pt x="180" y="591"/>
                  <a:pt x="180" y="591"/>
                </a:cubicBezTo>
                <a:cubicBezTo>
                  <a:pt x="180" y="562"/>
                  <a:pt x="180" y="562"/>
                  <a:pt x="180" y="562"/>
                </a:cubicBezTo>
                <a:cubicBezTo>
                  <a:pt x="198" y="562"/>
                  <a:pt x="198" y="562"/>
                  <a:pt x="198" y="562"/>
                </a:cubicBezTo>
                <a:cubicBezTo>
                  <a:pt x="198" y="638"/>
                  <a:pt x="198" y="638"/>
                  <a:pt x="198" y="638"/>
                </a:cubicBezTo>
                <a:cubicBezTo>
                  <a:pt x="201" y="638"/>
                  <a:pt x="201" y="638"/>
                  <a:pt x="201" y="638"/>
                </a:cubicBezTo>
                <a:moveTo>
                  <a:pt x="181" y="562"/>
                </a:moveTo>
                <a:cubicBezTo>
                  <a:pt x="189" y="553"/>
                  <a:pt x="189" y="553"/>
                  <a:pt x="189" y="553"/>
                </a:cubicBezTo>
                <a:cubicBezTo>
                  <a:pt x="197" y="561"/>
                  <a:pt x="197" y="561"/>
                  <a:pt x="197" y="561"/>
                </a:cubicBezTo>
                <a:cubicBezTo>
                  <a:pt x="199" y="560"/>
                  <a:pt x="199" y="560"/>
                  <a:pt x="199" y="560"/>
                </a:cubicBezTo>
                <a:cubicBezTo>
                  <a:pt x="189" y="550"/>
                  <a:pt x="189" y="550"/>
                  <a:pt x="189" y="550"/>
                </a:cubicBezTo>
                <a:cubicBezTo>
                  <a:pt x="179" y="560"/>
                  <a:pt x="179" y="560"/>
                  <a:pt x="179" y="560"/>
                </a:cubicBezTo>
                <a:cubicBezTo>
                  <a:pt x="181" y="562"/>
                  <a:pt x="181" y="562"/>
                  <a:pt x="181" y="562"/>
                </a:cubicBezTo>
                <a:moveTo>
                  <a:pt x="188" y="552"/>
                </a:moveTo>
                <a:cubicBezTo>
                  <a:pt x="190" y="552"/>
                  <a:pt x="190" y="552"/>
                  <a:pt x="190" y="552"/>
                </a:cubicBezTo>
                <a:cubicBezTo>
                  <a:pt x="190" y="539"/>
                  <a:pt x="190" y="539"/>
                  <a:pt x="190" y="539"/>
                </a:cubicBezTo>
                <a:cubicBezTo>
                  <a:pt x="188" y="539"/>
                  <a:pt x="188" y="539"/>
                  <a:pt x="188" y="539"/>
                </a:cubicBezTo>
                <a:lnTo>
                  <a:pt x="188" y="552"/>
                </a:lnTo>
                <a:close/>
                <a:moveTo>
                  <a:pt x="187" y="607"/>
                </a:moveTo>
                <a:cubicBezTo>
                  <a:pt x="190" y="607"/>
                  <a:pt x="190" y="607"/>
                  <a:pt x="190" y="607"/>
                </a:cubicBezTo>
                <a:cubicBezTo>
                  <a:pt x="190" y="561"/>
                  <a:pt x="190" y="561"/>
                  <a:pt x="190" y="561"/>
                </a:cubicBezTo>
                <a:cubicBezTo>
                  <a:pt x="187" y="561"/>
                  <a:pt x="187" y="561"/>
                  <a:pt x="187" y="561"/>
                </a:cubicBezTo>
                <a:lnTo>
                  <a:pt x="187" y="607"/>
                </a:lnTo>
                <a:close/>
                <a:moveTo>
                  <a:pt x="201" y="560"/>
                </a:moveTo>
                <a:cubicBezTo>
                  <a:pt x="201" y="517"/>
                  <a:pt x="201" y="517"/>
                  <a:pt x="201" y="517"/>
                </a:cubicBezTo>
                <a:cubicBezTo>
                  <a:pt x="226" y="517"/>
                  <a:pt x="226" y="517"/>
                  <a:pt x="226" y="517"/>
                </a:cubicBezTo>
                <a:cubicBezTo>
                  <a:pt x="226" y="646"/>
                  <a:pt x="226" y="646"/>
                  <a:pt x="226" y="646"/>
                </a:cubicBezTo>
                <a:cubicBezTo>
                  <a:pt x="228" y="646"/>
                  <a:pt x="228" y="646"/>
                  <a:pt x="228" y="646"/>
                </a:cubicBezTo>
                <a:cubicBezTo>
                  <a:pt x="228" y="515"/>
                  <a:pt x="228" y="515"/>
                  <a:pt x="228" y="515"/>
                </a:cubicBezTo>
                <a:cubicBezTo>
                  <a:pt x="198" y="515"/>
                  <a:pt x="198" y="515"/>
                  <a:pt x="198" y="515"/>
                </a:cubicBezTo>
                <a:cubicBezTo>
                  <a:pt x="198" y="560"/>
                  <a:pt x="198" y="560"/>
                  <a:pt x="198" y="560"/>
                </a:cubicBezTo>
                <a:cubicBezTo>
                  <a:pt x="201" y="560"/>
                  <a:pt x="201" y="560"/>
                  <a:pt x="201" y="560"/>
                </a:cubicBezTo>
                <a:moveTo>
                  <a:pt x="227" y="517"/>
                </a:moveTo>
                <a:cubicBezTo>
                  <a:pt x="235" y="519"/>
                  <a:pt x="235" y="519"/>
                  <a:pt x="235" y="519"/>
                </a:cubicBezTo>
                <a:cubicBezTo>
                  <a:pt x="235" y="560"/>
                  <a:pt x="235" y="560"/>
                  <a:pt x="235" y="560"/>
                </a:cubicBezTo>
                <a:cubicBezTo>
                  <a:pt x="237" y="560"/>
                  <a:pt x="237" y="560"/>
                  <a:pt x="237" y="560"/>
                </a:cubicBezTo>
                <a:cubicBezTo>
                  <a:pt x="237" y="518"/>
                  <a:pt x="237" y="518"/>
                  <a:pt x="237" y="518"/>
                </a:cubicBezTo>
                <a:cubicBezTo>
                  <a:pt x="228" y="515"/>
                  <a:pt x="228" y="515"/>
                  <a:pt x="228" y="515"/>
                </a:cubicBezTo>
                <a:cubicBezTo>
                  <a:pt x="227" y="517"/>
                  <a:pt x="227" y="517"/>
                  <a:pt x="227" y="517"/>
                </a:cubicBezTo>
                <a:moveTo>
                  <a:pt x="231" y="560"/>
                </a:moveTo>
                <a:cubicBezTo>
                  <a:pt x="230" y="560"/>
                  <a:pt x="230" y="560"/>
                  <a:pt x="230" y="560"/>
                </a:cubicBezTo>
                <a:cubicBezTo>
                  <a:pt x="230" y="578"/>
                  <a:pt x="230" y="578"/>
                  <a:pt x="230" y="578"/>
                </a:cubicBezTo>
                <a:cubicBezTo>
                  <a:pt x="260" y="578"/>
                  <a:pt x="260" y="578"/>
                  <a:pt x="260" y="578"/>
                </a:cubicBezTo>
                <a:cubicBezTo>
                  <a:pt x="260" y="559"/>
                  <a:pt x="260" y="559"/>
                  <a:pt x="260" y="559"/>
                </a:cubicBezTo>
                <a:cubicBezTo>
                  <a:pt x="230" y="559"/>
                  <a:pt x="230" y="559"/>
                  <a:pt x="230" y="559"/>
                </a:cubicBezTo>
                <a:cubicBezTo>
                  <a:pt x="230" y="560"/>
                  <a:pt x="230" y="560"/>
                  <a:pt x="230" y="560"/>
                </a:cubicBezTo>
                <a:cubicBezTo>
                  <a:pt x="231" y="560"/>
                  <a:pt x="231" y="560"/>
                  <a:pt x="231" y="560"/>
                </a:cubicBezTo>
                <a:cubicBezTo>
                  <a:pt x="231" y="561"/>
                  <a:pt x="231" y="561"/>
                  <a:pt x="231" y="561"/>
                </a:cubicBezTo>
                <a:cubicBezTo>
                  <a:pt x="258" y="561"/>
                  <a:pt x="258" y="561"/>
                  <a:pt x="258" y="561"/>
                </a:cubicBezTo>
                <a:cubicBezTo>
                  <a:pt x="258" y="576"/>
                  <a:pt x="258" y="576"/>
                  <a:pt x="258" y="576"/>
                </a:cubicBezTo>
                <a:cubicBezTo>
                  <a:pt x="232" y="576"/>
                  <a:pt x="232" y="576"/>
                  <a:pt x="232" y="576"/>
                </a:cubicBezTo>
                <a:cubicBezTo>
                  <a:pt x="232" y="560"/>
                  <a:pt x="232" y="560"/>
                  <a:pt x="232" y="560"/>
                </a:cubicBezTo>
                <a:cubicBezTo>
                  <a:pt x="231" y="560"/>
                  <a:pt x="231" y="560"/>
                  <a:pt x="231" y="560"/>
                </a:cubicBezTo>
                <a:cubicBezTo>
                  <a:pt x="231" y="561"/>
                  <a:pt x="231" y="561"/>
                  <a:pt x="231" y="561"/>
                </a:cubicBezTo>
                <a:cubicBezTo>
                  <a:pt x="231" y="560"/>
                  <a:pt x="231" y="560"/>
                  <a:pt x="231" y="560"/>
                </a:cubicBezTo>
                <a:moveTo>
                  <a:pt x="245" y="545"/>
                </a:moveTo>
                <a:cubicBezTo>
                  <a:pt x="245" y="474"/>
                  <a:pt x="245" y="474"/>
                  <a:pt x="245" y="474"/>
                </a:cubicBezTo>
                <a:cubicBezTo>
                  <a:pt x="251" y="474"/>
                  <a:pt x="251" y="474"/>
                  <a:pt x="251" y="474"/>
                </a:cubicBezTo>
                <a:cubicBezTo>
                  <a:pt x="251" y="451"/>
                  <a:pt x="251" y="451"/>
                  <a:pt x="251" y="451"/>
                </a:cubicBezTo>
                <a:cubicBezTo>
                  <a:pt x="284" y="451"/>
                  <a:pt x="284" y="451"/>
                  <a:pt x="284" y="451"/>
                </a:cubicBezTo>
                <a:cubicBezTo>
                  <a:pt x="284" y="462"/>
                  <a:pt x="284" y="462"/>
                  <a:pt x="284" y="462"/>
                </a:cubicBezTo>
                <a:cubicBezTo>
                  <a:pt x="250" y="461"/>
                  <a:pt x="250" y="461"/>
                  <a:pt x="250" y="461"/>
                </a:cubicBezTo>
                <a:cubicBezTo>
                  <a:pt x="250" y="464"/>
                  <a:pt x="250" y="464"/>
                  <a:pt x="250" y="464"/>
                </a:cubicBezTo>
                <a:cubicBezTo>
                  <a:pt x="286" y="464"/>
                  <a:pt x="286" y="464"/>
                  <a:pt x="286" y="464"/>
                </a:cubicBezTo>
                <a:cubicBezTo>
                  <a:pt x="286" y="448"/>
                  <a:pt x="286" y="448"/>
                  <a:pt x="286" y="448"/>
                </a:cubicBezTo>
                <a:cubicBezTo>
                  <a:pt x="249" y="448"/>
                  <a:pt x="249" y="448"/>
                  <a:pt x="249" y="448"/>
                </a:cubicBezTo>
                <a:cubicBezTo>
                  <a:pt x="249" y="472"/>
                  <a:pt x="249" y="472"/>
                  <a:pt x="249" y="472"/>
                </a:cubicBezTo>
                <a:cubicBezTo>
                  <a:pt x="242" y="472"/>
                  <a:pt x="242" y="472"/>
                  <a:pt x="242" y="472"/>
                </a:cubicBezTo>
                <a:cubicBezTo>
                  <a:pt x="242" y="545"/>
                  <a:pt x="242" y="545"/>
                  <a:pt x="242" y="545"/>
                </a:cubicBezTo>
                <a:cubicBezTo>
                  <a:pt x="245" y="545"/>
                  <a:pt x="245" y="545"/>
                  <a:pt x="245" y="545"/>
                </a:cubicBezTo>
                <a:moveTo>
                  <a:pt x="264" y="449"/>
                </a:moveTo>
                <a:cubicBezTo>
                  <a:pt x="266" y="449"/>
                  <a:pt x="266" y="449"/>
                  <a:pt x="266" y="449"/>
                </a:cubicBezTo>
                <a:cubicBezTo>
                  <a:pt x="266" y="433"/>
                  <a:pt x="266" y="433"/>
                  <a:pt x="266" y="433"/>
                </a:cubicBezTo>
                <a:cubicBezTo>
                  <a:pt x="264" y="433"/>
                  <a:pt x="264" y="433"/>
                  <a:pt x="264" y="433"/>
                </a:cubicBezTo>
                <a:lnTo>
                  <a:pt x="264" y="449"/>
                </a:lnTo>
                <a:close/>
                <a:moveTo>
                  <a:pt x="270" y="449"/>
                </a:moveTo>
                <a:cubicBezTo>
                  <a:pt x="272" y="449"/>
                  <a:pt x="272" y="449"/>
                  <a:pt x="272" y="449"/>
                </a:cubicBezTo>
                <a:cubicBezTo>
                  <a:pt x="272" y="427"/>
                  <a:pt x="272" y="427"/>
                  <a:pt x="272" y="427"/>
                </a:cubicBezTo>
                <a:cubicBezTo>
                  <a:pt x="270" y="427"/>
                  <a:pt x="270" y="427"/>
                  <a:pt x="270" y="427"/>
                </a:cubicBezTo>
                <a:lnTo>
                  <a:pt x="270" y="449"/>
                </a:lnTo>
                <a:close/>
                <a:moveTo>
                  <a:pt x="284" y="510"/>
                </a:moveTo>
                <a:cubicBezTo>
                  <a:pt x="286" y="510"/>
                  <a:pt x="286" y="510"/>
                  <a:pt x="286" y="510"/>
                </a:cubicBezTo>
                <a:cubicBezTo>
                  <a:pt x="286" y="463"/>
                  <a:pt x="286" y="463"/>
                  <a:pt x="286" y="463"/>
                </a:cubicBezTo>
                <a:cubicBezTo>
                  <a:pt x="284" y="463"/>
                  <a:pt x="284" y="463"/>
                  <a:pt x="284" y="463"/>
                </a:cubicBezTo>
                <a:lnTo>
                  <a:pt x="284" y="510"/>
                </a:lnTo>
                <a:close/>
                <a:moveTo>
                  <a:pt x="260" y="555"/>
                </a:moveTo>
                <a:cubicBezTo>
                  <a:pt x="260" y="512"/>
                  <a:pt x="260" y="512"/>
                  <a:pt x="260" y="512"/>
                </a:cubicBezTo>
                <a:cubicBezTo>
                  <a:pt x="298" y="512"/>
                  <a:pt x="298" y="512"/>
                  <a:pt x="298" y="512"/>
                </a:cubicBezTo>
                <a:cubicBezTo>
                  <a:pt x="298" y="646"/>
                  <a:pt x="298" y="646"/>
                  <a:pt x="298" y="646"/>
                </a:cubicBezTo>
                <a:cubicBezTo>
                  <a:pt x="300" y="646"/>
                  <a:pt x="300" y="646"/>
                  <a:pt x="300" y="646"/>
                </a:cubicBezTo>
                <a:cubicBezTo>
                  <a:pt x="300" y="510"/>
                  <a:pt x="300" y="510"/>
                  <a:pt x="300" y="510"/>
                </a:cubicBezTo>
                <a:cubicBezTo>
                  <a:pt x="258" y="510"/>
                  <a:pt x="258" y="510"/>
                  <a:pt x="258" y="510"/>
                </a:cubicBezTo>
                <a:cubicBezTo>
                  <a:pt x="258" y="555"/>
                  <a:pt x="258" y="555"/>
                  <a:pt x="258" y="555"/>
                </a:cubicBezTo>
                <a:cubicBezTo>
                  <a:pt x="260" y="555"/>
                  <a:pt x="260" y="555"/>
                  <a:pt x="260" y="555"/>
                </a:cubicBezTo>
                <a:moveTo>
                  <a:pt x="260" y="525"/>
                </a:moveTo>
                <a:cubicBezTo>
                  <a:pt x="291" y="525"/>
                  <a:pt x="291" y="525"/>
                  <a:pt x="291" y="525"/>
                </a:cubicBezTo>
                <a:cubicBezTo>
                  <a:pt x="291" y="523"/>
                  <a:pt x="291" y="523"/>
                  <a:pt x="291" y="523"/>
                </a:cubicBezTo>
                <a:cubicBezTo>
                  <a:pt x="260" y="523"/>
                  <a:pt x="260" y="523"/>
                  <a:pt x="260" y="523"/>
                </a:cubicBezTo>
                <a:lnTo>
                  <a:pt x="260" y="525"/>
                </a:lnTo>
                <a:close/>
                <a:moveTo>
                  <a:pt x="285" y="473"/>
                </a:moveTo>
                <a:cubicBezTo>
                  <a:pt x="293" y="473"/>
                  <a:pt x="293" y="473"/>
                  <a:pt x="293" y="473"/>
                </a:cubicBezTo>
                <a:cubicBezTo>
                  <a:pt x="293" y="504"/>
                  <a:pt x="293" y="504"/>
                  <a:pt x="293" y="504"/>
                </a:cubicBezTo>
                <a:cubicBezTo>
                  <a:pt x="295" y="504"/>
                  <a:pt x="295" y="504"/>
                  <a:pt x="295" y="504"/>
                </a:cubicBezTo>
                <a:cubicBezTo>
                  <a:pt x="295" y="471"/>
                  <a:pt x="295" y="471"/>
                  <a:pt x="295" y="471"/>
                </a:cubicBezTo>
                <a:cubicBezTo>
                  <a:pt x="285" y="471"/>
                  <a:pt x="285" y="471"/>
                  <a:pt x="285" y="471"/>
                </a:cubicBezTo>
                <a:cubicBezTo>
                  <a:pt x="285" y="473"/>
                  <a:pt x="285" y="473"/>
                  <a:pt x="285" y="473"/>
                </a:cubicBezTo>
                <a:moveTo>
                  <a:pt x="234" y="646"/>
                </a:moveTo>
                <a:cubicBezTo>
                  <a:pt x="234" y="582"/>
                  <a:pt x="234" y="582"/>
                  <a:pt x="234" y="582"/>
                </a:cubicBezTo>
                <a:cubicBezTo>
                  <a:pt x="256" y="582"/>
                  <a:pt x="256" y="582"/>
                  <a:pt x="256" y="582"/>
                </a:cubicBezTo>
                <a:cubicBezTo>
                  <a:pt x="256" y="646"/>
                  <a:pt x="256" y="646"/>
                  <a:pt x="256" y="646"/>
                </a:cubicBezTo>
                <a:cubicBezTo>
                  <a:pt x="258" y="646"/>
                  <a:pt x="258" y="646"/>
                  <a:pt x="258" y="646"/>
                </a:cubicBezTo>
                <a:cubicBezTo>
                  <a:pt x="258" y="580"/>
                  <a:pt x="258" y="580"/>
                  <a:pt x="258" y="580"/>
                </a:cubicBezTo>
                <a:cubicBezTo>
                  <a:pt x="231" y="580"/>
                  <a:pt x="231" y="580"/>
                  <a:pt x="231" y="580"/>
                </a:cubicBezTo>
                <a:cubicBezTo>
                  <a:pt x="231" y="646"/>
                  <a:pt x="231" y="646"/>
                  <a:pt x="231" y="646"/>
                </a:cubicBezTo>
                <a:cubicBezTo>
                  <a:pt x="234" y="646"/>
                  <a:pt x="234" y="646"/>
                  <a:pt x="234" y="646"/>
                </a:cubicBezTo>
                <a:moveTo>
                  <a:pt x="165" y="591"/>
                </a:moveTo>
                <a:cubicBezTo>
                  <a:pt x="179" y="591"/>
                  <a:pt x="179" y="591"/>
                  <a:pt x="179" y="591"/>
                </a:cubicBezTo>
                <a:cubicBezTo>
                  <a:pt x="179" y="654"/>
                  <a:pt x="179" y="654"/>
                  <a:pt x="179" y="654"/>
                </a:cubicBezTo>
                <a:cubicBezTo>
                  <a:pt x="181" y="654"/>
                  <a:pt x="181" y="654"/>
                  <a:pt x="181" y="654"/>
                </a:cubicBezTo>
                <a:cubicBezTo>
                  <a:pt x="181" y="589"/>
                  <a:pt x="181" y="589"/>
                  <a:pt x="181" y="589"/>
                </a:cubicBezTo>
                <a:cubicBezTo>
                  <a:pt x="165" y="589"/>
                  <a:pt x="165" y="589"/>
                  <a:pt x="165" y="589"/>
                </a:cubicBezTo>
                <a:cubicBezTo>
                  <a:pt x="165" y="591"/>
                  <a:pt x="165" y="591"/>
                  <a:pt x="165" y="591"/>
                </a:cubicBezTo>
                <a:moveTo>
                  <a:pt x="201" y="516"/>
                </a:moveTo>
                <a:cubicBezTo>
                  <a:pt x="201" y="510"/>
                  <a:pt x="201" y="510"/>
                  <a:pt x="201" y="510"/>
                </a:cubicBezTo>
                <a:cubicBezTo>
                  <a:pt x="212" y="510"/>
                  <a:pt x="212" y="510"/>
                  <a:pt x="212" y="510"/>
                </a:cubicBezTo>
                <a:cubicBezTo>
                  <a:pt x="212" y="516"/>
                  <a:pt x="212" y="516"/>
                  <a:pt x="212" y="516"/>
                </a:cubicBezTo>
                <a:cubicBezTo>
                  <a:pt x="214" y="516"/>
                  <a:pt x="214" y="516"/>
                  <a:pt x="214" y="516"/>
                </a:cubicBezTo>
                <a:cubicBezTo>
                  <a:pt x="214" y="509"/>
                  <a:pt x="214" y="509"/>
                  <a:pt x="214" y="509"/>
                </a:cubicBezTo>
                <a:cubicBezTo>
                  <a:pt x="214" y="507"/>
                  <a:pt x="214" y="507"/>
                  <a:pt x="214" y="507"/>
                </a:cubicBezTo>
                <a:cubicBezTo>
                  <a:pt x="199" y="507"/>
                  <a:pt x="199" y="507"/>
                  <a:pt x="199" y="507"/>
                </a:cubicBezTo>
                <a:cubicBezTo>
                  <a:pt x="199" y="516"/>
                  <a:pt x="199" y="516"/>
                  <a:pt x="199" y="516"/>
                </a:cubicBezTo>
                <a:cubicBezTo>
                  <a:pt x="201" y="516"/>
                  <a:pt x="201" y="516"/>
                  <a:pt x="201" y="516"/>
                </a:cubicBezTo>
                <a:moveTo>
                  <a:pt x="299" y="571"/>
                </a:moveTo>
                <a:cubicBezTo>
                  <a:pt x="311" y="571"/>
                  <a:pt x="311" y="571"/>
                  <a:pt x="311" y="571"/>
                </a:cubicBezTo>
                <a:cubicBezTo>
                  <a:pt x="311" y="646"/>
                  <a:pt x="311" y="646"/>
                  <a:pt x="311" y="646"/>
                </a:cubicBezTo>
                <a:cubicBezTo>
                  <a:pt x="313" y="646"/>
                  <a:pt x="313" y="646"/>
                  <a:pt x="313" y="646"/>
                </a:cubicBezTo>
                <a:cubicBezTo>
                  <a:pt x="313" y="569"/>
                  <a:pt x="313" y="569"/>
                  <a:pt x="313" y="569"/>
                </a:cubicBezTo>
                <a:cubicBezTo>
                  <a:pt x="299" y="569"/>
                  <a:pt x="299" y="569"/>
                  <a:pt x="299" y="569"/>
                </a:cubicBezTo>
                <a:cubicBezTo>
                  <a:pt x="299" y="571"/>
                  <a:pt x="299" y="571"/>
                  <a:pt x="299" y="571"/>
                </a:cubicBezTo>
                <a:moveTo>
                  <a:pt x="322" y="671"/>
                </a:moveTo>
                <a:cubicBezTo>
                  <a:pt x="322" y="613"/>
                  <a:pt x="322" y="613"/>
                  <a:pt x="322" y="613"/>
                </a:cubicBezTo>
                <a:cubicBezTo>
                  <a:pt x="337" y="613"/>
                  <a:pt x="337" y="613"/>
                  <a:pt x="337" y="613"/>
                </a:cubicBezTo>
                <a:cubicBezTo>
                  <a:pt x="337" y="557"/>
                  <a:pt x="337" y="557"/>
                  <a:pt x="337" y="557"/>
                </a:cubicBezTo>
                <a:cubicBezTo>
                  <a:pt x="354" y="557"/>
                  <a:pt x="354" y="557"/>
                  <a:pt x="354" y="557"/>
                </a:cubicBezTo>
                <a:cubicBezTo>
                  <a:pt x="354" y="644"/>
                  <a:pt x="354" y="644"/>
                  <a:pt x="354" y="644"/>
                </a:cubicBezTo>
                <a:cubicBezTo>
                  <a:pt x="356" y="644"/>
                  <a:pt x="356" y="644"/>
                  <a:pt x="356" y="644"/>
                </a:cubicBezTo>
                <a:cubicBezTo>
                  <a:pt x="356" y="555"/>
                  <a:pt x="356" y="555"/>
                  <a:pt x="356" y="555"/>
                </a:cubicBezTo>
                <a:cubicBezTo>
                  <a:pt x="335" y="555"/>
                  <a:pt x="335" y="555"/>
                  <a:pt x="335" y="555"/>
                </a:cubicBezTo>
                <a:cubicBezTo>
                  <a:pt x="335" y="611"/>
                  <a:pt x="335" y="611"/>
                  <a:pt x="335" y="611"/>
                </a:cubicBezTo>
                <a:cubicBezTo>
                  <a:pt x="320" y="611"/>
                  <a:pt x="320" y="611"/>
                  <a:pt x="320" y="611"/>
                </a:cubicBezTo>
                <a:cubicBezTo>
                  <a:pt x="320" y="671"/>
                  <a:pt x="320" y="671"/>
                  <a:pt x="320" y="671"/>
                </a:cubicBezTo>
                <a:cubicBezTo>
                  <a:pt x="322" y="671"/>
                  <a:pt x="322" y="671"/>
                  <a:pt x="322" y="671"/>
                </a:cubicBezTo>
                <a:moveTo>
                  <a:pt x="306" y="569"/>
                </a:moveTo>
                <a:cubicBezTo>
                  <a:pt x="306" y="563"/>
                  <a:pt x="306" y="563"/>
                  <a:pt x="306" y="563"/>
                </a:cubicBezTo>
                <a:cubicBezTo>
                  <a:pt x="326" y="563"/>
                  <a:pt x="326" y="563"/>
                  <a:pt x="326" y="563"/>
                </a:cubicBezTo>
                <a:cubicBezTo>
                  <a:pt x="326" y="612"/>
                  <a:pt x="326" y="612"/>
                  <a:pt x="326" y="612"/>
                </a:cubicBezTo>
                <a:cubicBezTo>
                  <a:pt x="328" y="612"/>
                  <a:pt x="328" y="612"/>
                  <a:pt x="328" y="612"/>
                </a:cubicBezTo>
                <a:cubicBezTo>
                  <a:pt x="328" y="561"/>
                  <a:pt x="328" y="561"/>
                  <a:pt x="328" y="561"/>
                </a:cubicBezTo>
                <a:cubicBezTo>
                  <a:pt x="304" y="561"/>
                  <a:pt x="304" y="561"/>
                  <a:pt x="304" y="561"/>
                </a:cubicBezTo>
                <a:cubicBezTo>
                  <a:pt x="304" y="569"/>
                  <a:pt x="304" y="569"/>
                  <a:pt x="304" y="569"/>
                </a:cubicBezTo>
                <a:cubicBezTo>
                  <a:pt x="306" y="569"/>
                  <a:pt x="306" y="569"/>
                  <a:pt x="306" y="569"/>
                </a:cubicBezTo>
                <a:moveTo>
                  <a:pt x="324" y="562"/>
                </a:moveTo>
                <a:cubicBezTo>
                  <a:pt x="324" y="412"/>
                  <a:pt x="324" y="412"/>
                  <a:pt x="324" y="412"/>
                </a:cubicBezTo>
                <a:cubicBezTo>
                  <a:pt x="332" y="413"/>
                  <a:pt x="332" y="413"/>
                  <a:pt x="332" y="413"/>
                </a:cubicBezTo>
                <a:cubicBezTo>
                  <a:pt x="332" y="545"/>
                  <a:pt x="332" y="545"/>
                  <a:pt x="332" y="545"/>
                </a:cubicBezTo>
                <a:cubicBezTo>
                  <a:pt x="334" y="545"/>
                  <a:pt x="334" y="545"/>
                  <a:pt x="334" y="545"/>
                </a:cubicBezTo>
                <a:cubicBezTo>
                  <a:pt x="334" y="411"/>
                  <a:pt x="334" y="411"/>
                  <a:pt x="334" y="411"/>
                </a:cubicBezTo>
                <a:cubicBezTo>
                  <a:pt x="322" y="409"/>
                  <a:pt x="322" y="409"/>
                  <a:pt x="322" y="409"/>
                </a:cubicBezTo>
                <a:cubicBezTo>
                  <a:pt x="322" y="562"/>
                  <a:pt x="322" y="562"/>
                  <a:pt x="322" y="562"/>
                </a:cubicBezTo>
                <a:cubicBezTo>
                  <a:pt x="324" y="562"/>
                  <a:pt x="324" y="562"/>
                  <a:pt x="324" y="562"/>
                </a:cubicBezTo>
                <a:moveTo>
                  <a:pt x="333" y="414"/>
                </a:moveTo>
                <a:cubicBezTo>
                  <a:pt x="368" y="414"/>
                  <a:pt x="368" y="414"/>
                  <a:pt x="368" y="414"/>
                </a:cubicBezTo>
                <a:cubicBezTo>
                  <a:pt x="368" y="514"/>
                  <a:pt x="368" y="514"/>
                  <a:pt x="368" y="514"/>
                </a:cubicBezTo>
                <a:cubicBezTo>
                  <a:pt x="370" y="514"/>
                  <a:pt x="370" y="514"/>
                  <a:pt x="370" y="514"/>
                </a:cubicBezTo>
                <a:cubicBezTo>
                  <a:pt x="370" y="411"/>
                  <a:pt x="370" y="411"/>
                  <a:pt x="370" y="411"/>
                </a:cubicBezTo>
                <a:cubicBezTo>
                  <a:pt x="333" y="411"/>
                  <a:pt x="333" y="411"/>
                  <a:pt x="333" y="411"/>
                </a:cubicBezTo>
                <a:cubicBezTo>
                  <a:pt x="333" y="414"/>
                  <a:pt x="333" y="414"/>
                  <a:pt x="333" y="414"/>
                </a:cubicBezTo>
                <a:moveTo>
                  <a:pt x="346" y="390"/>
                </a:moveTo>
                <a:cubicBezTo>
                  <a:pt x="345" y="390"/>
                  <a:pt x="345" y="390"/>
                  <a:pt x="345" y="390"/>
                </a:cubicBezTo>
                <a:cubicBezTo>
                  <a:pt x="345" y="410"/>
                  <a:pt x="345" y="410"/>
                  <a:pt x="345" y="410"/>
                </a:cubicBezTo>
                <a:cubicBezTo>
                  <a:pt x="369" y="410"/>
                  <a:pt x="369" y="410"/>
                  <a:pt x="369" y="410"/>
                </a:cubicBezTo>
                <a:cubicBezTo>
                  <a:pt x="369" y="389"/>
                  <a:pt x="369" y="389"/>
                  <a:pt x="369" y="389"/>
                </a:cubicBezTo>
                <a:cubicBezTo>
                  <a:pt x="345" y="389"/>
                  <a:pt x="345" y="389"/>
                  <a:pt x="345" y="389"/>
                </a:cubicBezTo>
                <a:cubicBezTo>
                  <a:pt x="345" y="390"/>
                  <a:pt x="345" y="390"/>
                  <a:pt x="345" y="390"/>
                </a:cubicBezTo>
                <a:cubicBezTo>
                  <a:pt x="346" y="390"/>
                  <a:pt x="346" y="390"/>
                  <a:pt x="346" y="390"/>
                </a:cubicBezTo>
                <a:cubicBezTo>
                  <a:pt x="346" y="391"/>
                  <a:pt x="346" y="391"/>
                  <a:pt x="346" y="391"/>
                </a:cubicBezTo>
                <a:cubicBezTo>
                  <a:pt x="367" y="391"/>
                  <a:pt x="367" y="391"/>
                  <a:pt x="367" y="391"/>
                </a:cubicBezTo>
                <a:cubicBezTo>
                  <a:pt x="367" y="407"/>
                  <a:pt x="367" y="407"/>
                  <a:pt x="367" y="407"/>
                </a:cubicBezTo>
                <a:cubicBezTo>
                  <a:pt x="347" y="407"/>
                  <a:pt x="347" y="407"/>
                  <a:pt x="347" y="407"/>
                </a:cubicBezTo>
                <a:cubicBezTo>
                  <a:pt x="347" y="390"/>
                  <a:pt x="347" y="390"/>
                  <a:pt x="347" y="390"/>
                </a:cubicBezTo>
                <a:cubicBezTo>
                  <a:pt x="346" y="390"/>
                  <a:pt x="346" y="390"/>
                  <a:pt x="346" y="390"/>
                </a:cubicBezTo>
                <a:cubicBezTo>
                  <a:pt x="346" y="391"/>
                  <a:pt x="346" y="391"/>
                  <a:pt x="346" y="391"/>
                </a:cubicBezTo>
                <a:cubicBezTo>
                  <a:pt x="346" y="390"/>
                  <a:pt x="346" y="390"/>
                  <a:pt x="346" y="390"/>
                </a:cubicBezTo>
                <a:moveTo>
                  <a:pt x="341" y="426"/>
                </a:moveTo>
                <a:cubicBezTo>
                  <a:pt x="357" y="426"/>
                  <a:pt x="357" y="426"/>
                  <a:pt x="357" y="426"/>
                </a:cubicBezTo>
                <a:cubicBezTo>
                  <a:pt x="357" y="508"/>
                  <a:pt x="357" y="508"/>
                  <a:pt x="357" y="508"/>
                </a:cubicBezTo>
                <a:cubicBezTo>
                  <a:pt x="359" y="508"/>
                  <a:pt x="359" y="508"/>
                  <a:pt x="359" y="508"/>
                </a:cubicBezTo>
                <a:cubicBezTo>
                  <a:pt x="359" y="424"/>
                  <a:pt x="359" y="424"/>
                  <a:pt x="359" y="424"/>
                </a:cubicBezTo>
                <a:cubicBezTo>
                  <a:pt x="341" y="424"/>
                  <a:pt x="341" y="424"/>
                  <a:pt x="341" y="424"/>
                </a:cubicBezTo>
                <a:cubicBezTo>
                  <a:pt x="341" y="426"/>
                  <a:pt x="341" y="426"/>
                  <a:pt x="341" y="426"/>
                </a:cubicBezTo>
                <a:moveTo>
                  <a:pt x="333" y="421"/>
                </a:moveTo>
                <a:cubicBezTo>
                  <a:pt x="340" y="421"/>
                  <a:pt x="340" y="421"/>
                  <a:pt x="340" y="421"/>
                </a:cubicBezTo>
                <a:cubicBezTo>
                  <a:pt x="340" y="448"/>
                  <a:pt x="340" y="448"/>
                  <a:pt x="340" y="448"/>
                </a:cubicBezTo>
                <a:cubicBezTo>
                  <a:pt x="358" y="448"/>
                  <a:pt x="358" y="448"/>
                  <a:pt x="358" y="448"/>
                </a:cubicBezTo>
                <a:cubicBezTo>
                  <a:pt x="358" y="446"/>
                  <a:pt x="358" y="446"/>
                  <a:pt x="358" y="446"/>
                </a:cubicBezTo>
                <a:cubicBezTo>
                  <a:pt x="342" y="446"/>
                  <a:pt x="342" y="446"/>
                  <a:pt x="342" y="446"/>
                </a:cubicBezTo>
                <a:cubicBezTo>
                  <a:pt x="342" y="418"/>
                  <a:pt x="342" y="418"/>
                  <a:pt x="342" y="418"/>
                </a:cubicBezTo>
                <a:cubicBezTo>
                  <a:pt x="333" y="418"/>
                  <a:pt x="333" y="418"/>
                  <a:pt x="333" y="418"/>
                </a:cubicBezTo>
                <a:cubicBezTo>
                  <a:pt x="333" y="421"/>
                  <a:pt x="333" y="421"/>
                  <a:pt x="333" y="421"/>
                </a:cubicBezTo>
                <a:moveTo>
                  <a:pt x="162" y="655"/>
                </a:moveTo>
                <a:cubicBezTo>
                  <a:pt x="219" y="655"/>
                  <a:pt x="219" y="655"/>
                  <a:pt x="219" y="655"/>
                </a:cubicBezTo>
                <a:cubicBezTo>
                  <a:pt x="219" y="647"/>
                  <a:pt x="219" y="647"/>
                  <a:pt x="219" y="647"/>
                </a:cubicBezTo>
                <a:cubicBezTo>
                  <a:pt x="314" y="647"/>
                  <a:pt x="314" y="647"/>
                  <a:pt x="314" y="647"/>
                </a:cubicBezTo>
                <a:cubicBezTo>
                  <a:pt x="314" y="671"/>
                  <a:pt x="314" y="671"/>
                  <a:pt x="314" y="671"/>
                </a:cubicBezTo>
                <a:cubicBezTo>
                  <a:pt x="316" y="671"/>
                  <a:pt x="316" y="671"/>
                  <a:pt x="316" y="671"/>
                </a:cubicBezTo>
                <a:cubicBezTo>
                  <a:pt x="316" y="645"/>
                  <a:pt x="316" y="645"/>
                  <a:pt x="316" y="645"/>
                </a:cubicBezTo>
                <a:cubicBezTo>
                  <a:pt x="217" y="645"/>
                  <a:pt x="217" y="645"/>
                  <a:pt x="217" y="645"/>
                </a:cubicBezTo>
                <a:cubicBezTo>
                  <a:pt x="217" y="652"/>
                  <a:pt x="217" y="652"/>
                  <a:pt x="217" y="652"/>
                </a:cubicBezTo>
                <a:cubicBezTo>
                  <a:pt x="162" y="652"/>
                  <a:pt x="162" y="652"/>
                  <a:pt x="162" y="652"/>
                </a:cubicBezTo>
                <a:cubicBezTo>
                  <a:pt x="162" y="655"/>
                  <a:pt x="162" y="655"/>
                  <a:pt x="162" y="655"/>
                </a:cubicBezTo>
                <a:moveTo>
                  <a:pt x="365" y="641"/>
                </a:moveTo>
                <a:cubicBezTo>
                  <a:pt x="365" y="526"/>
                  <a:pt x="365" y="526"/>
                  <a:pt x="365" y="526"/>
                </a:cubicBezTo>
                <a:cubicBezTo>
                  <a:pt x="369" y="522"/>
                  <a:pt x="369" y="522"/>
                  <a:pt x="369" y="522"/>
                </a:cubicBezTo>
                <a:cubicBezTo>
                  <a:pt x="387" y="522"/>
                  <a:pt x="387" y="522"/>
                  <a:pt x="387" y="522"/>
                </a:cubicBezTo>
                <a:cubicBezTo>
                  <a:pt x="386" y="535"/>
                  <a:pt x="386" y="535"/>
                  <a:pt x="386" y="535"/>
                </a:cubicBezTo>
                <a:cubicBezTo>
                  <a:pt x="382" y="539"/>
                  <a:pt x="382" y="539"/>
                  <a:pt x="382" y="539"/>
                </a:cubicBezTo>
                <a:cubicBezTo>
                  <a:pt x="382" y="539"/>
                  <a:pt x="382" y="539"/>
                  <a:pt x="382" y="539"/>
                </a:cubicBezTo>
                <a:cubicBezTo>
                  <a:pt x="382" y="639"/>
                  <a:pt x="382" y="639"/>
                  <a:pt x="382" y="639"/>
                </a:cubicBezTo>
                <a:cubicBezTo>
                  <a:pt x="384" y="639"/>
                  <a:pt x="384" y="639"/>
                  <a:pt x="384" y="639"/>
                </a:cubicBezTo>
                <a:cubicBezTo>
                  <a:pt x="384" y="540"/>
                  <a:pt x="384" y="540"/>
                  <a:pt x="384" y="540"/>
                </a:cubicBezTo>
                <a:cubicBezTo>
                  <a:pt x="388" y="537"/>
                  <a:pt x="388" y="537"/>
                  <a:pt x="388" y="537"/>
                </a:cubicBezTo>
                <a:cubicBezTo>
                  <a:pt x="389" y="536"/>
                  <a:pt x="389" y="536"/>
                  <a:pt x="389" y="536"/>
                </a:cubicBezTo>
                <a:cubicBezTo>
                  <a:pt x="389" y="520"/>
                  <a:pt x="389" y="520"/>
                  <a:pt x="389" y="520"/>
                </a:cubicBezTo>
                <a:cubicBezTo>
                  <a:pt x="368" y="520"/>
                  <a:pt x="368" y="520"/>
                  <a:pt x="368" y="520"/>
                </a:cubicBezTo>
                <a:cubicBezTo>
                  <a:pt x="362" y="525"/>
                  <a:pt x="362" y="525"/>
                  <a:pt x="362" y="525"/>
                </a:cubicBezTo>
                <a:cubicBezTo>
                  <a:pt x="362" y="641"/>
                  <a:pt x="362" y="641"/>
                  <a:pt x="362" y="641"/>
                </a:cubicBezTo>
                <a:cubicBezTo>
                  <a:pt x="365" y="641"/>
                  <a:pt x="365" y="641"/>
                  <a:pt x="365" y="641"/>
                </a:cubicBezTo>
                <a:moveTo>
                  <a:pt x="444" y="671"/>
                </a:moveTo>
                <a:cubicBezTo>
                  <a:pt x="444" y="646"/>
                  <a:pt x="444" y="646"/>
                  <a:pt x="444" y="646"/>
                </a:cubicBezTo>
                <a:cubicBezTo>
                  <a:pt x="380" y="646"/>
                  <a:pt x="380" y="646"/>
                  <a:pt x="380" y="646"/>
                </a:cubicBezTo>
                <a:cubicBezTo>
                  <a:pt x="382" y="640"/>
                  <a:pt x="382" y="640"/>
                  <a:pt x="382" y="640"/>
                </a:cubicBezTo>
                <a:cubicBezTo>
                  <a:pt x="402" y="640"/>
                  <a:pt x="402" y="640"/>
                  <a:pt x="402" y="640"/>
                </a:cubicBezTo>
                <a:cubicBezTo>
                  <a:pt x="402" y="382"/>
                  <a:pt x="402" y="382"/>
                  <a:pt x="402" y="382"/>
                </a:cubicBezTo>
                <a:cubicBezTo>
                  <a:pt x="459" y="382"/>
                  <a:pt x="459" y="382"/>
                  <a:pt x="459" y="382"/>
                </a:cubicBezTo>
                <a:cubicBezTo>
                  <a:pt x="459" y="622"/>
                  <a:pt x="459" y="622"/>
                  <a:pt x="459" y="622"/>
                </a:cubicBezTo>
                <a:cubicBezTo>
                  <a:pt x="462" y="622"/>
                  <a:pt x="462" y="622"/>
                  <a:pt x="462" y="622"/>
                </a:cubicBezTo>
                <a:cubicBezTo>
                  <a:pt x="462" y="380"/>
                  <a:pt x="462" y="380"/>
                  <a:pt x="462" y="380"/>
                </a:cubicBezTo>
                <a:cubicBezTo>
                  <a:pt x="400" y="380"/>
                  <a:pt x="400" y="380"/>
                  <a:pt x="400" y="380"/>
                </a:cubicBezTo>
                <a:cubicBezTo>
                  <a:pt x="400" y="638"/>
                  <a:pt x="400" y="638"/>
                  <a:pt x="400" y="638"/>
                </a:cubicBezTo>
                <a:cubicBezTo>
                  <a:pt x="381" y="638"/>
                  <a:pt x="381" y="638"/>
                  <a:pt x="381" y="638"/>
                </a:cubicBezTo>
                <a:cubicBezTo>
                  <a:pt x="376" y="648"/>
                  <a:pt x="376" y="648"/>
                  <a:pt x="376" y="648"/>
                </a:cubicBezTo>
                <a:cubicBezTo>
                  <a:pt x="441" y="648"/>
                  <a:pt x="441" y="648"/>
                  <a:pt x="441" y="648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4" y="671"/>
                  <a:pt x="444" y="671"/>
                  <a:pt x="444" y="671"/>
                </a:cubicBezTo>
                <a:moveTo>
                  <a:pt x="460" y="382"/>
                </a:moveTo>
                <a:cubicBezTo>
                  <a:pt x="480" y="390"/>
                  <a:pt x="480" y="390"/>
                  <a:pt x="480" y="390"/>
                </a:cubicBezTo>
                <a:cubicBezTo>
                  <a:pt x="480" y="635"/>
                  <a:pt x="480" y="635"/>
                  <a:pt x="480" y="635"/>
                </a:cubicBezTo>
                <a:cubicBezTo>
                  <a:pt x="482" y="635"/>
                  <a:pt x="482" y="635"/>
                  <a:pt x="482" y="635"/>
                </a:cubicBezTo>
                <a:cubicBezTo>
                  <a:pt x="482" y="388"/>
                  <a:pt x="482" y="388"/>
                  <a:pt x="482" y="388"/>
                </a:cubicBezTo>
                <a:cubicBezTo>
                  <a:pt x="461" y="380"/>
                  <a:pt x="461" y="380"/>
                  <a:pt x="461" y="380"/>
                </a:cubicBezTo>
                <a:cubicBezTo>
                  <a:pt x="460" y="382"/>
                  <a:pt x="460" y="382"/>
                  <a:pt x="460" y="382"/>
                </a:cubicBezTo>
                <a:moveTo>
                  <a:pt x="402" y="621"/>
                </a:moveTo>
                <a:cubicBezTo>
                  <a:pt x="439" y="621"/>
                  <a:pt x="439" y="621"/>
                  <a:pt x="439" y="621"/>
                </a:cubicBezTo>
                <a:cubicBezTo>
                  <a:pt x="446" y="636"/>
                  <a:pt x="446" y="636"/>
                  <a:pt x="446" y="636"/>
                </a:cubicBezTo>
                <a:cubicBezTo>
                  <a:pt x="490" y="636"/>
                  <a:pt x="490" y="636"/>
                  <a:pt x="490" y="636"/>
                </a:cubicBezTo>
                <a:cubicBezTo>
                  <a:pt x="490" y="671"/>
                  <a:pt x="490" y="671"/>
                  <a:pt x="490" y="671"/>
                </a:cubicBezTo>
                <a:cubicBezTo>
                  <a:pt x="492" y="671"/>
                  <a:pt x="492" y="671"/>
                  <a:pt x="492" y="671"/>
                </a:cubicBezTo>
                <a:cubicBezTo>
                  <a:pt x="492" y="634"/>
                  <a:pt x="492" y="634"/>
                  <a:pt x="492" y="634"/>
                </a:cubicBezTo>
                <a:cubicBezTo>
                  <a:pt x="447" y="634"/>
                  <a:pt x="447" y="634"/>
                  <a:pt x="447" y="634"/>
                </a:cubicBezTo>
                <a:cubicBezTo>
                  <a:pt x="440" y="619"/>
                  <a:pt x="440" y="619"/>
                  <a:pt x="440" y="619"/>
                </a:cubicBezTo>
                <a:cubicBezTo>
                  <a:pt x="402" y="619"/>
                  <a:pt x="402" y="619"/>
                  <a:pt x="402" y="619"/>
                </a:cubicBezTo>
                <a:cubicBezTo>
                  <a:pt x="402" y="621"/>
                  <a:pt x="402" y="621"/>
                  <a:pt x="402" y="621"/>
                </a:cubicBezTo>
                <a:moveTo>
                  <a:pt x="299" y="522"/>
                </a:moveTo>
                <a:cubicBezTo>
                  <a:pt x="314" y="522"/>
                  <a:pt x="314" y="522"/>
                  <a:pt x="314" y="522"/>
                </a:cubicBezTo>
                <a:cubicBezTo>
                  <a:pt x="314" y="562"/>
                  <a:pt x="314" y="562"/>
                  <a:pt x="314" y="562"/>
                </a:cubicBezTo>
                <a:cubicBezTo>
                  <a:pt x="316" y="562"/>
                  <a:pt x="316" y="562"/>
                  <a:pt x="316" y="562"/>
                </a:cubicBezTo>
                <a:cubicBezTo>
                  <a:pt x="316" y="520"/>
                  <a:pt x="316" y="520"/>
                  <a:pt x="316" y="520"/>
                </a:cubicBezTo>
                <a:cubicBezTo>
                  <a:pt x="299" y="520"/>
                  <a:pt x="299" y="520"/>
                  <a:pt x="299" y="520"/>
                </a:cubicBezTo>
                <a:cubicBezTo>
                  <a:pt x="299" y="522"/>
                  <a:pt x="299" y="522"/>
                  <a:pt x="299" y="522"/>
                </a:cubicBezTo>
                <a:moveTo>
                  <a:pt x="334" y="670"/>
                </a:moveTo>
                <a:cubicBezTo>
                  <a:pt x="334" y="654"/>
                  <a:pt x="334" y="654"/>
                  <a:pt x="334" y="654"/>
                </a:cubicBezTo>
                <a:cubicBezTo>
                  <a:pt x="392" y="654"/>
                  <a:pt x="392" y="654"/>
                  <a:pt x="392" y="654"/>
                </a:cubicBezTo>
                <a:cubicBezTo>
                  <a:pt x="392" y="671"/>
                  <a:pt x="392" y="671"/>
                  <a:pt x="392" y="671"/>
                </a:cubicBezTo>
                <a:cubicBezTo>
                  <a:pt x="394" y="671"/>
                  <a:pt x="394" y="671"/>
                  <a:pt x="394" y="671"/>
                </a:cubicBezTo>
                <a:cubicBezTo>
                  <a:pt x="394" y="652"/>
                  <a:pt x="394" y="652"/>
                  <a:pt x="394" y="652"/>
                </a:cubicBezTo>
                <a:cubicBezTo>
                  <a:pt x="332" y="652"/>
                  <a:pt x="332" y="652"/>
                  <a:pt x="332" y="652"/>
                </a:cubicBezTo>
                <a:cubicBezTo>
                  <a:pt x="332" y="670"/>
                  <a:pt x="332" y="670"/>
                  <a:pt x="332" y="670"/>
                </a:cubicBezTo>
                <a:cubicBezTo>
                  <a:pt x="334" y="670"/>
                  <a:pt x="334" y="670"/>
                  <a:pt x="334" y="670"/>
                </a:cubicBezTo>
                <a:moveTo>
                  <a:pt x="494" y="627"/>
                </a:moveTo>
                <a:cubicBezTo>
                  <a:pt x="494" y="473"/>
                  <a:pt x="494" y="473"/>
                  <a:pt x="494" y="473"/>
                </a:cubicBezTo>
                <a:cubicBezTo>
                  <a:pt x="520" y="473"/>
                  <a:pt x="520" y="473"/>
                  <a:pt x="520" y="473"/>
                </a:cubicBezTo>
                <a:cubicBezTo>
                  <a:pt x="520" y="637"/>
                  <a:pt x="520" y="637"/>
                  <a:pt x="520" y="637"/>
                </a:cubicBezTo>
                <a:cubicBezTo>
                  <a:pt x="523" y="637"/>
                  <a:pt x="523" y="637"/>
                  <a:pt x="523" y="637"/>
                </a:cubicBezTo>
                <a:cubicBezTo>
                  <a:pt x="523" y="471"/>
                  <a:pt x="523" y="471"/>
                  <a:pt x="523" y="471"/>
                </a:cubicBezTo>
                <a:cubicBezTo>
                  <a:pt x="491" y="471"/>
                  <a:pt x="491" y="471"/>
                  <a:pt x="491" y="471"/>
                </a:cubicBezTo>
                <a:cubicBezTo>
                  <a:pt x="491" y="627"/>
                  <a:pt x="491" y="627"/>
                  <a:pt x="491" y="627"/>
                </a:cubicBezTo>
                <a:cubicBezTo>
                  <a:pt x="494" y="627"/>
                  <a:pt x="494" y="627"/>
                  <a:pt x="494" y="627"/>
                </a:cubicBezTo>
                <a:moveTo>
                  <a:pt x="499" y="472"/>
                </a:moveTo>
                <a:cubicBezTo>
                  <a:pt x="499" y="462"/>
                  <a:pt x="499" y="462"/>
                  <a:pt x="499" y="462"/>
                </a:cubicBezTo>
                <a:cubicBezTo>
                  <a:pt x="519" y="462"/>
                  <a:pt x="519" y="462"/>
                  <a:pt x="519" y="462"/>
                </a:cubicBezTo>
                <a:cubicBezTo>
                  <a:pt x="519" y="472"/>
                  <a:pt x="519" y="472"/>
                  <a:pt x="519" y="472"/>
                </a:cubicBezTo>
                <a:cubicBezTo>
                  <a:pt x="521" y="472"/>
                  <a:pt x="521" y="472"/>
                  <a:pt x="521" y="472"/>
                </a:cubicBezTo>
                <a:cubicBezTo>
                  <a:pt x="521" y="460"/>
                  <a:pt x="521" y="460"/>
                  <a:pt x="521" y="460"/>
                </a:cubicBezTo>
                <a:cubicBezTo>
                  <a:pt x="497" y="460"/>
                  <a:pt x="497" y="460"/>
                  <a:pt x="497" y="460"/>
                </a:cubicBezTo>
                <a:cubicBezTo>
                  <a:pt x="497" y="472"/>
                  <a:pt x="497" y="472"/>
                  <a:pt x="497" y="472"/>
                </a:cubicBezTo>
                <a:cubicBezTo>
                  <a:pt x="499" y="472"/>
                  <a:pt x="499" y="472"/>
                  <a:pt x="499" y="472"/>
                </a:cubicBezTo>
                <a:moveTo>
                  <a:pt x="527" y="613"/>
                </a:moveTo>
                <a:cubicBezTo>
                  <a:pt x="528" y="613"/>
                  <a:pt x="528" y="613"/>
                  <a:pt x="528" y="613"/>
                </a:cubicBezTo>
                <a:cubicBezTo>
                  <a:pt x="528" y="446"/>
                  <a:pt x="528" y="446"/>
                  <a:pt x="528" y="446"/>
                </a:cubicBezTo>
                <a:cubicBezTo>
                  <a:pt x="589" y="446"/>
                  <a:pt x="589" y="446"/>
                  <a:pt x="589" y="446"/>
                </a:cubicBezTo>
                <a:cubicBezTo>
                  <a:pt x="589" y="612"/>
                  <a:pt x="589" y="612"/>
                  <a:pt x="589" y="612"/>
                </a:cubicBezTo>
                <a:cubicBezTo>
                  <a:pt x="527" y="612"/>
                  <a:pt x="527" y="612"/>
                  <a:pt x="527" y="612"/>
                </a:cubicBezTo>
                <a:cubicBezTo>
                  <a:pt x="527" y="613"/>
                  <a:pt x="527" y="613"/>
                  <a:pt x="527" y="613"/>
                </a:cubicBezTo>
                <a:cubicBezTo>
                  <a:pt x="528" y="613"/>
                  <a:pt x="528" y="613"/>
                  <a:pt x="528" y="613"/>
                </a:cubicBezTo>
                <a:cubicBezTo>
                  <a:pt x="527" y="613"/>
                  <a:pt x="527" y="613"/>
                  <a:pt x="527" y="613"/>
                </a:cubicBezTo>
                <a:cubicBezTo>
                  <a:pt x="527" y="614"/>
                  <a:pt x="527" y="614"/>
                  <a:pt x="527" y="614"/>
                </a:cubicBezTo>
                <a:cubicBezTo>
                  <a:pt x="591" y="614"/>
                  <a:pt x="591" y="614"/>
                  <a:pt x="591" y="614"/>
                </a:cubicBezTo>
                <a:cubicBezTo>
                  <a:pt x="591" y="444"/>
                  <a:pt x="591" y="444"/>
                  <a:pt x="591" y="444"/>
                </a:cubicBezTo>
                <a:cubicBezTo>
                  <a:pt x="526" y="444"/>
                  <a:pt x="526" y="444"/>
                  <a:pt x="526" y="444"/>
                </a:cubicBezTo>
                <a:cubicBezTo>
                  <a:pt x="526" y="614"/>
                  <a:pt x="526" y="614"/>
                  <a:pt x="526" y="614"/>
                </a:cubicBezTo>
                <a:cubicBezTo>
                  <a:pt x="527" y="614"/>
                  <a:pt x="527" y="614"/>
                  <a:pt x="527" y="614"/>
                </a:cubicBezTo>
                <a:cubicBezTo>
                  <a:pt x="527" y="613"/>
                  <a:pt x="527" y="613"/>
                  <a:pt x="527" y="613"/>
                </a:cubicBezTo>
                <a:moveTo>
                  <a:pt x="522" y="620"/>
                </a:moveTo>
                <a:cubicBezTo>
                  <a:pt x="604" y="620"/>
                  <a:pt x="604" y="620"/>
                  <a:pt x="604" y="620"/>
                </a:cubicBezTo>
                <a:cubicBezTo>
                  <a:pt x="604" y="636"/>
                  <a:pt x="604" y="636"/>
                  <a:pt x="604" y="636"/>
                </a:cubicBezTo>
                <a:cubicBezTo>
                  <a:pt x="522" y="636"/>
                  <a:pt x="522" y="636"/>
                  <a:pt x="522" y="636"/>
                </a:cubicBezTo>
                <a:cubicBezTo>
                  <a:pt x="522" y="638"/>
                  <a:pt x="522" y="638"/>
                  <a:pt x="522" y="638"/>
                </a:cubicBezTo>
                <a:cubicBezTo>
                  <a:pt x="606" y="638"/>
                  <a:pt x="606" y="638"/>
                  <a:pt x="606" y="638"/>
                </a:cubicBezTo>
                <a:cubicBezTo>
                  <a:pt x="606" y="618"/>
                  <a:pt x="606" y="618"/>
                  <a:pt x="606" y="618"/>
                </a:cubicBezTo>
                <a:cubicBezTo>
                  <a:pt x="522" y="618"/>
                  <a:pt x="522" y="618"/>
                  <a:pt x="522" y="618"/>
                </a:cubicBezTo>
                <a:cubicBezTo>
                  <a:pt x="522" y="620"/>
                  <a:pt x="522" y="620"/>
                  <a:pt x="522" y="620"/>
                </a:cubicBezTo>
                <a:moveTo>
                  <a:pt x="536" y="429"/>
                </a:moveTo>
                <a:cubicBezTo>
                  <a:pt x="535" y="429"/>
                  <a:pt x="535" y="429"/>
                  <a:pt x="535" y="429"/>
                </a:cubicBezTo>
                <a:cubicBezTo>
                  <a:pt x="535" y="441"/>
                  <a:pt x="535" y="441"/>
                  <a:pt x="535" y="441"/>
                </a:cubicBezTo>
                <a:cubicBezTo>
                  <a:pt x="590" y="441"/>
                  <a:pt x="590" y="441"/>
                  <a:pt x="590" y="441"/>
                </a:cubicBezTo>
                <a:cubicBezTo>
                  <a:pt x="590" y="428"/>
                  <a:pt x="590" y="428"/>
                  <a:pt x="590" y="428"/>
                </a:cubicBezTo>
                <a:cubicBezTo>
                  <a:pt x="535" y="428"/>
                  <a:pt x="535" y="428"/>
                  <a:pt x="535" y="428"/>
                </a:cubicBezTo>
                <a:cubicBezTo>
                  <a:pt x="535" y="429"/>
                  <a:pt x="535" y="429"/>
                  <a:pt x="535" y="429"/>
                </a:cubicBezTo>
                <a:cubicBezTo>
                  <a:pt x="536" y="429"/>
                  <a:pt x="536" y="429"/>
                  <a:pt x="536" y="429"/>
                </a:cubicBezTo>
                <a:cubicBezTo>
                  <a:pt x="536" y="430"/>
                  <a:pt x="536" y="430"/>
                  <a:pt x="536" y="430"/>
                </a:cubicBezTo>
                <a:cubicBezTo>
                  <a:pt x="588" y="430"/>
                  <a:pt x="588" y="430"/>
                  <a:pt x="588" y="430"/>
                </a:cubicBezTo>
                <a:cubicBezTo>
                  <a:pt x="588" y="439"/>
                  <a:pt x="588" y="439"/>
                  <a:pt x="588" y="439"/>
                </a:cubicBezTo>
                <a:cubicBezTo>
                  <a:pt x="537" y="439"/>
                  <a:pt x="537" y="439"/>
                  <a:pt x="537" y="439"/>
                </a:cubicBezTo>
                <a:cubicBezTo>
                  <a:pt x="537" y="429"/>
                  <a:pt x="537" y="429"/>
                  <a:pt x="537" y="429"/>
                </a:cubicBezTo>
                <a:cubicBezTo>
                  <a:pt x="536" y="429"/>
                  <a:pt x="536" y="429"/>
                  <a:pt x="536" y="429"/>
                </a:cubicBezTo>
                <a:cubicBezTo>
                  <a:pt x="536" y="430"/>
                  <a:pt x="536" y="430"/>
                  <a:pt x="536" y="430"/>
                </a:cubicBezTo>
                <a:cubicBezTo>
                  <a:pt x="536" y="429"/>
                  <a:pt x="536" y="429"/>
                  <a:pt x="536" y="429"/>
                </a:cubicBezTo>
                <a:moveTo>
                  <a:pt x="590" y="446"/>
                </a:moveTo>
                <a:cubicBezTo>
                  <a:pt x="608" y="452"/>
                  <a:pt x="608" y="452"/>
                  <a:pt x="608" y="452"/>
                </a:cubicBezTo>
                <a:cubicBezTo>
                  <a:pt x="608" y="613"/>
                  <a:pt x="608" y="613"/>
                  <a:pt x="608" y="613"/>
                </a:cubicBezTo>
                <a:cubicBezTo>
                  <a:pt x="610" y="613"/>
                  <a:pt x="610" y="613"/>
                  <a:pt x="610" y="613"/>
                </a:cubicBezTo>
                <a:cubicBezTo>
                  <a:pt x="610" y="451"/>
                  <a:pt x="610" y="451"/>
                  <a:pt x="610" y="451"/>
                </a:cubicBezTo>
                <a:cubicBezTo>
                  <a:pt x="591" y="444"/>
                  <a:pt x="591" y="444"/>
                  <a:pt x="591" y="444"/>
                </a:cubicBezTo>
                <a:cubicBezTo>
                  <a:pt x="590" y="446"/>
                  <a:pt x="590" y="446"/>
                  <a:pt x="590" y="446"/>
                </a:cubicBezTo>
                <a:moveTo>
                  <a:pt x="507" y="581"/>
                </a:moveTo>
                <a:cubicBezTo>
                  <a:pt x="509" y="581"/>
                  <a:pt x="509" y="581"/>
                  <a:pt x="509" y="581"/>
                </a:cubicBezTo>
                <a:cubicBezTo>
                  <a:pt x="509" y="473"/>
                  <a:pt x="509" y="473"/>
                  <a:pt x="509" y="473"/>
                </a:cubicBezTo>
                <a:cubicBezTo>
                  <a:pt x="507" y="473"/>
                  <a:pt x="507" y="473"/>
                  <a:pt x="507" y="473"/>
                </a:cubicBezTo>
                <a:lnTo>
                  <a:pt x="507" y="581"/>
                </a:lnTo>
                <a:close/>
                <a:moveTo>
                  <a:pt x="527" y="498"/>
                </a:moveTo>
                <a:cubicBezTo>
                  <a:pt x="590" y="498"/>
                  <a:pt x="590" y="498"/>
                  <a:pt x="590" y="498"/>
                </a:cubicBezTo>
                <a:cubicBezTo>
                  <a:pt x="590" y="496"/>
                  <a:pt x="590" y="496"/>
                  <a:pt x="590" y="496"/>
                </a:cubicBezTo>
                <a:cubicBezTo>
                  <a:pt x="527" y="496"/>
                  <a:pt x="527" y="496"/>
                  <a:pt x="527" y="496"/>
                </a:cubicBezTo>
                <a:moveTo>
                  <a:pt x="527" y="552"/>
                </a:moveTo>
                <a:cubicBezTo>
                  <a:pt x="590" y="552"/>
                  <a:pt x="590" y="552"/>
                  <a:pt x="590" y="552"/>
                </a:cubicBezTo>
                <a:cubicBezTo>
                  <a:pt x="590" y="550"/>
                  <a:pt x="590" y="550"/>
                  <a:pt x="590" y="550"/>
                </a:cubicBezTo>
                <a:cubicBezTo>
                  <a:pt x="527" y="550"/>
                  <a:pt x="527" y="550"/>
                  <a:pt x="527" y="550"/>
                </a:cubicBezTo>
                <a:lnTo>
                  <a:pt x="527" y="552"/>
                </a:lnTo>
                <a:close/>
                <a:moveTo>
                  <a:pt x="527" y="460"/>
                </a:moveTo>
                <a:cubicBezTo>
                  <a:pt x="590" y="460"/>
                  <a:pt x="590" y="460"/>
                  <a:pt x="590" y="460"/>
                </a:cubicBezTo>
                <a:cubicBezTo>
                  <a:pt x="609" y="465"/>
                  <a:pt x="609" y="465"/>
                  <a:pt x="609" y="465"/>
                </a:cubicBezTo>
                <a:cubicBezTo>
                  <a:pt x="609" y="463"/>
                  <a:pt x="609" y="463"/>
                  <a:pt x="609" y="463"/>
                </a:cubicBezTo>
                <a:cubicBezTo>
                  <a:pt x="590" y="458"/>
                  <a:pt x="590" y="458"/>
                  <a:pt x="590" y="458"/>
                </a:cubicBezTo>
                <a:cubicBezTo>
                  <a:pt x="527" y="458"/>
                  <a:pt x="527" y="458"/>
                  <a:pt x="527" y="458"/>
                </a:cubicBezTo>
                <a:cubicBezTo>
                  <a:pt x="527" y="460"/>
                  <a:pt x="527" y="460"/>
                  <a:pt x="527" y="460"/>
                </a:cubicBezTo>
                <a:moveTo>
                  <a:pt x="541" y="613"/>
                </a:moveTo>
                <a:cubicBezTo>
                  <a:pt x="544" y="613"/>
                  <a:pt x="544" y="613"/>
                  <a:pt x="544" y="613"/>
                </a:cubicBezTo>
                <a:cubicBezTo>
                  <a:pt x="544" y="446"/>
                  <a:pt x="544" y="446"/>
                  <a:pt x="544" y="446"/>
                </a:cubicBezTo>
                <a:cubicBezTo>
                  <a:pt x="541" y="446"/>
                  <a:pt x="541" y="446"/>
                  <a:pt x="541" y="446"/>
                </a:cubicBezTo>
                <a:lnTo>
                  <a:pt x="541" y="613"/>
                </a:lnTo>
                <a:close/>
                <a:moveTo>
                  <a:pt x="558" y="613"/>
                </a:moveTo>
                <a:cubicBezTo>
                  <a:pt x="560" y="613"/>
                  <a:pt x="560" y="613"/>
                  <a:pt x="560" y="613"/>
                </a:cubicBezTo>
                <a:cubicBezTo>
                  <a:pt x="560" y="446"/>
                  <a:pt x="560" y="446"/>
                  <a:pt x="560" y="446"/>
                </a:cubicBezTo>
                <a:cubicBezTo>
                  <a:pt x="558" y="446"/>
                  <a:pt x="558" y="446"/>
                  <a:pt x="558" y="446"/>
                </a:cubicBezTo>
                <a:lnTo>
                  <a:pt x="558" y="613"/>
                </a:lnTo>
                <a:close/>
                <a:moveTo>
                  <a:pt x="573" y="613"/>
                </a:moveTo>
                <a:cubicBezTo>
                  <a:pt x="576" y="613"/>
                  <a:pt x="576" y="613"/>
                  <a:pt x="576" y="613"/>
                </a:cubicBezTo>
                <a:cubicBezTo>
                  <a:pt x="576" y="445"/>
                  <a:pt x="576" y="445"/>
                  <a:pt x="576" y="445"/>
                </a:cubicBezTo>
                <a:cubicBezTo>
                  <a:pt x="573" y="445"/>
                  <a:pt x="573" y="445"/>
                  <a:pt x="573" y="445"/>
                </a:cubicBezTo>
                <a:lnTo>
                  <a:pt x="573" y="613"/>
                </a:lnTo>
                <a:close/>
                <a:moveTo>
                  <a:pt x="606" y="451"/>
                </a:moveTo>
                <a:cubicBezTo>
                  <a:pt x="606" y="407"/>
                  <a:pt x="606" y="407"/>
                  <a:pt x="606" y="407"/>
                </a:cubicBezTo>
                <a:cubicBezTo>
                  <a:pt x="683" y="407"/>
                  <a:pt x="683" y="407"/>
                  <a:pt x="683" y="407"/>
                </a:cubicBezTo>
                <a:cubicBezTo>
                  <a:pt x="683" y="422"/>
                  <a:pt x="683" y="422"/>
                  <a:pt x="683" y="422"/>
                </a:cubicBezTo>
                <a:cubicBezTo>
                  <a:pt x="686" y="422"/>
                  <a:pt x="686" y="422"/>
                  <a:pt x="686" y="422"/>
                </a:cubicBezTo>
                <a:cubicBezTo>
                  <a:pt x="686" y="405"/>
                  <a:pt x="686" y="405"/>
                  <a:pt x="686" y="405"/>
                </a:cubicBezTo>
                <a:cubicBezTo>
                  <a:pt x="604" y="405"/>
                  <a:pt x="604" y="405"/>
                  <a:pt x="604" y="405"/>
                </a:cubicBezTo>
                <a:cubicBezTo>
                  <a:pt x="604" y="451"/>
                  <a:pt x="604" y="451"/>
                  <a:pt x="604" y="451"/>
                </a:cubicBezTo>
                <a:cubicBezTo>
                  <a:pt x="606" y="451"/>
                  <a:pt x="606" y="451"/>
                  <a:pt x="606" y="451"/>
                </a:cubicBezTo>
                <a:moveTo>
                  <a:pt x="631" y="592"/>
                </a:moveTo>
                <a:cubicBezTo>
                  <a:pt x="631" y="446"/>
                  <a:pt x="631" y="446"/>
                  <a:pt x="631" y="446"/>
                </a:cubicBezTo>
                <a:cubicBezTo>
                  <a:pt x="698" y="446"/>
                  <a:pt x="698" y="446"/>
                  <a:pt x="698" y="446"/>
                </a:cubicBezTo>
                <a:cubicBezTo>
                  <a:pt x="698" y="561"/>
                  <a:pt x="698" y="561"/>
                  <a:pt x="698" y="561"/>
                </a:cubicBezTo>
                <a:cubicBezTo>
                  <a:pt x="700" y="561"/>
                  <a:pt x="700" y="561"/>
                  <a:pt x="700" y="561"/>
                </a:cubicBezTo>
                <a:cubicBezTo>
                  <a:pt x="700" y="444"/>
                  <a:pt x="700" y="444"/>
                  <a:pt x="700" y="444"/>
                </a:cubicBezTo>
                <a:cubicBezTo>
                  <a:pt x="629" y="444"/>
                  <a:pt x="629" y="444"/>
                  <a:pt x="629" y="444"/>
                </a:cubicBezTo>
                <a:cubicBezTo>
                  <a:pt x="629" y="592"/>
                  <a:pt x="629" y="592"/>
                  <a:pt x="629" y="592"/>
                </a:cubicBezTo>
                <a:cubicBezTo>
                  <a:pt x="631" y="592"/>
                  <a:pt x="631" y="592"/>
                  <a:pt x="631" y="592"/>
                </a:cubicBezTo>
                <a:moveTo>
                  <a:pt x="630" y="459"/>
                </a:moveTo>
                <a:cubicBezTo>
                  <a:pt x="698" y="459"/>
                  <a:pt x="698" y="459"/>
                  <a:pt x="698" y="459"/>
                </a:cubicBezTo>
                <a:cubicBezTo>
                  <a:pt x="717" y="464"/>
                  <a:pt x="717" y="464"/>
                  <a:pt x="717" y="464"/>
                </a:cubicBezTo>
                <a:cubicBezTo>
                  <a:pt x="717" y="462"/>
                  <a:pt x="717" y="462"/>
                  <a:pt x="717" y="462"/>
                </a:cubicBezTo>
                <a:cubicBezTo>
                  <a:pt x="698" y="457"/>
                  <a:pt x="698" y="457"/>
                  <a:pt x="698" y="457"/>
                </a:cubicBezTo>
                <a:cubicBezTo>
                  <a:pt x="630" y="457"/>
                  <a:pt x="630" y="457"/>
                  <a:pt x="630" y="457"/>
                </a:cubicBezTo>
                <a:cubicBezTo>
                  <a:pt x="630" y="459"/>
                  <a:pt x="630" y="459"/>
                  <a:pt x="630" y="459"/>
                </a:cubicBezTo>
                <a:moveTo>
                  <a:pt x="630" y="498"/>
                </a:moveTo>
                <a:cubicBezTo>
                  <a:pt x="698" y="498"/>
                  <a:pt x="698" y="498"/>
                  <a:pt x="698" y="498"/>
                </a:cubicBezTo>
                <a:cubicBezTo>
                  <a:pt x="698" y="495"/>
                  <a:pt x="698" y="495"/>
                  <a:pt x="698" y="495"/>
                </a:cubicBezTo>
                <a:cubicBezTo>
                  <a:pt x="630" y="495"/>
                  <a:pt x="630" y="495"/>
                  <a:pt x="630" y="495"/>
                </a:cubicBezTo>
                <a:lnTo>
                  <a:pt x="630" y="498"/>
                </a:lnTo>
                <a:close/>
                <a:moveTo>
                  <a:pt x="630" y="551"/>
                </a:moveTo>
                <a:cubicBezTo>
                  <a:pt x="698" y="551"/>
                  <a:pt x="698" y="551"/>
                  <a:pt x="698" y="551"/>
                </a:cubicBezTo>
                <a:cubicBezTo>
                  <a:pt x="698" y="549"/>
                  <a:pt x="698" y="549"/>
                  <a:pt x="698" y="549"/>
                </a:cubicBezTo>
                <a:cubicBezTo>
                  <a:pt x="630" y="549"/>
                  <a:pt x="630" y="549"/>
                  <a:pt x="630" y="549"/>
                </a:cubicBezTo>
                <a:lnTo>
                  <a:pt x="630" y="551"/>
                </a:lnTo>
                <a:close/>
                <a:moveTo>
                  <a:pt x="649" y="579"/>
                </a:moveTo>
                <a:cubicBezTo>
                  <a:pt x="651" y="579"/>
                  <a:pt x="651" y="579"/>
                  <a:pt x="651" y="579"/>
                </a:cubicBezTo>
                <a:cubicBezTo>
                  <a:pt x="651" y="445"/>
                  <a:pt x="651" y="445"/>
                  <a:pt x="651" y="445"/>
                </a:cubicBezTo>
                <a:cubicBezTo>
                  <a:pt x="649" y="445"/>
                  <a:pt x="649" y="445"/>
                  <a:pt x="649" y="445"/>
                </a:cubicBezTo>
                <a:lnTo>
                  <a:pt x="649" y="579"/>
                </a:lnTo>
                <a:close/>
                <a:moveTo>
                  <a:pt x="666" y="561"/>
                </a:moveTo>
                <a:cubicBezTo>
                  <a:pt x="668" y="561"/>
                  <a:pt x="668" y="561"/>
                  <a:pt x="668" y="561"/>
                </a:cubicBezTo>
                <a:cubicBezTo>
                  <a:pt x="668" y="445"/>
                  <a:pt x="668" y="445"/>
                  <a:pt x="668" y="445"/>
                </a:cubicBezTo>
                <a:cubicBezTo>
                  <a:pt x="666" y="445"/>
                  <a:pt x="666" y="445"/>
                  <a:pt x="666" y="445"/>
                </a:cubicBezTo>
                <a:lnTo>
                  <a:pt x="666" y="561"/>
                </a:lnTo>
                <a:close/>
                <a:moveTo>
                  <a:pt x="682" y="554"/>
                </a:moveTo>
                <a:cubicBezTo>
                  <a:pt x="685" y="554"/>
                  <a:pt x="685" y="554"/>
                  <a:pt x="685" y="554"/>
                </a:cubicBezTo>
                <a:cubicBezTo>
                  <a:pt x="685" y="445"/>
                  <a:pt x="685" y="445"/>
                  <a:pt x="685" y="445"/>
                </a:cubicBezTo>
                <a:cubicBezTo>
                  <a:pt x="682" y="445"/>
                  <a:pt x="682" y="445"/>
                  <a:pt x="682" y="445"/>
                </a:cubicBezTo>
                <a:lnTo>
                  <a:pt x="682" y="554"/>
                </a:lnTo>
                <a:close/>
                <a:moveTo>
                  <a:pt x="641" y="427"/>
                </a:moveTo>
                <a:cubicBezTo>
                  <a:pt x="640" y="426"/>
                  <a:pt x="640" y="426"/>
                  <a:pt x="640" y="426"/>
                </a:cubicBezTo>
                <a:cubicBezTo>
                  <a:pt x="640" y="441"/>
                  <a:pt x="640" y="441"/>
                  <a:pt x="640" y="441"/>
                </a:cubicBezTo>
                <a:cubicBezTo>
                  <a:pt x="695" y="441"/>
                  <a:pt x="695" y="441"/>
                  <a:pt x="695" y="441"/>
                </a:cubicBezTo>
                <a:cubicBezTo>
                  <a:pt x="695" y="425"/>
                  <a:pt x="695" y="425"/>
                  <a:pt x="695" y="425"/>
                </a:cubicBezTo>
                <a:cubicBezTo>
                  <a:pt x="640" y="425"/>
                  <a:pt x="640" y="425"/>
                  <a:pt x="640" y="425"/>
                </a:cubicBezTo>
                <a:cubicBezTo>
                  <a:pt x="640" y="426"/>
                  <a:pt x="640" y="426"/>
                  <a:pt x="640" y="426"/>
                </a:cubicBezTo>
                <a:cubicBezTo>
                  <a:pt x="641" y="427"/>
                  <a:pt x="641" y="427"/>
                  <a:pt x="641" y="427"/>
                </a:cubicBezTo>
                <a:cubicBezTo>
                  <a:pt x="641" y="428"/>
                  <a:pt x="641" y="428"/>
                  <a:pt x="641" y="428"/>
                </a:cubicBezTo>
                <a:cubicBezTo>
                  <a:pt x="693" y="428"/>
                  <a:pt x="693" y="428"/>
                  <a:pt x="693" y="428"/>
                </a:cubicBezTo>
                <a:cubicBezTo>
                  <a:pt x="693" y="439"/>
                  <a:pt x="693" y="439"/>
                  <a:pt x="693" y="439"/>
                </a:cubicBezTo>
                <a:cubicBezTo>
                  <a:pt x="642" y="439"/>
                  <a:pt x="642" y="439"/>
                  <a:pt x="642" y="439"/>
                </a:cubicBezTo>
                <a:cubicBezTo>
                  <a:pt x="642" y="427"/>
                  <a:pt x="642" y="427"/>
                  <a:pt x="642" y="427"/>
                </a:cubicBezTo>
                <a:cubicBezTo>
                  <a:pt x="641" y="427"/>
                  <a:pt x="641" y="427"/>
                  <a:pt x="641" y="427"/>
                </a:cubicBezTo>
                <a:cubicBezTo>
                  <a:pt x="641" y="428"/>
                  <a:pt x="641" y="428"/>
                  <a:pt x="641" y="428"/>
                </a:cubicBezTo>
                <a:cubicBezTo>
                  <a:pt x="641" y="427"/>
                  <a:pt x="641" y="427"/>
                  <a:pt x="641" y="427"/>
                </a:cubicBezTo>
                <a:moveTo>
                  <a:pt x="684" y="407"/>
                </a:moveTo>
                <a:cubicBezTo>
                  <a:pt x="699" y="413"/>
                  <a:pt x="699" y="413"/>
                  <a:pt x="699" y="413"/>
                </a:cubicBezTo>
                <a:cubicBezTo>
                  <a:pt x="699" y="445"/>
                  <a:pt x="699" y="445"/>
                  <a:pt x="699" y="445"/>
                </a:cubicBezTo>
                <a:cubicBezTo>
                  <a:pt x="702" y="445"/>
                  <a:pt x="702" y="445"/>
                  <a:pt x="702" y="445"/>
                </a:cubicBezTo>
                <a:cubicBezTo>
                  <a:pt x="702" y="411"/>
                  <a:pt x="702" y="411"/>
                  <a:pt x="702" y="411"/>
                </a:cubicBezTo>
                <a:cubicBezTo>
                  <a:pt x="685" y="405"/>
                  <a:pt x="685" y="405"/>
                  <a:pt x="685" y="405"/>
                </a:cubicBezTo>
                <a:cubicBezTo>
                  <a:pt x="684" y="407"/>
                  <a:pt x="684" y="407"/>
                  <a:pt x="684" y="407"/>
                </a:cubicBezTo>
                <a:moveTo>
                  <a:pt x="633" y="636"/>
                </a:moveTo>
                <a:cubicBezTo>
                  <a:pt x="616" y="636"/>
                  <a:pt x="616" y="636"/>
                  <a:pt x="616" y="636"/>
                </a:cubicBezTo>
                <a:cubicBezTo>
                  <a:pt x="616" y="620"/>
                  <a:pt x="616" y="620"/>
                  <a:pt x="616" y="620"/>
                </a:cubicBezTo>
                <a:cubicBezTo>
                  <a:pt x="634" y="620"/>
                  <a:pt x="634" y="620"/>
                  <a:pt x="634" y="620"/>
                </a:cubicBezTo>
                <a:cubicBezTo>
                  <a:pt x="634" y="618"/>
                  <a:pt x="634" y="618"/>
                  <a:pt x="634" y="618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33" y="638"/>
                  <a:pt x="633" y="638"/>
                  <a:pt x="633" y="638"/>
                </a:cubicBezTo>
                <a:cubicBezTo>
                  <a:pt x="633" y="636"/>
                  <a:pt x="633" y="636"/>
                  <a:pt x="633" y="636"/>
                </a:cubicBezTo>
                <a:moveTo>
                  <a:pt x="634" y="671"/>
                </a:moveTo>
                <a:cubicBezTo>
                  <a:pt x="634" y="597"/>
                  <a:pt x="634" y="597"/>
                  <a:pt x="634" y="597"/>
                </a:cubicBezTo>
                <a:cubicBezTo>
                  <a:pt x="633" y="597"/>
                  <a:pt x="633" y="597"/>
                  <a:pt x="633" y="597"/>
                </a:cubicBezTo>
                <a:cubicBezTo>
                  <a:pt x="634" y="598"/>
                  <a:pt x="634" y="598"/>
                  <a:pt x="634" y="598"/>
                </a:cubicBezTo>
                <a:cubicBezTo>
                  <a:pt x="637" y="594"/>
                  <a:pt x="641" y="591"/>
                  <a:pt x="647" y="591"/>
                </a:cubicBezTo>
                <a:cubicBezTo>
                  <a:pt x="650" y="591"/>
                  <a:pt x="654" y="592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6"/>
                  <a:pt x="659" y="597"/>
                </a:cubicBezTo>
                <a:cubicBezTo>
                  <a:pt x="659" y="598"/>
                  <a:pt x="659" y="599"/>
                  <a:pt x="659" y="600"/>
                </a:cubicBezTo>
                <a:cubicBezTo>
                  <a:pt x="659" y="601"/>
                  <a:pt x="659" y="602"/>
                  <a:pt x="659" y="602"/>
                </a:cubicBezTo>
                <a:cubicBezTo>
                  <a:pt x="661" y="602"/>
                  <a:pt x="661" y="602"/>
                  <a:pt x="661" y="602"/>
                </a:cubicBezTo>
                <a:cubicBezTo>
                  <a:pt x="661" y="602"/>
                  <a:pt x="661" y="601"/>
                  <a:pt x="661" y="600"/>
                </a:cubicBezTo>
                <a:cubicBezTo>
                  <a:pt x="661" y="599"/>
                  <a:pt x="661" y="598"/>
                  <a:pt x="661" y="596"/>
                </a:cubicBezTo>
                <a:cubicBezTo>
                  <a:pt x="661" y="595"/>
                  <a:pt x="660" y="594"/>
                  <a:pt x="659" y="593"/>
                </a:cubicBezTo>
                <a:cubicBezTo>
                  <a:pt x="655" y="590"/>
                  <a:pt x="650" y="589"/>
                  <a:pt x="647" y="589"/>
                </a:cubicBezTo>
                <a:cubicBezTo>
                  <a:pt x="640" y="589"/>
                  <a:pt x="635" y="593"/>
                  <a:pt x="632" y="596"/>
                </a:cubicBezTo>
                <a:cubicBezTo>
                  <a:pt x="632" y="597"/>
                  <a:pt x="632" y="597"/>
                  <a:pt x="632" y="597"/>
                </a:cubicBezTo>
                <a:cubicBezTo>
                  <a:pt x="632" y="671"/>
                  <a:pt x="632" y="671"/>
                  <a:pt x="632" y="671"/>
                </a:cubicBezTo>
                <a:cubicBezTo>
                  <a:pt x="634" y="671"/>
                  <a:pt x="634" y="671"/>
                  <a:pt x="634" y="671"/>
                </a:cubicBezTo>
                <a:moveTo>
                  <a:pt x="720" y="617"/>
                </a:moveTo>
                <a:cubicBezTo>
                  <a:pt x="720" y="618"/>
                  <a:pt x="720" y="618"/>
                  <a:pt x="720" y="618"/>
                </a:cubicBezTo>
                <a:cubicBezTo>
                  <a:pt x="858" y="618"/>
                  <a:pt x="858" y="618"/>
                  <a:pt x="858" y="618"/>
                </a:cubicBezTo>
                <a:cubicBezTo>
                  <a:pt x="858" y="618"/>
                  <a:pt x="858" y="618"/>
                  <a:pt x="858" y="618"/>
                </a:cubicBezTo>
                <a:cubicBezTo>
                  <a:pt x="721" y="618"/>
                  <a:pt x="721" y="618"/>
                  <a:pt x="721" y="618"/>
                </a:cubicBezTo>
                <a:cubicBezTo>
                  <a:pt x="721" y="617"/>
                  <a:pt x="721" y="617"/>
                  <a:pt x="721" y="617"/>
                </a:cubicBezTo>
                <a:cubicBezTo>
                  <a:pt x="720" y="617"/>
                  <a:pt x="720" y="617"/>
                  <a:pt x="720" y="617"/>
                </a:cubicBezTo>
                <a:cubicBezTo>
                  <a:pt x="720" y="618"/>
                  <a:pt x="720" y="618"/>
                  <a:pt x="720" y="618"/>
                </a:cubicBezTo>
                <a:cubicBezTo>
                  <a:pt x="720" y="617"/>
                  <a:pt x="720" y="617"/>
                  <a:pt x="720" y="617"/>
                </a:cubicBezTo>
                <a:cubicBezTo>
                  <a:pt x="719" y="617"/>
                  <a:pt x="719" y="617"/>
                  <a:pt x="719" y="617"/>
                </a:cubicBezTo>
                <a:cubicBezTo>
                  <a:pt x="719" y="620"/>
                  <a:pt x="719" y="620"/>
                  <a:pt x="719" y="620"/>
                </a:cubicBezTo>
                <a:cubicBezTo>
                  <a:pt x="861" y="620"/>
                  <a:pt x="861" y="620"/>
                  <a:pt x="861" y="620"/>
                </a:cubicBezTo>
                <a:cubicBezTo>
                  <a:pt x="861" y="616"/>
                  <a:pt x="861" y="616"/>
                  <a:pt x="861" y="616"/>
                </a:cubicBezTo>
                <a:cubicBezTo>
                  <a:pt x="719" y="616"/>
                  <a:pt x="719" y="616"/>
                  <a:pt x="719" y="616"/>
                </a:cubicBezTo>
                <a:cubicBezTo>
                  <a:pt x="719" y="617"/>
                  <a:pt x="719" y="617"/>
                  <a:pt x="719" y="617"/>
                </a:cubicBezTo>
                <a:cubicBezTo>
                  <a:pt x="720" y="617"/>
                  <a:pt x="720" y="617"/>
                  <a:pt x="720" y="617"/>
                </a:cubicBezTo>
                <a:moveTo>
                  <a:pt x="720" y="635"/>
                </a:moveTo>
                <a:cubicBezTo>
                  <a:pt x="720" y="636"/>
                  <a:pt x="720" y="636"/>
                  <a:pt x="720" y="636"/>
                </a:cubicBezTo>
                <a:cubicBezTo>
                  <a:pt x="860" y="636"/>
                  <a:pt x="860" y="636"/>
                  <a:pt x="860" y="636"/>
                </a:cubicBezTo>
                <a:cubicBezTo>
                  <a:pt x="860" y="636"/>
                  <a:pt x="860" y="636"/>
                  <a:pt x="860" y="636"/>
                </a:cubicBezTo>
                <a:cubicBezTo>
                  <a:pt x="721" y="636"/>
                  <a:pt x="721" y="636"/>
                  <a:pt x="721" y="636"/>
                </a:cubicBezTo>
                <a:cubicBezTo>
                  <a:pt x="721" y="635"/>
                  <a:pt x="721" y="635"/>
                  <a:pt x="721" y="635"/>
                </a:cubicBezTo>
                <a:cubicBezTo>
                  <a:pt x="720" y="635"/>
                  <a:pt x="720" y="635"/>
                  <a:pt x="720" y="635"/>
                </a:cubicBezTo>
                <a:cubicBezTo>
                  <a:pt x="720" y="636"/>
                  <a:pt x="720" y="636"/>
                  <a:pt x="720" y="636"/>
                </a:cubicBezTo>
                <a:cubicBezTo>
                  <a:pt x="720" y="635"/>
                  <a:pt x="720" y="635"/>
                  <a:pt x="720" y="635"/>
                </a:cubicBezTo>
                <a:cubicBezTo>
                  <a:pt x="719" y="635"/>
                  <a:pt x="719" y="635"/>
                  <a:pt x="719" y="635"/>
                </a:cubicBezTo>
                <a:cubicBezTo>
                  <a:pt x="719" y="638"/>
                  <a:pt x="719" y="638"/>
                  <a:pt x="719" y="638"/>
                </a:cubicBezTo>
                <a:cubicBezTo>
                  <a:pt x="862" y="638"/>
                  <a:pt x="862" y="638"/>
                  <a:pt x="862" y="638"/>
                </a:cubicBezTo>
                <a:cubicBezTo>
                  <a:pt x="862" y="633"/>
                  <a:pt x="862" y="633"/>
                  <a:pt x="862" y="633"/>
                </a:cubicBezTo>
                <a:cubicBezTo>
                  <a:pt x="719" y="633"/>
                  <a:pt x="719" y="633"/>
                  <a:pt x="719" y="633"/>
                </a:cubicBezTo>
                <a:cubicBezTo>
                  <a:pt x="719" y="635"/>
                  <a:pt x="719" y="635"/>
                  <a:pt x="719" y="635"/>
                </a:cubicBezTo>
                <a:cubicBezTo>
                  <a:pt x="720" y="635"/>
                  <a:pt x="720" y="635"/>
                  <a:pt x="720" y="635"/>
                </a:cubicBezTo>
                <a:moveTo>
                  <a:pt x="672" y="594"/>
                </a:moveTo>
                <a:cubicBezTo>
                  <a:pt x="672" y="594"/>
                  <a:pt x="671" y="591"/>
                  <a:pt x="670" y="588"/>
                </a:cubicBezTo>
                <a:cubicBezTo>
                  <a:pt x="668" y="585"/>
                  <a:pt x="667" y="581"/>
                  <a:pt x="667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7" y="578"/>
                  <a:pt x="667" y="575"/>
                  <a:pt x="668" y="572"/>
                </a:cubicBezTo>
                <a:cubicBezTo>
                  <a:pt x="668" y="570"/>
                  <a:pt x="670" y="567"/>
                  <a:pt x="671" y="567"/>
                </a:cubicBezTo>
                <a:cubicBezTo>
                  <a:pt x="672" y="566"/>
                  <a:pt x="674" y="566"/>
                  <a:pt x="675" y="566"/>
                </a:cubicBezTo>
                <a:cubicBezTo>
                  <a:pt x="679" y="566"/>
                  <a:pt x="683" y="569"/>
                  <a:pt x="686" y="572"/>
                </a:cubicBezTo>
                <a:cubicBezTo>
                  <a:pt x="688" y="574"/>
                  <a:pt x="689" y="576"/>
                  <a:pt x="690" y="577"/>
                </a:cubicBezTo>
                <a:cubicBezTo>
                  <a:pt x="691" y="578"/>
                  <a:pt x="692" y="580"/>
                  <a:pt x="693" y="580"/>
                </a:cubicBezTo>
                <a:cubicBezTo>
                  <a:pt x="693" y="581"/>
                  <a:pt x="694" y="581"/>
                  <a:pt x="696" y="582"/>
                </a:cubicBezTo>
                <a:cubicBezTo>
                  <a:pt x="705" y="587"/>
                  <a:pt x="734" y="602"/>
                  <a:pt x="734" y="602"/>
                </a:cubicBezTo>
                <a:cubicBezTo>
                  <a:pt x="735" y="600"/>
                  <a:pt x="735" y="600"/>
                  <a:pt x="735" y="600"/>
                </a:cubicBezTo>
                <a:cubicBezTo>
                  <a:pt x="735" y="600"/>
                  <a:pt x="726" y="595"/>
                  <a:pt x="716" y="590"/>
                </a:cubicBezTo>
                <a:cubicBezTo>
                  <a:pt x="711" y="587"/>
                  <a:pt x="706" y="585"/>
                  <a:pt x="702" y="583"/>
                </a:cubicBezTo>
                <a:cubicBezTo>
                  <a:pt x="700" y="582"/>
                  <a:pt x="698" y="581"/>
                  <a:pt x="697" y="580"/>
                </a:cubicBezTo>
                <a:cubicBezTo>
                  <a:pt x="695" y="579"/>
                  <a:pt x="694" y="579"/>
                  <a:pt x="694" y="579"/>
                </a:cubicBezTo>
                <a:cubicBezTo>
                  <a:pt x="694" y="578"/>
                  <a:pt x="693" y="577"/>
                  <a:pt x="692" y="576"/>
                </a:cubicBezTo>
                <a:cubicBezTo>
                  <a:pt x="688" y="571"/>
                  <a:pt x="683" y="564"/>
                  <a:pt x="675" y="564"/>
                </a:cubicBezTo>
                <a:cubicBezTo>
                  <a:pt x="673" y="564"/>
                  <a:pt x="672" y="564"/>
                  <a:pt x="670" y="565"/>
                </a:cubicBezTo>
                <a:cubicBezTo>
                  <a:pt x="668" y="566"/>
                  <a:pt x="666" y="569"/>
                  <a:pt x="666" y="572"/>
                </a:cubicBezTo>
                <a:cubicBezTo>
                  <a:pt x="665" y="575"/>
                  <a:pt x="664" y="577"/>
                  <a:pt x="664" y="578"/>
                </a:cubicBezTo>
                <a:cubicBezTo>
                  <a:pt x="664" y="579"/>
                  <a:pt x="664" y="579"/>
                  <a:pt x="664" y="579"/>
                </a:cubicBezTo>
                <a:cubicBezTo>
                  <a:pt x="665" y="579"/>
                  <a:pt x="665" y="579"/>
                  <a:pt x="665" y="579"/>
                </a:cubicBezTo>
                <a:cubicBezTo>
                  <a:pt x="665" y="579"/>
                  <a:pt x="665" y="579"/>
                  <a:pt x="665" y="579"/>
                </a:cubicBezTo>
                <a:cubicBezTo>
                  <a:pt x="664" y="579"/>
                  <a:pt x="664" y="579"/>
                  <a:pt x="664" y="579"/>
                </a:cubicBezTo>
                <a:cubicBezTo>
                  <a:pt x="665" y="585"/>
                  <a:pt x="670" y="595"/>
                  <a:pt x="670" y="595"/>
                </a:cubicBezTo>
                <a:cubicBezTo>
                  <a:pt x="672" y="594"/>
                  <a:pt x="672" y="594"/>
                  <a:pt x="672" y="594"/>
                </a:cubicBezTo>
                <a:moveTo>
                  <a:pt x="734" y="617"/>
                </a:moveTo>
                <a:cubicBezTo>
                  <a:pt x="736" y="617"/>
                  <a:pt x="736" y="617"/>
                  <a:pt x="736" y="617"/>
                </a:cubicBezTo>
                <a:cubicBezTo>
                  <a:pt x="736" y="550"/>
                  <a:pt x="736" y="550"/>
                  <a:pt x="736" y="550"/>
                </a:cubicBezTo>
                <a:cubicBezTo>
                  <a:pt x="734" y="550"/>
                  <a:pt x="734" y="550"/>
                  <a:pt x="734" y="550"/>
                </a:cubicBezTo>
                <a:lnTo>
                  <a:pt x="734" y="617"/>
                </a:lnTo>
                <a:close/>
                <a:moveTo>
                  <a:pt x="673" y="566"/>
                </a:moveTo>
                <a:cubicBezTo>
                  <a:pt x="708" y="562"/>
                  <a:pt x="708" y="562"/>
                  <a:pt x="708" y="562"/>
                </a:cubicBezTo>
                <a:cubicBezTo>
                  <a:pt x="707" y="559"/>
                  <a:pt x="707" y="559"/>
                  <a:pt x="707" y="559"/>
                </a:cubicBezTo>
                <a:cubicBezTo>
                  <a:pt x="673" y="564"/>
                  <a:pt x="673" y="564"/>
                  <a:pt x="673" y="564"/>
                </a:cubicBezTo>
                <a:moveTo>
                  <a:pt x="648" y="602"/>
                </a:moveTo>
                <a:cubicBezTo>
                  <a:pt x="648" y="604"/>
                  <a:pt x="648" y="604"/>
                  <a:pt x="648" y="604"/>
                </a:cubicBezTo>
                <a:cubicBezTo>
                  <a:pt x="697" y="604"/>
                  <a:pt x="697" y="604"/>
                  <a:pt x="697" y="604"/>
                </a:cubicBezTo>
                <a:cubicBezTo>
                  <a:pt x="697" y="604"/>
                  <a:pt x="697" y="604"/>
                  <a:pt x="697" y="604"/>
                </a:cubicBezTo>
                <a:cubicBezTo>
                  <a:pt x="698" y="604"/>
                  <a:pt x="698" y="604"/>
                  <a:pt x="698" y="604"/>
                </a:cubicBezTo>
                <a:cubicBezTo>
                  <a:pt x="698" y="603"/>
                  <a:pt x="698" y="603"/>
                  <a:pt x="698" y="603"/>
                </a:cubicBezTo>
                <a:cubicBezTo>
                  <a:pt x="649" y="603"/>
                  <a:pt x="649" y="603"/>
                  <a:pt x="649" y="603"/>
                </a:cubicBezTo>
                <a:cubicBezTo>
                  <a:pt x="649" y="602"/>
                  <a:pt x="649" y="602"/>
                  <a:pt x="649" y="602"/>
                </a:cubicBezTo>
                <a:cubicBezTo>
                  <a:pt x="648" y="602"/>
                  <a:pt x="648" y="602"/>
                  <a:pt x="648" y="602"/>
                </a:cubicBezTo>
                <a:cubicBezTo>
                  <a:pt x="648" y="604"/>
                  <a:pt x="648" y="604"/>
                  <a:pt x="648" y="604"/>
                </a:cubicBezTo>
                <a:cubicBezTo>
                  <a:pt x="648" y="602"/>
                  <a:pt x="648" y="602"/>
                  <a:pt x="648" y="602"/>
                </a:cubicBezTo>
                <a:cubicBezTo>
                  <a:pt x="646" y="602"/>
                  <a:pt x="646" y="602"/>
                  <a:pt x="646" y="602"/>
                </a:cubicBezTo>
                <a:cubicBezTo>
                  <a:pt x="646" y="605"/>
                  <a:pt x="646" y="605"/>
                  <a:pt x="646" y="605"/>
                </a:cubicBezTo>
                <a:cubicBezTo>
                  <a:pt x="699" y="605"/>
                  <a:pt x="699" y="605"/>
                  <a:pt x="699" y="605"/>
                </a:cubicBezTo>
                <a:cubicBezTo>
                  <a:pt x="699" y="601"/>
                  <a:pt x="699" y="601"/>
                  <a:pt x="699" y="601"/>
                </a:cubicBezTo>
                <a:cubicBezTo>
                  <a:pt x="646" y="601"/>
                  <a:pt x="646" y="601"/>
                  <a:pt x="646" y="601"/>
                </a:cubicBezTo>
                <a:cubicBezTo>
                  <a:pt x="646" y="602"/>
                  <a:pt x="646" y="602"/>
                  <a:pt x="646" y="602"/>
                </a:cubicBezTo>
                <a:cubicBezTo>
                  <a:pt x="648" y="602"/>
                  <a:pt x="648" y="602"/>
                  <a:pt x="648" y="602"/>
                </a:cubicBezTo>
                <a:moveTo>
                  <a:pt x="647" y="619"/>
                </a:moveTo>
                <a:cubicBezTo>
                  <a:pt x="647" y="620"/>
                  <a:pt x="647" y="620"/>
                  <a:pt x="647" y="620"/>
                </a:cubicBezTo>
                <a:cubicBezTo>
                  <a:pt x="697" y="620"/>
                  <a:pt x="697" y="620"/>
                  <a:pt x="697" y="620"/>
                </a:cubicBezTo>
                <a:cubicBezTo>
                  <a:pt x="697" y="621"/>
                  <a:pt x="697" y="621"/>
                  <a:pt x="697" y="621"/>
                </a:cubicBezTo>
                <a:cubicBezTo>
                  <a:pt x="698" y="621"/>
                  <a:pt x="698" y="621"/>
                  <a:pt x="698" y="621"/>
                </a:cubicBezTo>
                <a:cubicBezTo>
                  <a:pt x="698" y="620"/>
                  <a:pt x="698" y="620"/>
                  <a:pt x="698" y="620"/>
                </a:cubicBezTo>
                <a:cubicBezTo>
                  <a:pt x="649" y="620"/>
                  <a:pt x="649" y="620"/>
                  <a:pt x="649" y="620"/>
                </a:cubicBezTo>
                <a:cubicBezTo>
                  <a:pt x="649" y="619"/>
                  <a:pt x="649" y="619"/>
                  <a:pt x="649" y="619"/>
                </a:cubicBezTo>
                <a:cubicBezTo>
                  <a:pt x="647" y="619"/>
                  <a:pt x="647" y="619"/>
                  <a:pt x="647" y="619"/>
                </a:cubicBezTo>
                <a:cubicBezTo>
                  <a:pt x="647" y="620"/>
                  <a:pt x="647" y="620"/>
                  <a:pt x="647" y="620"/>
                </a:cubicBezTo>
                <a:cubicBezTo>
                  <a:pt x="647" y="619"/>
                  <a:pt x="647" y="619"/>
                  <a:pt x="647" y="619"/>
                </a:cubicBezTo>
                <a:cubicBezTo>
                  <a:pt x="646" y="619"/>
                  <a:pt x="646" y="619"/>
                  <a:pt x="646" y="619"/>
                </a:cubicBezTo>
                <a:cubicBezTo>
                  <a:pt x="646" y="622"/>
                  <a:pt x="646" y="622"/>
                  <a:pt x="646" y="622"/>
                </a:cubicBezTo>
                <a:cubicBezTo>
                  <a:pt x="699" y="622"/>
                  <a:pt x="699" y="622"/>
                  <a:pt x="699" y="622"/>
                </a:cubicBezTo>
                <a:cubicBezTo>
                  <a:pt x="699" y="618"/>
                  <a:pt x="699" y="618"/>
                  <a:pt x="699" y="618"/>
                </a:cubicBezTo>
                <a:cubicBezTo>
                  <a:pt x="646" y="618"/>
                  <a:pt x="646" y="618"/>
                  <a:pt x="646" y="618"/>
                </a:cubicBezTo>
                <a:cubicBezTo>
                  <a:pt x="646" y="619"/>
                  <a:pt x="646" y="619"/>
                  <a:pt x="646" y="619"/>
                </a:cubicBezTo>
                <a:cubicBezTo>
                  <a:pt x="647" y="619"/>
                  <a:pt x="647" y="619"/>
                  <a:pt x="647" y="619"/>
                </a:cubicBezTo>
                <a:moveTo>
                  <a:pt x="648" y="636"/>
                </a:moveTo>
                <a:cubicBezTo>
                  <a:pt x="648" y="637"/>
                  <a:pt x="648" y="637"/>
                  <a:pt x="648" y="637"/>
                </a:cubicBezTo>
                <a:cubicBezTo>
                  <a:pt x="697" y="637"/>
                  <a:pt x="697" y="637"/>
                  <a:pt x="697" y="637"/>
                </a:cubicBezTo>
                <a:cubicBezTo>
                  <a:pt x="697" y="638"/>
                  <a:pt x="697" y="638"/>
                  <a:pt x="697" y="638"/>
                </a:cubicBezTo>
                <a:cubicBezTo>
                  <a:pt x="699" y="638"/>
                  <a:pt x="699" y="638"/>
                  <a:pt x="699" y="638"/>
                </a:cubicBezTo>
                <a:cubicBezTo>
                  <a:pt x="699" y="636"/>
                  <a:pt x="699" y="636"/>
                  <a:pt x="699" y="636"/>
                </a:cubicBezTo>
                <a:cubicBezTo>
                  <a:pt x="649" y="636"/>
                  <a:pt x="649" y="636"/>
                  <a:pt x="649" y="636"/>
                </a:cubicBezTo>
                <a:cubicBezTo>
                  <a:pt x="649" y="636"/>
                  <a:pt x="649" y="636"/>
                  <a:pt x="649" y="636"/>
                </a:cubicBezTo>
                <a:cubicBezTo>
                  <a:pt x="648" y="636"/>
                  <a:pt x="648" y="636"/>
                  <a:pt x="648" y="636"/>
                </a:cubicBezTo>
                <a:cubicBezTo>
                  <a:pt x="648" y="637"/>
                  <a:pt x="648" y="637"/>
                  <a:pt x="648" y="637"/>
                </a:cubicBezTo>
                <a:cubicBezTo>
                  <a:pt x="648" y="636"/>
                  <a:pt x="648" y="636"/>
                  <a:pt x="648" y="636"/>
                </a:cubicBezTo>
                <a:cubicBezTo>
                  <a:pt x="647" y="636"/>
                  <a:pt x="647" y="636"/>
                  <a:pt x="647" y="636"/>
                </a:cubicBezTo>
                <a:cubicBezTo>
                  <a:pt x="647" y="639"/>
                  <a:pt x="647" y="639"/>
                  <a:pt x="647" y="639"/>
                </a:cubicBezTo>
                <a:cubicBezTo>
                  <a:pt x="700" y="639"/>
                  <a:pt x="700" y="639"/>
                  <a:pt x="700" y="639"/>
                </a:cubicBezTo>
                <a:cubicBezTo>
                  <a:pt x="700" y="635"/>
                  <a:pt x="700" y="635"/>
                  <a:pt x="700" y="635"/>
                </a:cubicBezTo>
                <a:cubicBezTo>
                  <a:pt x="647" y="635"/>
                  <a:pt x="647" y="635"/>
                  <a:pt x="647" y="635"/>
                </a:cubicBezTo>
                <a:cubicBezTo>
                  <a:pt x="647" y="636"/>
                  <a:pt x="647" y="636"/>
                  <a:pt x="647" y="636"/>
                </a:cubicBezTo>
                <a:cubicBezTo>
                  <a:pt x="648" y="636"/>
                  <a:pt x="648" y="636"/>
                  <a:pt x="648" y="636"/>
                </a:cubicBezTo>
                <a:moveTo>
                  <a:pt x="647" y="652"/>
                </a:moveTo>
                <a:cubicBezTo>
                  <a:pt x="647" y="653"/>
                  <a:pt x="647" y="653"/>
                  <a:pt x="647" y="653"/>
                </a:cubicBezTo>
                <a:cubicBezTo>
                  <a:pt x="697" y="653"/>
                  <a:pt x="697" y="653"/>
                  <a:pt x="697" y="653"/>
                </a:cubicBezTo>
                <a:cubicBezTo>
                  <a:pt x="697" y="654"/>
                  <a:pt x="697" y="654"/>
                  <a:pt x="697" y="654"/>
                </a:cubicBezTo>
                <a:cubicBezTo>
                  <a:pt x="698" y="654"/>
                  <a:pt x="698" y="654"/>
                  <a:pt x="698" y="654"/>
                </a:cubicBezTo>
                <a:cubicBezTo>
                  <a:pt x="698" y="653"/>
                  <a:pt x="698" y="653"/>
                  <a:pt x="698" y="653"/>
                </a:cubicBezTo>
                <a:cubicBezTo>
                  <a:pt x="649" y="653"/>
                  <a:pt x="649" y="653"/>
                  <a:pt x="649" y="653"/>
                </a:cubicBezTo>
                <a:cubicBezTo>
                  <a:pt x="649" y="652"/>
                  <a:pt x="649" y="652"/>
                  <a:pt x="649" y="652"/>
                </a:cubicBezTo>
                <a:cubicBezTo>
                  <a:pt x="647" y="652"/>
                  <a:pt x="647" y="652"/>
                  <a:pt x="647" y="652"/>
                </a:cubicBezTo>
                <a:cubicBezTo>
                  <a:pt x="647" y="653"/>
                  <a:pt x="647" y="653"/>
                  <a:pt x="647" y="653"/>
                </a:cubicBezTo>
                <a:cubicBezTo>
                  <a:pt x="647" y="652"/>
                  <a:pt x="647" y="652"/>
                  <a:pt x="647" y="652"/>
                </a:cubicBezTo>
                <a:cubicBezTo>
                  <a:pt x="646" y="652"/>
                  <a:pt x="646" y="652"/>
                  <a:pt x="646" y="652"/>
                </a:cubicBezTo>
                <a:cubicBezTo>
                  <a:pt x="646" y="655"/>
                  <a:pt x="646" y="655"/>
                  <a:pt x="646" y="655"/>
                </a:cubicBezTo>
                <a:cubicBezTo>
                  <a:pt x="699" y="655"/>
                  <a:pt x="699" y="655"/>
                  <a:pt x="699" y="655"/>
                </a:cubicBezTo>
                <a:cubicBezTo>
                  <a:pt x="699" y="651"/>
                  <a:pt x="699" y="651"/>
                  <a:pt x="699" y="651"/>
                </a:cubicBezTo>
                <a:cubicBezTo>
                  <a:pt x="646" y="651"/>
                  <a:pt x="646" y="651"/>
                  <a:pt x="646" y="651"/>
                </a:cubicBezTo>
                <a:cubicBezTo>
                  <a:pt x="646" y="652"/>
                  <a:pt x="646" y="652"/>
                  <a:pt x="646" y="652"/>
                </a:cubicBezTo>
                <a:cubicBezTo>
                  <a:pt x="647" y="652"/>
                  <a:pt x="647" y="652"/>
                  <a:pt x="647" y="652"/>
                </a:cubicBezTo>
                <a:moveTo>
                  <a:pt x="762" y="613"/>
                </a:moveTo>
                <a:cubicBezTo>
                  <a:pt x="764" y="613"/>
                  <a:pt x="764" y="613"/>
                  <a:pt x="764" y="613"/>
                </a:cubicBezTo>
                <a:cubicBezTo>
                  <a:pt x="764" y="536"/>
                  <a:pt x="764" y="536"/>
                  <a:pt x="764" y="536"/>
                </a:cubicBezTo>
                <a:cubicBezTo>
                  <a:pt x="762" y="536"/>
                  <a:pt x="762" y="536"/>
                  <a:pt x="762" y="536"/>
                </a:cubicBezTo>
                <a:lnTo>
                  <a:pt x="762" y="613"/>
                </a:lnTo>
                <a:close/>
                <a:moveTo>
                  <a:pt x="791" y="612"/>
                </a:moveTo>
                <a:cubicBezTo>
                  <a:pt x="793" y="612"/>
                  <a:pt x="793" y="612"/>
                  <a:pt x="793" y="612"/>
                </a:cubicBezTo>
                <a:cubicBezTo>
                  <a:pt x="793" y="535"/>
                  <a:pt x="793" y="535"/>
                  <a:pt x="793" y="535"/>
                </a:cubicBezTo>
                <a:cubicBezTo>
                  <a:pt x="791" y="535"/>
                  <a:pt x="791" y="535"/>
                  <a:pt x="791" y="535"/>
                </a:cubicBezTo>
                <a:lnTo>
                  <a:pt x="791" y="612"/>
                </a:lnTo>
                <a:close/>
                <a:moveTo>
                  <a:pt x="808" y="612"/>
                </a:moveTo>
                <a:cubicBezTo>
                  <a:pt x="811" y="612"/>
                  <a:pt x="811" y="612"/>
                  <a:pt x="811" y="612"/>
                </a:cubicBezTo>
                <a:cubicBezTo>
                  <a:pt x="811" y="540"/>
                  <a:pt x="811" y="540"/>
                  <a:pt x="811" y="540"/>
                </a:cubicBezTo>
                <a:cubicBezTo>
                  <a:pt x="808" y="540"/>
                  <a:pt x="808" y="540"/>
                  <a:pt x="808" y="540"/>
                </a:cubicBezTo>
                <a:lnTo>
                  <a:pt x="808" y="612"/>
                </a:lnTo>
                <a:close/>
                <a:moveTo>
                  <a:pt x="827" y="612"/>
                </a:moveTo>
                <a:cubicBezTo>
                  <a:pt x="830" y="612"/>
                  <a:pt x="830" y="612"/>
                  <a:pt x="830" y="612"/>
                </a:cubicBezTo>
                <a:cubicBezTo>
                  <a:pt x="830" y="549"/>
                  <a:pt x="830" y="549"/>
                  <a:pt x="830" y="549"/>
                </a:cubicBezTo>
                <a:cubicBezTo>
                  <a:pt x="827" y="549"/>
                  <a:pt x="827" y="549"/>
                  <a:pt x="827" y="549"/>
                </a:cubicBezTo>
                <a:lnTo>
                  <a:pt x="827" y="612"/>
                </a:lnTo>
                <a:close/>
                <a:moveTo>
                  <a:pt x="843" y="595"/>
                </a:moveTo>
                <a:cubicBezTo>
                  <a:pt x="845" y="595"/>
                  <a:pt x="845" y="595"/>
                  <a:pt x="845" y="595"/>
                </a:cubicBezTo>
                <a:cubicBezTo>
                  <a:pt x="845" y="559"/>
                  <a:pt x="845" y="559"/>
                  <a:pt x="845" y="559"/>
                </a:cubicBezTo>
                <a:cubicBezTo>
                  <a:pt x="843" y="559"/>
                  <a:pt x="843" y="559"/>
                  <a:pt x="843" y="559"/>
                </a:cubicBezTo>
                <a:lnTo>
                  <a:pt x="843" y="595"/>
                </a:lnTo>
                <a:close/>
                <a:moveTo>
                  <a:pt x="761" y="628"/>
                </a:moveTo>
                <a:cubicBezTo>
                  <a:pt x="764" y="628"/>
                  <a:pt x="764" y="628"/>
                  <a:pt x="764" y="628"/>
                </a:cubicBezTo>
                <a:cubicBezTo>
                  <a:pt x="764" y="617"/>
                  <a:pt x="764" y="617"/>
                  <a:pt x="764" y="617"/>
                </a:cubicBezTo>
                <a:cubicBezTo>
                  <a:pt x="761" y="617"/>
                  <a:pt x="761" y="617"/>
                  <a:pt x="761" y="617"/>
                </a:cubicBezTo>
                <a:lnTo>
                  <a:pt x="761" y="628"/>
                </a:lnTo>
                <a:close/>
                <a:moveTo>
                  <a:pt x="761" y="646"/>
                </a:moveTo>
                <a:cubicBezTo>
                  <a:pt x="764" y="646"/>
                  <a:pt x="764" y="646"/>
                  <a:pt x="764" y="646"/>
                </a:cubicBezTo>
                <a:cubicBezTo>
                  <a:pt x="764" y="634"/>
                  <a:pt x="764" y="634"/>
                  <a:pt x="764" y="634"/>
                </a:cubicBezTo>
                <a:cubicBezTo>
                  <a:pt x="761" y="634"/>
                  <a:pt x="761" y="634"/>
                  <a:pt x="761" y="634"/>
                </a:cubicBezTo>
                <a:lnTo>
                  <a:pt x="761" y="646"/>
                </a:lnTo>
                <a:close/>
                <a:moveTo>
                  <a:pt x="791" y="628"/>
                </a:moveTo>
                <a:cubicBezTo>
                  <a:pt x="793" y="628"/>
                  <a:pt x="793" y="628"/>
                  <a:pt x="793" y="628"/>
                </a:cubicBezTo>
                <a:cubicBezTo>
                  <a:pt x="793" y="616"/>
                  <a:pt x="793" y="616"/>
                  <a:pt x="793" y="616"/>
                </a:cubicBezTo>
                <a:cubicBezTo>
                  <a:pt x="791" y="616"/>
                  <a:pt x="791" y="616"/>
                  <a:pt x="791" y="616"/>
                </a:cubicBezTo>
                <a:lnTo>
                  <a:pt x="791" y="628"/>
                </a:lnTo>
                <a:close/>
                <a:moveTo>
                  <a:pt x="790" y="645"/>
                </a:moveTo>
                <a:cubicBezTo>
                  <a:pt x="792" y="645"/>
                  <a:pt x="792" y="645"/>
                  <a:pt x="792" y="645"/>
                </a:cubicBezTo>
                <a:cubicBezTo>
                  <a:pt x="792" y="634"/>
                  <a:pt x="792" y="634"/>
                  <a:pt x="792" y="634"/>
                </a:cubicBezTo>
                <a:cubicBezTo>
                  <a:pt x="790" y="634"/>
                  <a:pt x="790" y="634"/>
                  <a:pt x="790" y="634"/>
                </a:cubicBezTo>
                <a:lnTo>
                  <a:pt x="790" y="645"/>
                </a:lnTo>
                <a:close/>
                <a:moveTo>
                  <a:pt x="808" y="629"/>
                </a:moveTo>
                <a:cubicBezTo>
                  <a:pt x="811" y="629"/>
                  <a:pt x="811" y="629"/>
                  <a:pt x="811" y="629"/>
                </a:cubicBezTo>
                <a:cubicBezTo>
                  <a:pt x="811" y="617"/>
                  <a:pt x="811" y="617"/>
                  <a:pt x="811" y="617"/>
                </a:cubicBezTo>
                <a:cubicBezTo>
                  <a:pt x="808" y="617"/>
                  <a:pt x="808" y="617"/>
                  <a:pt x="808" y="617"/>
                </a:cubicBezTo>
                <a:lnTo>
                  <a:pt x="808" y="629"/>
                </a:lnTo>
                <a:close/>
                <a:moveTo>
                  <a:pt x="808" y="645"/>
                </a:moveTo>
                <a:cubicBezTo>
                  <a:pt x="811" y="645"/>
                  <a:pt x="811" y="645"/>
                  <a:pt x="811" y="645"/>
                </a:cubicBezTo>
                <a:cubicBezTo>
                  <a:pt x="811" y="634"/>
                  <a:pt x="811" y="634"/>
                  <a:pt x="811" y="634"/>
                </a:cubicBezTo>
                <a:cubicBezTo>
                  <a:pt x="808" y="634"/>
                  <a:pt x="808" y="634"/>
                  <a:pt x="808" y="634"/>
                </a:cubicBezTo>
                <a:lnTo>
                  <a:pt x="808" y="645"/>
                </a:lnTo>
                <a:close/>
                <a:moveTo>
                  <a:pt x="827" y="628"/>
                </a:moveTo>
                <a:cubicBezTo>
                  <a:pt x="829" y="628"/>
                  <a:pt x="829" y="628"/>
                  <a:pt x="829" y="628"/>
                </a:cubicBezTo>
                <a:cubicBezTo>
                  <a:pt x="829" y="616"/>
                  <a:pt x="829" y="616"/>
                  <a:pt x="829" y="616"/>
                </a:cubicBezTo>
                <a:cubicBezTo>
                  <a:pt x="827" y="616"/>
                  <a:pt x="827" y="616"/>
                  <a:pt x="827" y="616"/>
                </a:cubicBezTo>
                <a:lnTo>
                  <a:pt x="827" y="628"/>
                </a:lnTo>
                <a:close/>
                <a:moveTo>
                  <a:pt x="827" y="645"/>
                </a:moveTo>
                <a:cubicBezTo>
                  <a:pt x="829" y="645"/>
                  <a:pt x="829" y="645"/>
                  <a:pt x="829" y="645"/>
                </a:cubicBezTo>
                <a:cubicBezTo>
                  <a:pt x="829" y="634"/>
                  <a:pt x="829" y="634"/>
                  <a:pt x="829" y="634"/>
                </a:cubicBezTo>
                <a:cubicBezTo>
                  <a:pt x="827" y="634"/>
                  <a:pt x="827" y="634"/>
                  <a:pt x="827" y="634"/>
                </a:cubicBezTo>
                <a:lnTo>
                  <a:pt x="827" y="645"/>
                </a:lnTo>
                <a:close/>
                <a:moveTo>
                  <a:pt x="843" y="629"/>
                </a:moveTo>
                <a:cubicBezTo>
                  <a:pt x="845" y="629"/>
                  <a:pt x="845" y="629"/>
                  <a:pt x="845" y="629"/>
                </a:cubicBezTo>
                <a:cubicBezTo>
                  <a:pt x="845" y="616"/>
                  <a:pt x="845" y="616"/>
                  <a:pt x="845" y="616"/>
                </a:cubicBezTo>
                <a:cubicBezTo>
                  <a:pt x="843" y="616"/>
                  <a:pt x="843" y="616"/>
                  <a:pt x="843" y="616"/>
                </a:cubicBezTo>
                <a:lnTo>
                  <a:pt x="843" y="629"/>
                </a:lnTo>
                <a:close/>
                <a:moveTo>
                  <a:pt x="843" y="645"/>
                </a:moveTo>
                <a:cubicBezTo>
                  <a:pt x="845" y="645"/>
                  <a:pt x="845" y="645"/>
                  <a:pt x="845" y="645"/>
                </a:cubicBezTo>
                <a:cubicBezTo>
                  <a:pt x="845" y="635"/>
                  <a:pt x="845" y="635"/>
                  <a:pt x="845" y="635"/>
                </a:cubicBezTo>
                <a:cubicBezTo>
                  <a:pt x="843" y="635"/>
                  <a:pt x="843" y="635"/>
                  <a:pt x="843" y="635"/>
                </a:cubicBezTo>
                <a:lnTo>
                  <a:pt x="843" y="645"/>
                </a:lnTo>
                <a:close/>
                <a:moveTo>
                  <a:pt x="719" y="651"/>
                </a:moveTo>
                <a:cubicBezTo>
                  <a:pt x="719" y="653"/>
                  <a:pt x="719" y="653"/>
                  <a:pt x="719" y="653"/>
                </a:cubicBezTo>
                <a:cubicBezTo>
                  <a:pt x="860" y="653"/>
                  <a:pt x="860" y="653"/>
                  <a:pt x="860" y="653"/>
                </a:cubicBezTo>
                <a:cubicBezTo>
                  <a:pt x="860" y="653"/>
                  <a:pt x="860" y="653"/>
                  <a:pt x="860" y="653"/>
                </a:cubicBezTo>
                <a:cubicBezTo>
                  <a:pt x="720" y="653"/>
                  <a:pt x="720" y="653"/>
                  <a:pt x="720" y="653"/>
                </a:cubicBezTo>
                <a:cubicBezTo>
                  <a:pt x="720" y="651"/>
                  <a:pt x="720" y="651"/>
                  <a:pt x="720" y="651"/>
                </a:cubicBezTo>
                <a:cubicBezTo>
                  <a:pt x="719" y="651"/>
                  <a:pt x="719" y="651"/>
                  <a:pt x="719" y="651"/>
                </a:cubicBezTo>
                <a:cubicBezTo>
                  <a:pt x="719" y="653"/>
                  <a:pt x="719" y="653"/>
                  <a:pt x="719" y="653"/>
                </a:cubicBezTo>
                <a:cubicBezTo>
                  <a:pt x="719" y="651"/>
                  <a:pt x="719" y="651"/>
                  <a:pt x="719" y="651"/>
                </a:cubicBezTo>
                <a:cubicBezTo>
                  <a:pt x="718" y="651"/>
                  <a:pt x="718" y="651"/>
                  <a:pt x="718" y="651"/>
                </a:cubicBezTo>
                <a:cubicBezTo>
                  <a:pt x="718" y="655"/>
                  <a:pt x="718" y="655"/>
                  <a:pt x="718" y="655"/>
                </a:cubicBezTo>
                <a:cubicBezTo>
                  <a:pt x="862" y="655"/>
                  <a:pt x="862" y="655"/>
                  <a:pt x="862" y="655"/>
                </a:cubicBezTo>
                <a:cubicBezTo>
                  <a:pt x="862" y="650"/>
                  <a:pt x="862" y="650"/>
                  <a:pt x="862" y="650"/>
                </a:cubicBezTo>
                <a:cubicBezTo>
                  <a:pt x="718" y="650"/>
                  <a:pt x="718" y="650"/>
                  <a:pt x="718" y="650"/>
                </a:cubicBezTo>
                <a:cubicBezTo>
                  <a:pt x="718" y="651"/>
                  <a:pt x="718" y="651"/>
                  <a:pt x="718" y="651"/>
                </a:cubicBezTo>
                <a:cubicBezTo>
                  <a:pt x="719" y="651"/>
                  <a:pt x="719" y="651"/>
                  <a:pt x="719" y="651"/>
                </a:cubicBezTo>
                <a:moveTo>
                  <a:pt x="710" y="588"/>
                </a:moveTo>
                <a:cubicBezTo>
                  <a:pt x="710" y="588"/>
                  <a:pt x="711" y="586"/>
                  <a:pt x="713" y="583"/>
                </a:cubicBezTo>
                <a:cubicBezTo>
                  <a:pt x="719" y="573"/>
                  <a:pt x="731" y="552"/>
                  <a:pt x="744" y="544"/>
                </a:cubicBezTo>
                <a:cubicBezTo>
                  <a:pt x="755" y="538"/>
                  <a:pt x="763" y="535"/>
                  <a:pt x="772" y="535"/>
                </a:cubicBezTo>
                <a:cubicBezTo>
                  <a:pt x="774" y="535"/>
                  <a:pt x="774" y="535"/>
                  <a:pt x="774" y="535"/>
                </a:cubicBezTo>
                <a:cubicBezTo>
                  <a:pt x="784" y="536"/>
                  <a:pt x="793" y="536"/>
                  <a:pt x="800" y="538"/>
                </a:cubicBezTo>
                <a:cubicBezTo>
                  <a:pt x="807" y="540"/>
                  <a:pt x="825" y="547"/>
                  <a:pt x="836" y="554"/>
                </a:cubicBezTo>
                <a:cubicBezTo>
                  <a:pt x="837" y="553"/>
                  <a:pt x="837" y="553"/>
                  <a:pt x="837" y="553"/>
                </a:cubicBezTo>
                <a:cubicBezTo>
                  <a:pt x="836" y="554"/>
                  <a:pt x="836" y="554"/>
                  <a:pt x="836" y="554"/>
                </a:cubicBezTo>
                <a:cubicBezTo>
                  <a:pt x="872" y="582"/>
                  <a:pt x="872" y="582"/>
                  <a:pt x="872" y="582"/>
                </a:cubicBezTo>
                <a:cubicBezTo>
                  <a:pt x="871" y="578"/>
                  <a:pt x="871" y="578"/>
                  <a:pt x="871" y="578"/>
                </a:cubicBezTo>
                <a:cubicBezTo>
                  <a:pt x="871" y="578"/>
                  <a:pt x="865" y="563"/>
                  <a:pt x="849" y="547"/>
                </a:cubicBezTo>
                <a:cubicBezTo>
                  <a:pt x="834" y="532"/>
                  <a:pt x="810" y="517"/>
                  <a:pt x="774" y="517"/>
                </a:cubicBezTo>
                <a:cubicBezTo>
                  <a:pt x="773" y="517"/>
                  <a:pt x="771" y="517"/>
                  <a:pt x="770" y="517"/>
                </a:cubicBezTo>
                <a:cubicBezTo>
                  <a:pt x="739" y="518"/>
                  <a:pt x="722" y="531"/>
                  <a:pt x="713" y="545"/>
                </a:cubicBezTo>
                <a:cubicBezTo>
                  <a:pt x="704" y="559"/>
                  <a:pt x="703" y="575"/>
                  <a:pt x="703" y="582"/>
                </a:cubicBezTo>
                <a:cubicBezTo>
                  <a:pt x="703" y="584"/>
                  <a:pt x="703" y="585"/>
                  <a:pt x="703" y="586"/>
                </a:cubicBezTo>
                <a:cubicBezTo>
                  <a:pt x="706" y="585"/>
                  <a:pt x="706" y="585"/>
                  <a:pt x="706" y="585"/>
                </a:cubicBezTo>
                <a:cubicBezTo>
                  <a:pt x="706" y="585"/>
                  <a:pt x="706" y="584"/>
                  <a:pt x="706" y="582"/>
                </a:cubicBezTo>
                <a:cubicBezTo>
                  <a:pt x="706" y="575"/>
                  <a:pt x="707" y="560"/>
                  <a:pt x="715" y="546"/>
                </a:cubicBezTo>
                <a:cubicBezTo>
                  <a:pt x="724" y="532"/>
                  <a:pt x="740" y="520"/>
                  <a:pt x="770" y="519"/>
                </a:cubicBezTo>
                <a:cubicBezTo>
                  <a:pt x="771" y="519"/>
                  <a:pt x="773" y="519"/>
                  <a:pt x="774" y="519"/>
                </a:cubicBezTo>
                <a:cubicBezTo>
                  <a:pt x="810" y="519"/>
                  <a:pt x="833" y="534"/>
                  <a:pt x="848" y="549"/>
                </a:cubicBezTo>
                <a:cubicBezTo>
                  <a:pt x="855" y="556"/>
                  <a:pt x="860" y="564"/>
                  <a:pt x="864" y="569"/>
                </a:cubicBezTo>
                <a:cubicBezTo>
                  <a:pt x="865" y="572"/>
                  <a:pt x="867" y="575"/>
                  <a:pt x="867" y="576"/>
                </a:cubicBezTo>
                <a:cubicBezTo>
                  <a:pt x="868" y="578"/>
                  <a:pt x="869" y="579"/>
                  <a:pt x="869" y="579"/>
                </a:cubicBezTo>
                <a:cubicBezTo>
                  <a:pt x="870" y="578"/>
                  <a:pt x="870" y="578"/>
                  <a:pt x="870" y="578"/>
                </a:cubicBezTo>
                <a:cubicBezTo>
                  <a:pt x="870" y="577"/>
                  <a:pt x="870" y="577"/>
                  <a:pt x="870" y="577"/>
                </a:cubicBezTo>
                <a:cubicBezTo>
                  <a:pt x="837" y="552"/>
                  <a:pt x="837" y="552"/>
                  <a:pt x="837" y="552"/>
                </a:cubicBezTo>
                <a:cubicBezTo>
                  <a:pt x="837" y="552"/>
                  <a:pt x="837" y="552"/>
                  <a:pt x="837" y="552"/>
                </a:cubicBezTo>
                <a:cubicBezTo>
                  <a:pt x="826" y="545"/>
                  <a:pt x="808" y="538"/>
                  <a:pt x="801" y="536"/>
                </a:cubicBezTo>
                <a:cubicBezTo>
                  <a:pt x="793" y="534"/>
                  <a:pt x="784" y="534"/>
                  <a:pt x="774" y="533"/>
                </a:cubicBezTo>
                <a:cubicBezTo>
                  <a:pt x="774" y="533"/>
                  <a:pt x="773" y="533"/>
                  <a:pt x="772" y="533"/>
                </a:cubicBezTo>
                <a:cubicBezTo>
                  <a:pt x="763" y="533"/>
                  <a:pt x="754" y="536"/>
                  <a:pt x="743" y="542"/>
                </a:cubicBezTo>
                <a:cubicBezTo>
                  <a:pt x="724" y="553"/>
                  <a:pt x="709" y="587"/>
                  <a:pt x="708" y="587"/>
                </a:cubicBezTo>
                <a:cubicBezTo>
                  <a:pt x="710" y="588"/>
                  <a:pt x="710" y="588"/>
                  <a:pt x="710" y="588"/>
                </a:cubicBezTo>
                <a:moveTo>
                  <a:pt x="735" y="568"/>
                </a:moveTo>
                <a:cubicBezTo>
                  <a:pt x="763" y="563"/>
                  <a:pt x="763" y="563"/>
                  <a:pt x="763" y="563"/>
                </a:cubicBezTo>
                <a:cubicBezTo>
                  <a:pt x="763" y="561"/>
                  <a:pt x="763" y="561"/>
                  <a:pt x="763" y="561"/>
                </a:cubicBezTo>
                <a:cubicBezTo>
                  <a:pt x="735" y="565"/>
                  <a:pt x="735" y="565"/>
                  <a:pt x="735" y="565"/>
                </a:cubicBezTo>
                <a:moveTo>
                  <a:pt x="735" y="585"/>
                </a:moveTo>
                <a:cubicBezTo>
                  <a:pt x="763" y="581"/>
                  <a:pt x="763" y="581"/>
                  <a:pt x="763" y="581"/>
                </a:cubicBezTo>
                <a:cubicBezTo>
                  <a:pt x="762" y="579"/>
                  <a:pt x="762" y="579"/>
                  <a:pt x="762" y="579"/>
                </a:cubicBezTo>
                <a:cubicBezTo>
                  <a:pt x="735" y="583"/>
                  <a:pt x="735" y="583"/>
                  <a:pt x="735" y="583"/>
                </a:cubicBezTo>
                <a:moveTo>
                  <a:pt x="734" y="602"/>
                </a:moveTo>
                <a:cubicBezTo>
                  <a:pt x="763" y="598"/>
                  <a:pt x="763" y="598"/>
                  <a:pt x="763" y="598"/>
                </a:cubicBezTo>
                <a:cubicBezTo>
                  <a:pt x="762" y="596"/>
                  <a:pt x="762" y="596"/>
                  <a:pt x="762" y="596"/>
                </a:cubicBezTo>
                <a:cubicBezTo>
                  <a:pt x="734" y="600"/>
                  <a:pt x="734" y="600"/>
                  <a:pt x="734" y="600"/>
                </a:cubicBezTo>
                <a:moveTo>
                  <a:pt x="792" y="563"/>
                </a:moveTo>
                <a:cubicBezTo>
                  <a:pt x="844" y="563"/>
                  <a:pt x="844" y="563"/>
                  <a:pt x="844" y="563"/>
                </a:cubicBezTo>
                <a:cubicBezTo>
                  <a:pt x="844" y="561"/>
                  <a:pt x="844" y="561"/>
                  <a:pt x="844" y="561"/>
                </a:cubicBezTo>
                <a:cubicBezTo>
                  <a:pt x="792" y="561"/>
                  <a:pt x="792" y="561"/>
                  <a:pt x="792" y="561"/>
                </a:cubicBezTo>
                <a:moveTo>
                  <a:pt x="792" y="581"/>
                </a:moveTo>
                <a:cubicBezTo>
                  <a:pt x="867" y="581"/>
                  <a:pt x="867" y="581"/>
                  <a:pt x="867" y="581"/>
                </a:cubicBezTo>
                <a:cubicBezTo>
                  <a:pt x="867" y="579"/>
                  <a:pt x="867" y="579"/>
                  <a:pt x="867" y="579"/>
                </a:cubicBezTo>
                <a:cubicBezTo>
                  <a:pt x="792" y="579"/>
                  <a:pt x="792" y="579"/>
                  <a:pt x="792" y="579"/>
                </a:cubicBezTo>
                <a:moveTo>
                  <a:pt x="792" y="597"/>
                </a:moveTo>
                <a:cubicBezTo>
                  <a:pt x="841" y="597"/>
                  <a:pt x="841" y="597"/>
                  <a:pt x="841" y="597"/>
                </a:cubicBezTo>
                <a:cubicBezTo>
                  <a:pt x="841" y="595"/>
                  <a:pt x="841" y="595"/>
                  <a:pt x="841" y="595"/>
                </a:cubicBezTo>
                <a:cubicBezTo>
                  <a:pt x="792" y="595"/>
                  <a:pt x="792" y="595"/>
                  <a:pt x="792" y="595"/>
                </a:cubicBezTo>
                <a:moveTo>
                  <a:pt x="659" y="595"/>
                </a:moveTo>
                <a:cubicBezTo>
                  <a:pt x="690" y="595"/>
                  <a:pt x="690" y="595"/>
                  <a:pt x="690" y="595"/>
                </a:cubicBezTo>
                <a:cubicBezTo>
                  <a:pt x="690" y="574"/>
                  <a:pt x="690" y="574"/>
                  <a:pt x="690" y="574"/>
                </a:cubicBezTo>
                <a:cubicBezTo>
                  <a:pt x="688" y="574"/>
                  <a:pt x="688" y="574"/>
                  <a:pt x="688" y="574"/>
                </a:cubicBezTo>
                <a:cubicBezTo>
                  <a:pt x="688" y="593"/>
                  <a:pt x="688" y="593"/>
                  <a:pt x="688" y="593"/>
                </a:cubicBezTo>
                <a:cubicBezTo>
                  <a:pt x="659" y="593"/>
                  <a:pt x="659" y="593"/>
                  <a:pt x="659" y="593"/>
                </a:cubicBezTo>
                <a:cubicBezTo>
                  <a:pt x="659" y="595"/>
                  <a:pt x="659" y="595"/>
                  <a:pt x="659" y="595"/>
                </a:cubicBezTo>
                <a:moveTo>
                  <a:pt x="772" y="519"/>
                </a:moveTo>
                <a:cubicBezTo>
                  <a:pt x="773" y="519"/>
                  <a:pt x="773" y="519"/>
                  <a:pt x="773" y="519"/>
                </a:cubicBezTo>
                <a:cubicBezTo>
                  <a:pt x="820" y="519"/>
                  <a:pt x="848" y="531"/>
                  <a:pt x="865" y="544"/>
                </a:cubicBezTo>
                <a:cubicBezTo>
                  <a:pt x="874" y="550"/>
                  <a:pt x="879" y="557"/>
                  <a:pt x="883" y="561"/>
                </a:cubicBezTo>
                <a:cubicBezTo>
                  <a:pt x="884" y="564"/>
                  <a:pt x="886" y="566"/>
                  <a:pt x="886" y="567"/>
                </a:cubicBezTo>
                <a:cubicBezTo>
                  <a:pt x="887" y="569"/>
                  <a:pt x="887" y="569"/>
                  <a:pt x="887" y="569"/>
                </a:cubicBezTo>
                <a:cubicBezTo>
                  <a:pt x="887" y="569"/>
                  <a:pt x="887" y="569"/>
                  <a:pt x="887" y="569"/>
                </a:cubicBezTo>
                <a:cubicBezTo>
                  <a:pt x="888" y="569"/>
                  <a:pt x="888" y="569"/>
                  <a:pt x="888" y="569"/>
                </a:cubicBezTo>
                <a:cubicBezTo>
                  <a:pt x="888" y="568"/>
                  <a:pt x="888" y="568"/>
                  <a:pt x="888" y="568"/>
                </a:cubicBezTo>
                <a:cubicBezTo>
                  <a:pt x="869" y="577"/>
                  <a:pt x="869" y="577"/>
                  <a:pt x="869" y="577"/>
                </a:cubicBezTo>
                <a:cubicBezTo>
                  <a:pt x="870" y="579"/>
                  <a:pt x="870" y="579"/>
                  <a:pt x="870" y="579"/>
                </a:cubicBezTo>
                <a:cubicBezTo>
                  <a:pt x="890" y="569"/>
                  <a:pt x="890" y="569"/>
                  <a:pt x="890" y="569"/>
                </a:cubicBezTo>
                <a:cubicBezTo>
                  <a:pt x="890" y="568"/>
                  <a:pt x="890" y="568"/>
                  <a:pt x="890" y="568"/>
                </a:cubicBezTo>
                <a:cubicBezTo>
                  <a:pt x="889" y="568"/>
                  <a:pt x="867" y="516"/>
                  <a:pt x="773" y="516"/>
                </a:cubicBezTo>
                <a:cubicBezTo>
                  <a:pt x="772" y="516"/>
                  <a:pt x="772" y="516"/>
                  <a:pt x="772" y="516"/>
                </a:cubicBezTo>
                <a:cubicBezTo>
                  <a:pt x="772" y="519"/>
                  <a:pt x="772" y="519"/>
                  <a:pt x="772" y="519"/>
                </a:cubicBezTo>
                <a:moveTo>
                  <a:pt x="801" y="521"/>
                </a:moveTo>
                <a:cubicBezTo>
                  <a:pt x="801" y="427"/>
                  <a:pt x="801" y="427"/>
                  <a:pt x="801" y="427"/>
                </a:cubicBezTo>
                <a:cubicBezTo>
                  <a:pt x="831" y="418"/>
                  <a:pt x="831" y="418"/>
                  <a:pt x="831" y="418"/>
                </a:cubicBezTo>
                <a:cubicBezTo>
                  <a:pt x="831" y="526"/>
                  <a:pt x="831" y="526"/>
                  <a:pt x="831" y="526"/>
                </a:cubicBezTo>
                <a:cubicBezTo>
                  <a:pt x="833" y="526"/>
                  <a:pt x="833" y="526"/>
                  <a:pt x="833" y="526"/>
                </a:cubicBezTo>
                <a:cubicBezTo>
                  <a:pt x="833" y="415"/>
                  <a:pt x="833" y="415"/>
                  <a:pt x="833" y="415"/>
                </a:cubicBezTo>
                <a:cubicBezTo>
                  <a:pt x="799" y="425"/>
                  <a:pt x="799" y="425"/>
                  <a:pt x="799" y="425"/>
                </a:cubicBezTo>
                <a:cubicBezTo>
                  <a:pt x="799" y="521"/>
                  <a:pt x="799" y="521"/>
                  <a:pt x="799" y="521"/>
                </a:cubicBezTo>
                <a:cubicBezTo>
                  <a:pt x="801" y="521"/>
                  <a:pt x="801" y="521"/>
                  <a:pt x="801" y="521"/>
                </a:cubicBezTo>
                <a:moveTo>
                  <a:pt x="811" y="423"/>
                </a:moveTo>
                <a:cubicBezTo>
                  <a:pt x="811" y="380"/>
                  <a:pt x="811" y="380"/>
                  <a:pt x="811" y="380"/>
                </a:cubicBezTo>
                <a:cubicBezTo>
                  <a:pt x="836" y="372"/>
                  <a:pt x="836" y="372"/>
                  <a:pt x="836" y="372"/>
                </a:cubicBezTo>
                <a:cubicBezTo>
                  <a:pt x="880" y="373"/>
                  <a:pt x="880" y="373"/>
                  <a:pt x="880" y="373"/>
                </a:cubicBezTo>
                <a:cubicBezTo>
                  <a:pt x="890" y="381"/>
                  <a:pt x="890" y="381"/>
                  <a:pt x="890" y="381"/>
                </a:cubicBezTo>
                <a:cubicBezTo>
                  <a:pt x="890" y="460"/>
                  <a:pt x="890" y="460"/>
                  <a:pt x="890" y="460"/>
                </a:cubicBezTo>
                <a:cubicBezTo>
                  <a:pt x="892" y="460"/>
                  <a:pt x="892" y="460"/>
                  <a:pt x="892" y="460"/>
                </a:cubicBezTo>
                <a:cubicBezTo>
                  <a:pt x="892" y="380"/>
                  <a:pt x="892" y="380"/>
                  <a:pt x="892" y="380"/>
                </a:cubicBezTo>
                <a:cubicBezTo>
                  <a:pt x="881" y="371"/>
                  <a:pt x="881" y="371"/>
                  <a:pt x="881" y="371"/>
                </a:cubicBezTo>
                <a:cubicBezTo>
                  <a:pt x="835" y="370"/>
                  <a:pt x="835" y="370"/>
                  <a:pt x="835" y="370"/>
                </a:cubicBezTo>
                <a:cubicBezTo>
                  <a:pt x="809" y="379"/>
                  <a:pt x="809" y="379"/>
                  <a:pt x="809" y="379"/>
                </a:cubicBezTo>
                <a:cubicBezTo>
                  <a:pt x="809" y="423"/>
                  <a:pt x="809" y="423"/>
                  <a:pt x="809" y="423"/>
                </a:cubicBezTo>
                <a:cubicBezTo>
                  <a:pt x="811" y="423"/>
                  <a:pt x="811" y="423"/>
                  <a:pt x="811" y="423"/>
                </a:cubicBezTo>
                <a:moveTo>
                  <a:pt x="835" y="407"/>
                </a:moveTo>
                <a:cubicBezTo>
                  <a:pt x="837" y="407"/>
                  <a:pt x="837" y="407"/>
                  <a:pt x="837" y="407"/>
                </a:cubicBezTo>
                <a:cubicBezTo>
                  <a:pt x="837" y="371"/>
                  <a:pt x="837" y="371"/>
                  <a:pt x="837" y="371"/>
                </a:cubicBezTo>
                <a:cubicBezTo>
                  <a:pt x="835" y="371"/>
                  <a:pt x="835" y="371"/>
                  <a:pt x="835" y="371"/>
                </a:cubicBezTo>
                <a:lnTo>
                  <a:pt x="835" y="407"/>
                </a:lnTo>
                <a:close/>
                <a:moveTo>
                  <a:pt x="832" y="418"/>
                </a:moveTo>
                <a:cubicBezTo>
                  <a:pt x="861" y="418"/>
                  <a:pt x="861" y="418"/>
                  <a:pt x="861" y="418"/>
                </a:cubicBezTo>
                <a:cubicBezTo>
                  <a:pt x="861" y="461"/>
                  <a:pt x="861" y="461"/>
                  <a:pt x="861" y="461"/>
                </a:cubicBezTo>
                <a:cubicBezTo>
                  <a:pt x="899" y="461"/>
                  <a:pt x="899" y="461"/>
                  <a:pt x="899" y="461"/>
                </a:cubicBezTo>
                <a:cubicBezTo>
                  <a:pt x="899" y="459"/>
                  <a:pt x="899" y="459"/>
                  <a:pt x="899" y="459"/>
                </a:cubicBezTo>
                <a:cubicBezTo>
                  <a:pt x="864" y="459"/>
                  <a:pt x="864" y="459"/>
                  <a:pt x="864" y="459"/>
                </a:cubicBezTo>
                <a:cubicBezTo>
                  <a:pt x="864" y="415"/>
                  <a:pt x="864" y="415"/>
                  <a:pt x="864" y="415"/>
                </a:cubicBezTo>
                <a:cubicBezTo>
                  <a:pt x="832" y="415"/>
                  <a:pt x="832" y="415"/>
                  <a:pt x="832" y="415"/>
                </a:cubicBezTo>
                <a:cubicBezTo>
                  <a:pt x="832" y="418"/>
                  <a:pt x="832" y="418"/>
                  <a:pt x="832" y="418"/>
                </a:cubicBezTo>
                <a:moveTo>
                  <a:pt x="880" y="454"/>
                </a:moveTo>
                <a:cubicBezTo>
                  <a:pt x="882" y="454"/>
                  <a:pt x="882" y="454"/>
                  <a:pt x="882" y="454"/>
                </a:cubicBezTo>
                <a:cubicBezTo>
                  <a:pt x="882" y="372"/>
                  <a:pt x="882" y="372"/>
                  <a:pt x="882" y="372"/>
                </a:cubicBezTo>
                <a:cubicBezTo>
                  <a:pt x="880" y="372"/>
                  <a:pt x="880" y="372"/>
                  <a:pt x="880" y="372"/>
                </a:cubicBezTo>
                <a:lnTo>
                  <a:pt x="880" y="454"/>
                </a:lnTo>
                <a:close/>
                <a:moveTo>
                  <a:pt x="862" y="417"/>
                </a:moveTo>
                <a:cubicBezTo>
                  <a:pt x="870" y="422"/>
                  <a:pt x="870" y="422"/>
                  <a:pt x="870" y="422"/>
                </a:cubicBezTo>
                <a:cubicBezTo>
                  <a:pt x="870" y="450"/>
                  <a:pt x="870" y="450"/>
                  <a:pt x="870" y="450"/>
                </a:cubicBezTo>
                <a:cubicBezTo>
                  <a:pt x="873" y="450"/>
                  <a:pt x="873" y="450"/>
                  <a:pt x="873" y="450"/>
                </a:cubicBezTo>
                <a:cubicBezTo>
                  <a:pt x="873" y="421"/>
                  <a:pt x="873" y="421"/>
                  <a:pt x="873" y="421"/>
                </a:cubicBezTo>
                <a:cubicBezTo>
                  <a:pt x="863" y="415"/>
                  <a:pt x="863" y="415"/>
                  <a:pt x="863" y="415"/>
                </a:cubicBezTo>
                <a:cubicBezTo>
                  <a:pt x="862" y="417"/>
                  <a:pt x="862" y="417"/>
                  <a:pt x="862" y="417"/>
                </a:cubicBezTo>
                <a:moveTo>
                  <a:pt x="758" y="519"/>
                </a:moveTo>
                <a:cubicBezTo>
                  <a:pt x="758" y="494"/>
                  <a:pt x="758" y="494"/>
                  <a:pt x="758" y="494"/>
                </a:cubicBezTo>
                <a:cubicBezTo>
                  <a:pt x="782" y="494"/>
                  <a:pt x="782" y="494"/>
                  <a:pt x="782" y="494"/>
                </a:cubicBezTo>
                <a:cubicBezTo>
                  <a:pt x="782" y="519"/>
                  <a:pt x="782" y="519"/>
                  <a:pt x="782" y="519"/>
                </a:cubicBezTo>
                <a:cubicBezTo>
                  <a:pt x="785" y="519"/>
                  <a:pt x="785" y="519"/>
                  <a:pt x="785" y="519"/>
                </a:cubicBezTo>
                <a:cubicBezTo>
                  <a:pt x="785" y="492"/>
                  <a:pt x="785" y="492"/>
                  <a:pt x="785" y="492"/>
                </a:cubicBezTo>
                <a:cubicBezTo>
                  <a:pt x="755" y="492"/>
                  <a:pt x="755" y="492"/>
                  <a:pt x="755" y="492"/>
                </a:cubicBezTo>
                <a:cubicBezTo>
                  <a:pt x="755" y="519"/>
                  <a:pt x="755" y="519"/>
                  <a:pt x="755" y="519"/>
                </a:cubicBezTo>
                <a:cubicBezTo>
                  <a:pt x="758" y="519"/>
                  <a:pt x="758" y="519"/>
                  <a:pt x="758" y="519"/>
                </a:cubicBezTo>
                <a:moveTo>
                  <a:pt x="784" y="504"/>
                </a:moveTo>
                <a:cubicBezTo>
                  <a:pt x="800" y="504"/>
                  <a:pt x="800" y="504"/>
                  <a:pt x="800" y="504"/>
                </a:cubicBezTo>
                <a:cubicBezTo>
                  <a:pt x="800" y="501"/>
                  <a:pt x="800" y="501"/>
                  <a:pt x="800" y="501"/>
                </a:cubicBezTo>
                <a:cubicBezTo>
                  <a:pt x="784" y="501"/>
                  <a:pt x="784" y="501"/>
                  <a:pt x="784" y="501"/>
                </a:cubicBezTo>
                <a:lnTo>
                  <a:pt x="784" y="504"/>
                </a:lnTo>
                <a:close/>
                <a:moveTo>
                  <a:pt x="876" y="372"/>
                </a:moveTo>
                <a:cubicBezTo>
                  <a:pt x="876" y="276"/>
                  <a:pt x="876" y="276"/>
                  <a:pt x="876" y="276"/>
                </a:cubicBezTo>
                <a:cubicBezTo>
                  <a:pt x="898" y="264"/>
                  <a:pt x="898" y="264"/>
                  <a:pt x="898" y="264"/>
                </a:cubicBezTo>
                <a:cubicBezTo>
                  <a:pt x="898" y="534"/>
                  <a:pt x="898" y="534"/>
                  <a:pt x="898" y="534"/>
                </a:cubicBezTo>
                <a:cubicBezTo>
                  <a:pt x="900" y="534"/>
                  <a:pt x="900" y="534"/>
                  <a:pt x="900" y="534"/>
                </a:cubicBezTo>
                <a:cubicBezTo>
                  <a:pt x="900" y="261"/>
                  <a:pt x="900" y="261"/>
                  <a:pt x="900" y="261"/>
                </a:cubicBezTo>
                <a:cubicBezTo>
                  <a:pt x="874" y="274"/>
                  <a:pt x="874" y="274"/>
                  <a:pt x="874" y="274"/>
                </a:cubicBezTo>
                <a:cubicBezTo>
                  <a:pt x="874" y="372"/>
                  <a:pt x="874" y="372"/>
                  <a:pt x="874" y="372"/>
                </a:cubicBezTo>
                <a:cubicBezTo>
                  <a:pt x="876" y="372"/>
                  <a:pt x="876" y="372"/>
                  <a:pt x="876" y="372"/>
                </a:cubicBezTo>
                <a:moveTo>
                  <a:pt x="889" y="269"/>
                </a:moveTo>
                <a:cubicBezTo>
                  <a:pt x="889" y="260"/>
                  <a:pt x="889" y="260"/>
                  <a:pt x="889" y="260"/>
                </a:cubicBezTo>
                <a:cubicBezTo>
                  <a:pt x="910" y="250"/>
                  <a:pt x="910" y="250"/>
                  <a:pt x="910" y="250"/>
                </a:cubicBezTo>
                <a:cubicBezTo>
                  <a:pt x="948" y="260"/>
                  <a:pt x="948" y="260"/>
                  <a:pt x="948" y="260"/>
                </a:cubicBezTo>
                <a:cubicBezTo>
                  <a:pt x="948" y="267"/>
                  <a:pt x="948" y="267"/>
                  <a:pt x="948" y="267"/>
                </a:cubicBezTo>
                <a:cubicBezTo>
                  <a:pt x="950" y="268"/>
                  <a:pt x="950" y="268"/>
                  <a:pt x="950" y="268"/>
                </a:cubicBezTo>
                <a:cubicBezTo>
                  <a:pt x="950" y="259"/>
                  <a:pt x="950" y="259"/>
                  <a:pt x="950" y="259"/>
                </a:cubicBezTo>
                <a:cubicBezTo>
                  <a:pt x="950" y="258"/>
                  <a:pt x="950" y="258"/>
                  <a:pt x="950" y="258"/>
                </a:cubicBezTo>
                <a:cubicBezTo>
                  <a:pt x="910" y="248"/>
                  <a:pt x="910" y="248"/>
                  <a:pt x="910" y="248"/>
                </a:cubicBezTo>
                <a:cubicBezTo>
                  <a:pt x="887" y="259"/>
                  <a:pt x="887" y="259"/>
                  <a:pt x="887" y="259"/>
                </a:cubicBezTo>
                <a:cubicBezTo>
                  <a:pt x="887" y="269"/>
                  <a:pt x="887" y="269"/>
                  <a:pt x="887" y="269"/>
                </a:cubicBezTo>
                <a:cubicBezTo>
                  <a:pt x="889" y="269"/>
                  <a:pt x="889" y="269"/>
                  <a:pt x="889" y="269"/>
                </a:cubicBezTo>
                <a:moveTo>
                  <a:pt x="899" y="264"/>
                </a:moveTo>
                <a:cubicBezTo>
                  <a:pt x="907" y="267"/>
                  <a:pt x="907" y="267"/>
                  <a:pt x="907" y="267"/>
                </a:cubicBezTo>
                <a:cubicBezTo>
                  <a:pt x="919" y="262"/>
                  <a:pt x="919" y="262"/>
                  <a:pt x="919" y="262"/>
                </a:cubicBezTo>
                <a:cubicBezTo>
                  <a:pt x="965" y="272"/>
                  <a:pt x="965" y="272"/>
                  <a:pt x="965" y="272"/>
                </a:cubicBezTo>
                <a:cubicBezTo>
                  <a:pt x="965" y="536"/>
                  <a:pt x="965" y="536"/>
                  <a:pt x="965" y="536"/>
                </a:cubicBezTo>
                <a:cubicBezTo>
                  <a:pt x="967" y="536"/>
                  <a:pt x="967" y="536"/>
                  <a:pt x="967" y="536"/>
                </a:cubicBezTo>
                <a:cubicBezTo>
                  <a:pt x="967" y="271"/>
                  <a:pt x="967" y="271"/>
                  <a:pt x="967" y="271"/>
                </a:cubicBezTo>
                <a:cubicBezTo>
                  <a:pt x="919" y="260"/>
                  <a:pt x="919" y="260"/>
                  <a:pt x="919" y="260"/>
                </a:cubicBezTo>
                <a:cubicBezTo>
                  <a:pt x="907" y="265"/>
                  <a:pt x="907" y="265"/>
                  <a:pt x="907" y="265"/>
                </a:cubicBezTo>
                <a:cubicBezTo>
                  <a:pt x="900" y="262"/>
                  <a:pt x="900" y="262"/>
                  <a:pt x="900" y="262"/>
                </a:cubicBezTo>
                <a:cubicBezTo>
                  <a:pt x="899" y="264"/>
                  <a:pt x="899" y="264"/>
                  <a:pt x="899" y="264"/>
                </a:cubicBezTo>
                <a:moveTo>
                  <a:pt x="911" y="264"/>
                </a:moveTo>
                <a:cubicBezTo>
                  <a:pt x="911" y="531"/>
                  <a:pt x="911" y="531"/>
                  <a:pt x="911" y="531"/>
                </a:cubicBezTo>
                <a:cubicBezTo>
                  <a:pt x="913" y="531"/>
                  <a:pt x="913" y="531"/>
                  <a:pt x="913" y="531"/>
                </a:cubicBezTo>
                <a:cubicBezTo>
                  <a:pt x="913" y="264"/>
                  <a:pt x="913" y="264"/>
                  <a:pt x="913" y="264"/>
                </a:cubicBezTo>
                <a:moveTo>
                  <a:pt x="925" y="510"/>
                </a:moveTo>
                <a:cubicBezTo>
                  <a:pt x="927" y="510"/>
                  <a:pt x="927" y="510"/>
                  <a:pt x="927" y="510"/>
                </a:cubicBezTo>
                <a:cubicBezTo>
                  <a:pt x="927" y="283"/>
                  <a:pt x="927" y="283"/>
                  <a:pt x="927" y="283"/>
                </a:cubicBezTo>
                <a:cubicBezTo>
                  <a:pt x="925" y="283"/>
                  <a:pt x="925" y="283"/>
                  <a:pt x="925" y="283"/>
                </a:cubicBezTo>
                <a:lnTo>
                  <a:pt x="925" y="510"/>
                </a:lnTo>
                <a:close/>
                <a:moveTo>
                  <a:pt x="883" y="271"/>
                </a:moveTo>
                <a:cubicBezTo>
                  <a:pt x="883" y="247"/>
                  <a:pt x="883" y="247"/>
                  <a:pt x="883" y="247"/>
                </a:cubicBezTo>
                <a:cubicBezTo>
                  <a:pt x="914" y="208"/>
                  <a:pt x="914" y="208"/>
                  <a:pt x="914" y="208"/>
                </a:cubicBezTo>
                <a:cubicBezTo>
                  <a:pt x="923" y="208"/>
                  <a:pt x="923" y="208"/>
                  <a:pt x="923" y="208"/>
                </a:cubicBezTo>
                <a:cubicBezTo>
                  <a:pt x="957" y="247"/>
                  <a:pt x="957" y="247"/>
                  <a:pt x="957" y="247"/>
                </a:cubicBezTo>
                <a:cubicBezTo>
                  <a:pt x="957" y="270"/>
                  <a:pt x="957" y="270"/>
                  <a:pt x="957" y="270"/>
                </a:cubicBezTo>
                <a:cubicBezTo>
                  <a:pt x="960" y="270"/>
                  <a:pt x="960" y="270"/>
                  <a:pt x="960" y="270"/>
                </a:cubicBezTo>
                <a:cubicBezTo>
                  <a:pt x="960" y="246"/>
                  <a:pt x="960" y="246"/>
                  <a:pt x="960" y="246"/>
                </a:cubicBezTo>
                <a:cubicBezTo>
                  <a:pt x="924" y="206"/>
                  <a:pt x="924" y="206"/>
                  <a:pt x="924" y="206"/>
                </a:cubicBezTo>
                <a:cubicBezTo>
                  <a:pt x="913" y="206"/>
                  <a:pt x="913" y="206"/>
                  <a:pt x="913" y="206"/>
                </a:cubicBezTo>
                <a:cubicBezTo>
                  <a:pt x="881" y="246"/>
                  <a:pt x="881" y="246"/>
                  <a:pt x="881" y="246"/>
                </a:cubicBezTo>
                <a:cubicBezTo>
                  <a:pt x="881" y="271"/>
                  <a:pt x="881" y="271"/>
                  <a:pt x="881" y="271"/>
                </a:cubicBezTo>
                <a:cubicBezTo>
                  <a:pt x="883" y="271"/>
                  <a:pt x="883" y="271"/>
                  <a:pt x="883" y="271"/>
                </a:cubicBezTo>
                <a:moveTo>
                  <a:pt x="917" y="207"/>
                </a:moveTo>
                <a:cubicBezTo>
                  <a:pt x="909" y="238"/>
                  <a:pt x="909" y="238"/>
                  <a:pt x="909" y="238"/>
                </a:cubicBezTo>
                <a:cubicBezTo>
                  <a:pt x="909" y="249"/>
                  <a:pt x="909" y="249"/>
                  <a:pt x="909" y="249"/>
                </a:cubicBezTo>
                <a:cubicBezTo>
                  <a:pt x="909" y="265"/>
                  <a:pt x="909" y="265"/>
                  <a:pt x="909" y="265"/>
                </a:cubicBezTo>
                <a:cubicBezTo>
                  <a:pt x="911" y="265"/>
                  <a:pt x="911" y="265"/>
                  <a:pt x="911" y="265"/>
                </a:cubicBezTo>
                <a:cubicBezTo>
                  <a:pt x="911" y="249"/>
                  <a:pt x="911" y="249"/>
                  <a:pt x="911" y="249"/>
                </a:cubicBezTo>
                <a:cubicBezTo>
                  <a:pt x="911" y="238"/>
                  <a:pt x="911" y="238"/>
                  <a:pt x="911" y="238"/>
                </a:cubicBezTo>
                <a:cubicBezTo>
                  <a:pt x="920" y="208"/>
                  <a:pt x="920" y="208"/>
                  <a:pt x="920" y="208"/>
                </a:cubicBezTo>
                <a:cubicBezTo>
                  <a:pt x="917" y="207"/>
                  <a:pt x="917" y="207"/>
                  <a:pt x="917" y="207"/>
                </a:cubicBezTo>
                <a:moveTo>
                  <a:pt x="894" y="257"/>
                </a:moveTo>
                <a:cubicBezTo>
                  <a:pt x="894" y="249"/>
                  <a:pt x="894" y="249"/>
                  <a:pt x="894" y="249"/>
                </a:cubicBezTo>
                <a:cubicBezTo>
                  <a:pt x="910" y="239"/>
                  <a:pt x="910" y="239"/>
                  <a:pt x="910" y="239"/>
                </a:cubicBezTo>
                <a:cubicBezTo>
                  <a:pt x="945" y="247"/>
                  <a:pt x="945" y="247"/>
                  <a:pt x="945" y="247"/>
                </a:cubicBezTo>
                <a:cubicBezTo>
                  <a:pt x="945" y="257"/>
                  <a:pt x="945" y="257"/>
                  <a:pt x="945" y="257"/>
                </a:cubicBezTo>
                <a:cubicBezTo>
                  <a:pt x="947" y="257"/>
                  <a:pt x="947" y="257"/>
                  <a:pt x="947" y="257"/>
                </a:cubicBezTo>
                <a:cubicBezTo>
                  <a:pt x="947" y="245"/>
                  <a:pt x="947" y="245"/>
                  <a:pt x="947" y="245"/>
                </a:cubicBezTo>
                <a:cubicBezTo>
                  <a:pt x="910" y="236"/>
                  <a:pt x="910" y="236"/>
                  <a:pt x="910" y="236"/>
                </a:cubicBezTo>
                <a:cubicBezTo>
                  <a:pt x="892" y="247"/>
                  <a:pt x="892" y="247"/>
                  <a:pt x="892" y="247"/>
                </a:cubicBezTo>
                <a:cubicBezTo>
                  <a:pt x="892" y="257"/>
                  <a:pt x="892" y="257"/>
                  <a:pt x="892" y="257"/>
                </a:cubicBezTo>
                <a:cubicBezTo>
                  <a:pt x="894" y="257"/>
                  <a:pt x="894" y="257"/>
                  <a:pt x="894" y="257"/>
                </a:cubicBezTo>
                <a:moveTo>
                  <a:pt x="943" y="230"/>
                </a:moveTo>
                <a:cubicBezTo>
                  <a:pt x="942" y="245"/>
                  <a:pt x="942" y="245"/>
                  <a:pt x="942" y="245"/>
                </a:cubicBezTo>
                <a:cubicBezTo>
                  <a:pt x="945" y="245"/>
                  <a:pt x="945" y="245"/>
                  <a:pt x="945" y="245"/>
                </a:cubicBezTo>
                <a:cubicBezTo>
                  <a:pt x="945" y="230"/>
                  <a:pt x="945" y="230"/>
                  <a:pt x="945" y="230"/>
                </a:cubicBezTo>
                <a:moveTo>
                  <a:pt x="896" y="245"/>
                </a:moveTo>
                <a:cubicBezTo>
                  <a:pt x="898" y="245"/>
                  <a:pt x="898" y="245"/>
                  <a:pt x="898" y="245"/>
                </a:cubicBezTo>
                <a:cubicBezTo>
                  <a:pt x="898" y="228"/>
                  <a:pt x="898" y="228"/>
                  <a:pt x="898" y="228"/>
                </a:cubicBezTo>
                <a:cubicBezTo>
                  <a:pt x="896" y="228"/>
                  <a:pt x="896" y="228"/>
                  <a:pt x="896" y="228"/>
                </a:cubicBezTo>
                <a:lnTo>
                  <a:pt x="896" y="245"/>
                </a:lnTo>
                <a:close/>
                <a:moveTo>
                  <a:pt x="945" y="252"/>
                </a:moveTo>
                <a:cubicBezTo>
                  <a:pt x="958" y="252"/>
                  <a:pt x="958" y="252"/>
                  <a:pt x="958" y="252"/>
                </a:cubicBezTo>
                <a:cubicBezTo>
                  <a:pt x="958" y="250"/>
                  <a:pt x="958" y="250"/>
                  <a:pt x="958" y="250"/>
                </a:cubicBezTo>
                <a:cubicBezTo>
                  <a:pt x="945" y="250"/>
                  <a:pt x="945" y="250"/>
                  <a:pt x="945" y="250"/>
                </a:cubicBezTo>
                <a:moveTo>
                  <a:pt x="914" y="207"/>
                </a:moveTo>
                <a:cubicBezTo>
                  <a:pt x="914" y="182"/>
                  <a:pt x="914" y="182"/>
                  <a:pt x="914" y="182"/>
                </a:cubicBezTo>
                <a:cubicBezTo>
                  <a:pt x="919" y="177"/>
                  <a:pt x="919" y="177"/>
                  <a:pt x="919" y="177"/>
                </a:cubicBezTo>
                <a:cubicBezTo>
                  <a:pt x="924" y="182"/>
                  <a:pt x="924" y="182"/>
                  <a:pt x="924" y="182"/>
                </a:cubicBezTo>
                <a:cubicBezTo>
                  <a:pt x="924" y="208"/>
                  <a:pt x="924" y="208"/>
                  <a:pt x="924" y="208"/>
                </a:cubicBezTo>
                <a:cubicBezTo>
                  <a:pt x="926" y="208"/>
                  <a:pt x="926" y="208"/>
                  <a:pt x="926" y="208"/>
                </a:cubicBezTo>
                <a:cubicBezTo>
                  <a:pt x="926" y="181"/>
                  <a:pt x="926" y="181"/>
                  <a:pt x="926" y="181"/>
                </a:cubicBezTo>
                <a:cubicBezTo>
                  <a:pt x="919" y="174"/>
                  <a:pt x="919" y="174"/>
                  <a:pt x="919" y="174"/>
                </a:cubicBezTo>
                <a:cubicBezTo>
                  <a:pt x="912" y="181"/>
                  <a:pt x="912" y="181"/>
                  <a:pt x="912" y="181"/>
                </a:cubicBezTo>
                <a:cubicBezTo>
                  <a:pt x="912" y="207"/>
                  <a:pt x="912" y="207"/>
                  <a:pt x="912" y="207"/>
                </a:cubicBezTo>
                <a:cubicBezTo>
                  <a:pt x="914" y="207"/>
                  <a:pt x="914" y="207"/>
                  <a:pt x="914" y="207"/>
                </a:cubicBezTo>
                <a:moveTo>
                  <a:pt x="918" y="175"/>
                </a:moveTo>
                <a:cubicBezTo>
                  <a:pt x="920" y="175"/>
                  <a:pt x="920" y="175"/>
                  <a:pt x="920" y="175"/>
                </a:cubicBezTo>
                <a:cubicBezTo>
                  <a:pt x="920" y="114"/>
                  <a:pt x="920" y="114"/>
                  <a:pt x="920" y="114"/>
                </a:cubicBezTo>
                <a:cubicBezTo>
                  <a:pt x="918" y="114"/>
                  <a:pt x="918" y="114"/>
                  <a:pt x="918" y="114"/>
                </a:cubicBezTo>
                <a:lnTo>
                  <a:pt x="918" y="175"/>
                </a:lnTo>
                <a:close/>
                <a:moveTo>
                  <a:pt x="917" y="207"/>
                </a:moveTo>
                <a:cubicBezTo>
                  <a:pt x="920" y="207"/>
                  <a:pt x="920" y="207"/>
                  <a:pt x="920" y="207"/>
                </a:cubicBezTo>
                <a:cubicBezTo>
                  <a:pt x="920" y="176"/>
                  <a:pt x="920" y="176"/>
                  <a:pt x="920" y="176"/>
                </a:cubicBezTo>
                <a:cubicBezTo>
                  <a:pt x="917" y="176"/>
                  <a:pt x="917" y="176"/>
                  <a:pt x="917" y="176"/>
                </a:cubicBezTo>
                <a:lnTo>
                  <a:pt x="917" y="207"/>
                </a:lnTo>
                <a:close/>
                <a:moveTo>
                  <a:pt x="867" y="544"/>
                </a:moveTo>
                <a:cubicBezTo>
                  <a:pt x="892" y="535"/>
                  <a:pt x="913" y="531"/>
                  <a:pt x="931" y="531"/>
                </a:cubicBezTo>
                <a:cubicBezTo>
                  <a:pt x="969" y="531"/>
                  <a:pt x="992" y="546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7" y="551"/>
                  <a:pt x="997" y="551"/>
                  <a:pt x="997" y="551"/>
                </a:cubicBezTo>
                <a:cubicBezTo>
                  <a:pt x="995" y="552"/>
                  <a:pt x="990" y="554"/>
                  <a:pt x="983" y="556"/>
                </a:cubicBezTo>
                <a:cubicBezTo>
                  <a:pt x="977" y="558"/>
                  <a:pt x="970" y="559"/>
                  <a:pt x="964" y="560"/>
                </a:cubicBezTo>
                <a:cubicBezTo>
                  <a:pt x="964" y="562"/>
                  <a:pt x="964" y="562"/>
                  <a:pt x="964" y="562"/>
                </a:cubicBezTo>
                <a:cubicBezTo>
                  <a:pt x="972" y="561"/>
                  <a:pt x="980" y="559"/>
                  <a:pt x="987" y="557"/>
                </a:cubicBezTo>
                <a:cubicBezTo>
                  <a:pt x="991" y="556"/>
                  <a:pt x="994" y="555"/>
                  <a:pt x="996" y="554"/>
                </a:cubicBezTo>
                <a:cubicBezTo>
                  <a:pt x="997" y="553"/>
                  <a:pt x="998" y="553"/>
                  <a:pt x="999" y="552"/>
                </a:cubicBezTo>
                <a:cubicBezTo>
                  <a:pt x="999" y="552"/>
                  <a:pt x="1000" y="551"/>
                  <a:pt x="1000" y="550"/>
                </a:cubicBezTo>
                <a:cubicBezTo>
                  <a:pt x="1000" y="549"/>
                  <a:pt x="999" y="549"/>
                  <a:pt x="999" y="548"/>
                </a:cubicBezTo>
                <a:cubicBezTo>
                  <a:pt x="993" y="544"/>
                  <a:pt x="970" y="529"/>
                  <a:pt x="931" y="529"/>
                </a:cubicBezTo>
                <a:cubicBezTo>
                  <a:pt x="913" y="529"/>
                  <a:pt x="891" y="533"/>
                  <a:pt x="866" y="542"/>
                </a:cubicBezTo>
                <a:cubicBezTo>
                  <a:pt x="867" y="544"/>
                  <a:pt x="867" y="544"/>
                  <a:pt x="867" y="544"/>
                </a:cubicBezTo>
                <a:moveTo>
                  <a:pt x="895" y="567"/>
                </a:moveTo>
                <a:cubicBezTo>
                  <a:pt x="895" y="567"/>
                  <a:pt x="895" y="566"/>
                  <a:pt x="895" y="565"/>
                </a:cubicBezTo>
                <a:cubicBezTo>
                  <a:pt x="896" y="562"/>
                  <a:pt x="900" y="555"/>
                  <a:pt x="907" y="550"/>
                </a:cubicBezTo>
                <a:cubicBezTo>
                  <a:pt x="918" y="543"/>
                  <a:pt x="923" y="543"/>
                  <a:pt x="935" y="542"/>
                </a:cubicBezTo>
                <a:cubicBezTo>
                  <a:pt x="935" y="540"/>
                  <a:pt x="935" y="540"/>
                  <a:pt x="935" y="540"/>
                </a:cubicBezTo>
                <a:cubicBezTo>
                  <a:pt x="923" y="541"/>
                  <a:pt x="917" y="541"/>
                  <a:pt x="906" y="548"/>
                </a:cubicBezTo>
                <a:cubicBezTo>
                  <a:pt x="895" y="555"/>
                  <a:pt x="893" y="566"/>
                  <a:pt x="893" y="567"/>
                </a:cubicBezTo>
                <a:cubicBezTo>
                  <a:pt x="895" y="567"/>
                  <a:pt x="895" y="567"/>
                  <a:pt x="895" y="567"/>
                </a:cubicBezTo>
                <a:moveTo>
                  <a:pt x="889" y="570"/>
                </a:moveTo>
                <a:cubicBezTo>
                  <a:pt x="889" y="570"/>
                  <a:pt x="890" y="569"/>
                  <a:pt x="891" y="569"/>
                </a:cubicBezTo>
                <a:cubicBezTo>
                  <a:pt x="896" y="567"/>
                  <a:pt x="908" y="562"/>
                  <a:pt x="926" y="561"/>
                </a:cubicBezTo>
                <a:cubicBezTo>
                  <a:pt x="930" y="561"/>
                  <a:pt x="934" y="561"/>
                  <a:pt x="938" y="561"/>
                </a:cubicBezTo>
                <a:cubicBezTo>
                  <a:pt x="960" y="561"/>
                  <a:pt x="979" y="565"/>
                  <a:pt x="993" y="571"/>
                </a:cubicBezTo>
                <a:cubicBezTo>
                  <a:pt x="1009" y="579"/>
                  <a:pt x="1014" y="585"/>
                  <a:pt x="1023" y="590"/>
                </a:cubicBezTo>
                <a:cubicBezTo>
                  <a:pt x="1033" y="594"/>
                  <a:pt x="1033" y="595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2" y="597"/>
                  <a:pt x="1042" y="597"/>
                  <a:pt x="1042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2" y="597"/>
                  <a:pt x="1042" y="597"/>
                  <a:pt x="1042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0" y="598"/>
                  <a:pt x="1038" y="598"/>
                </a:cubicBezTo>
                <a:cubicBezTo>
                  <a:pt x="1037" y="598"/>
                  <a:pt x="1034" y="599"/>
                  <a:pt x="1032" y="599"/>
                </a:cubicBezTo>
                <a:cubicBezTo>
                  <a:pt x="1027" y="599"/>
                  <a:pt x="1021" y="598"/>
                  <a:pt x="1014" y="595"/>
                </a:cubicBezTo>
                <a:cubicBezTo>
                  <a:pt x="1010" y="593"/>
                  <a:pt x="1003" y="588"/>
                  <a:pt x="995" y="585"/>
                </a:cubicBezTo>
                <a:cubicBezTo>
                  <a:pt x="987" y="582"/>
                  <a:pt x="976" y="573"/>
                  <a:pt x="958" y="571"/>
                </a:cubicBezTo>
                <a:cubicBezTo>
                  <a:pt x="952" y="571"/>
                  <a:pt x="945" y="570"/>
                  <a:pt x="937" y="570"/>
                </a:cubicBezTo>
                <a:cubicBezTo>
                  <a:pt x="929" y="570"/>
                  <a:pt x="920" y="571"/>
                  <a:pt x="910" y="573"/>
                </a:cubicBezTo>
                <a:cubicBezTo>
                  <a:pt x="904" y="574"/>
                  <a:pt x="879" y="584"/>
                  <a:pt x="868" y="588"/>
                </a:cubicBezTo>
                <a:cubicBezTo>
                  <a:pt x="858" y="592"/>
                  <a:pt x="858" y="594"/>
                  <a:pt x="840" y="598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40" y="599"/>
                  <a:pt x="840" y="598"/>
                  <a:pt x="841" y="598"/>
                </a:cubicBezTo>
                <a:cubicBezTo>
                  <a:pt x="844" y="595"/>
                  <a:pt x="851" y="590"/>
                  <a:pt x="857" y="586"/>
                </a:cubicBezTo>
                <a:cubicBezTo>
                  <a:pt x="860" y="585"/>
                  <a:pt x="864" y="583"/>
                  <a:pt x="866" y="581"/>
                </a:cubicBezTo>
                <a:cubicBezTo>
                  <a:pt x="868" y="580"/>
                  <a:pt x="870" y="579"/>
                  <a:pt x="871" y="579"/>
                </a:cubicBezTo>
                <a:cubicBezTo>
                  <a:pt x="870" y="577"/>
                  <a:pt x="870" y="577"/>
                  <a:pt x="870" y="577"/>
                </a:cubicBezTo>
                <a:cubicBezTo>
                  <a:pt x="869" y="577"/>
                  <a:pt x="867" y="578"/>
                  <a:pt x="863" y="580"/>
                </a:cubicBezTo>
                <a:cubicBezTo>
                  <a:pt x="859" y="583"/>
                  <a:pt x="852" y="587"/>
                  <a:pt x="847" y="590"/>
                </a:cubicBezTo>
                <a:cubicBezTo>
                  <a:pt x="845" y="592"/>
                  <a:pt x="842" y="594"/>
                  <a:pt x="841" y="595"/>
                </a:cubicBezTo>
                <a:cubicBezTo>
                  <a:pt x="840" y="596"/>
                  <a:pt x="839" y="596"/>
                  <a:pt x="839" y="597"/>
                </a:cubicBezTo>
                <a:cubicBezTo>
                  <a:pt x="838" y="598"/>
                  <a:pt x="838" y="598"/>
                  <a:pt x="838" y="599"/>
                </a:cubicBezTo>
                <a:cubicBezTo>
                  <a:pt x="838" y="600"/>
                  <a:pt x="838" y="600"/>
                  <a:pt x="838" y="600"/>
                </a:cubicBezTo>
                <a:cubicBezTo>
                  <a:pt x="839" y="600"/>
                  <a:pt x="839" y="600"/>
                  <a:pt x="839" y="600"/>
                </a:cubicBezTo>
                <a:cubicBezTo>
                  <a:pt x="841" y="600"/>
                  <a:pt x="841" y="600"/>
                  <a:pt x="841" y="600"/>
                </a:cubicBezTo>
                <a:cubicBezTo>
                  <a:pt x="858" y="596"/>
                  <a:pt x="859" y="594"/>
                  <a:pt x="869" y="590"/>
                </a:cubicBezTo>
                <a:cubicBezTo>
                  <a:pt x="879" y="586"/>
                  <a:pt x="905" y="576"/>
                  <a:pt x="911" y="575"/>
                </a:cubicBezTo>
                <a:cubicBezTo>
                  <a:pt x="920" y="573"/>
                  <a:pt x="929" y="572"/>
                  <a:pt x="937" y="572"/>
                </a:cubicBezTo>
                <a:cubicBezTo>
                  <a:pt x="945" y="572"/>
                  <a:pt x="952" y="573"/>
                  <a:pt x="958" y="574"/>
                </a:cubicBezTo>
                <a:cubicBezTo>
                  <a:pt x="975" y="576"/>
                  <a:pt x="986" y="584"/>
                  <a:pt x="994" y="587"/>
                </a:cubicBezTo>
                <a:cubicBezTo>
                  <a:pt x="1002" y="590"/>
                  <a:pt x="1008" y="595"/>
                  <a:pt x="1013" y="597"/>
                </a:cubicBezTo>
                <a:cubicBezTo>
                  <a:pt x="1020" y="600"/>
                  <a:pt x="1027" y="601"/>
                  <a:pt x="1032" y="601"/>
                </a:cubicBezTo>
                <a:cubicBezTo>
                  <a:pt x="1035" y="601"/>
                  <a:pt x="1038" y="600"/>
                  <a:pt x="1040" y="600"/>
                </a:cubicBezTo>
                <a:cubicBezTo>
                  <a:pt x="1040" y="600"/>
                  <a:pt x="1041" y="599"/>
                  <a:pt x="1042" y="599"/>
                </a:cubicBezTo>
                <a:cubicBezTo>
                  <a:pt x="1042" y="599"/>
                  <a:pt x="1043" y="598"/>
                  <a:pt x="1043" y="597"/>
                </a:cubicBezTo>
                <a:cubicBezTo>
                  <a:pt x="1043" y="596"/>
                  <a:pt x="1043" y="596"/>
                  <a:pt x="1043" y="596"/>
                </a:cubicBezTo>
                <a:cubicBezTo>
                  <a:pt x="1042" y="596"/>
                  <a:pt x="1042" y="596"/>
                  <a:pt x="1042" y="596"/>
                </a:cubicBezTo>
                <a:cubicBezTo>
                  <a:pt x="1033" y="593"/>
                  <a:pt x="1034" y="592"/>
                  <a:pt x="1024" y="588"/>
                </a:cubicBezTo>
                <a:cubicBezTo>
                  <a:pt x="1016" y="584"/>
                  <a:pt x="1010" y="577"/>
                  <a:pt x="994" y="569"/>
                </a:cubicBezTo>
                <a:cubicBezTo>
                  <a:pt x="979" y="563"/>
                  <a:pt x="960" y="559"/>
                  <a:pt x="938" y="559"/>
                </a:cubicBezTo>
                <a:cubicBezTo>
                  <a:pt x="934" y="559"/>
                  <a:pt x="930" y="559"/>
                  <a:pt x="926" y="559"/>
                </a:cubicBezTo>
                <a:cubicBezTo>
                  <a:pt x="902" y="561"/>
                  <a:pt x="888" y="568"/>
                  <a:pt x="888" y="568"/>
                </a:cubicBezTo>
                <a:cubicBezTo>
                  <a:pt x="889" y="570"/>
                  <a:pt x="889" y="570"/>
                  <a:pt x="889" y="570"/>
                </a:cubicBezTo>
                <a:moveTo>
                  <a:pt x="906" y="605"/>
                </a:moveTo>
                <a:cubicBezTo>
                  <a:pt x="906" y="606"/>
                  <a:pt x="906" y="606"/>
                  <a:pt x="906" y="606"/>
                </a:cubicBezTo>
                <a:cubicBezTo>
                  <a:pt x="937" y="606"/>
                  <a:pt x="937" y="606"/>
                  <a:pt x="937" y="606"/>
                </a:cubicBezTo>
                <a:cubicBezTo>
                  <a:pt x="937" y="607"/>
                  <a:pt x="937" y="607"/>
                  <a:pt x="937" y="607"/>
                </a:cubicBezTo>
                <a:cubicBezTo>
                  <a:pt x="907" y="607"/>
                  <a:pt x="907" y="607"/>
                  <a:pt x="907" y="607"/>
                </a:cubicBezTo>
                <a:cubicBezTo>
                  <a:pt x="907" y="605"/>
                  <a:pt x="907" y="605"/>
                  <a:pt x="907" y="605"/>
                </a:cubicBezTo>
                <a:cubicBezTo>
                  <a:pt x="906" y="605"/>
                  <a:pt x="906" y="605"/>
                  <a:pt x="906" y="605"/>
                </a:cubicBezTo>
                <a:cubicBezTo>
                  <a:pt x="906" y="606"/>
                  <a:pt x="906" y="606"/>
                  <a:pt x="906" y="606"/>
                </a:cubicBezTo>
                <a:cubicBezTo>
                  <a:pt x="906" y="605"/>
                  <a:pt x="906" y="605"/>
                  <a:pt x="906" y="605"/>
                </a:cubicBezTo>
                <a:cubicBezTo>
                  <a:pt x="905" y="605"/>
                  <a:pt x="905" y="605"/>
                  <a:pt x="905" y="605"/>
                </a:cubicBezTo>
                <a:cubicBezTo>
                  <a:pt x="905" y="610"/>
                  <a:pt x="905" y="610"/>
                  <a:pt x="905" y="610"/>
                </a:cubicBezTo>
                <a:cubicBezTo>
                  <a:pt x="939" y="610"/>
                  <a:pt x="939" y="610"/>
                  <a:pt x="939" y="610"/>
                </a:cubicBezTo>
                <a:cubicBezTo>
                  <a:pt x="939" y="604"/>
                  <a:pt x="939" y="604"/>
                  <a:pt x="939" y="604"/>
                </a:cubicBezTo>
                <a:cubicBezTo>
                  <a:pt x="905" y="604"/>
                  <a:pt x="905" y="604"/>
                  <a:pt x="905" y="604"/>
                </a:cubicBezTo>
                <a:cubicBezTo>
                  <a:pt x="905" y="605"/>
                  <a:pt x="905" y="605"/>
                  <a:pt x="905" y="605"/>
                </a:cubicBezTo>
                <a:cubicBezTo>
                  <a:pt x="906" y="605"/>
                  <a:pt x="906" y="605"/>
                  <a:pt x="906" y="605"/>
                </a:cubicBezTo>
                <a:moveTo>
                  <a:pt x="906" y="617"/>
                </a:moveTo>
                <a:cubicBezTo>
                  <a:pt x="906" y="619"/>
                  <a:pt x="906" y="619"/>
                  <a:pt x="906" y="619"/>
                </a:cubicBezTo>
                <a:cubicBezTo>
                  <a:pt x="937" y="619"/>
                  <a:pt x="937" y="619"/>
                  <a:pt x="937" y="619"/>
                </a:cubicBezTo>
                <a:cubicBezTo>
                  <a:pt x="937" y="620"/>
                  <a:pt x="937" y="620"/>
                  <a:pt x="937" y="620"/>
                </a:cubicBezTo>
                <a:cubicBezTo>
                  <a:pt x="907" y="620"/>
                  <a:pt x="907" y="620"/>
                  <a:pt x="907" y="620"/>
                </a:cubicBezTo>
                <a:cubicBezTo>
                  <a:pt x="907" y="617"/>
                  <a:pt x="907" y="617"/>
                  <a:pt x="907" y="617"/>
                </a:cubicBezTo>
                <a:cubicBezTo>
                  <a:pt x="906" y="617"/>
                  <a:pt x="906" y="617"/>
                  <a:pt x="906" y="617"/>
                </a:cubicBezTo>
                <a:cubicBezTo>
                  <a:pt x="906" y="619"/>
                  <a:pt x="906" y="619"/>
                  <a:pt x="906" y="619"/>
                </a:cubicBezTo>
                <a:cubicBezTo>
                  <a:pt x="906" y="617"/>
                  <a:pt x="906" y="617"/>
                  <a:pt x="906" y="617"/>
                </a:cubicBezTo>
                <a:cubicBezTo>
                  <a:pt x="905" y="617"/>
                  <a:pt x="905" y="617"/>
                  <a:pt x="905" y="617"/>
                </a:cubicBezTo>
                <a:cubicBezTo>
                  <a:pt x="905" y="622"/>
                  <a:pt x="905" y="622"/>
                  <a:pt x="905" y="622"/>
                </a:cubicBezTo>
                <a:cubicBezTo>
                  <a:pt x="939" y="622"/>
                  <a:pt x="939" y="622"/>
                  <a:pt x="939" y="622"/>
                </a:cubicBezTo>
                <a:cubicBezTo>
                  <a:pt x="939" y="616"/>
                  <a:pt x="939" y="616"/>
                  <a:pt x="939" y="616"/>
                </a:cubicBezTo>
                <a:cubicBezTo>
                  <a:pt x="905" y="616"/>
                  <a:pt x="905" y="616"/>
                  <a:pt x="905" y="616"/>
                </a:cubicBezTo>
                <a:cubicBezTo>
                  <a:pt x="905" y="617"/>
                  <a:pt x="905" y="617"/>
                  <a:pt x="905" y="617"/>
                </a:cubicBezTo>
                <a:cubicBezTo>
                  <a:pt x="906" y="617"/>
                  <a:pt x="906" y="617"/>
                  <a:pt x="906" y="617"/>
                </a:cubicBezTo>
                <a:moveTo>
                  <a:pt x="906" y="632"/>
                </a:moveTo>
                <a:cubicBezTo>
                  <a:pt x="906" y="634"/>
                  <a:pt x="906" y="634"/>
                  <a:pt x="906" y="634"/>
                </a:cubicBezTo>
                <a:cubicBezTo>
                  <a:pt x="937" y="634"/>
                  <a:pt x="937" y="634"/>
                  <a:pt x="937" y="634"/>
                </a:cubicBezTo>
                <a:cubicBezTo>
                  <a:pt x="937" y="635"/>
                  <a:pt x="937" y="635"/>
                  <a:pt x="937" y="635"/>
                </a:cubicBezTo>
                <a:cubicBezTo>
                  <a:pt x="907" y="635"/>
                  <a:pt x="907" y="635"/>
                  <a:pt x="907" y="635"/>
                </a:cubicBezTo>
                <a:cubicBezTo>
                  <a:pt x="907" y="632"/>
                  <a:pt x="907" y="632"/>
                  <a:pt x="907" y="632"/>
                </a:cubicBezTo>
                <a:cubicBezTo>
                  <a:pt x="906" y="632"/>
                  <a:pt x="906" y="632"/>
                  <a:pt x="906" y="632"/>
                </a:cubicBezTo>
                <a:cubicBezTo>
                  <a:pt x="906" y="634"/>
                  <a:pt x="906" y="634"/>
                  <a:pt x="906" y="634"/>
                </a:cubicBezTo>
                <a:cubicBezTo>
                  <a:pt x="906" y="632"/>
                  <a:pt x="906" y="632"/>
                  <a:pt x="906" y="632"/>
                </a:cubicBezTo>
                <a:cubicBezTo>
                  <a:pt x="905" y="632"/>
                  <a:pt x="905" y="632"/>
                  <a:pt x="905" y="632"/>
                </a:cubicBezTo>
                <a:cubicBezTo>
                  <a:pt x="905" y="637"/>
                  <a:pt x="905" y="637"/>
                  <a:pt x="905" y="637"/>
                </a:cubicBezTo>
                <a:cubicBezTo>
                  <a:pt x="939" y="637"/>
                  <a:pt x="939" y="637"/>
                  <a:pt x="939" y="637"/>
                </a:cubicBezTo>
                <a:cubicBezTo>
                  <a:pt x="939" y="631"/>
                  <a:pt x="939" y="631"/>
                  <a:pt x="939" y="631"/>
                </a:cubicBezTo>
                <a:cubicBezTo>
                  <a:pt x="905" y="631"/>
                  <a:pt x="905" y="631"/>
                  <a:pt x="905" y="631"/>
                </a:cubicBezTo>
                <a:cubicBezTo>
                  <a:pt x="905" y="632"/>
                  <a:pt x="905" y="632"/>
                  <a:pt x="905" y="632"/>
                </a:cubicBezTo>
                <a:cubicBezTo>
                  <a:pt x="906" y="632"/>
                  <a:pt x="906" y="632"/>
                  <a:pt x="906" y="632"/>
                </a:cubicBezTo>
                <a:moveTo>
                  <a:pt x="906" y="646"/>
                </a:moveTo>
                <a:cubicBezTo>
                  <a:pt x="906" y="647"/>
                  <a:pt x="906" y="647"/>
                  <a:pt x="906" y="647"/>
                </a:cubicBezTo>
                <a:cubicBezTo>
                  <a:pt x="937" y="647"/>
                  <a:pt x="937" y="647"/>
                  <a:pt x="937" y="647"/>
                </a:cubicBezTo>
                <a:cubicBezTo>
                  <a:pt x="937" y="650"/>
                  <a:pt x="937" y="650"/>
                  <a:pt x="937" y="650"/>
                </a:cubicBezTo>
                <a:cubicBezTo>
                  <a:pt x="907" y="650"/>
                  <a:pt x="907" y="650"/>
                  <a:pt x="907" y="650"/>
                </a:cubicBezTo>
                <a:cubicBezTo>
                  <a:pt x="907" y="646"/>
                  <a:pt x="907" y="646"/>
                  <a:pt x="907" y="646"/>
                </a:cubicBezTo>
                <a:cubicBezTo>
                  <a:pt x="906" y="646"/>
                  <a:pt x="906" y="646"/>
                  <a:pt x="906" y="646"/>
                </a:cubicBezTo>
                <a:cubicBezTo>
                  <a:pt x="906" y="647"/>
                  <a:pt x="906" y="647"/>
                  <a:pt x="906" y="647"/>
                </a:cubicBezTo>
                <a:cubicBezTo>
                  <a:pt x="906" y="646"/>
                  <a:pt x="906" y="646"/>
                  <a:pt x="906" y="646"/>
                </a:cubicBezTo>
                <a:cubicBezTo>
                  <a:pt x="905" y="646"/>
                  <a:pt x="905" y="646"/>
                  <a:pt x="905" y="646"/>
                </a:cubicBezTo>
                <a:cubicBezTo>
                  <a:pt x="905" y="652"/>
                  <a:pt x="905" y="652"/>
                  <a:pt x="905" y="652"/>
                </a:cubicBezTo>
                <a:cubicBezTo>
                  <a:pt x="939" y="652"/>
                  <a:pt x="939" y="652"/>
                  <a:pt x="939" y="652"/>
                </a:cubicBezTo>
                <a:cubicBezTo>
                  <a:pt x="939" y="645"/>
                  <a:pt x="939" y="645"/>
                  <a:pt x="939" y="645"/>
                </a:cubicBezTo>
                <a:cubicBezTo>
                  <a:pt x="905" y="645"/>
                  <a:pt x="905" y="645"/>
                  <a:pt x="905" y="645"/>
                </a:cubicBezTo>
                <a:cubicBezTo>
                  <a:pt x="905" y="646"/>
                  <a:pt x="905" y="646"/>
                  <a:pt x="905" y="646"/>
                </a:cubicBezTo>
                <a:cubicBezTo>
                  <a:pt x="906" y="646"/>
                  <a:pt x="906" y="646"/>
                  <a:pt x="906" y="646"/>
                </a:cubicBezTo>
                <a:moveTo>
                  <a:pt x="986" y="374"/>
                </a:moveTo>
                <a:cubicBezTo>
                  <a:pt x="985" y="374"/>
                  <a:pt x="985" y="374"/>
                  <a:pt x="985" y="374"/>
                </a:cubicBezTo>
                <a:cubicBezTo>
                  <a:pt x="985" y="390"/>
                  <a:pt x="985" y="390"/>
                  <a:pt x="985" y="390"/>
                </a:cubicBezTo>
                <a:cubicBezTo>
                  <a:pt x="1053" y="390"/>
                  <a:pt x="1053" y="390"/>
                  <a:pt x="1053" y="390"/>
                </a:cubicBezTo>
                <a:cubicBezTo>
                  <a:pt x="1053" y="373"/>
                  <a:pt x="1053" y="373"/>
                  <a:pt x="1053" y="373"/>
                </a:cubicBezTo>
                <a:cubicBezTo>
                  <a:pt x="985" y="373"/>
                  <a:pt x="985" y="373"/>
                  <a:pt x="985" y="373"/>
                </a:cubicBezTo>
                <a:cubicBezTo>
                  <a:pt x="985" y="374"/>
                  <a:pt x="985" y="374"/>
                  <a:pt x="985" y="374"/>
                </a:cubicBezTo>
                <a:cubicBezTo>
                  <a:pt x="986" y="374"/>
                  <a:pt x="986" y="374"/>
                  <a:pt x="986" y="374"/>
                </a:cubicBezTo>
                <a:cubicBezTo>
                  <a:pt x="986" y="375"/>
                  <a:pt x="986" y="375"/>
                  <a:pt x="986" y="375"/>
                </a:cubicBezTo>
                <a:cubicBezTo>
                  <a:pt x="1051" y="375"/>
                  <a:pt x="1051" y="375"/>
                  <a:pt x="1051" y="375"/>
                </a:cubicBezTo>
                <a:cubicBezTo>
                  <a:pt x="1051" y="388"/>
                  <a:pt x="1051" y="388"/>
                  <a:pt x="1051" y="388"/>
                </a:cubicBezTo>
                <a:cubicBezTo>
                  <a:pt x="987" y="388"/>
                  <a:pt x="987" y="388"/>
                  <a:pt x="987" y="388"/>
                </a:cubicBezTo>
                <a:cubicBezTo>
                  <a:pt x="987" y="374"/>
                  <a:pt x="987" y="374"/>
                  <a:pt x="987" y="374"/>
                </a:cubicBezTo>
                <a:cubicBezTo>
                  <a:pt x="986" y="374"/>
                  <a:pt x="986" y="374"/>
                  <a:pt x="986" y="374"/>
                </a:cubicBezTo>
                <a:cubicBezTo>
                  <a:pt x="986" y="375"/>
                  <a:pt x="986" y="375"/>
                  <a:pt x="986" y="375"/>
                </a:cubicBezTo>
                <a:cubicBezTo>
                  <a:pt x="986" y="374"/>
                  <a:pt x="986" y="374"/>
                  <a:pt x="986" y="374"/>
                </a:cubicBezTo>
                <a:moveTo>
                  <a:pt x="983" y="541"/>
                </a:moveTo>
                <a:cubicBezTo>
                  <a:pt x="983" y="396"/>
                  <a:pt x="983" y="396"/>
                  <a:pt x="983" y="396"/>
                </a:cubicBezTo>
                <a:cubicBezTo>
                  <a:pt x="1055" y="396"/>
                  <a:pt x="1055" y="396"/>
                  <a:pt x="1055" y="396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8" y="400"/>
                  <a:pt x="1058" y="400"/>
                  <a:pt x="1058" y="400"/>
                </a:cubicBezTo>
                <a:cubicBezTo>
                  <a:pt x="1058" y="393"/>
                  <a:pt x="1058" y="393"/>
                  <a:pt x="1058" y="393"/>
                </a:cubicBezTo>
                <a:cubicBezTo>
                  <a:pt x="981" y="393"/>
                  <a:pt x="981" y="393"/>
                  <a:pt x="981" y="393"/>
                </a:cubicBezTo>
                <a:cubicBezTo>
                  <a:pt x="981" y="541"/>
                  <a:pt x="981" y="541"/>
                  <a:pt x="981" y="541"/>
                </a:cubicBezTo>
                <a:cubicBezTo>
                  <a:pt x="983" y="541"/>
                  <a:pt x="983" y="541"/>
                  <a:pt x="983" y="541"/>
                </a:cubicBezTo>
                <a:moveTo>
                  <a:pt x="1033" y="583"/>
                </a:moveTo>
                <a:cubicBezTo>
                  <a:pt x="1033" y="402"/>
                  <a:pt x="1033" y="402"/>
                  <a:pt x="1033" y="402"/>
                </a:cubicBezTo>
                <a:cubicBezTo>
                  <a:pt x="1105" y="402"/>
                  <a:pt x="1105" y="402"/>
                  <a:pt x="1105" y="402"/>
                </a:cubicBezTo>
                <a:cubicBezTo>
                  <a:pt x="1105" y="435"/>
                  <a:pt x="1105" y="435"/>
                  <a:pt x="1105" y="435"/>
                </a:cubicBezTo>
                <a:cubicBezTo>
                  <a:pt x="1107" y="435"/>
                  <a:pt x="1107" y="435"/>
                  <a:pt x="1107" y="435"/>
                </a:cubicBezTo>
                <a:cubicBezTo>
                  <a:pt x="1107" y="399"/>
                  <a:pt x="1107" y="399"/>
                  <a:pt x="1107" y="399"/>
                </a:cubicBezTo>
                <a:cubicBezTo>
                  <a:pt x="1031" y="399"/>
                  <a:pt x="1031" y="399"/>
                  <a:pt x="1031" y="399"/>
                </a:cubicBezTo>
                <a:cubicBezTo>
                  <a:pt x="1031" y="583"/>
                  <a:pt x="1031" y="583"/>
                  <a:pt x="1031" y="583"/>
                </a:cubicBezTo>
                <a:cubicBezTo>
                  <a:pt x="1033" y="583"/>
                  <a:pt x="1033" y="583"/>
                  <a:pt x="1033" y="583"/>
                </a:cubicBezTo>
                <a:moveTo>
                  <a:pt x="1089" y="577"/>
                </a:moveTo>
                <a:cubicBezTo>
                  <a:pt x="1089" y="449"/>
                  <a:pt x="1089" y="449"/>
                  <a:pt x="1089" y="449"/>
                </a:cubicBezTo>
                <a:cubicBezTo>
                  <a:pt x="1101" y="444"/>
                  <a:pt x="1101" y="444"/>
                  <a:pt x="1101" y="444"/>
                </a:cubicBezTo>
                <a:cubicBezTo>
                  <a:pt x="1147" y="444"/>
                  <a:pt x="1147" y="444"/>
                  <a:pt x="1147" y="444"/>
                </a:cubicBezTo>
                <a:cubicBezTo>
                  <a:pt x="1147" y="577"/>
                  <a:pt x="1147" y="577"/>
                  <a:pt x="1147" y="577"/>
                </a:cubicBezTo>
                <a:cubicBezTo>
                  <a:pt x="1032" y="577"/>
                  <a:pt x="1032" y="577"/>
                  <a:pt x="1032" y="577"/>
                </a:cubicBezTo>
                <a:cubicBezTo>
                  <a:pt x="1032" y="579"/>
                  <a:pt x="1032" y="579"/>
                  <a:pt x="1032" y="579"/>
                </a:cubicBezTo>
                <a:cubicBezTo>
                  <a:pt x="1149" y="579"/>
                  <a:pt x="1149" y="579"/>
                  <a:pt x="1149" y="579"/>
                </a:cubicBezTo>
                <a:cubicBezTo>
                  <a:pt x="1149" y="441"/>
                  <a:pt x="1149" y="441"/>
                  <a:pt x="1149" y="441"/>
                </a:cubicBezTo>
                <a:cubicBezTo>
                  <a:pt x="1101" y="441"/>
                  <a:pt x="1101" y="441"/>
                  <a:pt x="1101" y="441"/>
                </a:cubicBezTo>
                <a:cubicBezTo>
                  <a:pt x="1087" y="448"/>
                  <a:pt x="1087" y="448"/>
                  <a:pt x="1087" y="448"/>
                </a:cubicBezTo>
                <a:cubicBezTo>
                  <a:pt x="1087" y="577"/>
                  <a:pt x="1087" y="577"/>
                  <a:pt x="1087" y="577"/>
                </a:cubicBezTo>
                <a:cubicBezTo>
                  <a:pt x="1089" y="577"/>
                  <a:pt x="1089" y="577"/>
                  <a:pt x="1089" y="577"/>
                </a:cubicBezTo>
                <a:moveTo>
                  <a:pt x="1121" y="442"/>
                </a:moveTo>
                <a:cubicBezTo>
                  <a:pt x="1121" y="421"/>
                  <a:pt x="1121" y="421"/>
                  <a:pt x="1121" y="421"/>
                </a:cubicBezTo>
                <a:cubicBezTo>
                  <a:pt x="1152" y="421"/>
                  <a:pt x="1152" y="421"/>
                  <a:pt x="1152" y="421"/>
                </a:cubicBezTo>
                <a:cubicBezTo>
                  <a:pt x="1152" y="393"/>
                  <a:pt x="1152" y="393"/>
                  <a:pt x="1152" y="393"/>
                </a:cubicBezTo>
                <a:cubicBezTo>
                  <a:pt x="1126" y="393"/>
                  <a:pt x="1126" y="393"/>
                  <a:pt x="1126" y="393"/>
                </a:cubicBezTo>
                <a:cubicBezTo>
                  <a:pt x="1106" y="399"/>
                  <a:pt x="1106" y="399"/>
                  <a:pt x="1106" y="399"/>
                </a:cubicBezTo>
                <a:cubicBezTo>
                  <a:pt x="1107" y="402"/>
                  <a:pt x="1107" y="402"/>
                  <a:pt x="1107" y="402"/>
                </a:cubicBezTo>
                <a:cubicBezTo>
                  <a:pt x="1127" y="396"/>
                  <a:pt x="1127" y="396"/>
                  <a:pt x="1127" y="396"/>
                </a:cubicBezTo>
                <a:cubicBezTo>
                  <a:pt x="1149" y="395"/>
                  <a:pt x="1149" y="395"/>
                  <a:pt x="1149" y="395"/>
                </a:cubicBezTo>
                <a:cubicBezTo>
                  <a:pt x="1149" y="418"/>
                  <a:pt x="1149" y="418"/>
                  <a:pt x="1149" y="418"/>
                </a:cubicBezTo>
                <a:cubicBezTo>
                  <a:pt x="1119" y="418"/>
                  <a:pt x="1119" y="418"/>
                  <a:pt x="1119" y="418"/>
                </a:cubicBezTo>
                <a:cubicBezTo>
                  <a:pt x="1119" y="442"/>
                  <a:pt x="1119" y="442"/>
                  <a:pt x="1119" y="442"/>
                </a:cubicBezTo>
                <a:cubicBezTo>
                  <a:pt x="1121" y="442"/>
                  <a:pt x="1121" y="442"/>
                  <a:pt x="1121" y="442"/>
                </a:cubicBezTo>
                <a:moveTo>
                  <a:pt x="1083" y="670"/>
                </a:moveTo>
                <a:cubicBezTo>
                  <a:pt x="1085" y="670"/>
                  <a:pt x="1085" y="670"/>
                  <a:pt x="1085" y="670"/>
                </a:cubicBezTo>
                <a:cubicBezTo>
                  <a:pt x="1085" y="609"/>
                  <a:pt x="1085" y="609"/>
                  <a:pt x="1085" y="609"/>
                </a:cubicBezTo>
                <a:cubicBezTo>
                  <a:pt x="1083" y="609"/>
                  <a:pt x="1083" y="609"/>
                  <a:pt x="1083" y="609"/>
                </a:cubicBezTo>
                <a:lnTo>
                  <a:pt x="1083" y="670"/>
                </a:lnTo>
                <a:close/>
                <a:moveTo>
                  <a:pt x="1074" y="672"/>
                </a:moveTo>
                <a:cubicBezTo>
                  <a:pt x="1076" y="672"/>
                  <a:pt x="1076" y="672"/>
                  <a:pt x="1076" y="672"/>
                </a:cubicBezTo>
                <a:cubicBezTo>
                  <a:pt x="1076" y="577"/>
                  <a:pt x="1076" y="577"/>
                  <a:pt x="1076" y="577"/>
                </a:cubicBezTo>
                <a:cubicBezTo>
                  <a:pt x="1074" y="577"/>
                  <a:pt x="1074" y="577"/>
                  <a:pt x="1074" y="577"/>
                </a:cubicBezTo>
                <a:lnTo>
                  <a:pt x="1074" y="672"/>
                </a:lnTo>
                <a:close/>
                <a:moveTo>
                  <a:pt x="1020" y="671"/>
                </a:moveTo>
                <a:cubicBezTo>
                  <a:pt x="1022" y="671"/>
                  <a:pt x="1022" y="671"/>
                  <a:pt x="1022" y="671"/>
                </a:cubicBezTo>
                <a:cubicBezTo>
                  <a:pt x="1022" y="611"/>
                  <a:pt x="1022" y="611"/>
                  <a:pt x="1022" y="611"/>
                </a:cubicBezTo>
                <a:cubicBezTo>
                  <a:pt x="1020" y="611"/>
                  <a:pt x="1020" y="611"/>
                  <a:pt x="1020" y="611"/>
                </a:cubicBezTo>
                <a:lnTo>
                  <a:pt x="1020" y="671"/>
                </a:lnTo>
                <a:close/>
                <a:moveTo>
                  <a:pt x="1020" y="630"/>
                </a:moveTo>
                <a:cubicBezTo>
                  <a:pt x="1067" y="630"/>
                  <a:pt x="1067" y="630"/>
                  <a:pt x="1067" y="630"/>
                </a:cubicBezTo>
                <a:cubicBezTo>
                  <a:pt x="1067" y="628"/>
                  <a:pt x="1067" y="628"/>
                  <a:pt x="1067" y="628"/>
                </a:cubicBezTo>
                <a:cubicBezTo>
                  <a:pt x="1020" y="628"/>
                  <a:pt x="1020" y="628"/>
                  <a:pt x="1020" y="628"/>
                </a:cubicBezTo>
                <a:lnTo>
                  <a:pt x="1020" y="630"/>
                </a:lnTo>
                <a:close/>
                <a:moveTo>
                  <a:pt x="1021" y="649"/>
                </a:moveTo>
                <a:cubicBezTo>
                  <a:pt x="1067" y="649"/>
                  <a:pt x="1067" y="649"/>
                  <a:pt x="1067" y="649"/>
                </a:cubicBezTo>
                <a:cubicBezTo>
                  <a:pt x="1067" y="647"/>
                  <a:pt x="1067" y="647"/>
                  <a:pt x="1067" y="647"/>
                </a:cubicBezTo>
                <a:cubicBezTo>
                  <a:pt x="1021" y="647"/>
                  <a:pt x="1021" y="647"/>
                  <a:pt x="1021" y="647"/>
                </a:cubicBezTo>
                <a:lnTo>
                  <a:pt x="1021" y="649"/>
                </a:lnTo>
                <a:close/>
                <a:moveTo>
                  <a:pt x="1047" y="606"/>
                </a:moveTo>
                <a:cubicBezTo>
                  <a:pt x="1066" y="606"/>
                  <a:pt x="1066" y="606"/>
                  <a:pt x="1066" y="606"/>
                </a:cubicBezTo>
                <a:cubicBezTo>
                  <a:pt x="1066" y="604"/>
                  <a:pt x="1066" y="604"/>
                  <a:pt x="1066" y="604"/>
                </a:cubicBezTo>
                <a:cubicBezTo>
                  <a:pt x="1047" y="604"/>
                  <a:pt x="1047" y="604"/>
                  <a:pt x="1047" y="604"/>
                </a:cubicBezTo>
                <a:lnTo>
                  <a:pt x="1047" y="606"/>
                </a:lnTo>
                <a:close/>
                <a:moveTo>
                  <a:pt x="1065" y="671"/>
                </a:moveTo>
                <a:cubicBezTo>
                  <a:pt x="1067" y="671"/>
                  <a:pt x="1067" y="671"/>
                  <a:pt x="1067" y="671"/>
                </a:cubicBezTo>
                <a:cubicBezTo>
                  <a:pt x="1067" y="598"/>
                  <a:pt x="1067" y="598"/>
                  <a:pt x="1067" y="598"/>
                </a:cubicBezTo>
                <a:cubicBezTo>
                  <a:pt x="1065" y="598"/>
                  <a:pt x="1065" y="598"/>
                  <a:pt x="1065" y="598"/>
                </a:cubicBezTo>
                <a:lnTo>
                  <a:pt x="1065" y="671"/>
                </a:lnTo>
                <a:close/>
                <a:moveTo>
                  <a:pt x="1149" y="420"/>
                </a:moveTo>
                <a:cubicBezTo>
                  <a:pt x="1156" y="427"/>
                  <a:pt x="1156" y="427"/>
                  <a:pt x="1156" y="427"/>
                </a:cubicBezTo>
                <a:cubicBezTo>
                  <a:pt x="1156" y="671"/>
                  <a:pt x="1156" y="671"/>
                  <a:pt x="1156" y="671"/>
                </a:cubicBezTo>
                <a:cubicBezTo>
                  <a:pt x="1158" y="671"/>
                  <a:pt x="1158" y="671"/>
                  <a:pt x="1158" y="671"/>
                </a:cubicBezTo>
                <a:cubicBezTo>
                  <a:pt x="1158" y="426"/>
                  <a:pt x="1158" y="426"/>
                  <a:pt x="1158" y="426"/>
                </a:cubicBezTo>
                <a:cubicBezTo>
                  <a:pt x="1151" y="419"/>
                  <a:pt x="1151" y="419"/>
                  <a:pt x="1151" y="419"/>
                </a:cubicBezTo>
                <a:cubicBezTo>
                  <a:pt x="1149" y="420"/>
                  <a:pt x="1149" y="420"/>
                  <a:pt x="1149" y="420"/>
                </a:cubicBezTo>
                <a:moveTo>
                  <a:pt x="1149" y="636"/>
                </a:moveTo>
                <a:cubicBezTo>
                  <a:pt x="1149" y="580"/>
                  <a:pt x="1149" y="580"/>
                  <a:pt x="1149" y="580"/>
                </a:cubicBezTo>
                <a:cubicBezTo>
                  <a:pt x="1156" y="586"/>
                  <a:pt x="1156" y="586"/>
                  <a:pt x="1156" y="586"/>
                </a:cubicBezTo>
                <a:cubicBezTo>
                  <a:pt x="1158" y="584"/>
                  <a:pt x="1158" y="584"/>
                  <a:pt x="1158" y="584"/>
                </a:cubicBezTo>
                <a:cubicBezTo>
                  <a:pt x="1147" y="576"/>
                  <a:pt x="1147" y="576"/>
                  <a:pt x="1147" y="576"/>
                </a:cubicBezTo>
                <a:cubicBezTo>
                  <a:pt x="1147" y="636"/>
                  <a:pt x="1147" y="636"/>
                  <a:pt x="1147" y="636"/>
                </a:cubicBezTo>
                <a:cubicBezTo>
                  <a:pt x="1149" y="636"/>
                  <a:pt x="1149" y="636"/>
                  <a:pt x="1149" y="636"/>
                </a:cubicBezTo>
                <a:moveTo>
                  <a:pt x="1084" y="637"/>
                </a:moveTo>
                <a:cubicBezTo>
                  <a:pt x="1148" y="637"/>
                  <a:pt x="1148" y="637"/>
                  <a:pt x="1148" y="637"/>
                </a:cubicBezTo>
                <a:cubicBezTo>
                  <a:pt x="1156" y="643"/>
                  <a:pt x="1156" y="643"/>
                  <a:pt x="1156" y="643"/>
                </a:cubicBezTo>
                <a:cubicBezTo>
                  <a:pt x="1157" y="641"/>
                  <a:pt x="1157" y="641"/>
                  <a:pt x="1157" y="641"/>
                </a:cubicBezTo>
                <a:cubicBezTo>
                  <a:pt x="1148" y="635"/>
                  <a:pt x="1148" y="635"/>
                  <a:pt x="1148" y="635"/>
                </a:cubicBezTo>
                <a:cubicBezTo>
                  <a:pt x="1084" y="635"/>
                  <a:pt x="1084" y="635"/>
                  <a:pt x="1084" y="635"/>
                </a:cubicBezTo>
                <a:cubicBezTo>
                  <a:pt x="1084" y="637"/>
                  <a:pt x="1084" y="637"/>
                  <a:pt x="1084" y="637"/>
                </a:cubicBezTo>
                <a:moveTo>
                  <a:pt x="1101" y="443"/>
                </a:moveTo>
                <a:cubicBezTo>
                  <a:pt x="1101" y="504"/>
                  <a:pt x="1101" y="504"/>
                  <a:pt x="1101" y="504"/>
                </a:cubicBezTo>
                <a:cubicBezTo>
                  <a:pt x="1103" y="504"/>
                  <a:pt x="1103" y="504"/>
                  <a:pt x="1103" y="504"/>
                </a:cubicBezTo>
                <a:cubicBezTo>
                  <a:pt x="1103" y="443"/>
                  <a:pt x="1103" y="443"/>
                  <a:pt x="1103" y="443"/>
                </a:cubicBezTo>
                <a:moveTo>
                  <a:pt x="1163" y="370"/>
                </a:moveTo>
                <a:cubicBezTo>
                  <a:pt x="1163" y="371"/>
                  <a:pt x="1163" y="371"/>
                  <a:pt x="1163" y="371"/>
                </a:cubicBezTo>
                <a:cubicBezTo>
                  <a:pt x="1234" y="371"/>
                  <a:pt x="1234" y="371"/>
                  <a:pt x="1234" y="371"/>
                </a:cubicBezTo>
                <a:cubicBezTo>
                  <a:pt x="1234" y="383"/>
                  <a:pt x="1234" y="383"/>
                  <a:pt x="1234" y="383"/>
                </a:cubicBezTo>
                <a:cubicBezTo>
                  <a:pt x="1164" y="383"/>
                  <a:pt x="1164" y="383"/>
                  <a:pt x="1164" y="383"/>
                </a:cubicBezTo>
                <a:cubicBezTo>
                  <a:pt x="1164" y="370"/>
                  <a:pt x="1164" y="370"/>
                  <a:pt x="1164" y="370"/>
                </a:cubicBezTo>
                <a:cubicBezTo>
                  <a:pt x="1163" y="370"/>
                  <a:pt x="1163" y="370"/>
                  <a:pt x="1163" y="370"/>
                </a:cubicBezTo>
                <a:cubicBezTo>
                  <a:pt x="1163" y="371"/>
                  <a:pt x="1163" y="371"/>
                  <a:pt x="1163" y="371"/>
                </a:cubicBezTo>
                <a:cubicBezTo>
                  <a:pt x="1163" y="370"/>
                  <a:pt x="1163" y="370"/>
                  <a:pt x="1163" y="370"/>
                </a:cubicBezTo>
                <a:cubicBezTo>
                  <a:pt x="1162" y="370"/>
                  <a:pt x="1162" y="370"/>
                  <a:pt x="1162" y="370"/>
                </a:cubicBezTo>
                <a:cubicBezTo>
                  <a:pt x="1162" y="386"/>
                  <a:pt x="1162" y="386"/>
                  <a:pt x="1162" y="386"/>
                </a:cubicBezTo>
                <a:cubicBezTo>
                  <a:pt x="1237" y="386"/>
                  <a:pt x="1237" y="386"/>
                  <a:pt x="1237" y="386"/>
                </a:cubicBezTo>
                <a:cubicBezTo>
                  <a:pt x="1237" y="369"/>
                  <a:pt x="1237" y="369"/>
                  <a:pt x="1237" y="369"/>
                </a:cubicBezTo>
                <a:cubicBezTo>
                  <a:pt x="1162" y="369"/>
                  <a:pt x="1162" y="369"/>
                  <a:pt x="1162" y="369"/>
                </a:cubicBezTo>
                <a:cubicBezTo>
                  <a:pt x="1162" y="370"/>
                  <a:pt x="1162" y="370"/>
                  <a:pt x="1162" y="370"/>
                </a:cubicBezTo>
                <a:cubicBezTo>
                  <a:pt x="1163" y="370"/>
                  <a:pt x="1163" y="370"/>
                  <a:pt x="1163" y="370"/>
                </a:cubicBezTo>
                <a:moveTo>
                  <a:pt x="1164" y="421"/>
                </a:moveTo>
                <a:cubicBezTo>
                  <a:pt x="1164" y="391"/>
                  <a:pt x="1164" y="391"/>
                  <a:pt x="1164" y="391"/>
                </a:cubicBezTo>
                <a:cubicBezTo>
                  <a:pt x="1238" y="391"/>
                  <a:pt x="1238" y="391"/>
                  <a:pt x="1238" y="391"/>
                </a:cubicBezTo>
                <a:cubicBezTo>
                  <a:pt x="1238" y="480"/>
                  <a:pt x="1238" y="480"/>
                  <a:pt x="1238" y="480"/>
                </a:cubicBezTo>
                <a:cubicBezTo>
                  <a:pt x="1240" y="480"/>
                  <a:pt x="1240" y="480"/>
                  <a:pt x="1240" y="480"/>
                </a:cubicBezTo>
                <a:cubicBezTo>
                  <a:pt x="1240" y="389"/>
                  <a:pt x="1240" y="389"/>
                  <a:pt x="1240" y="389"/>
                </a:cubicBezTo>
                <a:cubicBezTo>
                  <a:pt x="1161" y="389"/>
                  <a:pt x="1161" y="389"/>
                  <a:pt x="1161" y="389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4" y="421"/>
                  <a:pt x="1164" y="421"/>
                  <a:pt x="1164" y="421"/>
                </a:cubicBezTo>
                <a:moveTo>
                  <a:pt x="1222" y="671"/>
                </a:moveTo>
                <a:cubicBezTo>
                  <a:pt x="1222" y="481"/>
                  <a:pt x="1222" y="481"/>
                  <a:pt x="1222" y="481"/>
                </a:cubicBezTo>
                <a:cubicBezTo>
                  <a:pt x="1271" y="481"/>
                  <a:pt x="1271" y="481"/>
                  <a:pt x="1271" y="481"/>
                </a:cubicBezTo>
                <a:cubicBezTo>
                  <a:pt x="1271" y="671"/>
                  <a:pt x="1271" y="671"/>
                  <a:pt x="1271" y="671"/>
                </a:cubicBezTo>
                <a:cubicBezTo>
                  <a:pt x="1273" y="671"/>
                  <a:pt x="1273" y="671"/>
                  <a:pt x="1273" y="671"/>
                </a:cubicBezTo>
                <a:cubicBezTo>
                  <a:pt x="1273" y="478"/>
                  <a:pt x="1273" y="478"/>
                  <a:pt x="1273" y="478"/>
                </a:cubicBezTo>
                <a:cubicBezTo>
                  <a:pt x="1220" y="478"/>
                  <a:pt x="1220" y="478"/>
                  <a:pt x="1220" y="478"/>
                </a:cubicBezTo>
                <a:cubicBezTo>
                  <a:pt x="1220" y="671"/>
                  <a:pt x="1220" y="671"/>
                  <a:pt x="1220" y="671"/>
                </a:cubicBezTo>
                <a:cubicBezTo>
                  <a:pt x="1222" y="671"/>
                  <a:pt x="1222" y="671"/>
                  <a:pt x="1222" y="671"/>
                </a:cubicBezTo>
                <a:moveTo>
                  <a:pt x="1162" y="422"/>
                </a:moveTo>
                <a:cubicBezTo>
                  <a:pt x="1239" y="422"/>
                  <a:pt x="1239" y="422"/>
                  <a:pt x="1239" y="422"/>
                </a:cubicBezTo>
                <a:cubicBezTo>
                  <a:pt x="1239" y="420"/>
                  <a:pt x="1239" y="420"/>
                  <a:pt x="1239" y="420"/>
                </a:cubicBezTo>
                <a:cubicBezTo>
                  <a:pt x="1162" y="420"/>
                  <a:pt x="1162" y="420"/>
                  <a:pt x="1162" y="420"/>
                </a:cubicBezTo>
                <a:lnTo>
                  <a:pt x="1162" y="422"/>
                </a:lnTo>
                <a:close/>
                <a:moveTo>
                  <a:pt x="1157" y="491"/>
                </a:moveTo>
                <a:cubicBezTo>
                  <a:pt x="1221" y="491"/>
                  <a:pt x="1221" y="491"/>
                  <a:pt x="1221" y="491"/>
                </a:cubicBezTo>
                <a:cubicBezTo>
                  <a:pt x="1221" y="489"/>
                  <a:pt x="1221" y="489"/>
                  <a:pt x="1221" y="489"/>
                </a:cubicBezTo>
                <a:cubicBezTo>
                  <a:pt x="1157" y="489"/>
                  <a:pt x="1157" y="489"/>
                  <a:pt x="1157" y="489"/>
                </a:cubicBezTo>
                <a:lnTo>
                  <a:pt x="1157" y="491"/>
                </a:lnTo>
                <a:close/>
                <a:moveTo>
                  <a:pt x="982" y="487"/>
                </a:moveTo>
                <a:cubicBezTo>
                  <a:pt x="1032" y="487"/>
                  <a:pt x="1032" y="487"/>
                  <a:pt x="1032" y="487"/>
                </a:cubicBezTo>
                <a:cubicBezTo>
                  <a:pt x="1032" y="485"/>
                  <a:pt x="1032" y="485"/>
                  <a:pt x="1032" y="485"/>
                </a:cubicBezTo>
                <a:cubicBezTo>
                  <a:pt x="982" y="485"/>
                  <a:pt x="982" y="485"/>
                  <a:pt x="982" y="485"/>
                </a:cubicBezTo>
                <a:lnTo>
                  <a:pt x="982" y="487"/>
                </a:lnTo>
                <a:close/>
                <a:moveTo>
                  <a:pt x="983" y="423"/>
                </a:moveTo>
                <a:cubicBezTo>
                  <a:pt x="1032" y="424"/>
                  <a:pt x="1032" y="424"/>
                  <a:pt x="1032" y="424"/>
                </a:cubicBezTo>
                <a:cubicBezTo>
                  <a:pt x="1032" y="421"/>
                  <a:pt x="1032" y="421"/>
                  <a:pt x="1032" y="421"/>
                </a:cubicBezTo>
                <a:cubicBezTo>
                  <a:pt x="983" y="421"/>
                  <a:pt x="983" y="421"/>
                  <a:pt x="983" y="421"/>
                </a:cubicBezTo>
                <a:moveTo>
                  <a:pt x="1157" y="568"/>
                </a:moveTo>
                <a:cubicBezTo>
                  <a:pt x="1222" y="568"/>
                  <a:pt x="1222" y="568"/>
                  <a:pt x="1222" y="568"/>
                </a:cubicBezTo>
                <a:cubicBezTo>
                  <a:pt x="1222" y="566"/>
                  <a:pt x="1222" y="566"/>
                  <a:pt x="1222" y="566"/>
                </a:cubicBezTo>
                <a:cubicBezTo>
                  <a:pt x="1157" y="566"/>
                  <a:pt x="1157" y="566"/>
                  <a:pt x="1157" y="566"/>
                </a:cubicBezTo>
                <a:lnTo>
                  <a:pt x="1157" y="568"/>
                </a:lnTo>
                <a:close/>
                <a:moveTo>
                  <a:pt x="1273" y="542"/>
                </a:moveTo>
                <a:cubicBezTo>
                  <a:pt x="1293" y="542"/>
                  <a:pt x="1293" y="542"/>
                  <a:pt x="1293" y="542"/>
                </a:cubicBezTo>
                <a:cubicBezTo>
                  <a:pt x="1293" y="671"/>
                  <a:pt x="1293" y="671"/>
                  <a:pt x="1293" y="671"/>
                </a:cubicBezTo>
                <a:cubicBezTo>
                  <a:pt x="1296" y="671"/>
                  <a:pt x="1296" y="671"/>
                  <a:pt x="1296" y="671"/>
                </a:cubicBezTo>
                <a:cubicBezTo>
                  <a:pt x="1296" y="540"/>
                  <a:pt x="1296" y="540"/>
                  <a:pt x="1296" y="540"/>
                </a:cubicBezTo>
                <a:cubicBezTo>
                  <a:pt x="1273" y="540"/>
                  <a:pt x="1273" y="540"/>
                  <a:pt x="1273" y="540"/>
                </a:cubicBezTo>
                <a:cubicBezTo>
                  <a:pt x="1273" y="542"/>
                  <a:pt x="1273" y="542"/>
                  <a:pt x="1273" y="542"/>
                </a:cubicBezTo>
                <a:moveTo>
                  <a:pt x="1272" y="508"/>
                </a:moveTo>
                <a:cubicBezTo>
                  <a:pt x="1334" y="508"/>
                  <a:pt x="1334" y="508"/>
                  <a:pt x="1334" y="508"/>
                </a:cubicBezTo>
                <a:cubicBezTo>
                  <a:pt x="1334" y="538"/>
                  <a:pt x="1334" y="538"/>
                  <a:pt x="1334" y="538"/>
                </a:cubicBezTo>
                <a:cubicBezTo>
                  <a:pt x="1336" y="538"/>
                  <a:pt x="1336" y="538"/>
                  <a:pt x="1336" y="538"/>
                </a:cubicBezTo>
                <a:cubicBezTo>
                  <a:pt x="1336" y="506"/>
                  <a:pt x="1336" y="506"/>
                  <a:pt x="1336" y="506"/>
                </a:cubicBezTo>
                <a:cubicBezTo>
                  <a:pt x="1272" y="506"/>
                  <a:pt x="1272" y="506"/>
                  <a:pt x="1272" y="506"/>
                </a:cubicBezTo>
                <a:cubicBezTo>
                  <a:pt x="1272" y="508"/>
                  <a:pt x="1272" y="508"/>
                  <a:pt x="1272" y="508"/>
                </a:cubicBezTo>
                <a:moveTo>
                  <a:pt x="1286" y="507"/>
                </a:moveTo>
                <a:cubicBezTo>
                  <a:pt x="1286" y="498"/>
                  <a:pt x="1286" y="498"/>
                  <a:pt x="1286" y="498"/>
                </a:cubicBezTo>
                <a:cubicBezTo>
                  <a:pt x="1319" y="485"/>
                  <a:pt x="1319" y="485"/>
                  <a:pt x="1319" y="485"/>
                </a:cubicBezTo>
                <a:cubicBezTo>
                  <a:pt x="1340" y="499"/>
                  <a:pt x="1340" y="499"/>
                  <a:pt x="1340" y="499"/>
                </a:cubicBezTo>
                <a:cubicBezTo>
                  <a:pt x="1340" y="512"/>
                  <a:pt x="1340" y="512"/>
                  <a:pt x="1340" y="512"/>
                </a:cubicBezTo>
                <a:cubicBezTo>
                  <a:pt x="1342" y="512"/>
                  <a:pt x="1342" y="512"/>
                  <a:pt x="1342" y="512"/>
                </a:cubicBezTo>
                <a:cubicBezTo>
                  <a:pt x="1342" y="498"/>
                  <a:pt x="1342" y="498"/>
                  <a:pt x="1342" y="498"/>
                </a:cubicBezTo>
                <a:cubicBezTo>
                  <a:pt x="1319" y="482"/>
                  <a:pt x="1319" y="482"/>
                  <a:pt x="1319" y="482"/>
                </a:cubicBezTo>
                <a:cubicBezTo>
                  <a:pt x="1284" y="497"/>
                  <a:pt x="1284" y="497"/>
                  <a:pt x="1284" y="497"/>
                </a:cubicBezTo>
                <a:cubicBezTo>
                  <a:pt x="1284" y="507"/>
                  <a:pt x="1284" y="507"/>
                  <a:pt x="1284" y="507"/>
                </a:cubicBezTo>
                <a:cubicBezTo>
                  <a:pt x="1286" y="507"/>
                  <a:pt x="1286" y="507"/>
                  <a:pt x="1286" y="507"/>
                </a:cubicBezTo>
                <a:moveTo>
                  <a:pt x="1295" y="494"/>
                </a:moveTo>
                <a:cubicBezTo>
                  <a:pt x="1295" y="452"/>
                  <a:pt x="1295" y="452"/>
                  <a:pt x="1295" y="452"/>
                </a:cubicBezTo>
                <a:cubicBezTo>
                  <a:pt x="1294" y="452"/>
                  <a:pt x="1294" y="452"/>
                  <a:pt x="1294" y="452"/>
                </a:cubicBezTo>
                <a:cubicBezTo>
                  <a:pt x="1295" y="452"/>
                  <a:pt x="1295" y="452"/>
                  <a:pt x="1295" y="452"/>
                </a:cubicBezTo>
                <a:cubicBezTo>
                  <a:pt x="1296" y="450"/>
                  <a:pt x="1299" y="448"/>
                  <a:pt x="1303" y="447"/>
                </a:cubicBezTo>
                <a:cubicBezTo>
                  <a:pt x="1308" y="446"/>
                  <a:pt x="1313" y="445"/>
                  <a:pt x="1318" y="445"/>
                </a:cubicBezTo>
                <a:cubicBezTo>
                  <a:pt x="1324" y="445"/>
                  <a:pt x="1330" y="446"/>
                  <a:pt x="1335" y="447"/>
                </a:cubicBezTo>
                <a:cubicBezTo>
                  <a:pt x="1339" y="448"/>
                  <a:pt x="1343" y="450"/>
                  <a:pt x="1345" y="452"/>
                </a:cubicBezTo>
                <a:cubicBezTo>
                  <a:pt x="1346" y="452"/>
                  <a:pt x="1346" y="452"/>
                  <a:pt x="1346" y="452"/>
                </a:cubicBezTo>
                <a:cubicBezTo>
                  <a:pt x="1345" y="452"/>
                  <a:pt x="1345" y="452"/>
                  <a:pt x="1345" y="452"/>
                </a:cubicBezTo>
                <a:cubicBezTo>
                  <a:pt x="1345" y="511"/>
                  <a:pt x="1345" y="511"/>
                  <a:pt x="1345" y="511"/>
                </a:cubicBezTo>
                <a:cubicBezTo>
                  <a:pt x="1347" y="511"/>
                  <a:pt x="1347" y="511"/>
                  <a:pt x="1347" y="511"/>
                </a:cubicBezTo>
                <a:cubicBezTo>
                  <a:pt x="1347" y="451"/>
                  <a:pt x="1347" y="451"/>
                  <a:pt x="1347" y="451"/>
                </a:cubicBezTo>
                <a:cubicBezTo>
                  <a:pt x="1347" y="451"/>
                  <a:pt x="1347" y="451"/>
                  <a:pt x="1347" y="451"/>
                </a:cubicBezTo>
                <a:cubicBezTo>
                  <a:pt x="1344" y="448"/>
                  <a:pt x="1340" y="446"/>
                  <a:pt x="1335" y="445"/>
                </a:cubicBezTo>
                <a:cubicBezTo>
                  <a:pt x="1330" y="444"/>
                  <a:pt x="1324" y="443"/>
                  <a:pt x="1318" y="443"/>
                </a:cubicBezTo>
                <a:cubicBezTo>
                  <a:pt x="1313" y="443"/>
                  <a:pt x="1307" y="444"/>
                  <a:pt x="1303" y="445"/>
                </a:cubicBezTo>
                <a:cubicBezTo>
                  <a:pt x="1298" y="446"/>
                  <a:pt x="1295" y="448"/>
                  <a:pt x="1293" y="451"/>
                </a:cubicBezTo>
                <a:cubicBezTo>
                  <a:pt x="1293" y="451"/>
                  <a:pt x="1293" y="451"/>
                  <a:pt x="1293" y="451"/>
                </a:cubicBezTo>
                <a:cubicBezTo>
                  <a:pt x="1293" y="494"/>
                  <a:pt x="1293" y="494"/>
                  <a:pt x="1293" y="494"/>
                </a:cubicBezTo>
                <a:cubicBezTo>
                  <a:pt x="1295" y="494"/>
                  <a:pt x="1295" y="494"/>
                  <a:pt x="1295" y="494"/>
                </a:cubicBezTo>
                <a:moveTo>
                  <a:pt x="1303" y="446"/>
                </a:moveTo>
                <a:cubicBezTo>
                  <a:pt x="1303" y="446"/>
                  <a:pt x="1302" y="446"/>
                  <a:pt x="1302" y="445"/>
                </a:cubicBezTo>
                <a:cubicBezTo>
                  <a:pt x="1301" y="442"/>
                  <a:pt x="1300" y="438"/>
                  <a:pt x="1300" y="436"/>
                </a:cubicBezTo>
                <a:cubicBezTo>
                  <a:pt x="1300" y="436"/>
                  <a:pt x="1300" y="435"/>
                  <a:pt x="1300" y="434"/>
                </a:cubicBezTo>
                <a:cubicBezTo>
                  <a:pt x="1300" y="432"/>
                  <a:pt x="1300" y="431"/>
                  <a:pt x="1300" y="429"/>
                </a:cubicBezTo>
                <a:cubicBezTo>
                  <a:pt x="1300" y="428"/>
                  <a:pt x="1300" y="427"/>
                  <a:pt x="1301" y="427"/>
                </a:cubicBezTo>
                <a:cubicBezTo>
                  <a:pt x="1300" y="426"/>
                  <a:pt x="1300" y="426"/>
                  <a:pt x="1300" y="426"/>
                </a:cubicBezTo>
                <a:cubicBezTo>
                  <a:pt x="1300" y="427"/>
                  <a:pt x="1300" y="427"/>
                  <a:pt x="1300" y="427"/>
                </a:cubicBezTo>
                <a:cubicBezTo>
                  <a:pt x="1304" y="423"/>
                  <a:pt x="1311" y="422"/>
                  <a:pt x="1318" y="422"/>
                </a:cubicBezTo>
                <a:cubicBezTo>
                  <a:pt x="1323" y="422"/>
                  <a:pt x="1327" y="422"/>
                  <a:pt x="1331" y="423"/>
                </a:cubicBezTo>
                <a:cubicBezTo>
                  <a:pt x="1334" y="424"/>
                  <a:pt x="1337" y="425"/>
                  <a:pt x="1338" y="426"/>
                </a:cubicBezTo>
                <a:cubicBezTo>
                  <a:pt x="1338" y="426"/>
                  <a:pt x="1339" y="428"/>
                  <a:pt x="1339" y="430"/>
                </a:cubicBezTo>
                <a:cubicBezTo>
                  <a:pt x="1339" y="432"/>
                  <a:pt x="1340" y="434"/>
                  <a:pt x="1340" y="435"/>
                </a:cubicBezTo>
                <a:cubicBezTo>
                  <a:pt x="1340" y="436"/>
                  <a:pt x="1340" y="437"/>
                  <a:pt x="1339" y="437"/>
                </a:cubicBezTo>
                <a:cubicBezTo>
                  <a:pt x="1339" y="440"/>
                  <a:pt x="1336" y="447"/>
                  <a:pt x="1336" y="447"/>
                </a:cubicBezTo>
                <a:cubicBezTo>
                  <a:pt x="1338" y="448"/>
                  <a:pt x="1338" y="448"/>
                  <a:pt x="1338" y="448"/>
                </a:cubicBezTo>
                <a:cubicBezTo>
                  <a:pt x="1338" y="448"/>
                  <a:pt x="1341" y="441"/>
                  <a:pt x="1342" y="438"/>
                </a:cubicBezTo>
                <a:cubicBezTo>
                  <a:pt x="1342" y="437"/>
                  <a:pt x="1342" y="437"/>
                  <a:pt x="1342" y="435"/>
                </a:cubicBezTo>
                <a:cubicBezTo>
                  <a:pt x="1342" y="434"/>
                  <a:pt x="1342" y="431"/>
                  <a:pt x="1341" y="429"/>
                </a:cubicBezTo>
                <a:cubicBezTo>
                  <a:pt x="1341" y="427"/>
                  <a:pt x="1340" y="426"/>
                  <a:pt x="1339" y="424"/>
                </a:cubicBezTo>
                <a:cubicBezTo>
                  <a:pt x="1338" y="423"/>
                  <a:pt x="1335" y="422"/>
                  <a:pt x="1331" y="421"/>
                </a:cubicBezTo>
                <a:cubicBezTo>
                  <a:pt x="1327" y="420"/>
                  <a:pt x="1323" y="419"/>
                  <a:pt x="1318" y="419"/>
                </a:cubicBezTo>
                <a:cubicBezTo>
                  <a:pt x="1311" y="419"/>
                  <a:pt x="1303" y="421"/>
                  <a:pt x="1299" y="425"/>
                </a:cubicBezTo>
                <a:cubicBezTo>
                  <a:pt x="1299" y="425"/>
                  <a:pt x="1299" y="425"/>
                  <a:pt x="1299" y="425"/>
                </a:cubicBezTo>
                <a:cubicBezTo>
                  <a:pt x="1299" y="426"/>
                  <a:pt x="1299" y="426"/>
                  <a:pt x="1299" y="426"/>
                </a:cubicBezTo>
                <a:cubicBezTo>
                  <a:pt x="1298" y="426"/>
                  <a:pt x="1298" y="428"/>
                  <a:pt x="1298" y="429"/>
                </a:cubicBezTo>
                <a:cubicBezTo>
                  <a:pt x="1298" y="431"/>
                  <a:pt x="1298" y="432"/>
                  <a:pt x="1298" y="434"/>
                </a:cubicBezTo>
                <a:cubicBezTo>
                  <a:pt x="1298" y="435"/>
                  <a:pt x="1298" y="436"/>
                  <a:pt x="1298" y="437"/>
                </a:cubicBezTo>
                <a:cubicBezTo>
                  <a:pt x="1298" y="438"/>
                  <a:pt x="1298" y="440"/>
                  <a:pt x="1299" y="442"/>
                </a:cubicBezTo>
                <a:cubicBezTo>
                  <a:pt x="1299" y="443"/>
                  <a:pt x="1300" y="445"/>
                  <a:pt x="1300" y="446"/>
                </a:cubicBezTo>
                <a:cubicBezTo>
                  <a:pt x="1301" y="447"/>
                  <a:pt x="1301" y="447"/>
                  <a:pt x="1302" y="448"/>
                </a:cubicBezTo>
                <a:cubicBezTo>
                  <a:pt x="1303" y="446"/>
                  <a:pt x="1303" y="446"/>
                  <a:pt x="1303" y="446"/>
                </a:cubicBezTo>
                <a:moveTo>
                  <a:pt x="1302" y="491"/>
                </a:moveTo>
                <a:cubicBezTo>
                  <a:pt x="1304" y="491"/>
                  <a:pt x="1304" y="491"/>
                  <a:pt x="1304" y="491"/>
                </a:cubicBezTo>
                <a:cubicBezTo>
                  <a:pt x="1304" y="447"/>
                  <a:pt x="1304" y="447"/>
                  <a:pt x="1304" y="447"/>
                </a:cubicBezTo>
                <a:cubicBezTo>
                  <a:pt x="1302" y="447"/>
                  <a:pt x="1302" y="447"/>
                  <a:pt x="1302" y="447"/>
                </a:cubicBezTo>
                <a:lnTo>
                  <a:pt x="1302" y="491"/>
                </a:lnTo>
                <a:close/>
                <a:moveTo>
                  <a:pt x="1314" y="486"/>
                </a:moveTo>
                <a:cubicBezTo>
                  <a:pt x="1317" y="486"/>
                  <a:pt x="1317" y="486"/>
                  <a:pt x="1317" y="486"/>
                </a:cubicBezTo>
                <a:cubicBezTo>
                  <a:pt x="1317" y="445"/>
                  <a:pt x="1317" y="445"/>
                  <a:pt x="1317" y="445"/>
                </a:cubicBezTo>
                <a:cubicBezTo>
                  <a:pt x="1314" y="445"/>
                  <a:pt x="1314" y="445"/>
                  <a:pt x="1314" y="445"/>
                </a:cubicBezTo>
                <a:lnTo>
                  <a:pt x="1314" y="486"/>
                </a:lnTo>
                <a:close/>
                <a:moveTo>
                  <a:pt x="1325" y="488"/>
                </a:moveTo>
                <a:cubicBezTo>
                  <a:pt x="1327" y="488"/>
                  <a:pt x="1327" y="488"/>
                  <a:pt x="1327" y="488"/>
                </a:cubicBezTo>
                <a:cubicBezTo>
                  <a:pt x="1327" y="446"/>
                  <a:pt x="1327" y="446"/>
                  <a:pt x="1327" y="446"/>
                </a:cubicBezTo>
                <a:cubicBezTo>
                  <a:pt x="1325" y="446"/>
                  <a:pt x="1325" y="446"/>
                  <a:pt x="1325" y="446"/>
                </a:cubicBezTo>
                <a:lnTo>
                  <a:pt x="1325" y="488"/>
                </a:lnTo>
                <a:close/>
                <a:moveTo>
                  <a:pt x="1335" y="494"/>
                </a:moveTo>
                <a:cubicBezTo>
                  <a:pt x="1337" y="494"/>
                  <a:pt x="1337" y="494"/>
                  <a:pt x="1337" y="494"/>
                </a:cubicBezTo>
                <a:cubicBezTo>
                  <a:pt x="1337" y="447"/>
                  <a:pt x="1337" y="447"/>
                  <a:pt x="1337" y="447"/>
                </a:cubicBezTo>
                <a:cubicBezTo>
                  <a:pt x="1335" y="447"/>
                  <a:pt x="1335" y="447"/>
                  <a:pt x="1335" y="447"/>
                </a:cubicBezTo>
                <a:lnTo>
                  <a:pt x="1335" y="494"/>
                </a:lnTo>
                <a:close/>
                <a:moveTo>
                  <a:pt x="1294" y="549"/>
                </a:moveTo>
                <a:cubicBezTo>
                  <a:pt x="1326" y="549"/>
                  <a:pt x="1326" y="549"/>
                  <a:pt x="1326" y="549"/>
                </a:cubicBezTo>
                <a:cubicBezTo>
                  <a:pt x="1326" y="671"/>
                  <a:pt x="1326" y="671"/>
                  <a:pt x="1326" y="671"/>
                </a:cubicBezTo>
                <a:cubicBezTo>
                  <a:pt x="1328" y="671"/>
                  <a:pt x="1328" y="671"/>
                  <a:pt x="1328" y="671"/>
                </a:cubicBezTo>
                <a:cubicBezTo>
                  <a:pt x="1328" y="547"/>
                  <a:pt x="1328" y="547"/>
                  <a:pt x="1328" y="547"/>
                </a:cubicBezTo>
                <a:cubicBezTo>
                  <a:pt x="1294" y="547"/>
                  <a:pt x="1294" y="547"/>
                  <a:pt x="1294" y="547"/>
                </a:cubicBezTo>
                <a:cubicBezTo>
                  <a:pt x="1294" y="549"/>
                  <a:pt x="1294" y="549"/>
                  <a:pt x="1294" y="549"/>
                </a:cubicBezTo>
                <a:moveTo>
                  <a:pt x="1336" y="513"/>
                </a:moveTo>
                <a:cubicBezTo>
                  <a:pt x="1356" y="513"/>
                  <a:pt x="1356" y="513"/>
                  <a:pt x="1356" y="513"/>
                </a:cubicBezTo>
                <a:cubicBezTo>
                  <a:pt x="1356" y="551"/>
                  <a:pt x="1356" y="551"/>
                  <a:pt x="1356" y="551"/>
                </a:cubicBezTo>
                <a:cubicBezTo>
                  <a:pt x="1358" y="551"/>
                  <a:pt x="1358" y="551"/>
                  <a:pt x="1358" y="551"/>
                </a:cubicBezTo>
                <a:cubicBezTo>
                  <a:pt x="1358" y="511"/>
                  <a:pt x="1358" y="511"/>
                  <a:pt x="1358" y="511"/>
                </a:cubicBezTo>
                <a:cubicBezTo>
                  <a:pt x="1336" y="511"/>
                  <a:pt x="1336" y="511"/>
                  <a:pt x="1336" y="511"/>
                </a:cubicBezTo>
                <a:cubicBezTo>
                  <a:pt x="1336" y="513"/>
                  <a:pt x="1336" y="513"/>
                  <a:pt x="1336" y="513"/>
                </a:cubicBezTo>
                <a:moveTo>
                  <a:pt x="1357" y="513"/>
                </a:moveTo>
                <a:cubicBezTo>
                  <a:pt x="1365" y="517"/>
                  <a:pt x="1365" y="517"/>
                  <a:pt x="1365" y="517"/>
                </a:cubicBezTo>
                <a:cubicBezTo>
                  <a:pt x="1365" y="566"/>
                  <a:pt x="1365" y="566"/>
                  <a:pt x="1365" y="566"/>
                </a:cubicBezTo>
                <a:cubicBezTo>
                  <a:pt x="1367" y="566"/>
                  <a:pt x="1367" y="566"/>
                  <a:pt x="1367" y="566"/>
                </a:cubicBezTo>
                <a:cubicBezTo>
                  <a:pt x="1367" y="516"/>
                  <a:pt x="1367" y="516"/>
                  <a:pt x="1367" y="516"/>
                </a:cubicBezTo>
                <a:cubicBezTo>
                  <a:pt x="1358" y="511"/>
                  <a:pt x="1358" y="511"/>
                  <a:pt x="1358" y="511"/>
                </a:cubicBezTo>
                <a:cubicBezTo>
                  <a:pt x="1357" y="513"/>
                  <a:pt x="1357" y="513"/>
                  <a:pt x="1357" y="513"/>
                </a:cubicBezTo>
                <a:moveTo>
                  <a:pt x="1300" y="442"/>
                </a:moveTo>
                <a:cubicBezTo>
                  <a:pt x="1301" y="441"/>
                  <a:pt x="1301" y="441"/>
                  <a:pt x="1301" y="441"/>
                </a:cubicBezTo>
                <a:cubicBezTo>
                  <a:pt x="1302" y="441"/>
                  <a:pt x="1307" y="438"/>
                  <a:pt x="1318" y="438"/>
                </a:cubicBezTo>
                <a:cubicBezTo>
                  <a:pt x="1319" y="438"/>
                  <a:pt x="1320" y="438"/>
                  <a:pt x="1321" y="438"/>
                </a:cubicBezTo>
                <a:cubicBezTo>
                  <a:pt x="1329" y="438"/>
                  <a:pt x="1333" y="439"/>
                  <a:pt x="1336" y="440"/>
                </a:cubicBezTo>
                <a:cubicBezTo>
                  <a:pt x="1337" y="441"/>
                  <a:pt x="1338" y="441"/>
                  <a:pt x="1338" y="441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40" y="440"/>
                  <a:pt x="1340" y="440"/>
                  <a:pt x="1340" y="440"/>
                </a:cubicBezTo>
                <a:cubicBezTo>
                  <a:pt x="1340" y="440"/>
                  <a:pt x="1336" y="437"/>
                  <a:pt x="1321" y="436"/>
                </a:cubicBezTo>
                <a:cubicBezTo>
                  <a:pt x="1320" y="436"/>
                  <a:pt x="1319" y="436"/>
                  <a:pt x="1318" y="436"/>
                </a:cubicBezTo>
                <a:cubicBezTo>
                  <a:pt x="1305" y="436"/>
                  <a:pt x="1299" y="440"/>
                  <a:pt x="1299" y="440"/>
                </a:cubicBezTo>
                <a:cubicBezTo>
                  <a:pt x="1300" y="442"/>
                  <a:pt x="1300" y="442"/>
                  <a:pt x="1300" y="442"/>
                </a:cubicBezTo>
                <a:moveTo>
                  <a:pt x="1300" y="434"/>
                </a:moveTo>
                <a:cubicBezTo>
                  <a:pt x="1300" y="434"/>
                  <a:pt x="1300" y="434"/>
                  <a:pt x="1300" y="434"/>
                </a:cubicBezTo>
                <a:cubicBezTo>
                  <a:pt x="1301" y="433"/>
                  <a:pt x="1307" y="430"/>
                  <a:pt x="1318" y="430"/>
                </a:cubicBezTo>
                <a:cubicBezTo>
                  <a:pt x="1319" y="430"/>
                  <a:pt x="1320" y="430"/>
                  <a:pt x="1321" y="430"/>
                </a:cubicBezTo>
                <a:cubicBezTo>
                  <a:pt x="1329" y="430"/>
                  <a:pt x="1333" y="431"/>
                  <a:pt x="1336" y="432"/>
                </a:cubicBezTo>
                <a:cubicBezTo>
                  <a:pt x="1338" y="433"/>
                  <a:pt x="1339" y="433"/>
                  <a:pt x="1339" y="433"/>
                </a:cubicBezTo>
                <a:cubicBezTo>
                  <a:pt x="1340" y="433"/>
                  <a:pt x="1340" y="433"/>
                  <a:pt x="1340" y="433"/>
                </a:cubicBezTo>
                <a:cubicBezTo>
                  <a:pt x="1340" y="434"/>
                  <a:pt x="1340" y="434"/>
                  <a:pt x="1340" y="434"/>
                </a:cubicBezTo>
                <a:cubicBezTo>
                  <a:pt x="1341" y="432"/>
                  <a:pt x="1341" y="432"/>
                  <a:pt x="1341" y="432"/>
                </a:cubicBezTo>
                <a:cubicBezTo>
                  <a:pt x="1341" y="432"/>
                  <a:pt x="1336" y="429"/>
                  <a:pt x="1322" y="428"/>
                </a:cubicBezTo>
                <a:cubicBezTo>
                  <a:pt x="1320" y="428"/>
                  <a:pt x="1319" y="428"/>
                  <a:pt x="1318" y="428"/>
                </a:cubicBezTo>
                <a:cubicBezTo>
                  <a:pt x="1305" y="428"/>
                  <a:pt x="1298" y="432"/>
                  <a:pt x="1298" y="432"/>
                </a:cubicBezTo>
                <a:cubicBezTo>
                  <a:pt x="1300" y="434"/>
                  <a:pt x="1300" y="434"/>
                  <a:pt x="1300" y="434"/>
                </a:cubicBezTo>
                <a:moveTo>
                  <a:pt x="1327" y="566"/>
                </a:moveTo>
                <a:cubicBezTo>
                  <a:pt x="1339" y="566"/>
                  <a:pt x="1339" y="566"/>
                  <a:pt x="1339" y="566"/>
                </a:cubicBezTo>
                <a:cubicBezTo>
                  <a:pt x="1339" y="652"/>
                  <a:pt x="1339" y="652"/>
                  <a:pt x="1339" y="652"/>
                </a:cubicBezTo>
                <a:cubicBezTo>
                  <a:pt x="1341" y="652"/>
                  <a:pt x="1341" y="652"/>
                  <a:pt x="1341" y="652"/>
                </a:cubicBezTo>
                <a:cubicBezTo>
                  <a:pt x="1341" y="564"/>
                  <a:pt x="1341" y="564"/>
                  <a:pt x="1341" y="564"/>
                </a:cubicBezTo>
                <a:cubicBezTo>
                  <a:pt x="1327" y="564"/>
                  <a:pt x="1327" y="564"/>
                  <a:pt x="1327" y="564"/>
                </a:cubicBezTo>
                <a:cubicBezTo>
                  <a:pt x="1327" y="566"/>
                  <a:pt x="1327" y="566"/>
                  <a:pt x="1327" y="566"/>
                </a:cubicBezTo>
                <a:moveTo>
                  <a:pt x="1367" y="537"/>
                </a:moveTo>
                <a:cubicBezTo>
                  <a:pt x="1403" y="537"/>
                  <a:pt x="1403" y="537"/>
                  <a:pt x="1403" y="537"/>
                </a:cubicBezTo>
                <a:cubicBezTo>
                  <a:pt x="1403" y="671"/>
                  <a:pt x="1403" y="671"/>
                  <a:pt x="1403" y="671"/>
                </a:cubicBezTo>
                <a:cubicBezTo>
                  <a:pt x="1405" y="671"/>
                  <a:pt x="1405" y="671"/>
                  <a:pt x="1405" y="671"/>
                </a:cubicBezTo>
                <a:cubicBezTo>
                  <a:pt x="1405" y="534"/>
                  <a:pt x="1405" y="534"/>
                  <a:pt x="1405" y="534"/>
                </a:cubicBezTo>
                <a:cubicBezTo>
                  <a:pt x="1367" y="534"/>
                  <a:pt x="1367" y="534"/>
                  <a:pt x="1367" y="534"/>
                </a:cubicBezTo>
                <a:cubicBezTo>
                  <a:pt x="1367" y="537"/>
                  <a:pt x="1367" y="537"/>
                  <a:pt x="1367" y="537"/>
                </a:cubicBezTo>
                <a:moveTo>
                  <a:pt x="1341" y="574"/>
                </a:moveTo>
                <a:cubicBezTo>
                  <a:pt x="1351" y="574"/>
                  <a:pt x="1351" y="574"/>
                  <a:pt x="1351" y="574"/>
                </a:cubicBezTo>
                <a:cubicBezTo>
                  <a:pt x="1351" y="566"/>
                  <a:pt x="1351" y="566"/>
                  <a:pt x="1351" y="566"/>
                </a:cubicBezTo>
                <a:cubicBezTo>
                  <a:pt x="1377" y="569"/>
                  <a:pt x="1377" y="569"/>
                  <a:pt x="1377" y="569"/>
                </a:cubicBezTo>
                <a:cubicBezTo>
                  <a:pt x="1377" y="653"/>
                  <a:pt x="1377" y="653"/>
                  <a:pt x="1377" y="653"/>
                </a:cubicBezTo>
                <a:cubicBezTo>
                  <a:pt x="1379" y="653"/>
                  <a:pt x="1379" y="653"/>
                  <a:pt x="1379" y="653"/>
                </a:cubicBezTo>
                <a:cubicBezTo>
                  <a:pt x="1379" y="567"/>
                  <a:pt x="1379" y="567"/>
                  <a:pt x="1379" y="567"/>
                </a:cubicBezTo>
                <a:cubicBezTo>
                  <a:pt x="1349" y="563"/>
                  <a:pt x="1349" y="563"/>
                  <a:pt x="1349" y="563"/>
                </a:cubicBezTo>
                <a:cubicBezTo>
                  <a:pt x="1349" y="571"/>
                  <a:pt x="1349" y="571"/>
                  <a:pt x="1349" y="571"/>
                </a:cubicBezTo>
                <a:cubicBezTo>
                  <a:pt x="1341" y="571"/>
                  <a:pt x="1341" y="571"/>
                  <a:pt x="1341" y="571"/>
                </a:cubicBezTo>
                <a:cubicBezTo>
                  <a:pt x="1341" y="574"/>
                  <a:pt x="1341" y="574"/>
                  <a:pt x="1341" y="574"/>
                </a:cubicBezTo>
                <a:moveTo>
                  <a:pt x="1380" y="536"/>
                </a:moveTo>
                <a:cubicBezTo>
                  <a:pt x="1380" y="511"/>
                  <a:pt x="1380" y="511"/>
                  <a:pt x="1380" y="511"/>
                </a:cubicBezTo>
                <a:cubicBezTo>
                  <a:pt x="1393" y="511"/>
                  <a:pt x="1393" y="511"/>
                  <a:pt x="1393" y="511"/>
                </a:cubicBezTo>
                <a:cubicBezTo>
                  <a:pt x="1393" y="517"/>
                  <a:pt x="1393" y="517"/>
                  <a:pt x="1393" y="517"/>
                </a:cubicBezTo>
                <a:cubicBezTo>
                  <a:pt x="1393" y="518"/>
                  <a:pt x="1393" y="518"/>
                  <a:pt x="1393" y="518"/>
                </a:cubicBezTo>
                <a:cubicBezTo>
                  <a:pt x="1405" y="518"/>
                  <a:pt x="1405" y="518"/>
                  <a:pt x="1405" y="518"/>
                </a:cubicBezTo>
                <a:cubicBezTo>
                  <a:pt x="1412" y="523"/>
                  <a:pt x="1412" y="523"/>
                  <a:pt x="1412" y="523"/>
                </a:cubicBezTo>
                <a:cubicBezTo>
                  <a:pt x="1412" y="662"/>
                  <a:pt x="1412" y="662"/>
                  <a:pt x="1412" y="662"/>
                </a:cubicBezTo>
                <a:cubicBezTo>
                  <a:pt x="1415" y="662"/>
                  <a:pt x="1415" y="662"/>
                  <a:pt x="1415" y="662"/>
                </a:cubicBezTo>
                <a:cubicBezTo>
                  <a:pt x="1415" y="521"/>
                  <a:pt x="1415" y="521"/>
                  <a:pt x="1415" y="521"/>
                </a:cubicBezTo>
                <a:cubicBezTo>
                  <a:pt x="1406" y="516"/>
                  <a:pt x="1406" y="516"/>
                  <a:pt x="1406" y="516"/>
                </a:cubicBezTo>
                <a:cubicBezTo>
                  <a:pt x="1395" y="516"/>
                  <a:pt x="1395" y="516"/>
                  <a:pt x="1395" y="516"/>
                </a:cubicBezTo>
                <a:cubicBezTo>
                  <a:pt x="1395" y="510"/>
                  <a:pt x="1395" y="510"/>
                  <a:pt x="1395" y="510"/>
                </a:cubicBezTo>
                <a:cubicBezTo>
                  <a:pt x="1395" y="509"/>
                  <a:pt x="1395" y="509"/>
                  <a:pt x="1395" y="509"/>
                </a:cubicBezTo>
                <a:cubicBezTo>
                  <a:pt x="1378" y="509"/>
                  <a:pt x="1378" y="509"/>
                  <a:pt x="1378" y="509"/>
                </a:cubicBezTo>
                <a:cubicBezTo>
                  <a:pt x="1378" y="536"/>
                  <a:pt x="1378" y="536"/>
                  <a:pt x="1378" y="536"/>
                </a:cubicBezTo>
                <a:cubicBezTo>
                  <a:pt x="1380" y="536"/>
                  <a:pt x="1380" y="536"/>
                  <a:pt x="1380" y="536"/>
                </a:cubicBezTo>
                <a:moveTo>
                  <a:pt x="1442" y="524"/>
                </a:moveTo>
                <a:cubicBezTo>
                  <a:pt x="1443" y="524"/>
                  <a:pt x="1443" y="524"/>
                  <a:pt x="1443" y="524"/>
                </a:cubicBezTo>
                <a:cubicBezTo>
                  <a:pt x="1443" y="511"/>
                  <a:pt x="1443" y="511"/>
                  <a:pt x="1443" y="511"/>
                </a:cubicBezTo>
                <a:cubicBezTo>
                  <a:pt x="1530" y="511"/>
                  <a:pt x="1530" y="511"/>
                  <a:pt x="1530" y="511"/>
                </a:cubicBezTo>
                <a:cubicBezTo>
                  <a:pt x="1530" y="523"/>
                  <a:pt x="1530" y="523"/>
                  <a:pt x="1530" y="523"/>
                </a:cubicBezTo>
                <a:cubicBezTo>
                  <a:pt x="1442" y="523"/>
                  <a:pt x="1442" y="523"/>
                  <a:pt x="1442" y="523"/>
                </a:cubicBezTo>
                <a:cubicBezTo>
                  <a:pt x="1442" y="524"/>
                  <a:pt x="1442" y="524"/>
                  <a:pt x="1442" y="524"/>
                </a:cubicBezTo>
                <a:cubicBezTo>
                  <a:pt x="1443" y="524"/>
                  <a:pt x="1443" y="524"/>
                  <a:pt x="1443" y="524"/>
                </a:cubicBezTo>
                <a:cubicBezTo>
                  <a:pt x="1442" y="524"/>
                  <a:pt x="1442" y="524"/>
                  <a:pt x="1442" y="524"/>
                </a:cubicBezTo>
                <a:cubicBezTo>
                  <a:pt x="1442" y="525"/>
                  <a:pt x="1442" y="525"/>
                  <a:pt x="1442" y="525"/>
                </a:cubicBezTo>
                <a:cubicBezTo>
                  <a:pt x="1533" y="525"/>
                  <a:pt x="1533" y="525"/>
                  <a:pt x="1533" y="525"/>
                </a:cubicBezTo>
                <a:cubicBezTo>
                  <a:pt x="1533" y="508"/>
                  <a:pt x="1533" y="508"/>
                  <a:pt x="1533" y="508"/>
                </a:cubicBezTo>
                <a:cubicBezTo>
                  <a:pt x="1441" y="508"/>
                  <a:pt x="1441" y="508"/>
                  <a:pt x="1441" y="508"/>
                </a:cubicBezTo>
                <a:cubicBezTo>
                  <a:pt x="1441" y="525"/>
                  <a:pt x="1441" y="525"/>
                  <a:pt x="1441" y="525"/>
                </a:cubicBezTo>
                <a:cubicBezTo>
                  <a:pt x="1442" y="525"/>
                  <a:pt x="1442" y="525"/>
                  <a:pt x="1442" y="525"/>
                </a:cubicBezTo>
                <a:cubicBezTo>
                  <a:pt x="1442" y="524"/>
                  <a:pt x="1442" y="524"/>
                  <a:pt x="1442" y="524"/>
                </a:cubicBezTo>
                <a:moveTo>
                  <a:pt x="1488" y="598"/>
                </a:moveTo>
                <a:cubicBezTo>
                  <a:pt x="1488" y="529"/>
                  <a:pt x="1488" y="529"/>
                  <a:pt x="1488" y="529"/>
                </a:cubicBezTo>
                <a:cubicBezTo>
                  <a:pt x="1435" y="529"/>
                  <a:pt x="1435" y="529"/>
                  <a:pt x="1435" y="529"/>
                </a:cubicBezTo>
                <a:cubicBezTo>
                  <a:pt x="1435" y="617"/>
                  <a:pt x="1435" y="617"/>
                  <a:pt x="1435" y="617"/>
                </a:cubicBezTo>
                <a:cubicBezTo>
                  <a:pt x="1437" y="617"/>
                  <a:pt x="1437" y="617"/>
                  <a:pt x="1437" y="617"/>
                </a:cubicBezTo>
                <a:cubicBezTo>
                  <a:pt x="1437" y="532"/>
                  <a:pt x="1437" y="532"/>
                  <a:pt x="1437" y="532"/>
                </a:cubicBezTo>
                <a:cubicBezTo>
                  <a:pt x="1486" y="532"/>
                  <a:pt x="1486" y="532"/>
                  <a:pt x="1486" y="532"/>
                </a:cubicBezTo>
                <a:cubicBezTo>
                  <a:pt x="1486" y="598"/>
                  <a:pt x="1486" y="598"/>
                  <a:pt x="1486" y="598"/>
                </a:cubicBezTo>
                <a:cubicBezTo>
                  <a:pt x="1488" y="598"/>
                  <a:pt x="1488" y="598"/>
                  <a:pt x="1488" y="598"/>
                </a:cubicBezTo>
                <a:moveTo>
                  <a:pt x="1539" y="601"/>
                </a:moveTo>
                <a:cubicBezTo>
                  <a:pt x="1539" y="530"/>
                  <a:pt x="1539" y="530"/>
                  <a:pt x="1539" y="530"/>
                </a:cubicBezTo>
                <a:cubicBezTo>
                  <a:pt x="1622" y="530"/>
                  <a:pt x="1622" y="530"/>
                  <a:pt x="1622" y="530"/>
                </a:cubicBezTo>
                <a:cubicBezTo>
                  <a:pt x="1622" y="670"/>
                  <a:pt x="1622" y="670"/>
                  <a:pt x="1622" y="670"/>
                </a:cubicBezTo>
                <a:cubicBezTo>
                  <a:pt x="1624" y="670"/>
                  <a:pt x="1624" y="670"/>
                  <a:pt x="1624" y="670"/>
                </a:cubicBezTo>
                <a:cubicBezTo>
                  <a:pt x="1624" y="528"/>
                  <a:pt x="1624" y="528"/>
                  <a:pt x="1624" y="528"/>
                </a:cubicBezTo>
                <a:cubicBezTo>
                  <a:pt x="1537" y="528"/>
                  <a:pt x="1537" y="528"/>
                  <a:pt x="1537" y="528"/>
                </a:cubicBezTo>
                <a:cubicBezTo>
                  <a:pt x="1537" y="601"/>
                  <a:pt x="1537" y="601"/>
                  <a:pt x="1537" y="601"/>
                </a:cubicBezTo>
                <a:cubicBezTo>
                  <a:pt x="1539" y="601"/>
                  <a:pt x="1539" y="601"/>
                  <a:pt x="1539" y="601"/>
                </a:cubicBezTo>
                <a:moveTo>
                  <a:pt x="1528" y="616"/>
                </a:moveTo>
                <a:cubicBezTo>
                  <a:pt x="1530" y="616"/>
                  <a:pt x="1530" y="616"/>
                  <a:pt x="1530" y="616"/>
                </a:cubicBezTo>
                <a:cubicBezTo>
                  <a:pt x="1530" y="527"/>
                  <a:pt x="1530" y="527"/>
                  <a:pt x="1530" y="527"/>
                </a:cubicBezTo>
                <a:cubicBezTo>
                  <a:pt x="1528" y="527"/>
                  <a:pt x="1528" y="527"/>
                  <a:pt x="1528" y="527"/>
                </a:cubicBezTo>
                <a:lnTo>
                  <a:pt x="1528" y="616"/>
                </a:lnTo>
                <a:close/>
                <a:moveTo>
                  <a:pt x="1538" y="510"/>
                </a:moveTo>
                <a:cubicBezTo>
                  <a:pt x="1538" y="511"/>
                  <a:pt x="1538" y="511"/>
                  <a:pt x="1538" y="511"/>
                </a:cubicBezTo>
                <a:cubicBezTo>
                  <a:pt x="1607" y="511"/>
                  <a:pt x="1607" y="511"/>
                  <a:pt x="1607" y="511"/>
                </a:cubicBezTo>
                <a:cubicBezTo>
                  <a:pt x="1607" y="520"/>
                  <a:pt x="1607" y="520"/>
                  <a:pt x="1607" y="520"/>
                </a:cubicBezTo>
                <a:cubicBezTo>
                  <a:pt x="1539" y="520"/>
                  <a:pt x="1539" y="520"/>
                  <a:pt x="1539" y="520"/>
                </a:cubicBezTo>
                <a:cubicBezTo>
                  <a:pt x="1539" y="510"/>
                  <a:pt x="1539" y="510"/>
                  <a:pt x="1539" y="510"/>
                </a:cubicBezTo>
                <a:cubicBezTo>
                  <a:pt x="1538" y="510"/>
                  <a:pt x="1538" y="510"/>
                  <a:pt x="1538" y="510"/>
                </a:cubicBezTo>
                <a:cubicBezTo>
                  <a:pt x="1538" y="511"/>
                  <a:pt x="1538" y="511"/>
                  <a:pt x="1538" y="511"/>
                </a:cubicBezTo>
                <a:cubicBezTo>
                  <a:pt x="1538" y="510"/>
                  <a:pt x="1538" y="510"/>
                  <a:pt x="1538" y="510"/>
                </a:cubicBezTo>
                <a:cubicBezTo>
                  <a:pt x="1537" y="510"/>
                  <a:pt x="1537" y="510"/>
                  <a:pt x="1537" y="510"/>
                </a:cubicBezTo>
                <a:cubicBezTo>
                  <a:pt x="1537" y="522"/>
                  <a:pt x="1537" y="522"/>
                  <a:pt x="1537" y="522"/>
                </a:cubicBezTo>
                <a:cubicBezTo>
                  <a:pt x="1610" y="522"/>
                  <a:pt x="1610" y="522"/>
                  <a:pt x="1610" y="522"/>
                </a:cubicBezTo>
                <a:cubicBezTo>
                  <a:pt x="1610" y="509"/>
                  <a:pt x="1610" y="509"/>
                  <a:pt x="1610" y="509"/>
                </a:cubicBezTo>
                <a:cubicBezTo>
                  <a:pt x="1537" y="509"/>
                  <a:pt x="1537" y="509"/>
                  <a:pt x="1537" y="509"/>
                </a:cubicBezTo>
                <a:cubicBezTo>
                  <a:pt x="1537" y="510"/>
                  <a:pt x="1537" y="510"/>
                  <a:pt x="1537" y="510"/>
                </a:cubicBezTo>
                <a:cubicBezTo>
                  <a:pt x="1538" y="510"/>
                  <a:pt x="1538" y="510"/>
                  <a:pt x="1538" y="510"/>
                </a:cubicBezTo>
                <a:moveTo>
                  <a:pt x="1463" y="628"/>
                </a:moveTo>
                <a:cubicBezTo>
                  <a:pt x="1463" y="606"/>
                  <a:pt x="1463" y="606"/>
                  <a:pt x="1463" y="606"/>
                </a:cubicBezTo>
                <a:cubicBezTo>
                  <a:pt x="1496" y="606"/>
                  <a:pt x="1496" y="606"/>
                  <a:pt x="1496" y="606"/>
                </a:cubicBezTo>
                <a:cubicBezTo>
                  <a:pt x="1496" y="671"/>
                  <a:pt x="1496" y="671"/>
                  <a:pt x="1496" y="671"/>
                </a:cubicBezTo>
                <a:cubicBezTo>
                  <a:pt x="1498" y="671"/>
                  <a:pt x="1498" y="671"/>
                  <a:pt x="1498" y="671"/>
                </a:cubicBezTo>
                <a:cubicBezTo>
                  <a:pt x="1498" y="604"/>
                  <a:pt x="1498" y="604"/>
                  <a:pt x="1498" y="604"/>
                </a:cubicBezTo>
                <a:cubicBezTo>
                  <a:pt x="1461" y="604"/>
                  <a:pt x="1461" y="604"/>
                  <a:pt x="1461" y="604"/>
                </a:cubicBezTo>
                <a:cubicBezTo>
                  <a:pt x="1461" y="628"/>
                  <a:pt x="1461" y="628"/>
                  <a:pt x="1461" y="628"/>
                </a:cubicBezTo>
                <a:cubicBezTo>
                  <a:pt x="1463" y="628"/>
                  <a:pt x="1463" y="628"/>
                  <a:pt x="1463" y="628"/>
                </a:cubicBezTo>
                <a:moveTo>
                  <a:pt x="1498" y="611"/>
                </a:moveTo>
                <a:cubicBezTo>
                  <a:pt x="1521" y="611"/>
                  <a:pt x="1521" y="611"/>
                  <a:pt x="1521" y="611"/>
                </a:cubicBezTo>
                <a:cubicBezTo>
                  <a:pt x="1521" y="630"/>
                  <a:pt x="1521" y="630"/>
                  <a:pt x="1521" y="630"/>
                </a:cubicBezTo>
                <a:cubicBezTo>
                  <a:pt x="1524" y="630"/>
                  <a:pt x="1524" y="630"/>
                  <a:pt x="1524" y="630"/>
                </a:cubicBezTo>
                <a:cubicBezTo>
                  <a:pt x="1524" y="608"/>
                  <a:pt x="1524" y="608"/>
                  <a:pt x="1524" y="608"/>
                </a:cubicBezTo>
                <a:cubicBezTo>
                  <a:pt x="1498" y="608"/>
                  <a:pt x="1498" y="608"/>
                  <a:pt x="1498" y="608"/>
                </a:cubicBezTo>
                <a:cubicBezTo>
                  <a:pt x="1498" y="611"/>
                  <a:pt x="1498" y="611"/>
                  <a:pt x="1498" y="611"/>
                </a:cubicBezTo>
                <a:moveTo>
                  <a:pt x="1429" y="671"/>
                </a:moveTo>
                <a:cubicBezTo>
                  <a:pt x="1429" y="630"/>
                  <a:pt x="1429" y="630"/>
                  <a:pt x="1429" y="630"/>
                </a:cubicBezTo>
                <a:cubicBezTo>
                  <a:pt x="1485" y="630"/>
                  <a:pt x="1485" y="630"/>
                  <a:pt x="1485" y="630"/>
                </a:cubicBezTo>
                <a:cubicBezTo>
                  <a:pt x="1485" y="627"/>
                  <a:pt x="1485" y="627"/>
                  <a:pt x="1485" y="627"/>
                </a:cubicBezTo>
                <a:cubicBezTo>
                  <a:pt x="1455" y="627"/>
                  <a:pt x="1455" y="627"/>
                  <a:pt x="1455" y="627"/>
                </a:cubicBezTo>
                <a:cubicBezTo>
                  <a:pt x="1427" y="627"/>
                  <a:pt x="1427" y="627"/>
                  <a:pt x="1427" y="627"/>
                </a:cubicBezTo>
                <a:cubicBezTo>
                  <a:pt x="1427" y="671"/>
                  <a:pt x="1427" y="671"/>
                  <a:pt x="1427" y="671"/>
                </a:cubicBezTo>
                <a:cubicBezTo>
                  <a:pt x="1429" y="671"/>
                  <a:pt x="1429" y="671"/>
                  <a:pt x="1429" y="671"/>
                </a:cubicBezTo>
                <a:moveTo>
                  <a:pt x="1512" y="650"/>
                </a:moveTo>
                <a:cubicBezTo>
                  <a:pt x="1512" y="631"/>
                  <a:pt x="1512" y="631"/>
                  <a:pt x="1512" y="631"/>
                </a:cubicBezTo>
                <a:cubicBezTo>
                  <a:pt x="1529" y="631"/>
                  <a:pt x="1529" y="631"/>
                  <a:pt x="1529" y="631"/>
                </a:cubicBezTo>
                <a:cubicBezTo>
                  <a:pt x="1529" y="670"/>
                  <a:pt x="1529" y="670"/>
                  <a:pt x="1529" y="670"/>
                </a:cubicBezTo>
                <a:cubicBezTo>
                  <a:pt x="1531" y="670"/>
                  <a:pt x="1531" y="670"/>
                  <a:pt x="1531" y="670"/>
                </a:cubicBezTo>
                <a:cubicBezTo>
                  <a:pt x="1531" y="629"/>
                  <a:pt x="1531" y="629"/>
                  <a:pt x="1531" y="629"/>
                </a:cubicBezTo>
                <a:cubicBezTo>
                  <a:pt x="1510" y="629"/>
                  <a:pt x="1510" y="629"/>
                  <a:pt x="1510" y="629"/>
                </a:cubicBezTo>
                <a:cubicBezTo>
                  <a:pt x="1510" y="650"/>
                  <a:pt x="1510" y="650"/>
                  <a:pt x="1510" y="650"/>
                </a:cubicBezTo>
                <a:cubicBezTo>
                  <a:pt x="1512" y="650"/>
                  <a:pt x="1512" y="650"/>
                  <a:pt x="1512" y="650"/>
                </a:cubicBezTo>
                <a:moveTo>
                  <a:pt x="1531" y="631"/>
                </a:moveTo>
                <a:cubicBezTo>
                  <a:pt x="1583" y="631"/>
                  <a:pt x="1583" y="631"/>
                  <a:pt x="1583" y="631"/>
                </a:cubicBezTo>
                <a:cubicBezTo>
                  <a:pt x="1583" y="671"/>
                  <a:pt x="1583" y="671"/>
                  <a:pt x="1583" y="671"/>
                </a:cubicBezTo>
                <a:cubicBezTo>
                  <a:pt x="1586" y="671"/>
                  <a:pt x="1586" y="671"/>
                  <a:pt x="1586" y="671"/>
                </a:cubicBezTo>
                <a:cubicBezTo>
                  <a:pt x="1586" y="629"/>
                  <a:pt x="1586" y="629"/>
                  <a:pt x="1586" y="629"/>
                </a:cubicBezTo>
                <a:cubicBezTo>
                  <a:pt x="1531" y="629"/>
                  <a:pt x="1531" y="629"/>
                  <a:pt x="1531" y="629"/>
                </a:cubicBezTo>
                <a:cubicBezTo>
                  <a:pt x="1531" y="631"/>
                  <a:pt x="1531" y="631"/>
                  <a:pt x="1531" y="631"/>
                </a:cubicBezTo>
                <a:moveTo>
                  <a:pt x="1523" y="618"/>
                </a:moveTo>
                <a:cubicBezTo>
                  <a:pt x="1569" y="618"/>
                  <a:pt x="1569" y="618"/>
                  <a:pt x="1569" y="618"/>
                </a:cubicBezTo>
                <a:cubicBezTo>
                  <a:pt x="1569" y="612"/>
                  <a:pt x="1569" y="612"/>
                  <a:pt x="1569" y="612"/>
                </a:cubicBezTo>
                <a:cubicBezTo>
                  <a:pt x="1594" y="612"/>
                  <a:pt x="1594" y="612"/>
                  <a:pt x="1594" y="612"/>
                </a:cubicBezTo>
                <a:cubicBezTo>
                  <a:pt x="1594" y="671"/>
                  <a:pt x="1594" y="671"/>
                  <a:pt x="1594" y="671"/>
                </a:cubicBezTo>
                <a:cubicBezTo>
                  <a:pt x="1596" y="671"/>
                  <a:pt x="1596" y="671"/>
                  <a:pt x="1596" y="671"/>
                </a:cubicBezTo>
                <a:cubicBezTo>
                  <a:pt x="1596" y="610"/>
                  <a:pt x="1596" y="610"/>
                  <a:pt x="1596" y="610"/>
                </a:cubicBezTo>
                <a:cubicBezTo>
                  <a:pt x="1567" y="610"/>
                  <a:pt x="1567" y="610"/>
                  <a:pt x="1567" y="610"/>
                </a:cubicBezTo>
                <a:cubicBezTo>
                  <a:pt x="1567" y="616"/>
                  <a:pt x="1567" y="616"/>
                  <a:pt x="1567" y="616"/>
                </a:cubicBezTo>
                <a:cubicBezTo>
                  <a:pt x="1523" y="616"/>
                  <a:pt x="1523" y="616"/>
                  <a:pt x="1523" y="616"/>
                </a:cubicBezTo>
                <a:cubicBezTo>
                  <a:pt x="1523" y="618"/>
                  <a:pt x="1523" y="618"/>
                  <a:pt x="1523" y="618"/>
                </a:cubicBezTo>
                <a:moveTo>
                  <a:pt x="1623" y="545"/>
                </a:moveTo>
                <a:cubicBezTo>
                  <a:pt x="1652" y="545"/>
                  <a:pt x="1652" y="545"/>
                  <a:pt x="1652" y="545"/>
                </a:cubicBezTo>
                <a:cubicBezTo>
                  <a:pt x="1657" y="554"/>
                  <a:pt x="1657" y="554"/>
                  <a:pt x="1657" y="554"/>
                </a:cubicBezTo>
                <a:cubicBezTo>
                  <a:pt x="1657" y="669"/>
                  <a:pt x="1657" y="669"/>
                  <a:pt x="1657" y="669"/>
                </a:cubicBezTo>
                <a:cubicBezTo>
                  <a:pt x="1659" y="669"/>
                  <a:pt x="1659" y="669"/>
                  <a:pt x="1659" y="669"/>
                </a:cubicBezTo>
                <a:cubicBezTo>
                  <a:pt x="1659" y="553"/>
                  <a:pt x="1659" y="553"/>
                  <a:pt x="1659" y="553"/>
                </a:cubicBezTo>
                <a:cubicBezTo>
                  <a:pt x="1653" y="543"/>
                  <a:pt x="1653" y="543"/>
                  <a:pt x="1653" y="543"/>
                </a:cubicBezTo>
                <a:cubicBezTo>
                  <a:pt x="1623" y="543"/>
                  <a:pt x="1623" y="543"/>
                  <a:pt x="1623" y="543"/>
                </a:cubicBezTo>
                <a:cubicBezTo>
                  <a:pt x="1623" y="545"/>
                  <a:pt x="1623" y="545"/>
                  <a:pt x="1623" y="545"/>
                </a:cubicBezTo>
                <a:moveTo>
                  <a:pt x="1635" y="544"/>
                </a:moveTo>
                <a:cubicBezTo>
                  <a:pt x="1642" y="553"/>
                  <a:pt x="1642" y="553"/>
                  <a:pt x="1642" y="553"/>
                </a:cubicBezTo>
                <a:cubicBezTo>
                  <a:pt x="1642" y="640"/>
                  <a:pt x="1642" y="640"/>
                  <a:pt x="1642" y="640"/>
                </a:cubicBezTo>
                <a:cubicBezTo>
                  <a:pt x="1644" y="640"/>
                  <a:pt x="1644" y="640"/>
                  <a:pt x="1644" y="640"/>
                </a:cubicBezTo>
                <a:cubicBezTo>
                  <a:pt x="1644" y="552"/>
                  <a:pt x="1644" y="552"/>
                  <a:pt x="1644" y="552"/>
                </a:cubicBezTo>
                <a:cubicBezTo>
                  <a:pt x="1637" y="543"/>
                  <a:pt x="1637" y="543"/>
                  <a:pt x="1637" y="543"/>
                </a:cubicBezTo>
                <a:cubicBezTo>
                  <a:pt x="1635" y="544"/>
                  <a:pt x="1635" y="544"/>
                  <a:pt x="1635" y="544"/>
                </a:cubicBezTo>
                <a:moveTo>
                  <a:pt x="1675" y="671"/>
                </a:moveTo>
                <a:cubicBezTo>
                  <a:pt x="1675" y="570"/>
                  <a:pt x="1675" y="570"/>
                  <a:pt x="1675" y="570"/>
                </a:cubicBezTo>
                <a:cubicBezTo>
                  <a:pt x="1746" y="570"/>
                  <a:pt x="1746" y="570"/>
                  <a:pt x="1746" y="570"/>
                </a:cubicBezTo>
                <a:cubicBezTo>
                  <a:pt x="1746" y="623"/>
                  <a:pt x="1746" y="623"/>
                  <a:pt x="1746" y="623"/>
                </a:cubicBezTo>
                <a:cubicBezTo>
                  <a:pt x="1749" y="623"/>
                  <a:pt x="1749" y="623"/>
                  <a:pt x="1749" y="623"/>
                </a:cubicBezTo>
                <a:cubicBezTo>
                  <a:pt x="1748" y="568"/>
                  <a:pt x="1748" y="568"/>
                  <a:pt x="1748" y="568"/>
                </a:cubicBezTo>
                <a:cubicBezTo>
                  <a:pt x="1672" y="568"/>
                  <a:pt x="1672" y="568"/>
                  <a:pt x="1672" y="568"/>
                </a:cubicBezTo>
                <a:cubicBezTo>
                  <a:pt x="1672" y="671"/>
                  <a:pt x="1672" y="671"/>
                  <a:pt x="1672" y="671"/>
                </a:cubicBezTo>
                <a:cubicBezTo>
                  <a:pt x="1675" y="671"/>
                  <a:pt x="1675" y="671"/>
                  <a:pt x="1675" y="671"/>
                </a:cubicBezTo>
                <a:moveTo>
                  <a:pt x="1685" y="631"/>
                </a:moveTo>
                <a:cubicBezTo>
                  <a:pt x="1740" y="631"/>
                  <a:pt x="1740" y="631"/>
                  <a:pt x="1740" y="631"/>
                </a:cubicBezTo>
                <a:cubicBezTo>
                  <a:pt x="1740" y="624"/>
                  <a:pt x="1740" y="624"/>
                  <a:pt x="1740" y="624"/>
                </a:cubicBezTo>
                <a:cubicBezTo>
                  <a:pt x="1769" y="624"/>
                  <a:pt x="1769" y="624"/>
                  <a:pt x="1769" y="624"/>
                </a:cubicBezTo>
                <a:cubicBezTo>
                  <a:pt x="1769" y="671"/>
                  <a:pt x="1769" y="671"/>
                  <a:pt x="1769" y="671"/>
                </a:cubicBezTo>
                <a:cubicBezTo>
                  <a:pt x="1771" y="671"/>
                  <a:pt x="1771" y="671"/>
                  <a:pt x="1771" y="671"/>
                </a:cubicBezTo>
                <a:cubicBezTo>
                  <a:pt x="1771" y="622"/>
                  <a:pt x="1771" y="622"/>
                  <a:pt x="1771" y="622"/>
                </a:cubicBezTo>
                <a:cubicBezTo>
                  <a:pt x="1738" y="622"/>
                  <a:pt x="1738" y="622"/>
                  <a:pt x="1738" y="622"/>
                </a:cubicBezTo>
                <a:cubicBezTo>
                  <a:pt x="1738" y="628"/>
                  <a:pt x="1738" y="628"/>
                  <a:pt x="1738" y="628"/>
                </a:cubicBezTo>
                <a:cubicBezTo>
                  <a:pt x="1685" y="628"/>
                  <a:pt x="1685" y="628"/>
                  <a:pt x="1685" y="628"/>
                </a:cubicBezTo>
                <a:cubicBezTo>
                  <a:pt x="1685" y="631"/>
                  <a:pt x="1685" y="631"/>
                  <a:pt x="1685" y="631"/>
                </a:cubicBezTo>
                <a:moveTo>
                  <a:pt x="1413" y="577"/>
                </a:moveTo>
                <a:cubicBezTo>
                  <a:pt x="1427" y="577"/>
                  <a:pt x="1427" y="577"/>
                  <a:pt x="1427" y="577"/>
                </a:cubicBezTo>
                <a:cubicBezTo>
                  <a:pt x="1427" y="606"/>
                  <a:pt x="1427" y="606"/>
                  <a:pt x="1427" y="606"/>
                </a:cubicBezTo>
                <a:cubicBezTo>
                  <a:pt x="1436" y="606"/>
                  <a:pt x="1436" y="606"/>
                  <a:pt x="1436" y="606"/>
                </a:cubicBezTo>
                <a:cubicBezTo>
                  <a:pt x="1436" y="604"/>
                  <a:pt x="1436" y="604"/>
                  <a:pt x="1436" y="604"/>
                </a:cubicBezTo>
                <a:cubicBezTo>
                  <a:pt x="1429" y="604"/>
                  <a:pt x="1429" y="604"/>
                  <a:pt x="1429" y="604"/>
                </a:cubicBezTo>
                <a:cubicBezTo>
                  <a:pt x="1429" y="574"/>
                  <a:pt x="1429" y="574"/>
                  <a:pt x="1429" y="574"/>
                </a:cubicBezTo>
                <a:cubicBezTo>
                  <a:pt x="1413" y="574"/>
                  <a:pt x="1413" y="574"/>
                  <a:pt x="1413" y="574"/>
                </a:cubicBezTo>
                <a:cubicBezTo>
                  <a:pt x="1413" y="577"/>
                  <a:pt x="1413" y="577"/>
                  <a:pt x="1413" y="577"/>
                </a:cubicBezTo>
                <a:moveTo>
                  <a:pt x="1732" y="569"/>
                </a:moveTo>
                <a:cubicBezTo>
                  <a:pt x="1732" y="422"/>
                  <a:pt x="1732" y="422"/>
                  <a:pt x="1732" y="422"/>
                </a:cubicBezTo>
                <a:cubicBezTo>
                  <a:pt x="1747" y="422"/>
                  <a:pt x="1747" y="422"/>
                  <a:pt x="1747" y="422"/>
                </a:cubicBezTo>
                <a:cubicBezTo>
                  <a:pt x="1747" y="402"/>
                  <a:pt x="1747" y="402"/>
                  <a:pt x="1747" y="402"/>
                </a:cubicBezTo>
                <a:cubicBezTo>
                  <a:pt x="1753" y="395"/>
                  <a:pt x="1753" y="395"/>
                  <a:pt x="1753" y="395"/>
                </a:cubicBezTo>
                <a:cubicBezTo>
                  <a:pt x="1808" y="395"/>
                  <a:pt x="1808" y="395"/>
                  <a:pt x="1808" y="395"/>
                </a:cubicBezTo>
                <a:cubicBezTo>
                  <a:pt x="1808" y="611"/>
                  <a:pt x="1808" y="611"/>
                  <a:pt x="1808" y="611"/>
                </a:cubicBezTo>
                <a:cubicBezTo>
                  <a:pt x="1748" y="611"/>
                  <a:pt x="1748" y="611"/>
                  <a:pt x="1748" y="611"/>
                </a:cubicBezTo>
                <a:cubicBezTo>
                  <a:pt x="1748" y="613"/>
                  <a:pt x="1748" y="613"/>
                  <a:pt x="1748" y="613"/>
                </a:cubicBezTo>
                <a:cubicBezTo>
                  <a:pt x="1810" y="613"/>
                  <a:pt x="1810" y="613"/>
                  <a:pt x="1810" y="613"/>
                </a:cubicBezTo>
                <a:cubicBezTo>
                  <a:pt x="1810" y="393"/>
                  <a:pt x="1810" y="393"/>
                  <a:pt x="1810" y="393"/>
                </a:cubicBezTo>
                <a:cubicBezTo>
                  <a:pt x="1752" y="393"/>
                  <a:pt x="1752" y="393"/>
                  <a:pt x="1752" y="393"/>
                </a:cubicBezTo>
                <a:cubicBezTo>
                  <a:pt x="1745" y="401"/>
                  <a:pt x="1745" y="401"/>
                  <a:pt x="1745" y="401"/>
                </a:cubicBezTo>
                <a:cubicBezTo>
                  <a:pt x="1745" y="420"/>
                  <a:pt x="1745" y="420"/>
                  <a:pt x="1745" y="420"/>
                </a:cubicBezTo>
                <a:cubicBezTo>
                  <a:pt x="1729" y="420"/>
                  <a:pt x="1729" y="420"/>
                  <a:pt x="1729" y="420"/>
                </a:cubicBezTo>
                <a:cubicBezTo>
                  <a:pt x="1729" y="569"/>
                  <a:pt x="1729" y="569"/>
                  <a:pt x="1729" y="569"/>
                </a:cubicBezTo>
                <a:cubicBezTo>
                  <a:pt x="1732" y="569"/>
                  <a:pt x="1732" y="569"/>
                  <a:pt x="1732" y="569"/>
                </a:cubicBezTo>
                <a:moveTo>
                  <a:pt x="1744" y="527"/>
                </a:moveTo>
                <a:cubicBezTo>
                  <a:pt x="1746" y="527"/>
                  <a:pt x="1746" y="527"/>
                  <a:pt x="1746" y="527"/>
                </a:cubicBezTo>
                <a:cubicBezTo>
                  <a:pt x="1746" y="434"/>
                  <a:pt x="1746" y="434"/>
                  <a:pt x="1746" y="434"/>
                </a:cubicBezTo>
                <a:cubicBezTo>
                  <a:pt x="1744" y="434"/>
                  <a:pt x="1744" y="434"/>
                  <a:pt x="1744" y="434"/>
                </a:cubicBezTo>
                <a:lnTo>
                  <a:pt x="1744" y="527"/>
                </a:lnTo>
                <a:close/>
                <a:moveTo>
                  <a:pt x="1798" y="631"/>
                </a:moveTo>
                <a:cubicBezTo>
                  <a:pt x="1800" y="631"/>
                  <a:pt x="1800" y="631"/>
                  <a:pt x="1800" y="631"/>
                </a:cubicBezTo>
                <a:cubicBezTo>
                  <a:pt x="1800" y="612"/>
                  <a:pt x="1800" y="612"/>
                  <a:pt x="1800" y="612"/>
                </a:cubicBezTo>
                <a:cubicBezTo>
                  <a:pt x="1798" y="612"/>
                  <a:pt x="1798" y="612"/>
                  <a:pt x="1798" y="612"/>
                </a:cubicBezTo>
                <a:lnTo>
                  <a:pt x="1798" y="631"/>
                </a:lnTo>
                <a:close/>
                <a:moveTo>
                  <a:pt x="1770" y="632"/>
                </a:moveTo>
                <a:cubicBezTo>
                  <a:pt x="1806" y="632"/>
                  <a:pt x="1806" y="632"/>
                  <a:pt x="1806" y="632"/>
                </a:cubicBezTo>
                <a:cubicBezTo>
                  <a:pt x="1806" y="660"/>
                  <a:pt x="1806" y="660"/>
                  <a:pt x="1806" y="660"/>
                </a:cubicBezTo>
                <a:cubicBezTo>
                  <a:pt x="1808" y="660"/>
                  <a:pt x="1808" y="660"/>
                  <a:pt x="1808" y="660"/>
                </a:cubicBezTo>
                <a:cubicBezTo>
                  <a:pt x="1808" y="630"/>
                  <a:pt x="1808" y="630"/>
                  <a:pt x="1808" y="630"/>
                </a:cubicBezTo>
                <a:cubicBezTo>
                  <a:pt x="1770" y="630"/>
                  <a:pt x="1770" y="630"/>
                  <a:pt x="1770" y="630"/>
                </a:cubicBezTo>
                <a:cubicBezTo>
                  <a:pt x="1770" y="632"/>
                  <a:pt x="1770" y="632"/>
                  <a:pt x="1770" y="632"/>
                </a:cubicBezTo>
                <a:moveTo>
                  <a:pt x="1707" y="568"/>
                </a:moveTo>
                <a:cubicBezTo>
                  <a:pt x="1707" y="491"/>
                  <a:pt x="1707" y="491"/>
                  <a:pt x="1707" y="491"/>
                </a:cubicBezTo>
                <a:cubicBezTo>
                  <a:pt x="1730" y="491"/>
                  <a:pt x="1730" y="491"/>
                  <a:pt x="1730" y="491"/>
                </a:cubicBezTo>
                <a:cubicBezTo>
                  <a:pt x="1730" y="488"/>
                  <a:pt x="1730" y="488"/>
                  <a:pt x="1730" y="488"/>
                </a:cubicBezTo>
                <a:cubicBezTo>
                  <a:pt x="1705" y="488"/>
                  <a:pt x="1705" y="488"/>
                  <a:pt x="1705" y="488"/>
                </a:cubicBezTo>
                <a:cubicBezTo>
                  <a:pt x="1705" y="568"/>
                  <a:pt x="1705" y="568"/>
                  <a:pt x="1705" y="568"/>
                </a:cubicBezTo>
                <a:cubicBezTo>
                  <a:pt x="1707" y="568"/>
                  <a:pt x="1707" y="568"/>
                  <a:pt x="1707" y="568"/>
                </a:cubicBezTo>
                <a:moveTo>
                  <a:pt x="1668" y="560"/>
                </a:moveTo>
                <a:cubicBezTo>
                  <a:pt x="1668" y="486"/>
                  <a:pt x="1668" y="486"/>
                  <a:pt x="1668" y="486"/>
                </a:cubicBezTo>
                <a:cubicBezTo>
                  <a:pt x="1684" y="486"/>
                  <a:pt x="1684" y="486"/>
                  <a:pt x="1684" y="486"/>
                </a:cubicBezTo>
                <a:cubicBezTo>
                  <a:pt x="1684" y="502"/>
                  <a:pt x="1684" y="502"/>
                  <a:pt x="1684" y="502"/>
                </a:cubicBezTo>
                <a:cubicBezTo>
                  <a:pt x="1706" y="502"/>
                  <a:pt x="1706" y="502"/>
                  <a:pt x="1706" y="502"/>
                </a:cubicBezTo>
                <a:cubicBezTo>
                  <a:pt x="1706" y="499"/>
                  <a:pt x="1706" y="499"/>
                  <a:pt x="1706" y="499"/>
                </a:cubicBezTo>
                <a:cubicBezTo>
                  <a:pt x="1687" y="499"/>
                  <a:pt x="1687" y="499"/>
                  <a:pt x="1687" y="499"/>
                </a:cubicBezTo>
                <a:cubicBezTo>
                  <a:pt x="1687" y="484"/>
                  <a:pt x="1687" y="484"/>
                  <a:pt x="1687" y="484"/>
                </a:cubicBezTo>
                <a:cubicBezTo>
                  <a:pt x="1665" y="484"/>
                  <a:pt x="1665" y="484"/>
                  <a:pt x="1665" y="484"/>
                </a:cubicBezTo>
                <a:cubicBezTo>
                  <a:pt x="1665" y="560"/>
                  <a:pt x="1665" y="560"/>
                  <a:pt x="1665" y="560"/>
                </a:cubicBezTo>
                <a:cubicBezTo>
                  <a:pt x="1668" y="560"/>
                  <a:pt x="1668" y="560"/>
                  <a:pt x="1668" y="560"/>
                </a:cubicBezTo>
                <a:moveTo>
                  <a:pt x="1699" y="671"/>
                </a:moveTo>
                <a:cubicBezTo>
                  <a:pt x="1699" y="642"/>
                  <a:pt x="1699" y="642"/>
                  <a:pt x="1699" y="642"/>
                </a:cubicBezTo>
                <a:cubicBezTo>
                  <a:pt x="1736" y="642"/>
                  <a:pt x="1736" y="642"/>
                  <a:pt x="1736" y="642"/>
                </a:cubicBezTo>
                <a:cubicBezTo>
                  <a:pt x="1736" y="671"/>
                  <a:pt x="1736" y="671"/>
                  <a:pt x="1736" y="671"/>
                </a:cubicBezTo>
                <a:cubicBezTo>
                  <a:pt x="1738" y="671"/>
                  <a:pt x="1738" y="671"/>
                  <a:pt x="1738" y="671"/>
                </a:cubicBezTo>
                <a:cubicBezTo>
                  <a:pt x="1738" y="640"/>
                  <a:pt x="1738" y="640"/>
                  <a:pt x="1738" y="640"/>
                </a:cubicBezTo>
                <a:cubicBezTo>
                  <a:pt x="1697" y="640"/>
                  <a:pt x="1697" y="640"/>
                  <a:pt x="1697" y="640"/>
                </a:cubicBezTo>
                <a:cubicBezTo>
                  <a:pt x="1697" y="671"/>
                  <a:pt x="1697" y="671"/>
                  <a:pt x="1697" y="671"/>
                </a:cubicBezTo>
                <a:cubicBezTo>
                  <a:pt x="1699" y="671"/>
                  <a:pt x="1699" y="671"/>
                  <a:pt x="1699" y="671"/>
                </a:cubicBezTo>
                <a:moveTo>
                  <a:pt x="1807" y="646"/>
                </a:moveTo>
                <a:cubicBezTo>
                  <a:pt x="1838" y="646"/>
                  <a:pt x="1838" y="646"/>
                  <a:pt x="1838" y="646"/>
                </a:cubicBezTo>
                <a:cubicBezTo>
                  <a:pt x="1838" y="492"/>
                  <a:pt x="1838" y="492"/>
                  <a:pt x="1838" y="492"/>
                </a:cubicBezTo>
                <a:cubicBezTo>
                  <a:pt x="1881" y="492"/>
                  <a:pt x="1881" y="492"/>
                  <a:pt x="1881" y="492"/>
                </a:cubicBezTo>
                <a:cubicBezTo>
                  <a:pt x="1881" y="658"/>
                  <a:pt x="1881" y="658"/>
                  <a:pt x="1881" y="658"/>
                </a:cubicBezTo>
                <a:cubicBezTo>
                  <a:pt x="1884" y="658"/>
                  <a:pt x="1884" y="658"/>
                  <a:pt x="1884" y="658"/>
                </a:cubicBezTo>
                <a:cubicBezTo>
                  <a:pt x="1884" y="490"/>
                  <a:pt x="1884" y="490"/>
                  <a:pt x="1884" y="490"/>
                </a:cubicBezTo>
                <a:cubicBezTo>
                  <a:pt x="1836" y="490"/>
                  <a:pt x="1836" y="490"/>
                  <a:pt x="1836" y="490"/>
                </a:cubicBezTo>
                <a:cubicBezTo>
                  <a:pt x="1836" y="643"/>
                  <a:pt x="1836" y="643"/>
                  <a:pt x="1836" y="643"/>
                </a:cubicBezTo>
                <a:cubicBezTo>
                  <a:pt x="1807" y="643"/>
                  <a:pt x="1807" y="643"/>
                  <a:pt x="1807" y="643"/>
                </a:cubicBezTo>
                <a:cubicBezTo>
                  <a:pt x="1807" y="646"/>
                  <a:pt x="1807" y="646"/>
                  <a:pt x="1807" y="646"/>
                </a:cubicBezTo>
                <a:moveTo>
                  <a:pt x="1809" y="507"/>
                </a:moveTo>
                <a:cubicBezTo>
                  <a:pt x="1817" y="507"/>
                  <a:pt x="1817" y="507"/>
                  <a:pt x="1817" y="507"/>
                </a:cubicBezTo>
                <a:cubicBezTo>
                  <a:pt x="1817" y="500"/>
                  <a:pt x="1817" y="500"/>
                  <a:pt x="1817" y="500"/>
                </a:cubicBezTo>
                <a:cubicBezTo>
                  <a:pt x="1837" y="500"/>
                  <a:pt x="1837" y="500"/>
                  <a:pt x="1837" y="500"/>
                </a:cubicBezTo>
                <a:cubicBezTo>
                  <a:pt x="1837" y="498"/>
                  <a:pt x="1837" y="498"/>
                  <a:pt x="1837" y="498"/>
                </a:cubicBezTo>
                <a:cubicBezTo>
                  <a:pt x="1815" y="498"/>
                  <a:pt x="1815" y="498"/>
                  <a:pt x="1815" y="498"/>
                </a:cubicBezTo>
                <a:cubicBezTo>
                  <a:pt x="1815" y="504"/>
                  <a:pt x="1815" y="504"/>
                  <a:pt x="1815" y="504"/>
                </a:cubicBezTo>
                <a:cubicBezTo>
                  <a:pt x="1809" y="504"/>
                  <a:pt x="1809" y="504"/>
                  <a:pt x="1809" y="504"/>
                </a:cubicBezTo>
                <a:cubicBezTo>
                  <a:pt x="1809" y="507"/>
                  <a:pt x="1809" y="507"/>
                  <a:pt x="1809" y="507"/>
                </a:cubicBezTo>
                <a:moveTo>
                  <a:pt x="1846" y="491"/>
                </a:moveTo>
                <a:cubicBezTo>
                  <a:pt x="1846" y="468"/>
                  <a:pt x="1846" y="468"/>
                  <a:pt x="1846" y="468"/>
                </a:cubicBezTo>
                <a:cubicBezTo>
                  <a:pt x="1861" y="468"/>
                  <a:pt x="1861" y="468"/>
                  <a:pt x="1861" y="468"/>
                </a:cubicBezTo>
                <a:cubicBezTo>
                  <a:pt x="1861" y="472"/>
                  <a:pt x="1861" y="472"/>
                  <a:pt x="1861" y="472"/>
                </a:cubicBezTo>
                <a:cubicBezTo>
                  <a:pt x="1869" y="472"/>
                  <a:pt x="1869" y="472"/>
                  <a:pt x="1869" y="472"/>
                </a:cubicBezTo>
                <a:cubicBezTo>
                  <a:pt x="1869" y="490"/>
                  <a:pt x="1869" y="490"/>
                  <a:pt x="1869" y="490"/>
                </a:cubicBezTo>
                <a:cubicBezTo>
                  <a:pt x="1871" y="490"/>
                  <a:pt x="1871" y="490"/>
                  <a:pt x="1871" y="490"/>
                </a:cubicBezTo>
                <a:cubicBezTo>
                  <a:pt x="1871" y="470"/>
                  <a:pt x="1871" y="470"/>
                  <a:pt x="1871" y="470"/>
                </a:cubicBezTo>
                <a:cubicBezTo>
                  <a:pt x="1863" y="470"/>
                  <a:pt x="1863" y="470"/>
                  <a:pt x="1863" y="470"/>
                </a:cubicBezTo>
                <a:cubicBezTo>
                  <a:pt x="1863" y="466"/>
                  <a:pt x="1863" y="466"/>
                  <a:pt x="1863" y="466"/>
                </a:cubicBezTo>
                <a:cubicBezTo>
                  <a:pt x="1844" y="466"/>
                  <a:pt x="1844" y="466"/>
                  <a:pt x="1844" y="466"/>
                </a:cubicBezTo>
                <a:cubicBezTo>
                  <a:pt x="1844" y="491"/>
                  <a:pt x="1844" y="491"/>
                  <a:pt x="1844" y="491"/>
                </a:cubicBezTo>
                <a:cubicBezTo>
                  <a:pt x="1846" y="491"/>
                  <a:pt x="1846" y="491"/>
                  <a:pt x="1846" y="491"/>
                </a:cubicBezTo>
                <a:moveTo>
                  <a:pt x="1853" y="671"/>
                </a:moveTo>
                <a:cubicBezTo>
                  <a:pt x="1855" y="671"/>
                  <a:pt x="1855" y="671"/>
                  <a:pt x="1855" y="671"/>
                </a:cubicBezTo>
                <a:cubicBezTo>
                  <a:pt x="1855" y="505"/>
                  <a:pt x="1855" y="505"/>
                  <a:pt x="1855" y="505"/>
                </a:cubicBezTo>
                <a:cubicBezTo>
                  <a:pt x="1853" y="505"/>
                  <a:pt x="1853" y="505"/>
                  <a:pt x="1853" y="505"/>
                </a:cubicBezTo>
                <a:lnTo>
                  <a:pt x="1853" y="671"/>
                </a:lnTo>
                <a:close/>
                <a:moveTo>
                  <a:pt x="1872" y="634"/>
                </a:moveTo>
                <a:cubicBezTo>
                  <a:pt x="1874" y="634"/>
                  <a:pt x="1874" y="634"/>
                  <a:pt x="1874" y="634"/>
                </a:cubicBezTo>
                <a:cubicBezTo>
                  <a:pt x="1874" y="491"/>
                  <a:pt x="1874" y="491"/>
                  <a:pt x="1874" y="491"/>
                </a:cubicBezTo>
                <a:cubicBezTo>
                  <a:pt x="1872" y="491"/>
                  <a:pt x="1872" y="491"/>
                  <a:pt x="1872" y="491"/>
                </a:cubicBezTo>
                <a:lnTo>
                  <a:pt x="1872" y="634"/>
                </a:lnTo>
                <a:close/>
                <a:moveTo>
                  <a:pt x="1753" y="580"/>
                </a:moveTo>
                <a:cubicBezTo>
                  <a:pt x="1755" y="580"/>
                  <a:pt x="1755" y="580"/>
                  <a:pt x="1755" y="580"/>
                </a:cubicBezTo>
                <a:cubicBezTo>
                  <a:pt x="1755" y="394"/>
                  <a:pt x="1755" y="394"/>
                  <a:pt x="1755" y="394"/>
                </a:cubicBezTo>
                <a:cubicBezTo>
                  <a:pt x="1753" y="394"/>
                  <a:pt x="1753" y="394"/>
                  <a:pt x="1753" y="394"/>
                </a:cubicBezTo>
                <a:lnTo>
                  <a:pt x="1753" y="580"/>
                </a:lnTo>
                <a:close/>
                <a:moveTo>
                  <a:pt x="1855" y="671"/>
                </a:moveTo>
                <a:cubicBezTo>
                  <a:pt x="1855" y="662"/>
                  <a:pt x="1855" y="662"/>
                  <a:pt x="1855" y="662"/>
                </a:cubicBezTo>
                <a:cubicBezTo>
                  <a:pt x="1859" y="659"/>
                  <a:pt x="1859" y="659"/>
                  <a:pt x="1859" y="659"/>
                </a:cubicBezTo>
                <a:cubicBezTo>
                  <a:pt x="1920" y="659"/>
                  <a:pt x="1920" y="659"/>
                  <a:pt x="1920" y="659"/>
                </a:cubicBezTo>
                <a:cubicBezTo>
                  <a:pt x="1924" y="662"/>
                  <a:pt x="1924" y="662"/>
                  <a:pt x="1924" y="662"/>
                </a:cubicBezTo>
                <a:cubicBezTo>
                  <a:pt x="1924" y="671"/>
                  <a:pt x="1924" y="671"/>
                  <a:pt x="1924" y="671"/>
                </a:cubicBezTo>
                <a:cubicBezTo>
                  <a:pt x="1927" y="671"/>
                  <a:pt x="1927" y="671"/>
                  <a:pt x="1927" y="671"/>
                </a:cubicBezTo>
                <a:cubicBezTo>
                  <a:pt x="1927" y="661"/>
                  <a:pt x="1927" y="661"/>
                  <a:pt x="1927" y="661"/>
                </a:cubicBezTo>
                <a:cubicBezTo>
                  <a:pt x="1921" y="657"/>
                  <a:pt x="1921" y="657"/>
                  <a:pt x="1921" y="657"/>
                </a:cubicBezTo>
                <a:cubicBezTo>
                  <a:pt x="1921" y="657"/>
                  <a:pt x="1921" y="657"/>
                  <a:pt x="1921" y="657"/>
                </a:cubicBezTo>
                <a:cubicBezTo>
                  <a:pt x="1858" y="657"/>
                  <a:pt x="1858" y="657"/>
                  <a:pt x="1858" y="657"/>
                </a:cubicBezTo>
                <a:cubicBezTo>
                  <a:pt x="1853" y="661"/>
                  <a:pt x="1853" y="661"/>
                  <a:pt x="1853" y="661"/>
                </a:cubicBezTo>
                <a:cubicBezTo>
                  <a:pt x="1853" y="661"/>
                  <a:pt x="1853" y="661"/>
                  <a:pt x="1853" y="661"/>
                </a:cubicBezTo>
                <a:cubicBezTo>
                  <a:pt x="1853" y="671"/>
                  <a:pt x="1853" y="671"/>
                  <a:pt x="1853" y="671"/>
                </a:cubicBezTo>
                <a:cubicBezTo>
                  <a:pt x="1855" y="671"/>
                  <a:pt x="1855" y="671"/>
                  <a:pt x="1855" y="671"/>
                </a:cubicBezTo>
                <a:moveTo>
                  <a:pt x="1894" y="658"/>
                </a:moveTo>
                <a:cubicBezTo>
                  <a:pt x="1894" y="644"/>
                  <a:pt x="1894" y="644"/>
                  <a:pt x="1894" y="644"/>
                </a:cubicBezTo>
                <a:cubicBezTo>
                  <a:pt x="1908" y="644"/>
                  <a:pt x="1908" y="644"/>
                  <a:pt x="1908" y="644"/>
                </a:cubicBezTo>
                <a:cubicBezTo>
                  <a:pt x="1908" y="605"/>
                  <a:pt x="1908" y="605"/>
                  <a:pt x="1908" y="605"/>
                </a:cubicBezTo>
                <a:cubicBezTo>
                  <a:pt x="1909" y="605"/>
                  <a:pt x="1909" y="605"/>
                  <a:pt x="1909" y="605"/>
                </a:cubicBezTo>
                <a:cubicBezTo>
                  <a:pt x="1911" y="605"/>
                  <a:pt x="1911" y="605"/>
                  <a:pt x="1911" y="605"/>
                </a:cubicBezTo>
                <a:cubicBezTo>
                  <a:pt x="1911" y="465"/>
                  <a:pt x="1911" y="465"/>
                  <a:pt x="1911" y="465"/>
                </a:cubicBezTo>
                <a:cubicBezTo>
                  <a:pt x="1997" y="465"/>
                  <a:pt x="1997" y="465"/>
                  <a:pt x="1997" y="465"/>
                </a:cubicBezTo>
                <a:cubicBezTo>
                  <a:pt x="1997" y="671"/>
                  <a:pt x="1997" y="671"/>
                  <a:pt x="1997" y="671"/>
                </a:cubicBezTo>
                <a:cubicBezTo>
                  <a:pt x="1999" y="671"/>
                  <a:pt x="1999" y="671"/>
                  <a:pt x="1999" y="671"/>
                </a:cubicBezTo>
                <a:cubicBezTo>
                  <a:pt x="1999" y="463"/>
                  <a:pt x="1999" y="463"/>
                  <a:pt x="1999" y="463"/>
                </a:cubicBezTo>
                <a:cubicBezTo>
                  <a:pt x="1908" y="463"/>
                  <a:pt x="1908" y="463"/>
                  <a:pt x="1908" y="463"/>
                </a:cubicBezTo>
                <a:cubicBezTo>
                  <a:pt x="1908" y="603"/>
                  <a:pt x="1908" y="603"/>
                  <a:pt x="1908" y="603"/>
                </a:cubicBezTo>
                <a:cubicBezTo>
                  <a:pt x="1907" y="603"/>
                  <a:pt x="1907" y="603"/>
                  <a:pt x="1907" y="603"/>
                </a:cubicBezTo>
                <a:cubicBezTo>
                  <a:pt x="1906" y="603"/>
                  <a:pt x="1906" y="603"/>
                  <a:pt x="1906" y="603"/>
                </a:cubicBezTo>
                <a:cubicBezTo>
                  <a:pt x="1906" y="642"/>
                  <a:pt x="1906" y="642"/>
                  <a:pt x="1906" y="642"/>
                </a:cubicBezTo>
                <a:cubicBezTo>
                  <a:pt x="1892" y="642"/>
                  <a:pt x="1892" y="642"/>
                  <a:pt x="1892" y="642"/>
                </a:cubicBezTo>
                <a:cubicBezTo>
                  <a:pt x="1892" y="658"/>
                  <a:pt x="1892" y="658"/>
                  <a:pt x="1892" y="658"/>
                </a:cubicBezTo>
                <a:cubicBezTo>
                  <a:pt x="1894" y="658"/>
                  <a:pt x="1894" y="658"/>
                  <a:pt x="1894" y="658"/>
                </a:cubicBezTo>
                <a:moveTo>
                  <a:pt x="1953" y="464"/>
                </a:moveTo>
                <a:cubicBezTo>
                  <a:pt x="1953" y="452"/>
                  <a:pt x="1953" y="452"/>
                  <a:pt x="1953" y="452"/>
                </a:cubicBezTo>
                <a:cubicBezTo>
                  <a:pt x="2005" y="452"/>
                  <a:pt x="2005" y="452"/>
                  <a:pt x="2005" y="452"/>
                </a:cubicBezTo>
                <a:cubicBezTo>
                  <a:pt x="2005" y="555"/>
                  <a:pt x="2005" y="555"/>
                  <a:pt x="2005" y="555"/>
                </a:cubicBezTo>
                <a:cubicBezTo>
                  <a:pt x="2011" y="555"/>
                  <a:pt x="2011" y="555"/>
                  <a:pt x="2011" y="555"/>
                </a:cubicBezTo>
                <a:cubicBezTo>
                  <a:pt x="2011" y="608"/>
                  <a:pt x="2011" y="608"/>
                  <a:pt x="2011" y="608"/>
                </a:cubicBezTo>
                <a:cubicBezTo>
                  <a:pt x="2013" y="608"/>
                  <a:pt x="2013" y="608"/>
                  <a:pt x="2013" y="608"/>
                </a:cubicBezTo>
                <a:cubicBezTo>
                  <a:pt x="2013" y="552"/>
                  <a:pt x="2013" y="552"/>
                  <a:pt x="2013" y="552"/>
                </a:cubicBezTo>
                <a:cubicBezTo>
                  <a:pt x="2007" y="552"/>
                  <a:pt x="2007" y="552"/>
                  <a:pt x="2007" y="552"/>
                </a:cubicBezTo>
                <a:cubicBezTo>
                  <a:pt x="2007" y="450"/>
                  <a:pt x="2007" y="450"/>
                  <a:pt x="2007" y="450"/>
                </a:cubicBezTo>
                <a:cubicBezTo>
                  <a:pt x="1950" y="450"/>
                  <a:pt x="1950" y="450"/>
                  <a:pt x="1950" y="450"/>
                </a:cubicBezTo>
                <a:cubicBezTo>
                  <a:pt x="1950" y="464"/>
                  <a:pt x="1950" y="464"/>
                  <a:pt x="1950" y="464"/>
                </a:cubicBezTo>
                <a:cubicBezTo>
                  <a:pt x="1953" y="464"/>
                  <a:pt x="1953" y="464"/>
                  <a:pt x="1953" y="464"/>
                </a:cubicBezTo>
                <a:moveTo>
                  <a:pt x="1909" y="494"/>
                </a:moveTo>
                <a:cubicBezTo>
                  <a:pt x="1998" y="494"/>
                  <a:pt x="1998" y="494"/>
                  <a:pt x="1998" y="494"/>
                </a:cubicBezTo>
                <a:cubicBezTo>
                  <a:pt x="1998" y="492"/>
                  <a:pt x="1998" y="492"/>
                  <a:pt x="1998" y="492"/>
                </a:cubicBezTo>
                <a:cubicBezTo>
                  <a:pt x="1909" y="492"/>
                  <a:pt x="1909" y="492"/>
                  <a:pt x="1909" y="492"/>
                </a:cubicBezTo>
                <a:lnTo>
                  <a:pt x="1909" y="494"/>
                </a:lnTo>
                <a:close/>
                <a:moveTo>
                  <a:pt x="1910" y="518"/>
                </a:moveTo>
                <a:cubicBezTo>
                  <a:pt x="1997" y="518"/>
                  <a:pt x="1997" y="518"/>
                  <a:pt x="1997" y="518"/>
                </a:cubicBezTo>
                <a:cubicBezTo>
                  <a:pt x="1997" y="515"/>
                  <a:pt x="1997" y="515"/>
                  <a:pt x="1997" y="515"/>
                </a:cubicBezTo>
                <a:cubicBezTo>
                  <a:pt x="1910" y="515"/>
                  <a:pt x="1910" y="515"/>
                  <a:pt x="1910" y="515"/>
                </a:cubicBezTo>
                <a:lnTo>
                  <a:pt x="1910" y="518"/>
                </a:lnTo>
                <a:close/>
                <a:moveTo>
                  <a:pt x="1909" y="541"/>
                </a:moveTo>
                <a:cubicBezTo>
                  <a:pt x="1998" y="541"/>
                  <a:pt x="1998" y="541"/>
                  <a:pt x="1998" y="541"/>
                </a:cubicBezTo>
                <a:cubicBezTo>
                  <a:pt x="1998" y="539"/>
                  <a:pt x="1998" y="539"/>
                  <a:pt x="1998" y="539"/>
                </a:cubicBezTo>
                <a:cubicBezTo>
                  <a:pt x="1909" y="539"/>
                  <a:pt x="1909" y="539"/>
                  <a:pt x="1909" y="539"/>
                </a:cubicBezTo>
                <a:lnTo>
                  <a:pt x="1909" y="541"/>
                </a:lnTo>
                <a:close/>
                <a:moveTo>
                  <a:pt x="1910" y="566"/>
                </a:moveTo>
                <a:cubicBezTo>
                  <a:pt x="1998" y="566"/>
                  <a:pt x="1998" y="566"/>
                  <a:pt x="1998" y="566"/>
                </a:cubicBezTo>
                <a:cubicBezTo>
                  <a:pt x="1998" y="564"/>
                  <a:pt x="1998" y="564"/>
                  <a:pt x="1998" y="564"/>
                </a:cubicBezTo>
                <a:cubicBezTo>
                  <a:pt x="1910" y="564"/>
                  <a:pt x="1910" y="564"/>
                  <a:pt x="1910" y="564"/>
                </a:cubicBezTo>
                <a:lnTo>
                  <a:pt x="1910" y="566"/>
                </a:lnTo>
                <a:close/>
                <a:moveTo>
                  <a:pt x="1909" y="591"/>
                </a:moveTo>
                <a:cubicBezTo>
                  <a:pt x="1997" y="591"/>
                  <a:pt x="1997" y="591"/>
                  <a:pt x="1997" y="591"/>
                </a:cubicBezTo>
                <a:cubicBezTo>
                  <a:pt x="1997" y="589"/>
                  <a:pt x="1997" y="589"/>
                  <a:pt x="1997" y="589"/>
                </a:cubicBezTo>
                <a:cubicBezTo>
                  <a:pt x="1909" y="589"/>
                  <a:pt x="1909" y="589"/>
                  <a:pt x="1909" y="589"/>
                </a:cubicBezTo>
                <a:lnTo>
                  <a:pt x="1909" y="591"/>
                </a:lnTo>
                <a:close/>
                <a:moveTo>
                  <a:pt x="1907" y="614"/>
                </a:moveTo>
                <a:cubicBezTo>
                  <a:pt x="1998" y="614"/>
                  <a:pt x="1998" y="614"/>
                  <a:pt x="1998" y="614"/>
                </a:cubicBezTo>
                <a:cubicBezTo>
                  <a:pt x="1998" y="612"/>
                  <a:pt x="1998" y="612"/>
                  <a:pt x="1998" y="612"/>
                </a:cubicBezTo>
                <a:cubicBezTo>
                  <a:pt x="1907" y="612"/>
                  <a:pt x="1907" y="612"/>
                  <a:pt x="1907" y="612"/>
                </a:cubicBezTo>
                <a:lnTo>
                  <a:pt x="1907" y="614"/>
                </a:lnTo>
                <a:close/>
                <a:moveTo>
                  <a:pt x="1906" y="639"/>
                </a:moveTo>
                <a:cubicBezTo>
                  <a:pt x="1997" y="639"/>
                  <a:pt x="1997" y="639"/>
                  <a:pt x="1997" y="639"/>
                </a:cubicBezTo>
                <a:cubicBezTo>
                  <a:pt x="1997" y="637"/>
                  <a:pt x="1997" y="637"/>
                  <a:pt x="1997" y="637"/>
                </a:cubicBezTo>
                <a:cubicBezTo>
                  <a:pt x="1906" y="637"/>
                  <a:pt x="1906" y="637"/>
                  <a:pt x="1906" y="637"/>
                </a:cubicBezTo>
                <a:lnTo>
                  <a:pt x="1906" y="639"/>
                </a:lnTo>
                <a:close/>
                <a:moveTo>
                  <a:pt x="2007" y="547"/>
                </a:moveTo>
                <a:cubicBezTo>
                  <a:pt x="2034" y="547"/>
                  <a:pt x="2034" y="547"/>
                  <a:pt x="2034" y="547"/>
                </a:cubicBezTo>
                <a:cubicBezTo>
                  <a:pt x="2034" y="640"/>
                  <a:pt x="2034" y="640"/>
                  <a:pt x="2034" y="640"/>
                </a:cubicBezTo>
                <a:cubicBezTo>
                  <a:pt x="2036" y="640"/>
                  <a:pt x="2036" y="640"/>
                  <a:pt x="2036" y="640"/>
                </a:cubicBezTo>
                <a:cubicBezTo>
                  <a:pt x="2036" y="545"/>
                  <a:pt x="2036" y="545"/>
                  <a:pt x="2036" y="545"/>
                </a:cubicBezTo>
                <a:cubicBezTo>
                  <a:pt x="2007" y="545"/>
                  <a:pt x="2007" y="545"/>
                  <a:pt x="2007" y="545"/>
                </a:cubicBezTo>
                <a:cubicBezTo>
                  <a:pt x="2007" y="547"/>
                  <a:pt x="2007" y="547"/>
                  <a:pt x="2007" y="547"/>
                </a:cubicBezTo>
                <a:moveTo>
                  <a:pt x="2061" y="640"/>
                </a:moveTo>
                <a:cubicBezTo>
                  <a:pt x="2061" y="610"/>
                  <a:pt x="2061" y="610"/>
                  <a:pt x="2061" y="610"/>
                </a:cubicBezTo>
                <a:cubicBezTo>
                  <a:pt x="2049" y="610"/>
                  <a:pt x="2049" y="610"/>
                  <a:pt x="2049" y="610"/>
                </a:cubicBezTo>
                <a:cubicBezTo>
                  <a:pt x="2049" y="405"/>
                  <a:pt x="2049" y="405"/>
                  <a:pt x="2049" y="405"/>
                </a:cubicBezTo>
                <a:cubicBezTo>
                  <a:pt x="2052" y="403"/>
                  <a:pt x="2052" y="403"/>
                  <a:pt x="2052" y="403"/>
                </a:cubicBezTo>
                <a:cubicBezTo>
                  <a:pt x="2052" y="402"/>
                  <a:pt x="2052" y="402"/>
                  <a:pt x="2052" y="402"/>
                </a:cubicBezTo>
                <a:cubicBezTo>
                  <a:pt x="2052" y="403"/>
                  <a:pt x="2052" y="403"/>
                  <a:pt x="2052" y="403"/>
                </a:cubicBezTo>
                <a:cubicBezTo>
                  <a:pt x="2052" y="403"/>
                  <a:pt x="2062" y="403"/>
                  <a:pt x="2075" y="403"/>
                </a:cubicBezTo>
                <a:cubicBezTo>
                  <a:pt x="2086" y="403"/>
                  <a:pt x="2099" y="403"/>
                  <a:pt x="2110" y="404"/>
                </a:cubicBezTo>
                <a:cubicBezTo>
                  <a:pt x="2115" y="404"/>
                  <a:pt x="2120" y="405"/>
                  <a:pt x="2123" y="405"/>
                </a:cubicBezTo>
                <a:cubicBezTo>
                  <a:pt x="2125" y="406"/>
                  <a:pt x="2126" y="406"/>
                  <a:pt x="2127" y="407"/>
                </a:cubicBezTo>
                <a:cubicBezTo>
                  <a:pt x="2128" y="407"/>
                  <a:pt x="2128" y="408"/>
                  <a:pt x="2128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9" y="408"/>
                  <a:pt x="2129" y="408"/>
                  <a:pt x="2129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9" y="408"/>
                  <a:pt x="2129" y="408"/>
                  <a:pt x="2129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8" y="408"/>
                  <a:pt x="2128" y="409"/>
                  <a:pt x="2128" y="411"/>
                </a:cubicBezTo>
                <a:cubicBezTo>
                  <a:pt x="2128" y="413"/>
                  <a:pt x="2128" y="416"/>
                  <a:pt x="2128" y="419"/>
                </a:cubicBezTo>
                <a:cubicBezTo>
                  <a:pt x="2128" y="432"/>
                  <a:pt x="2128" y="450"/>
                  <a:pt x="2128" y="450"/>
                </a:cubicBezTo>
                <a:cubicBezTo>
                  <a:pt x="2130" y="450"/>
                  <a:pt x="2130" y="450"/>
                  <a:pt x="2130" y="450"/>
                </a:cubicBezTo>
                <a:cubicBezTo>
                  <a:pt x="2130" y="450"/>
                  <a:pt x="2131" y="432"/>
                  <a:pt x="2131" y="419"/>
                </a:cubicBezTo>
                <a:cubicBezTo>
                  <a:pt x="2131" y="416"/>
                  <a:pt x="2131" y="413"/>
                  <a:pt x="2131" y="411"/>
                </a:cubicBezTo>
                <a:cubicBezTo>
                  <a:pt x="2131" y="410"/>
                  <a:pt x="2131" y="409"/>
                  <a:pt x="2131" y="408"/>
                </a:cubicBezTo>
                <a:cubicBezTo>
                  <a:pt x="2131" y="408"/>
                  <a:pt x="2131" y="408"/>
                  <a:pt x="2131" y="408"/>
                </a:cubicBezTo>
                <a:cubicBezTo>
                  <a:pt x="2130" y="407"/>
                  <a:pt x="2130" y="407"/>
                  <a:pt x="2130" y="407"/>
                </a:cubicBezTo>
                <a:cubicBezTo>
                  <a:pt x="2129" y="407"/>
                  <a:pt x="2129" y="407"/>
                  <a:pt x="2129" y="407"/>
                </a:cubicBezTo>
                <a:cubicBezTo>
                  <a:pt x="2130" y="407"/>
                  <a:pt x="2130" y="407"/>
                  <a:pt x="2130" y="407"/>
                </a:cubicBezTo>
                <a:cubicBezTo>
                  <a:pt x="2130" y="406"/>
                  <a:pt x="2129" y="405"/>
                  <a:pt x="2128" y="405"/>
                </a:cubicBezTo>
                <a:cubicBezTo>
                  <a:pt x="2124" y="403"/>
                  <a:pt x="2116" y="402"/>
                  <a:pt x="2106" y="401"/>
                </a:cubicBezTo>
                <a:cubicBezTo>
                  <a:pt x="2096" y="401"/>
                  <a:pt x="2085" y="400"/>
                  <a:pt x="2075" y="400"/>
                </a:cubicBezTo>
                <a:cubicBezTo>
                  <a:pt x="2062" y="400"/>
                  <a:pt x="2052" y="401"/>
                  <a:pt x="2052" y="401"/>
                </a:cubicBezTo>
                <a:cubicBezTo>
                  <a:pt x="2052" y="401"/>
                  <a:pt x="2052" y="401"/>
                  <a:pt x="2052" y="401"/>
                </a:cubicBezTo>
                <a:cubicBezTo>
                  <a:pt x="2047" y="403"/>
                  <a:pt x="2047" y="403"/>
                  <a:pt x="2047" y="403"/>
                </a:cubicBezTo>
                <a:cubicBezTo>
                  <a:pt x="2046" y="403"/>
                  <a:pt x="2046" y="403"/>
                  <a:pt x="2046" y="403"/>
                </a:cubicBezTo>
                <a:cubicBezTo>
                  <a:pt x="2046" y="612"/>
                  <a:pt x="2046" y="612"/>
                  <a:pt x="2046" y="612"/>
                </a:cubicBezTo>
                <a:cubicBezTo>
                  <a:pt x="2059" y="612"/>
                  <a:pt x="2059" y="612"/>
                  <a:pt x="2059" y="612"/>
                </a:cubicBezTo>
                <a:cubicBezTo>
                  <a:pt x="2059" y="640"/>
                  <a:pt x="2059" y="640"/>
                  <a:pt x="2059" y="640"/>
                </a:cubicBezTo>
                <a:cubicBezTo>
                  <a:pt x="2061" y="640"/>
                  <a:pt x="2061" y="640"/>
                  <a:pt x="2061" y="640"/>
                </a:cubicBezTo>
                <a:moveTo>
                  <a:pt x="2047" y="420"/>
                </a:moveTo>
                <a:cubicBezTo>
                  <a:pt x="2047" y="420"/>
                  <a:pt x="2060" y="419"/>
                  <a:pt x="2076" y="419"/>
                </a:cubicBezTo>
                <a:cubicBezTo>
                  <a:pt x="2086" y="419"/>
                  <a:pt x="2097" y="419"/>
                  <a:pt x="2107" y="420"/>
                </a:cubicBezTo>
                <a:cubicBezTo>
                  <a:pt x="2117" y="421"/>
                  <a:pt x="2125" y="422"/>
                  <a:pt x="2128" y="424"/>
                </a:cubicBezTo>
                <a:cubicBezTo>
                  <a:pt x="2129" y="422"/>
                  <a:pt x="2129" y="422"/>
                  <a:pt x="2129" y="422"/>
                </a:cubicBezTo>
                <a:cubicBezTo>
                  <a:pt x="2125" y="420"/>
                  <a:pt x="2117" y="418"/>
                  <a:pt x="2107" y="418"/>
                </a:cubicBezTo>
                <a:cubicBezTo>
                  <a:pt x="2097" y="417"/>
                  <a:pt x="2086" y="417"/>
                  <a:pt x="2076" y="417"/>
                </a:cubicBezTo>
                <a:cubicBezTo>
                  <a:pt x="2060" y="417"/>
                  <a:pt x="2047" y="417"/>
                  <a:pt x="2047" y="417"/>
                </a:cubicBezTo>
                <a:cubicBezTo>
                  <a:pt x="2047" y="420"/>
                  <a:pt x="2047" y="420"/>
                  <a:pt x="2047" y="420"/>
                </a:cubicBezTo>
                <a:moveTo>
                  <a:pt x="2062" y="581"/>
                </a:moveTo>
                <a:cubicBezTo>
                  <a:pt x="2062" y="455"/>
                  <a:pt x="2062" y="455"/>
                  <a:pt x="2062" y="455"/>
                </a:cubicBezTo>
                <a:cubicBezTo>
                  <a:pt x="2072" y="455"/>
                  <a:pt x="2072" y="455"/>
                  <a:pt x="2072" y="455"/>
                </a:cubicBezTo>
                <a:cubicBezTo>
                  <a:pt x="2076" y="452"/>
                  <a:pt x="2076" y="452"/>
                  <a:pt x="2076" y="452"/>
                </a:cubicBezTo>
                <a:cubicBezTo>
                  <a:pt x="2142" y="452"/>
                  <a:pt x="2142" y="452"/>
                  <a:pt x="2142" y="452"/>
                </a:cubicBezTo>
                <a:cubicBezTo>
                  <a:pt x="2150" y="455"/>
                  <a:pt x="2150" y="455"/>
                  <a:pt x="2150" y="455"/>
                </a:cubicBezTo>
                <a:cubicBezTo>
                  <a:pt x="2150" y="470"/>
                  <a:pt x="2150" y="470"/>
                  <a:pt x="2150" y="470"/>
                </a:cubicBezTo>
                <a:cubicBezTo>
                  <a:pt x="2152" y="470"/>
                  <a:pt x="2152" y="470"/>
                  <a:pt x="2152" y="470"/>
                </a:cubicBezTo>
                <a:cubicBezTo>
                  <a:pt x="2152" y="454"/>
                  <a:pt x="2152" y="454"/>
                  <a:pt x="2152" y="454"/>
                </a:cubicBezTo>
                <a:cubicBezTo>
                  <a:pt x="2142" y="449"/>
                  <a:pt x="2142" y="449"/>
                  <a:pt x="2142" y="449"/>
                </a:cubicBezTo>
                <a:cubicBezTo>
                  <a:pt x="2075" y="449"/>
                  <a:pt x="2075" y="449"/>
                  <a:pt x="2075" y="449"/>
                </a:cubicBezTo>
                <a:cubicBezTo>
                  <a:pt x="2071" y="453"/>
                  <a:pt x="2071" y="453"/>
                  <a:pt x="2071" y="453"/>
                </a:cubicBezTo>
                <a:cubicBezTo>
                  <a:pt x="2060" y="453"/>
                  <a:pt x="2060" y="453"/>
                  <a:pt x="2060" y="453"/>
                </a:cubicBezTo>
                <a:cubicBezTo>
                  <a:pt x="2060" y="581"/>
                  <a:pt x="2060" y="581"/>
                  <a:pt x="2060" y="581"/>
                </a:cubicBezTo>
                <a:cubicBezTo>
                  <a:pt x="2062" y="581"/>
                  <a:pt x="2062" y="581"/>
                  <a:pt x="2062" y="581"/>
                </a:cubicBezTo>
                <a:moveTo>
                  <a:pt x="2019" y="642"/>
                </a:moveTo>
                <a:cubicBezTo>
                  <a:pt x="2052" y="642"/>
                  <a:pt x="2052" y="642"/>
                  <a:pt x="2052" y="642"/>
                </a:cubicBezTo>
                <a:cubicBezTo>
                  <a:pt x="2052" y="671"/>
                  <a:pt x="2052" y="671"/>
                  <a:pt x="2052" y="671"/>
                </a:cubicBezTo>
                <a:cubicBezTo>
                  <a:pt x="2055" y="671"/>
                  <a:pt x="2055" y="671"/>
                  <a:pt x="2055" y="671"/>
                </a:cubicBezTo>
                <a:cubicBezTo>
                  <a:pt x="2055" y="639"/>
                  <a:pt x="2055" y="639"/>
                  <a:pt x="2055" y="639"/>
                </a:cubicBezTo>
                <a:cubicBezTo>
                  <a:pt x="2019" y="639"/>
                  <a:pt x="2019" y="639"/>
                  <a:pt x="2019" y="639"/>
                </a:cubicBezTo>
                <a:cubicBezTo>
                  <a:pt x="2019" y="642"/>
                  <a:pt x="2019" y="642"/>
                  <a:pt x="2019" y="642"/>
                </a:cubicBezTo>
                <a:moveTo>
                  <a:pt x="2117" y="671"/>
                </a:moveTo>
                <a:cubicBezTo>
                  <a:pt x="2117" y="520"/>
                  <a:pt x="2117" y="520"/>
                  <a:pt x="2117" y="520"/>
                </a:cubicBezTo>
                <a:cubicBezTo>
                  <a:pt x="2154" y="520"/>
                  <a:pt x="2154" y="520"/>
                  <a:pt x="2154" y="520"/>
                </a:cubicBezTo>
                <a:cubicBezTo>
                  <a:pt x="2168" y="523"/>
                  <a:pt x="2168" y="523"/>
                  <a:pt x="2168" y="523"/>
                </a:cubicBezTo>
                <a:cubicBezTo>
                  <a:pt x="2168" y="645"/>
                  <a:pt x="2168" y="645"/>
                  <a:pt x="2168" y="645"/>
                </a:cubicBezTo>
                <a:cubicBezTo>
                  <a:pt x="2170" y="645"/>
                  <a:pt x="2170" y="645"/>
                  <a:pt x="2170" y="645"/>
                </a:cubicBezTo>
                <a:cubicBezTo>
                  <a:pt x="2170" y="521"/>
                  <a:pt x="2170" y="521"/>
                  <a:pt x="2170" y="521"/>
                </a:cubicBezTo>
                <a:cubicBezTo>
                  <a:pt x="2154" y="517"/>
                  <a:pt x="2154" y="517"/>
                  <a:pt x="2154" y="517"/>
                </a:cubicBezTo>
                <a:cubicBezTo>
                  <a:pt x="2115" y="517"/>
                  <a:pt x="2115" y="517"/>
                  <a:pt x="2115" y="517"/>
                </a:cubicBezTo>
                <a:cubicBezTo>
                  <a:pt x="2115" y="671"/>
                  <a:pt x="2115" y="671"/>
                  <a:pt x="2115" y="671"/>
                </a:cubicBezTo>
                <a:cubicBezTo>
                  <a:pt x="2117" y="671"/>
                  <a:pt x="2117" y="671"/>
                  <a:pt x="2117" y="671"/>
                </a:cubicBezTo>
                <a:moveTo>
                  <a:pt x="2153" y="646"/>
                </a:moveTo>
                <a:cubicBezTo>
                  <a:pt x="2155" y="646"/>
                  <a:pt x="2155" y="646"/>
                  <a:pt x="2155" y="646"/>
                </a:cubicBezTo>
                <a:cubicBezTo>
                  <a:pt x="2155" y="519"/>
                  <a:pt x="2155" y="519"/>
                  <a:pt x="2155" y="519"/>
                </a:cubicBezTo>
                <a:cubicBezTo>
                  <a:pt x="2153" y="519"/>
                  <a:pt x="2153" y="519"/>
                  <a:pt x="2153" y="519"/>
                </a:cubicBezTo>
                <a:lnTo>
                  <a:pt x="2153" y="646"/>
                </a:lnTo>
                <a:close/>
                <a:moveTo>
                  <a:pt x="2116" y="528"/>
                </a:moveTo>
                <a:cubicBezTo>
                  <a:pt x="2153" y="528"/>
                  <a:pt x="2153" y="528"/>
                  <a:pt x="2153" y="528"/>
                </a:cubicBezTo>
                <a:cubicBezTo>
                  <a:pt x="2168" y="531"/>
                  <a:pt x="2168" y="531"/>
                  <a:pt x="2168" y="531"/>
                </a:cubicBezTo>
                <a:cubicBezTo>
                  <a:pt x="2169" y="529"/>
                  <a:pt x="2169" y="529"/>
                  <a:pt x="2169" y="529"/>
                </a:cubicBezTo>
                <a:cubicBezTo>
                  <a:pt x="2153" y="526"/>
                  <a:pt x="2153" y="526"/>
                  <a:pt x="2153" y="526"/>
                </a:cubicBezTo>
                <a:cubicBezTo>
                  <a:pt x="2116" y="526"/>
                  <a:pt x="2116" y="526"/>
                  <a:pt x="2116" y="526"/>
                </a:cubicBezTo>
                <a:cubicBezTo>
                  <a:pt x="2116" y="528"/>
                  <a:pt x="2116" y="528"/>
                  <a:pt x="2116" y="528"/>
                </a:cubicBezTo>
                <a:moveTo>
                  <a:pt x="2129" y="518"/>
                </a:moveTo>
                <a:cubicBezTo>
                  <a:pt x="2129" y="490"/>
                  <a:pt x="2129" y="490"/>
                  <a:pt x="2129" y="490"/>
                </a:cubicBezTo>
                <a:cubicBezTo>
                  <a:pt x="2137" y="483"/>
                  <a:pt x="2137" y="483"/>
                  <a:pt x="2137" y="483"/>
                </a:cubicBezTo>
                <a:cubicBezTo>
                  <a:pt x="2190" y="483"/>
                  <a:pt x="2190" y="483"/>
                  <a:pt x="2190" y="483"/>
                </a:cubicBezTo>
                <a:cubicBezTo>
                  <a:pt x="2190" y="633"/>
                  <a:pt x="2190" y="633"/>
                  <a:pt x="2190" y="633"/>
                </a:cubicBezTo>
                <a:cubicBezTo>
                  <a:pt x="2193" y="633"/>
                  <a:pt x="2193" y="633"/>
                  <a:pt x="2193" y="633"/>
                </a:cubicBezTo>
                <a:cubicBezTo>
                  <a:pt x="2193" y="480"/>
                  <a:pt x="2193" y="480"/>
                  <a:pt x="2193" y="480"/>
                </a:cubicBezTo>
                <a:cubicBezTo>
                  <a:pt x="2136" y="480"/>
                  <a:pt x="2136" y="480"/>
                  <a:pt x="2136" y="480"/>
                </a:cubicBezTo>
                <a:cubicBezTo>
                  <a:pt x="2127" y="489"/>
                  <a:pt x="2127" y="489"/>
                  <a:pt x="2127" y="489"/>
                </a:cubicBezTo>
                <a:cubicBezTo>
                  <a:pt x="2127" y="518"/>
                  <a:pt x="2127" y="518"/>
                  <a:pt x="2127" y="518"/>
                </a:cubicBezTo>
                <a:cubicBezTo>
                  <a:pt x="2129" y="518"/>
                  <a:pt x="2129" y="518"/>
                  <a:pt x="2129" y="518"/>
                </a:cubicBezTo>
                <a:moveTo>
                  <a:pt x="2070" y="671"/>
                </a:moveTo>
                <a:cubicBezTo>
                  <a:pt x="2072" y="671"/>
                  <a:pt x="2072" y="671"/>
                  <a:pt x="2072" y="671"/>
                </a:cubicBezTo>
                <a:cubicBezTo>
                  <a:pt x="2072" y="454"/>
                  <a:pt x="2072" y="454"/>
                  <a:pt x="2072" y="454"/>
                </a:cubicBezTo>
                <a:cubicBezTo>
                  <a:pt x="2070" y="454"/>
                  <a:pt x="2070" y="454"/>
                  <a:pt x="2070" y="454"/>
                </a:cubicBezTo>
                <a:lnTo>
                  <a:pt x="2070" y="671"/>
                </a:lnTo>
                <a:close/>
                <a:moveTo>
                  <a:pt x="2132" y="487"/>
                </a:moveTo>
                <a:cubicBezTo>
                  <a:pt x="2132" y="478"/>
                  <a:pt x="2132" y="478"/>
                  <a:pt x="2132" y="478"/>
                </a:cubicBezTo>
                <a:cubicBezTo>
                  <a:pt x="2140" y="472"/>
                  <a:pt x="2140" y="472"/>
                  <a:pt x="2140" y="472"/>
                </a:cubicBezTo>
                <a:cubicBezTo>
                  <a:pt x="2187" y="472"/>
                  <a:pt x="2187" y="472"/>
                  <a:pt x="2187" y="472"/>
                </a:cubicBezTo>
                <a:cubicBezTo>
                  <a:pt x="2187" y="481"/>
                  <a:pt x="2187" y="481"/>
                  <a:pt x="2187" y="481"/>
                </a:cubicBezTo>
                <a:cubicBezTo>
                  <a:pt x="2189" y="481"/>
                  <a:pt x="2189" y="481"/>
                  <a:pt x="2189" y="481"/>
                </a:cubicBezTo>
                <a:cubicBezTo>
                  <a:pt x="2189" y="470"/>
                  <a:pt x="2189" y="470"/>
                  <a:pt x="2189" y="470"/>
                </a:cubicBezTo>
                <a:cubicBezTo>
                  <a:pt x="2139" y="470"/>
                  <a:pt x="2139" y="470"/>
                  <a:pt x="2139" y="470"/>
                </a:cubicBezTo>
                <a:cubicBezTo>
                  <a:pt x="2130" y="477"/>
                  <a:pt x="2130" y="477"/>
                  <a:pt x="2130" y="477"/>
                </a:cubicBezTo>
                <a:cubicBezTo>
                  <a:pt x="2130" y="487"/>
                  <a:pt x="2130" y="487"/>
                  <a:pt x="2130" y="487"/>
                </a:cubicBezTo>
                <a:cubicBezTo>
                  <a:pt x="2132" y="487"/>
                  <a:pt x="2132" y="487"/>
                  <a:pt x="2132" y="487"/>
                </a:cubicBezTo>
                <a:moveTo>
                  <a:pt x="2173" y="470"/>
                </a:moveTo>
                <a:cubicBezTo>
                  <a:pt x="2173" y="389"/>
                  <a:pt x="2173" y="389"/>
                  <a:pt x="2173" y="389"/>
                </a:cubicBezTo>
                <a:cubicBezTo>
                  <a:pt x="2172" y="389"/>
                  <a:pt x="2172" y="389"/>
                  <a:pt x="2172" y="389"/>
                </a:cubicBezTo>
                <a:cubicBezTo>
                  <a:pt x="2173" y="390"/>
                  <a:pt x="2173" y="390"/>
                  <a:pt x="2173" y="390"/>
                </a:cubicBezTo>
                <a:cubicBezTo>
                  <a:pt x="2173" y="390"/>
                  <a:pt x="2174" y="389"/>
                  <a:pt x="2176" y="388"/>
                </a:cubicBezTo>
                <a:cubicBezTo>
                  <a:pt x="2178" y="388"/>
                  <a:pt x="2181" y="387"/>
                  <a:pt x="2183" y="386"/>
                </a:cubicBezTo>
                <a:cubicBezTo>
                  <a:pt x="2202" y="383"/>
                  <a:pt x="2216" y="383"/>
                  <a:pt x="2224" y="383"/>
                </a:cubicBezTo>
                <a:cubicBezTo>
                  <a:pt x="2229" y="383"/>
                  <a:pt x="2231" y="383"/>
                  <a:pt x="2231" y="383"/>
                </a:cubicBezTo>
                <a:cubicBezTo>
                  <a:pt x="2232" y="382"/>
                  <a:pt x="2232" y="382"/>
                  <a:pt x="2232" y="382"/>
                </a:cubicBezTo>
                <a:cubicBezTo>
                  <a:pt x="2230" y="382"/>
                  <a:pt x="2230" y="382"/>
                  <a:pt x="2230" y="382"/>
                </a:cubicBezTo>
                <a:cubicBezTo>
                  <a:pt x="2230" y="487"/>
                  <a:pt x="2230" y="487"/>
                  <a:pt x="2230" y="487"/>
                </a:cubicBezTo>
                <a:cubicBezTo>
                  <a:pt x="2233" y="487"/>
                  <a:pt x="2233" y="487"/>
                  <a:pt x="2233" y="487"/>
                </a:cubicBezTo>
                <a:cubicBezTo>
                  <a:pt x="2233" y="381"/>
                  <a:pt x="2233" y="381"/>
                  <a:pt x="2233" y="381"/>
                </a:cubicBezTo>
                <a:cubicBezTo>
                  <a:pt x="2232" y="381"/>
                  <a:pt x="2232" y="381"/>
                  <a:pt x="2232" y="381"/>
                </a:cubicBezTo>
                <a:cubicBezTo>
                  <a:pt x="2232" y="381"/>
                  <a:pt x="2229" y="380"/>
                  <a:pt x="2224" y="380"/>
                </a:cubicBezTo>
                <a:cubicBezTo>
                  <a:pt x="2216" y="380"/>
                  <a:pt x="2202" y="381"/>
                  <a:pt x="2183" y="384"/>
                </a:cubicBezTo>
                <a:cubicBezTo>
                  <a:pt x="2178" y="385"/>
                  <a:pt x="2172" y="388"/>
                  <a:pt x="2172" y="388"/>
                </a:cubicBezTo>
                <a:cubicBezTo>
                  <a:pt x="2171" y="389"/>
                  <a:pt x="2171" y="389"/>
                  <a:pt x="2171" y="389"/>
                </a:cubicBezTo>
                <a:cubicBezTo>
                  <a:pt x="2171" y="470"/>
                  <a:pt x="2171" y="470"/>
                  <a:pt x="2171" y="470"/>
                </a:cubicBezTo>
                <a:cubicBezTo>
                  <a:pt x="2173" y="470"/>
                  <a:pt x="2173" y="470"/>
                  <a:pt x="2173" y="470"/>
                </a:cubicBezTo>
                <a:moveTo>
                  <a:pt x="2232" y="383"/>
                </a:moveTo>
                <a:cubicBezTo>
                  <a:pt x="2238" y="385"/>
                  <a:pt x="2238" y="385"/>
                  <a:pt x="2238" y="385"/>
                </a:cubicBezTo>
                <a:cubicBezTo>
                  <a:pt x="2238" y="487"/>
                  <a:pt x="2238" y="487"/>
                  <a:pt x="2238" y="487"/>
                </a:cubicBezTo>
                <a:cubicBezTo>
                  <a:pt x="2240" y="487"/>
                  <a:pt x="2240" y="487"/>
                  <a:pt x="2240" y="487"/>
                </a:cubicBezTo>
                <a:cubicBezTo>
                  <a:pt x="2240" y="384"/>
                  <a:pt x="2240" y="384"/>
                  <a:pt x="2240" y="384"/>
                </a:cubicBezTo>
                <a:cubicBezTo>
                  <a:pt x="2232" y="381"/>
                  <a:pt x="2232" y="381"/>
                  <a:pt x="2232" y="381"/>
                </a:cubicBezTo>
                <a:cubicBezTo>
                  <a:pt x="2232" y="383"/>
                  <a:pt x="2232" y="383"/>
                  <a:pt x="2232" y="383"/>
                </a:cubicBezTo>
                <a:moveTo>
                  <a:pt x="2173" y="405"/>
                </a:moveTo>
                <a:cubicBezTo>
                  <a:pt x="2173" y="405"/>
                  <a:pt x="2173" y="405"/>
                  <a:pt x="2173" y="405"/>
                </a:cubicBezTo>
                <a:cubicBezTo>
                  <a:pt x="2174" y="404"/>
                  <a:pt x="2182" y="398"/>
                  <a:pt x="2209" y="398"/>
                </a:cubicBezTo>
                <a:cubicBezTo>
                  <a:pt x="2229" y="398"/>
                  <a:pt x="2232" y="398"/>
                  <a:pt x="2232" y="398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6"/>
                  <a:pt x="2233" y="396"/>
                  <a:pt x="2233" y="396"/>
                </a:cubicBezTo>
                <a:cubicBezTo>
                  <a:pt x="2232" y="395"/>
                  <a:pt x="2232" y="395"/>
                  <a:pt x="2232" y="395"/>
                </a:cubicBezTo>
                <a:cubicBezTo>
                  <a:pt x="2231" y="395"/>
                  <a:pt x="2231" y="395"/>
                  <a:pt x="2231" y="395"/>
                </a:cubicBezTo>
                <a:cubicBezTo>
                  <a:pt x="2231" y="398"/>
                  <a:pt x="2231" y="398"/>
                  <a:pt x="2231" y="398"/>
                </a:cubicBezTo>
                <a:cubicBezTo>
                  <a:pt x="2232" y="398"/>
                  <a:pt x="2232" y="398"/>
                  <a:pt x="2232" y="398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6"/>
                  <a:pt x="2233" y="396"/>
                  <a:pt x="2233" y="396"/>
                </a:cubicBezTo>
                <a:cubicBezTo>
                  <a:pt x="2232" y="395"/>
                  <a:pt x="2232" y="395"/>
                  <a:pt x="2232" y="395"/>
                </a:cubicBezTo>
                <a:cubicBezTo>
                  <a:pt x="2232" y="395"/>
                  <a:pt x="2229" y="395"/>
                  <a:pt x="2209" y="395"/>
                </a:cubicBezTo>
                <a:cubicBezTo>
                  <a:pt x="2180" y="395"/>
                  <a:pt x="2172" y="403"/>
                  <a:pt x="2172" y="403"/>
                </a:cubicBezTo>
                <a:cubicBezTo>
                  <a:pt x="2173" y="405"/>
                  <a:pt x="2173" y="405"/>
                  <a:pt x="2173" y="405"/>
                </a:cubicBezTo>
                <a:moveTo>
                  <a:pt x="2216" y="645"/>
                </a:moveTo>
                <a:cubicBezTo>
                  <a:pt x="2216" y="488"/>
                  <a:pt x="2216" y="488"/>
                  <a:pt x="2216" y="488"/>
                </a:cubicBezTo>
                <a:cubicBezTo>
                  <a:pt x="2268" y="488"/>
                  <a:pt x="2268" y="488"/>
                  <a:pt x="2268" y="488"/>
                </a:cubicBezTo>
                <a:cubicBezTo>
                  <a:pt x="2268" y="645"/>
                  <a:pt x="2268" y="645"/>
                  <a:pt x="2268" y="645"/>
                </a:cubicBezTo>
                <a:cubicBezTo>
                  <a:pt x="2271" y="645"/>
                  <a:pt x="2271" y="645"/>
                  <a:pt x="2271" y="645"/>
                </a:cubicBezTo>
                <a:cubicBezTo>
                  <a:pt x="2271" y="485"/>
                  <a:pt x="2271" y="485"/>
                  <a:pt x="2271" y="485"/>
                </a:cubicBezTo>
                <a:cubicBezTo>
                  <a:pt x="2214" y="485"/>
                  <a:pt x="2214" y="485"/>
                  <a:pt x="2214" y="485"/>
                </a:cubicBezTo>
                <a:cubicBezTo>
                  <a:pt x="2214" y="645"/>
                  <a:pt x="2214" y="645"/>
                  <a:pt x="2214" y="645"/>
                </a:cubicBezTo>
                <a:cubicBezTo>
                  <a:pt x="2216" y="645"/>
                  <a:pt x="2216" y="645"/>
                  <a:pt x="2216" y="645"/>
                </a:cubicBezTo>
                <a:moveTo>
                  <a:pt x="2269" y="488"/>
                </a:moveTo>
                <a:cubicBezTo>
                  <a:pt x="2286" y="492"/>
                  <a:pt x="2286" y="492"/>
                  <a:pt x="2286" y="492"/>
                </a:cubicBezTo>
                <a:cubicBezTo>
                  <a:pt x="2286" y="645"/>
                  <a:pt x="2286" y="645"/>
                  <a:pt x="2286" y="645"/>
                </a:cubicBezTo>
                <a:cubicBezTo>
                  <a:pt x="2289" y="645"/>
                  <a:pt x="2289" y="645"/>
                  <a:pt x="2289" y="645"/>
                </a:cubicBezTo>
                <a:cubicBezTo>
                  <a:pt x="2289" y="490"/>
                  <a:pt x="2289" y="490"/>
                  <a:pt x="2289" y="490"/>
                </a:cubicBezTo>
                <a:cubicBezTo>
                  <a:pt x="2270" y="485"/>
                  <a:pt x="2270" y="485"/>
                  <a:pt x="2270" y="485"/>
                </a:cubicBezTo>
                <a:cubicBezTo>
                  <a:pt x="2269" y="488"/>
                  <a:pt x="2269" y="488"/>
                  <a:pt x="2269" y="488"/>
                </a:cubicBezTo>
                <a:moveTo>
                  <a:pt x="2192" y="616"/>
                </a:moveTo>
                <a:cubicBezTo>
                  <a:pt x="2215" y="616"/>
                  <a:pt x="2215" y="616"/>
                  <a:pt x="2215" y="616"/>
                </a:cubicBezTo>
                <a:cubicBezTo>
                  <a:pt x="2215" y="613"/>
                  <a:pt x="2215" y="613"/>
                  <a:pt x="2215" y="613"/>
                </a:cubicBezTo>
                <a:cubicBezTo>
                  <a:pt x="2192" y="613"/>
                  <a:pt x="2192" y="613"/>
                  <a:pt x="2192" y="613"/>
                </a:cubicBezTo>
                <a:lnTo>
                  <a:pt x="2192" y="616"/>
                </a:lnTo>
                <a:close/>
                <a:moveTo>
                  <a:pt x="2215" y="567"/>
                </a:moveTo>
                <a:cubicBezTo>
                  <a:pt x="2269" y="567"/>
                  <a:pt x="2269" y="567"/>
                  <a:pt x="2269" y="567"/>
                </a:cubicBezTo>
                <a:cubicBezTo>
                  <a:pt x="2269" y="565"/>
                  <a:pt x="2269" y="565"/>
                  <a:pt x="2269" y="565"/>
                </a:cubicBezTo>
                <a:cubicBezTo>
                  <a:pt x="2215" y="565"/>
                  <a:pt x="2215" y="565"/>
                  <a:pt x="2215" y="565"/>
                </a:cubicBezTo>
                <a:lnTo>
                  <a:pt x="2215" y="567"/>
                </a:lnTo>
                <a:close/>
                <a:moveTo>
                  <a:pt x="2215" y="498"/>
                </a:moveTo>
                <a:cubicBezTo>
                  <a:pt x="2270" y="498"/>
                  <a:pt x="2270" y="498"/>
                  <a:pt x="2270" y="498"/>
                </a:cubicBezTo>
                <a:cubicBezTo>
                  <a:pt x="2270" y="496"/>
                  <a:pt x="2270" y="496"/>
                  <a:pt x="2270" y="496"/>
                </a:cubicBezTo>
                <a:cubicBezTo>
                  <a:pt x="2215" y="496"/>
                  <a:pt x="2215" y="496"/>
                  <a:pt x="2215" y="496"/>
                </a:cubicBezTo>
                <a:lnTo>
                  <a:pt x="2215" y="498"/>
                </a:lnTo>
                <a:close/>
                <a:moveTo>
                  <a:pt x="2128" y="646"/>
                </a:moveTo>
                <a:cubicBezTo>
                  <a:pt x="2297" y="646"/>
                  <a:pt x="2297" y="646"/>
                  <a:pt x="2297" y="646"/>
                </a:cubicBezTo>
                <a:cubicBezTo>
                  <a:pt x="2296" y="671"/>
                  <a:pt x="2296" y="671"/>
                  <a:pt x="2296" y="671"/>
                </a:cubicBezTo>
                <a:cubicBezTo>
                  <a:pt x="2299" y="671"/>
                  <a:pt x="2299" y="671"/>
                  <a:pt x="2299" y="671"/>
                </a:cubicBezTo>
                <a:cubicBezTo>
                  <a:pt x="2299" y="644"/>
                  <a:pt x="2299" y="644"/>
                  <a:pt x="2299" y="644"/>
                </a:cubicBezTo>
                <a:cubicBezTo>
                  <a:pt x="2128" y="644"/>
                  <a:pt x="2128" y="644"/>
                  <a:pt x="2128" y="644"/>
                </a:cubicBezTo>
                <a:cubicBezTo>
                  <a:pt x="2128" y="646"/>
                  <a:pt x="2128" y="646"/>
                  <a:pt x="2128" y="646"/>
                </a:cubicBezTo>
                <a:moveTo>
                  <a:pt x="2203" y="660"/>
                </a:moveTo>
                <a:cubicBezTo>
                  <a:pt x="2205" y="660"/>
                  <a:pt x="2205" y="660"/>
                  <a:pt x="2205" y="660"/>
                </a:cubicBezTo>
                <a:cubicBezTo>
                  <a:pt x="2205" y="645"/>
                  <a:pt x="2205" y="645"/>
                  <a:pt x="2205" y="645"/>
                </a:cubicBezTo>
                <a:cubicBezTo>
                  <a:pt x="2203" y="645"/>
                  <a:pt x="2203" y="645"/>
                  <a:pt x="2203" y="645"/>
                </a:cubicBezTo>
                <a:lnTo>
                  <a:pt x="2203" y="660"/>
                </a:lnTo>
                <a:close/>
                <a:moveTo>
                  <a:pt x="2278" y="671"/>
                </a:moveTo>
                <a:cubicBezTo>
                  <a:pt x="2280" y="671"/>
                  <a:pt x="2280" y="671"/>
                  <a:pt x="2280" y="671"/>
                </a:cubicBezTo>
                <a:cubicBezTo>
                  <a:pt x="2280" y="646"/>
                  <a:pt x="2280" y="646"/>
                  <a:pt x="2280" y="646"/>
                </a:cubicBezTo>
                <a:cubicBezTo>
                  <a:pt x="2278" y="646"/>
                  <a:pt x="2278" y="646"/>
                  <a:pt x="2278" y="646"/>
                </a:cubicBezTo>
                <a:lnTo>
                  <a:pt x="2278" y="671"/>
                </a:lnTo>
                <a:close/>
                <a:moveTo>
                  <a:pt x="2212" y="671"/>
                </a:moveTo>
                <a:cubicBezTo>
                  <a:pt x="2214" y="671"/>
                  <a:pt x="2214" y="671"/>
                  <a:pt x="2214" y="671"/>
                </a:cubicBezTo>
                <a:cubicBezTo>
                  <a:pt x="2214" y="646"/>
                  <a:pt x="2214" y="646"/>
                  <a:pt x="2214" y="646"/>
                </a:cubicBezTo>
                <a:cubicBezTo>
                  <a:pt x="2212" y="646"/>
                  <a:pt x="2212" y="646"/>
                  <a:pt x="2212" y="646"/>
                </a:cubicBezTo>
                <a:lnTo>
                  <a:pt x="2212" y="671"/>
                </a:lnTo>
                <a:close/>
                <a:moveTo>
                  <a:pt x="2260" y="487"/>
                </a:moveTo>
                <a:cubicBezTo>
                  <a:pt x="2260" y="408"/>
                  <a:pt x="2260" y="408"/>
                  <a:pt x="2260" y="408"/>
                </a:cubicBezTo>
                <a:cubicBezTo>
                  <a:pt x="2315" y="408"/>
                  <a:pt x="2315" y="408"/>
                  <a:pt x="2315" y="408"/>
                </a:cubicBezTo>
                <a:cubicBezTo>
                  <a:pt x="2331" y="413"/>
                  <a:pt x="2331" y="413"/>
                  <a:pt x="2331" y="413"/>
                </a:cubicBezTo>
                <a:cubicBezTo>
                  <a:pt x="2331" y="632"/>
                  <a:pt x="2331" y="632"/>
                  <a:pt x="2331" y="632"/>
                </a:cubicBezTo>
                <a:cubicBezTo>
                  <a:pt x="2333" y="632"/>
                  <a:pt x="2333" y="632"/>
                  <a:pt x="2333" y="632"/>
                </a:cubicBezTo>
                <a:cubicBezTo>
                  <a:pt x="2333" y="412"/>
                  <a:pt x="2333" y="412"/>
                  <a:pt x="2333" y="412"/>
                </a:cubicBezTo>
                <a:cubicBezTo>
                  <a:pt x="2316" y="405"/>
                  <a:pt x="2316" y="405"/>
                  <a:pt x="2316" y="405"/>
                </a:cubicBezTo>
                <a:cubicBezTo>
                  <a:pt x="2258" y="406"/>
                  <a:pt x="2258" y="406"/>
                  <a:pt x="2258" y="406"/>
                </a:cubicBezTo>
                <a:cubicBezTo>
                  <a:pt x="2258" y="487"/>
                  <a:pt x="2258" y="487"/>
                  <a:pt x="2258" y="487"/>
                </a:cubicBezTo>
                <a:cubicBezTo>
                  <a:pt x="2260" y="487"/>
                  <a:pt x="2260" y="487"/>
                  <a:pt x="2260" y="487"/>
                </a:cubicBezTo>
                <a:moveTo>
                  <a:pt x="2315" y="580"/>
                </a:moveTo>
                <a:cubicBezTo>
                  <a:pt x="2317" y="580"/>
                  <a:pt x="2317" y="580"/>
                  <a:pt x="2317" y="580"/>
                </a:cubicBezTo>
                <a:cubicBezTo>
                  <a:pt x="2317" y="407"/>
                  <a:pt x="2317" y="407"/>
                  <a:pt x="2317" y="407"/>
                </a:cubicBezTo>
                <a:cubicBezTo>
                  <a:pt x="2315" y="407"/>
                  <a:pt x="2315" y="407"/>
                  <a:pt x="2315" y="407"/>
                </a:cubicBezTo>
                <a:lnTo>
                  <a:pt x="2315" y="580"/>
                </a:lnTo>
                <a:close/>
                <a:moveTo>
                  <a:pt x="2264" y="407"/>
                </a:moveTo>
                <a:cubicBezTo>
                  <a:pt x="2267" y="401"/>
                  <a:pt x="2267" y="401"/>
                  <a:pt x="2267" y="401"/>
                </a:cubicBezTo>
                <a:cubicBezTo>
                  <a:pt x="2316" y="401"/>
                  <a:pt x="2316" y="401"/>
                  <a:pt x="2316" y="401"/>
                </a:cubicBezTo>
                <a:cubicBezTo>
                  <a:pt x="2322" y="410"/>
                  <a:pt x="2322" y="410"/>
                  <a:pt x="2322" y="410"/>
                </a:cubicBezTo>
                <a:cubicBezTo>
                  <a:pt x="2324" y="409"/>
                  <a:pt x="2324" y="409"/>
                  <a:pt x="2324" y="409"/>
                </a:cubicBezTo>
                <a:cubicBezTo>
                  <a:pt x="2318" y="398"/>
                  <a:pt x="2318" y="398"/>
                  <a:pt x="2318" y="398"/>
                </a:cubicBezTo>
                <a:cubicBezTo>
                  <a:pt x="2265" y="398"/>
                  <a:pt x="2265" y="398"/>
                  <a:pt x="2265" y="398"/>
                </a:cubicBezTo>
                <a:cubicBezTo>
                  <a:pt x="2262" y="406"/>
                  <a:pt x="2262" y="406"/>
                  <a:pt x="2262" y="406"/>
                </a:cubicBezTo>
                <a:cubicBezTo>
                  <a:pt x="2264" y="407"/>
                  <a:pt x="2264" y="407"/>
                  <a:pt x="2264" y="407"/>
                </a:cubicBezTo>
                <a:moveTo>
                  <a:pt x="2288" y="623"/>
                </a:moveTo>
                <a:cubicBezTo>
                  <a:pt x="2309" y="623"/>
                  <a:pt x="2309" y="623"/>
                  <a:pt x="2309" y="623"/>
                </a:cubicBezTo>
                <a:cubicBezTo>
                  <a:pt x="2309" y="632"/>
                  <a:pt x="2309" y="632"/>
                  <a:pt x="2309" y="632"/>
                </a:cubicBezTo>
                <a:cubicBezTo>
                  <a:pt x="2309" y="633"/>
                  <a:pt x="2309" y="633"/>
                  <a:pt x="2309" y="633"/>
                </a:cubicBezTo>
                <a:cubicBezTo>
                  <a:pt x="2353" y="633"/>
                  <a:pt x="2353" y="633"/>
                  <a:pt x="2353" y="633"/>
                </a:cubicBezTo>
                <a:cubicBezTo>
                  <a:pt x="2353" y="671"/>
                  <a:pt x="2353" y="671"/>
                  <a:pt x="2353" y="671"/>
                </a:cubicBezTo>
                <a:cubicBezTo>
                  <a:pt x="2355" y="671"/>
                  <a:pt x="2355" y="671"/>
                  <a:pt x="2355" y="671"/>
                </a:cubicBezTo>
                <a:cubicBezTo>
                  <a:pt x="2355" y="631"/>
                  <a:pt x="2355" y="631"/>
                  <a:pt x="2355" y="631"/>
                </a:cubicBezTo>
                <a:cubicBezTo>
                  <a:pt x="2311" y="631"/>
                  <a:pt x="2311" y="631"/>
                  <a:pt x="2311" y="631"/>
                </a:cubicBezTo>
                <a:cubicBezTo>
                  <a:pt x="2311" y="622"/>
                  <a:pt x="2311" y="622"/>
                  <a:pt x="2311" y="622"/>
                </a:cubicBezTo>
                <a:cubicBezTo>
                  <a:pt x="2311" y="621"/>
                  <a:pt x="2311" y="621"/>
                  <a:pt x="2311" y="621"/>
                </a:cubicBezTo>
                <a:cubicBezTo>
                  <a:pt x="2288" y="621"/>
                  <a:pt x="2288" y="621"/>
                  <a:pt x="2288" y="621"/>
                </a:cubicBezTo>
                <a:cubicBezTo>
                  <a:pt x="2288" y="623"/>
                  <a:pt x="2288" y="623"/>
                  <a:pt x="2288" y="623"/>
                </a:cubicBezTo>
                <a:moveTo>
                  <a:pt x="2373" y="672"/>
                </a:moveTo>
                <a:cubicBezTo>
                  <a:pt x="2373" y="424"/>
                  <a:pt x="2373" y="424"/>
                  <a:pt x="2373" y="424"/>
                </a:cubicBezTo>
                <a:cubicBezTo>
                  <a:pt x="2425" y="424"/>
                  <a:pt x="2425" y="424"/>
                  <a:pt x="2425" y="424"/>
                </a:cubicBezTo>
                <a:cubicBezTo>
                  <a:pt x="2425" y="672"/>
                  <a:pt x="2425" y="672"/>
                  <a:pt x="2425" y="672"/>
                </a:cubicBezTo>
                <a:cubicBezTo>
                  <a:pt x="2427" y="672"/>
                  <a:pt x="2427" y="672"/>
                  <a:pt x="2427" y="672"/>
                </a:cubicBezTo>
                <a:cubicBezTo>
                  <a:pt x="2427" y="421"/>
                  <a:pt x="2427" y="421"/>
                  <a:pt x="2427" y="421"/>
                </a:cubicBezTo>
                <a:cubicBezTo>
                  <a:pt x="2371" y="421"/>
                  <a:pt x="2371" y="421"/>
                  <a:pt x="2371" y="421"/>
                </a:cubicBezTo>
                <a:cubicBezTo>
                  <a:pt x="2371" y="672"/>
                  <a:pt x="2371" y="672"/>
                  <a:pt x="2371" y="672"/>
                </a:cubicBezTo>
                <a:cubicBezTo>
                  <a:pt x="2373" y="672"/>
                  <a:pt x="2373" y="672"/>
                  <a:pt x="2373" y="672"/>
                </a:cubicBezTo>
                <a:moveTo>
                  <a:pt x="2377" y="406"/>
                </a:moveTo>
                <a:cubicBezTo>
                  <a:pt x="2377" y="407"/>
                  <a:pt x="2377" y="407"/>
                  <a:pt x="2377" y="407"/>
                </a:cubicBezTo>
                <a:cubicBezTo>
                  <a:pt x="2422" y="407"/>
                  <a:pt x="2422" y="407"/>
                  <a:pt x="2422" y="407"/>
                </a:cubicBezTo>
                <a:cubicBezTo>
                  <a:pt x="2422" y="417"/>
                  <a:pt x="2422" y="417"/>
                  <a:pt x="2422" y="417"/>
                </a:cubicBezTo>
                <a:cubicBezTo>
                  <a:pt x="2379" y="417"/>
                  <a:pt x="2379" y="417"/>
                  <a:pt x="2379" y="417"/>
                </a:cubicBezTo>
                <a:cubicBezTo>
                  <a:pt x="2379" y="406"/>
                  <a:pt x="2379" y="406"/>
                  <a:pt x="2379" y="406"/>
                </a:cubicBezTo>
                <a:cubicBezTo>
                  <a:pt x="2377" y="406"/>
                  <a:pt x="2377" y="406"/>
                  <a:pt x="2377" y="406"/>
                </a:cubicBezTo>
                <a:cubicBezTo>
                  <a:pt x="2377" y="407"/>
                  <a:pt x="2377" y="407"/>
                  <a:pt x="2377" y="407"/>
                </a:cubicBezTo>
                <a:cubicBezTo>
                  <a:pt x="2377" y="406"/>
                  <a:pt x="2377" y="406"/>
                  <a:pt x="2377" y="406"/>
                </a:cubicBezTo>
                <a:cubicBezTo>
                  <a:pt x="2376" y="406"/>
                  <a:pt x="2376" y="406"/>
                  <a:pt x="2376" y="406"/>
                </a:cubicBezTo>
                <a:cubicBezTo>
                  <a:pt x="2376" y="420"/>
                  <a:pt x="2376" y="420"/>
                  <a:pt x="2376" y="420"/>
                </a:cubicBezTo>
                <a:cubicBezTo>
                  <a:pt x="2424" y="420"/>
                  <a:pt x="2424" y="420"/>
                  <a:pt x="2424" y="420"/>
                </a:cubicBezTo>
                <a:cubicBezTo>
                  <a:pt x="2424" y="405"/>
                  <a:pt x="2424" y="405"/>
                  <a:pt x="2424" y="405"/>
                </a:cubicBezTo>
                <a:cubicBezTo>
                  <a:pt x="2376" y="405"/>
                  <a:pt x="2376" y="405"/>
                  <a:pt x="2376" y="405"/>
                </a:cubicBezTo>
                <a:cubicBezTo>
                  <a:pt x="2376" y="406"/>
                  <a:pt x="2376" y="406"/>
                  <a:pt x="2376" y="406"/>
                </a:cubicBezTo>
                <a:cubicBezTo>
                  <a:pt x="2377" y="406"/>
                  <a:pt x="2377" y="406"/>
                  <a:pt x="2377" y="406"/>
                </a:cubicBezTo>
                <a:moveTo>
                  <a:pt x="2426" y="424"/>
                </a:moveTo>
                <a:cubicBezTo>
                  <a:pt x="2435" y="428"/>
                  <a:pt x="2435" y="428"/>
                  <a:pt x="2435" y="428"/>
                </a:cubicBezTo>
                <a:cubicBezTo>
                  <a:pt x="2435" y="612"/>
                  <a:pt x="2435" y="612"/>
                  <a:pt x="2435" y="612"/>
                </a:cubicBezTo>
                <a:cubicBezTo>
                  <a:pt x="2438" y="612"/>
                  <a:pt x="2438" y="612"/>
                  <a:pt x="2438" y="612"/>
                </a:cubicBezTo>
                <a:cubicBezTo>
                  <a:pt x="2438" y="426"/>
                  <a:pt x="2438" y="426"/>
                  <a:pt x="2438" y="426"/>
                </a:cubicBezTo>
                <a:cubicBezTo>
                  <a:pt x="2427" y="422"/>
                  <a:pt x="2427" y="422"/>
                  <a:pt x="2427" y="422"/>
                </a:cubicBezTo>
                <a:cubicBezTo>
                  <a:pt x="2426" y="424"/>
                  <a:pt x="2426" y="424"/>
                  <a:pt x="2426" y="424"/>
                </a:cubicBezTo>
                <a:moveTo>
                  <a:pt x="2331" y="468"/>
                </a:moveTo>
                <a:cubicBezTo>
                  <a:pt x="2358" y="468"/>
                  <a:pt x="2358" y="468"/>
                  <a:pt x="2358" y="468"/>
                </a:cubicBezTo>
                <a:cubicBezTo>
                  <a:pt x="2358" y="531"/>
                  <a:pt x="2358" y="531"/>
                  <a:pt x="2358" y="531"/>
                </a:cubicBezTo>
                <a:cubicBezTo>
                  <a:pt x="2360" y="531"/>
                  <a:pt x="2360" y="531"/>
                  <a:pt x="2360" y="531"/>
                </a:cubicBezTo>
                <a:cubicBezTo>
                  <a:pt x="2360" y="466"/>
                  <a:pt x="2360" y="466"/>
                  <a:pt x="2360" y="466"/>
                </a:cubicBezTo>
                <a:cubicBezTo>
                  <a:pt x="2331" y="466"/>
                  <a:pt x="2331" y="466"/>
                  <a:pt x="2331" y="466"/>
                </a:cubicBezTo>
                <a:cubicBezTo>
                  <a:pt x="2331" y="468"/>
                  <a:pt x="2331" y="468"/>
                  <a:pt x="2331" y="468"/>
                </a:cubicBezTo>
                <a:moveTo>
                  <a:pt x="2372" y="446"/>
                </a:moveTo>
                <a:cubicBezTo>
                  <a:pt x="2364" y="446"/>
                  <a:pt x="2364" y="446"/>
                  <a:pt x="2364" y="446"/>
                </a:cubicBezTo>
                <a:cubicBezTo>
                  <a:pt x="2364" y="529"/>
                  <a:pt x="2364" y="529"/>
                  <a:pt x="2364" y="529"/>
                </a:cubicBezTo>
                <a:cubicBezTo>
                  <a:pt x="2347" y="529"/>
                  <a:pt x="2347" y="529"/>
                  <a:pt x="2347" y="529"/>
                </a:cubicBezTo>
                <a:cubicBezTo>
                  <a:pt x="2347" y="624"/>
                  <a:pt x="2347" y="624"/>
                  <a:pt x="2347" y="624"/>
                </a:cubicBezTo>
                <a:cubicBezTo>
                  <a:pt x="2349" y="624"/>
                  <a:pt x="2349" y="624"/>
                  <a:pt x="2349" y="624"/>
                </a:cubicBezTo>
                <a:cubicBezTo>
                  <a:pt x="2349" y="531"/>
                  <a:pt x="2349" y="531"/>
                  <a:pt x="2349" y="531"/>
                </a:cubicBezTo>
                <a:cubicBezTo>
                  <a:pt x="2366" y="531"/>
                  <a:pt x="2366" y="531"/>
                  <a:pt x="2366" y="531"/>
                </a:cubicBezTo>
                <a:cubicBezTo>
                  <a:pt x="2367" y="448"/>
                  <a:pt x="2367" y="448"/>
                  <a:pt x="2367" y="448"/>
                </a:cubicBezTo>
                <a:cubicBezTo>
                  <a:pt x="2372" y="448"/>
                  <a:pt x="2372" y="448"/>
                  <a:pt x="2372" y="448"/>
                </a:cubicBezTo>
                <a:cubicBezTo>
                  <a:pt x="2372" y="446"/>
                  <a:pt x="2372" y="446"/>
                  <a:pt x="2372" y="446"/>
                </a:cubicBezTo>
                <a:moveTo>
                  <a:pt x="2461" y="671"/>
                </a:moveTo>
                <a:cubicBezTo>
                  <a:pt x="2461" y="635"/>
                  <a:pt x="2461" y="635"/>
                  <a:pt x="2461" y="635"/>
                </a:cubicBezTo>
                <a:cubicBezTo>
                  <a:pt x="2465" y="632"/>
                  <a:pt x="2465" y="632"/>
                  <a:pt x="2465" y="632"/>
                </a:cubicBezTo>
                <a:cubicBezTo>
                  <a:pt x="2465" y="632"/>
                  <a:pt x="2465" y="632"/>
                  <a:pt x="2465" y="632"/>
                </a:cubicBezTo>
                <a:cubicBezTo>
                  <a:pt x="2465" y="495"/>
                  <a:pt x="2465" y="495"/>
                  <a:pt x="2465" y="495"/>
                </a:cubicBezTo>
                <a:cubicBezTo>
                  <a:pt x="2529" y="495"/>
                  <a:pt x="2529" y="495"/>
                  <a:pt x="2529" y="495"/>
                </a:cubicBezTo>
                <a:cubicBezTo>
                  <a:pt x="2529" y="631"/>
                  <a:pt x="2529" y="631"/>
                  <a:pt x="2529" y="631"/>
                </a:cubicBezTo>
                <a:cubicBezTo>
                  <a:pt x="2534" y="631"/>
                  <a:pt x="2534" y="631"/>
                  <a:pt x="2534" y="631"/>
                </a:cubicBezTo>
                <a:cubicBezTo>
                  <a:pt x="2534" y="654"/>
                  <a:pt x="2534" y="654"/>
                  <a:pt x="2534" y="654"/>
                </a:cubicBezTo>
                <a:cubicBezTo>
                  <a:pt x="2536" y="654"/>
                  <a:pt x="2536" y="654"/>
                  <a:pt x="2536" y="654"/>
                </a:cubicBezTo>
                <a:cubicBezTo>
                  <a:pt x="2536" y="629"/>
                  <a:pt x="2536" y="629"/>
                  <a:pt x="2536" y="629"/>
                </a:cubicBezTo>
                <a:cubicBezTo>
                  <a:pt x="2531" y="629"/>
                  <a:pt x="2531" y="629"/>
                  <a:pt x="2531" y="629"/>
                </a:cubicBezTo>
                <a:cubicBezTo>
                  <a:pt x="2531" y="493"/>
                  <a:pt x="2531" y="493"/>
                  <a:pt x="2531" y="493"/>
                </a:cubicBezTo>
                <a:cubicBezTo>
                  <a:pt x="2463" y="493"/>
                  <a:pt x="2463" y="493"/>
                  <a:pt x="2463" y="493"/>
                </a:cubicBezTo>
                <a:cubicBezTo>
                  <a:pt x="2463" y="631"/>
                  <a:pt x="2463" y="631"/>
                  <a:pt x="2463" y="631"/>
                </a:cubicBezTo>
                <a:cubicBezTo>
                  <a:pt x="2458" y="633"/>
                  <a:pt x="2458" y="633"/>
                  <a:pt x="2458" y="633"/>
                </a:cubicBezTo>
                <a:cubicBezTo>
                  <a:pt x="2458" y="671"/>
                  <a:pt x="2458" y="671"/>
                  <a:pt x="2458" y="671"/>
                </a:cubicBezTo>
                <a:cubicBezTo>
                  <a:pt x="2461" y="671"/>
                  <a:pt x="2461" y="671"/>
                  <a:pt x="2461" y="671"/>
                </a:cubicBezTo>
                <a:moveTo>
                  <a:pt x="2464" y="492"/>
                </a:moveTo>
                <a:cubicBezTo>
                  <a:pt x="2455" y="501"/>
                  <a:pt x="2455" y="501"/>
                  <a:pt x="2455" y="501"/>
                </a:cubicBezTo>
                <a:cubicBezTo>
                  <a:pt x="2455" y="629"/>
                  <a:pt x="2455" y="629"/>
                  <a:pt x="2455" y="629"/>
                </a:cubicBezTo>
                <a:cubicBezTo>
                  <a:pt x="2444" y="629"/>
                  <a:pt x="2444" y="629"/>
                  <a:pt x="2444" y="629"/>
                </a:cubicBezTo>
                <a:cubicBezTo>
                  <a:pt x="2444" y="670"/>
                  <a:pt x="2444" y="670"/>
                  <a:pt x="2444" y="670"/>
                </a:cubicBezTo>
                <a:cubicBezTo>
                  <a:pt x="2447" y="670"/>
                  <a:pt x="2447" y="670"/>
                  <a:pt x="2447" y="670"/>
                </a:cubicBezTo>
                <a:cubicBezTo>
                  <a:pt x="2447" y="631"/>
                  <a:pt x="2447" y="631"/>
                  <a:pt x="2447" y="631"/>
                </a:cubicBezTo>
                <a:cubicBezTo>
                  <a:pt x="2457" y="631"/>
                  <a:pt x="2457" y="631"/>
                  <a:pt x="2457" y="631"/>
                </a:cubicBezTo>
                <a:cubicBezTo>
                  <a:pt x="2457" y="501"/>
                  <a:pt x="2457" y="501"/>
                  <a:pt x="2457" y="501"/>
                </a:cubicBezTo>
                <a:cubicBezTo>
                  <a:pt x="2465" y="494"/>
                  <a:pt x="2465" y="494"/>
                  <a:pt x="2465" y="494"/>
                </a:cubicBezTo>
                <a:cubicBezTo>
                  <a:pt x="2464" y="492"/>
                  <a:pt x="2464" y="492"/>
                  <a:pt x="2464" y="492"/>
                </a:cubicBezTo>
                <a:moveTo>
                  <a:pt x="2372" y="512"/>
                </a:moveTo>
                <a:cubicBezTo>
                  <a:pt x="2426" y="512"/>
                  <a:pt x="2426" y="512"/>
                  <a:pt x="2426" y="512"/>
                </a:cubicBezTo>
                <a:cubicBezTo>
                  <a:pt x="2426" y="510"/>
                  <a:pt x="2426" y="510"/>
                  <a:pt x="2426" y="510"/>
                </a:cubicBezTo>
                <a:cubicBezTo>
                  <a:pt x="2372" y="510"/>
                  <a:pt x="2372" y="510"/>
                  <a:pt x="2372" y="510"/>
                </a:cubicBezTo>
                <a:lnTo>
                  <a:pt x="2372" y="512"/>
                </a:lnTo>
                <a:close/>
                <a:moveTo>
                  <a:pt x="2372" y="595"/>
                </a:moveTo>
                <a:cubicBezTo>
                  <a:pt x="2426" y="595"/>
                  <a:pt x="2426" y="595"/>
                  <a:pt x="2426" y="595"/>
                </a:cubicBezTo>
                <a:cubicBezTo>
                  <a:pt x="2426" y="593"/>
                  <a:pt x="2426" y="593"/>
                  <a:pt x="2426" y="593"/>
                </a:cubicBezTo>
                <a:cubicBezTo>
                  <a:pt x="2372" y="593"/>
                  <a:pt x="2372" y="593"/>
                  <a:pt x="2372" y="593"/>
                </a:cubicBezTo>
                <a:lnTo>
                  <a:pt x="2372" y="595"/>
                </a:lnTo>
                <a:close/>
                <a:moveTo>
                  <a:pt x="2372" y="433"/>
                </a:moveTo>
                <a:cubicBezTo>
                  <a:pt x="2426" y="433"/>
                  <a:pt x="2426" y="433"/>
                  <a:pt x="2426" y="433"/>
                </a:cubicBezTo>
                <a:cubicBezTo>
                  <a:pt x="2426" y="431"/>
                  <a:pt x="2426" y="431"/>
                  <a:pt x="2426" y="431"/>
                </a:cubicBezTo>
                <a:cubicBezTo>
                  <a:pt x="2372" y="431"/>
                  <a:pt x="2372" y="431"/>
                  <a:pt x="2372" y="431"/>
                </a:cubicBezTo>
                <a:lnTo>
                  <a:pt x="2372" y="433"/>
                </a:lnTo>
                <a:close/>
                <a:moveTo>
                  <a:pt x="2263" y="420"/>
                </a:moveTo>
                <a:cubicBezTo>
                  <a:pt x="2310" y="420"/>
                  <a:pt x="2310" y="420"/>
                  <a:pt x="2310" y="420"/>
                </a:cubicBezTo>
                <a:cubicBezTo>
                  <a:pt x="2310" y="417"/>
                  <a:pt x="2310" y="417"/>
                  <a:pt x="2310" y="417"/>
                </a:cubicBezTo>
                <a:cubicBezTo>
                  <a:pt x="2263" y="417"/>
                  <a:pt x="2263" y="417"/>
                  <a:pt x="2263" y="417"/>
                </a:cubicBezTo>
                <a:lnTo>
                  <a:pt x="2263" y="420"/>
                </a:lnTo>
                <a:close/>
                <a:moveTo>
                  <a:pt x="2437" y="434"/>
                </a:moveTo>
                <a:cubicBezTo>
                  <a:pt x="2437" y="434"/>
                  <a:pt x="2439" y="434"/>
                  <a:pt x="2441" y="434"/>
                </a:cubicBezTo>
                <a:cubicBezTo>
                  <a:pt x="2447" y="433"/>
                  <a:pt x="2458" y="431"/>
                  <a:pt x="2458" y="431"/>
                </a:cubicBezTo>
                <a:cubicBezTo>
                  <a:pt x="2458" y="430"/>
                  <a:pt x="2458" y="430"/>
                  <a:pt x="2458" y="430"/>
                </a:cubicBezTo>
                <a:cubicBezTo>
                  <a:pt x="2458" y="431"/>
                  <a:pt x="2458" y="431"/>
                  <a:pt x="2458" y="431"/>
                </a:cubicBezTo>
                <a:cubicBezTo>
                  <a:pt x="2478" y="433"/>
                  <a:pt x="2478" y="433"/>
                  <a:pt x="2478" y="433"/>
                </a:cubicBezTo>
                <a:cubicBezTo>
                  <a:pt x="2478" y="446"/>
                  <a:pt x="2478" y="446"/>
                  <a:pt x="2478" y="446"/>
                </a:cubicBezTo>
                <a:cubicBezTo>
                  <a:pt x="2482" y="450"/>
                  <a:pt x="2482" y="450"/>
                  <a:pt x="2482" y="450"/>
                </a:cubicBezTo>
                <a:cubicBezTo>
                  <a:pt x="2482" y="465"/>
                  <a:pt x="2482" y="465"/>
                  <a:pt x="2482" y="465"/>
                </a:cubicBezTo>
                <a:cubicBezTo>
                  <a:pt x="2486" y="468"/>
                  <a:pt x="2486" y="468"/>
                  <a:pt x="2486" y="468"/>
                </a:cubicBezTo>
                <a:cubicBezTo>
                  <a:pt x="2486" y="493"/>
                  <a:pt x="2486" y="493"/>
                  <a:pt x="2486" y="493"/>
                </a:cubicBezTo>
                <a:cubicBezTo>
                  <a:pt x="2488" y="493"/>
                  <a:pt x="2488" y="493"/>
                  <a:pt x="2488" y="493"/>
                </a:cubicBezTo>
                <a:cubicBezTo>
                  <a:pt x="2488" y="467"/>
                  <a:pt x="2488" y="467"/>
                  <a:pt x="2488" y="467"/>
                </a:cubicBezTo>
                <a:cubicBezTo>
                  <a:pt x="2484" y="464"/>
                  <a:pt x="2484" y="464"/>
                  <a:pt x="2484" y="464"/>
                </a:cubicBezTo>
                <a:cubicBezTo>
                  <a:pt x="2484" y="449"/>
                  <a:pt x="2484" y="449"/>
                  <a:pt x="2484" y="449"/>
                </a:cubicBezTo>
                <a:cubicBezTo>
                  <a:pt x="2481" y="446"/>
                  <a:pt x="2481" y="446"/>
                  <a:pt x="2481" y="446"/>
                </a:cubicBezTo>
                <a:cubicBezTo>
                  <a:pt x="2481" y="431"/>
                  <a:pt x="2481" y="431"/>
                  <a:pt x="2481" y="431"/>
                </a:cubicBezTo>
                <a:cubicBezTo>
                  <a:pt x="2458" y="429"/>
                  <a:pt x="2458" y="429"/>
                  <a:pt x="2458" y="429"/>
                </a:cubicBezTo>
                <a:cubicBezTo>
                  <a:pt x="2458" y="429"/>
                  <a:pt x="2458" y="429"/>
                  <a:pt x="2458" y="429"/>
                </a:cubicBezTo>
                <a:cubicBezTo>
                  <a:pt x="2457" y="429"/>
                  <a:pt x="2453" y="429"/>
                  <a:pt x="2448" y="430"/>
                </a:cubicBezTo>
                <a:cubicBezTo>
                  <a:pt x="2445" y="431"/>
                  <a:pt x="2443" y="431"/>
                  <a:pt x="2440" y="431"/>
                </a:cubicBezTo>
                <a:cubicBezTo>
                  <a:pt x="2438" y="432"/>
                  <a:pt x="2437" y="432"/>
                  <a:pt x="2437" y="432"/>
                </a:cubicBezTo>
                <a:cubicBezTo>
                  <a:pt x="2437" y="434"/>
                  <a:pt x="2437" y="434"/>
                  <a:pt x="2437" y="434"/>
                </a:cubicBezTo>
                <a:moveTo>
                  <a:pt x="2540" y="653"/>
                </a:moveTo>
                <a:cubicBezTo>
                  <a:pt x="2540" y="476"/>
                  <a:pt x="2540" y="476"/>
                  <a:pt x="2540" y="476"/>
                </a:cubicBezTo>
                <a:cubicBezTo>
                  <a:pt x="2547" y="471"/>
                  <a:pt x="2547" y="471"/>
                  <a:pt x="2547" y="471"/>
                </a:cubicBezTo>
                <a:cubicBezTo>
                  <a:pt x="2606" y="471"/>
                  <a:pt x="2606" y="471"/>
                  <a:pt x="2606" y="471"/>
                </a:cubicBezTo>
                <a:cubicBezTo>
                  <a:pt x="2606" y="645"/>
                  <a:pt x="2606" y="645"/>
                  <a:pt x="2606" y="645"/>
                </a:cubicBezTo>
                <a:cubicBezTo>
                  <a:pt x="2608" y="645"/>
                  <a:pt x="2608" y="645"/>
                  <a:pt x="2608" y="645"/>
                </a:cubicBezTo>
                <a:cubicBezTo>
                  <a:pt x="2608" y="469"/>
                  <a:pt x="2608" y="469"/>
                  <a:pt x="2608" y="469"/>
                </a:cubicBezTo>
                <a:cubicBezTo>
                  <a:pt x="2547" y="469"/>
                  <a:pt x="2547" y="469"/>
                  <a:pt x="2547" y="469"/>
                </a:cubicBezTo>
                <a:cubicBezTo>
                  <a:pt x="2538" y="475"/>
                  <a:pt x="2538" y="475"/>
                  <a:pt x="2538" y="475"/>
                </a:cubicBezTo>
                <a:cubicBezTo>
                  <a:pt x="2538" y="653"/>
                  <a:pt x="2538" y="653"/>
                  <a:pt x="2538" y="653"/>
                </a:cubicBezTo>
                <a:cubicBezTo>
                  <a:pt x="2540" y="653"/>
                  <a:pt x="2540" y="653"/>
                  <a:pt x="2540" y="653"/>
                </a:cubicBezTo>
                <a:moveTo>
                  <a:pt x="2539" y="633"/>
                </a:moveTo>
                <a:cubicBezTo>
                  <a:pt x="2607" y="633"/>
                  <a:pt x="2607" y="633"/>
                  <a:pt x="2607" y="633"/>
                </a:cubicBezTo>
                <a:cubicBezTo>
                  <a:pt x="2607" y="631"/>
                  <a:pt x="2607" y="631"/>
                  <a:pt x="2607" y="631"/>
                </a:cubicBezTo>
                <a:cubicBezTo>
                  <a:pt x="2539" y="631"/>
                  <a:pt x="2539" y="631"/>
                  <a:pt x="2539" y="631"/>
                </a:cubicBezTo>
                <a:lnTo>
                  <a:pt x="2539" y="633"/>
                </a:lnTo>
                <a:close/>
                <a:moveTo>
                  <a:pt x="2546" y="643"/>
                </a:moveTo>
                <a:cubicBezTo>
                  <a:pt x="2548" y="643"/>
                  <a:pt x="2548" y="643"/>
                  <a:pt x="2548" y="643"/>
                </a:cubicBezTo>
                <a:cubicBezTo>
                  <a:pt x="2548" y="470"/>
                  <a:pt x="2548" y="470"/>
                  <a:pt x="2548" y="470"/>
                </a:cubicBezTo>
                <a:cubicBezTo>
                  <a:pt x="2546" y="470"/>
                  <a:pt x="2546" y="470"/>
                  <a:pt x="2546" y="470"/>
                </a:cubicBezTo>
                <a:lnTo>
                  <a:pt x="2546" y="643"/>
                </a:lnTo>
                <a:close/>
                <a:moveTo>
                  <a:pt x="2457" y="526"/>
                </a:moveTo>
                <a:cubicBezTo>
                  <a:pt x="2464" y="521"/>
                  <a:pt x="2464" y="521"/>
                  <a:pt x="2464" y="521"/>
                </a:cubicBezTo>
                <a:cubicBezTo>
                  <a:pt x="2529" y="521"/>
                  <a:pt x="2529" y="521"/>
                  <a:pt x="2529" y="521"/>
                </a:cubicBezTo>
                <a:cubicBezTo>
                  <a:pt x="2529" y="519"/>
                  <a:pt x="2529" y="519"/>
                  <a:pt x="2529" y="519"/>
                </a:cubicBezTo>
                <a:cubicBezTo>
                  <a:pt x="2463" y="519"/>
                  <a:pt x="2463" y="519"/>
                  <a:pt x="2463" y="519"/>
                </a:cubicBezTo>
                <a:cubicBezTo>
                  <a:pt x="2455" y="524"/>
                  <a:pt x="2455" y="524"/>
                  <a:pt x="2455" y="524"/>
                </a:cubicBezTo>
                <a:cubicBezTo>
                  <a:pt x="2457" y="526"/>
                  <a:pt x="2457" y="526"/>
                  <a:pt x="2457" y="526"/>
                </a:cubicBezTo>
                <a:moveTo>
                  <a:pt x="2457" y="555"/>
                </a:moveTo>
                <a:cubicBezTo>
                  <a:pt x="2464" y="551"/>
                  <a:pt x="2464" y="551"/>
                  <a:pt x="2464" y="551"/>
                </a:cubicBezTo>
                <a:cubicBezTo>
                  <a:pt x="2530" y="551"/>
                  <a:pt x="2530" y="551"/>
                  <a:pt x="2530" y="551"/>
                </a:cubicBezTo>
                <a:cubicBezTo>
                  <a:pt x="2530" y="549"/>
                  <a:pt x="2530" y="549"/>
                  <a:pt x="2530" y="549"/>
                </a:cubicBezTo>
                <a:cubicBezTo>
                  <a:pt x="2464" y="549"/>
                  <a:pt x="2464" y="549"/>
                  <a:pt x="2464" y="549"/>
                </a:cubicBezTo>
                <a:cubicBezTo>
                  <a:pt x="2456" y="553"/>
                  <a:pt x="2456" y="553"/>
                  <a:pt x="2456" y="553"/>
                </a:cubicBezTo>
                <a:cubicBezTo>
                  <a:pt x="2457" y="555"/>
                  <a:pt x="2457" y="555"/>
                  <a:pt x="2457" y="555"/>
                </a:cubicBezTo>
                <a:moveTo>
                  <a:pt x="2457" y="583"/>
                </a:moveTo>
                <a:cubicBezTo>
                  <a:pt x="2464" y="579"/>
                  <a:pt x="2464" y="579"/>
                  <a:pt x="2464" y="579"/>
                </a:cubicBezTo>
                <a:cubicBezTo>
                  <a:pt x="2529" y="579"/>
                  <a:pt x="2529" y="579"/>
                  <a:pt x="2529" y="579"/>
                </a:cubicBezTo>
                <a:cubicBezTo>
                  <a:pt x="2529" y="577"/>
                  <a:pt x="2529" y="577"/>
                  <a:pt x="2529" y="577"/>
                </a:cubicBezTo>
                <a:cubicBezTo>
                  <a:pt x="2463" y="577"/>
                  <a:pt x="2463" y="577"/>
                  <a:pt x="2463" y="577"/>
                </a:cubicBezTo>
                <a:cubicBezTo>
                  <a:pt x="2456" y="581"/>
                  <a:pt x="2456" y="581"/>
                  <a:pt x="2456" y="581"/>
                </a:cubicBezTo>
                <a:cubicBezTo>
                  <a:pt x="2457" y="583"/>
                  <a:pt x="2457" y="583"/>
                  <a:pt x="2457" y="583"/>
                </a:cubicBezTo>
                <a:moveTo>
                  <a:pt x="2456" y="614"/>
                </a:moveTo>
                <a:cubicBezTo>
                  <a:pt x="2465" y="611"/>
                  <a:pt x="2465" y="611"/>
                  <a:pt x="2465" y="611"/>
                </a:cubicBezTo>
                <a:cubicBezTo>
                  <a:pt x="2529" y="611"/>
                  <a:pt x="2529" y="611"/>
                  <a:pt x="2529" y="611"/>
                </a:cubicBezTo>
                <a:cubicBezTo>
                  <a:pt x="2529" y="609"/>
                  <a:pt x="2529" y="609"/>
                  <a:pt x="2529" y="609"/>
                </a:cubicBezTo>
                <a:cubicBezTo>
                  <a:pt x="2464" y="609"/>
                  <a:pt x="2464" y="609"/>
                  <a:pt x="2464" y="609"/>
                </a:cubicBezTo>
                <a:cubicBezTo>
                  <a:pt x="2455" y="612"/>
                  <a:pt x="2455" y="612"/>
                  <a:pt x="2455" y="612"/>
                </a:cubicBezTo>
                <a:cubicBezTo>
                  <a:pt x="2456" y="614"/>
                  <a:pt x="2456" y="614"/>
                  <a:pt x="2456" y="614"/>
                </a:cubicBezTo>
                <a:moveTo>
                  <a:pt x="2468" y="669"/>
                </a:moveTo>
                <a:cubicBezTo>
                  <a:pt x="2468" y="655"/>
                  <a:pt x="2468" y="655"/>
                  <a:pt x="2468" y="655"/>
                </a:cubicBezTo>
                <a:cubicBezTo>
                  <a:pt x="2475" y="655"/>
                  <a:pt x="2475" y="655"/>
                  <a:pt x="2475" y="655"/>
                </a:cubicBezTo>
                <a:cubicBezTo>
                  <a:pt x="2475" y="626"/>
                  <a:pt x="2475" y="626"/>
                  <a:pt x="2475" y="626"/>
                </a:cubicBezTo>
                <a:cubicBezTo>
                  <a:pt x="2512" y="626"/>
                  <a:pt x="2512" y="626"/>
                  <a:pt x="2512" y="626"/>
                </a:cubicBezTo>
                <a:cubicBezTo>
                  <a:pt x="2512" y="655"/>
                  <a:pt x="2512" y="655"/>
                  <a:pt x="2512" y="655"/>
                </a:cubicBezTo>
                <a:cubicBezTo>
                  <a:pt x="2550" y="655"/>
                  <a:pt x="2550" y="655"/>
                  <a:pt x="2550" y="655"/>
                </a:cubicBezTo>
                <a:cubicBezTo>
                  <a:pt x="2550" y="671"/>
                  <a:pt x="2550" y="671"/>
                  <a:pt x="2550" y="671"/>
                </a:cubicBezTo>
                <a:cubicBezTo>
                  <a:pt x="2553" y="671"/>
                  <a:pt x="2553" y="671"/>
                  <a:pt x="2553" y="671"/>
                </a:cubicBezTo>
                <a:cubicBezTo>
                  <a:pt x="2553" y="652"/>
                  <a:pt x="2553" y="652"/>
                  <a:pt x="2553" y="652"/>
                </a:cubicBezTo>
                <a:cubicBezTo>
                  <a:pt x="2514" y="652"/>
                  <a:pt x="2514" y="652"/>
                  <a:pt x="2514" y="652"/>
                </a:cubicBezTo>
                <a:cubicBezTo>
                  <a:pt x="2514" y="624"/>
                  <a:pt x="2514" y="624"/>
                  <a:pt x="2514" y="624"/>
                </a:cubicBezTo>
                <a:cubicBezTo>
                  <a:pt x="2473" y="624"/>
                  <a:pt x="2473" y="624"/>
                  <a:pt x="2473" y="624"/>
                </a:cubicBezTo>
                <a:cubicBezTo>
                  <a:pt x="2473" y="653"/>
                  <a:pt x="2473" y="653"/>
                  <a:pt x="2473" y="653"/>
                </a:cubicBezTo>
                <a:cubicBezTo>
                  <a:pt x="2465" y="653"/>
                  <a:pt x="2465" y="653"/>
                  <a:pt x="2465" y="653"/>
                </a:cubicBezTo>
                <a:cubicBezTo>
                  <a:pt x="2465" y="669"/>
                  <a:pt x="2465" y="669"/>
                  <a:pt x="2465" y="669"/>
                </a:cubicBezTo>
                <a:cubicBezTo>
                  <a:pt x="2468" y="669"/>
                  <a:pt x="2468" y="669"/>
                  <a:pt x="2468" y="669"/>
                </a:cubicBezTo>
                <a:moveTo>
                  <a:pt x="2539" y="499"/>
                </a:moveTo>
                <a:cubicBezTo>
                  <a:pt x="2547" y="495"/>
                  <a:pt x="2547" y="495"/>
                  <a:pt x="2547" y="495"/>
                </a:cubicBezTo>
                <a:cubicBezTo>
                  <a:pt x="2607" y="495"/>
                  <a:pt x="2607" y="495"/>
                  <a:pt x="2607" y="495"/>
                </a:cubicBezTo>
                <a:cubicBezTo>
                  <a:pt x="2607" y="493"/>
                  <a:pt x="2607" y="493"/>
                  <a:pt x="2607" y="493"/>
                </a:cubicBezTo>
                <a:cubicBezTo>
                  <a:pt x="2546" y="493"/>
                  <a:pt x="2546" y="493"/>
                  <a:pt x="2546" y="493"/>
                </a:cubicBezTo>
                <a:cubicBezTo>
                  <a:pt x="2538" y="497"/>
                  <a:pt x="2538" y="497"/>
                  <a:pt x="2538" y="497"/>
                </a:cubicBezTo>
                <a:cubicBezTo>
                  <a:pt x="2539" y="499"/>
                  <a:pt x="2539" y="499"/>
                  <a:pt x="2539" y="499"/>
                </a:cubicBezTo>
                <a:moveTo>
                  <a:pt x="2620" y="551"/>
                </a:moveTo>
                <a:cubicBezTo>
                  <a:pt x="2633" y="547"/>
                  <a:pt x="2633" y="547"/>
                  <a:pt x="2633" y="547"/>
                </a:cubicBezTo>
                <a:cubicBezTo>
                  <a:pt x="2705" y="547"/>
                  <a:pt x="2705" y="547"/>
                  <a:pt x="2705" y="547"/>
                </a:cubicBezTo>
                <a:cubicBezTo>
                  <a:pt x="2705" y="638"/>
                  <a:pt x="2705" y="638"/>
                  <a:pt x="2705" y="638"/>
                </a:cubicBezTo>
                <a:cubicBezTo>
                  <a:pt x="2707" y="638"/>
                  <a:pt x="2707" y="638"/>
                  <a:pt x="2707" y="638"/>
                </a:cubicBezTo>
                <a:cubicBezTo>
                  <a:pt x="2707" y="544"/>
                  <a:pt x="2707" y="544"/>
                  <a:pt x="2707" y="544"/>
                </a:cubicBezTo>
                <a:cubicBezTo>
                  <a:pt x="2633" y="544"/>
                  <a:pt x="2633" y="544"/>
                  <a:pt x="2633" y="544"/>
                </a:cubicBezTo>
                <a:cubicBezTo>
                  <a:pt x="2620" y="548"/>
                  <a:pt x="2620" y="548"/>
                  <a:pt x="2620" y="548"/>
                </a:cubicBezTo>
                <a:cubicBezTo>
                  <a:pt x="2620" y="551"/>
                  <a:pt x="2620" y="551"/>
                  <a:pt x="2620" y="551"/>
                </a:cubicBezTo>
                <a:moveTo>
                  <a:pt x="2652" y="671"/>
                </a:moveTo>
                <a:cubicBezTo>
                  <a:pt x="2652" y="640"/>
                  <a:pt x="2652" y="640"/>
                  <a:pt x="2652" y="640"/>
                </a:cubicBezTo>
                <a:cubicBezTo>
                  <a:pt x="2735" y="640"/>
                  <a:pt x="2735" y="640"/>
                  <a:pt x="2735" y="640"/>
                </a:cubicBezTo>
                <a:cubicBezTo>
                  <a:pt x="2735" y="672"/>
                  <a:pt x="2735" y="672"/>
                  <a:pt x="2735" y="672"/>
                </a:cubicBezTo>
                <a:cubicBezTo>
                  <a:pt x="2737" y="672"/>
                  <a:pt x="2737" y="672"/>
                  <a:pt x="2737" y="672"/>
                </a:cubicBezTo>
                <a:cubicBezTo>
                  <a:pt x="2737" y="638"/>
                  <a:pt x="2737" y="638"/>
                  <a:pt x="2737" y="638"/>
                </a:cubicBezTo>
                <a:cubicBezTo>
                  <a:pt x="2649" y="638"/>
                  <a:pt x="2649" y="638"/>
                  <a:pt x="2649" y="638"/>
                </a:cubicBezTo>
                <a:cubicBezTo>
                  <a:pt x="2649" y="671"/>
                  <a:pt x="2649" y="671"/>
                  <a:pt x="2649" y="671"/>
                </a:cubicBezTo>
                <a:cubicBezTo>
                  <a:pt x="2652" y="671"/>
                  <a:pt x="2652" y="671"/>
                  <a:pt x="2652" y="671"/>
                </a:cubicBezTo>
                <a:moveTo>
                  <a:pt x="2564" y="646"/>
                </a:moveTo>
                <a:cubicBezTo>
                  <a:pt x="2626" y="646"/>
                  <a:pt x="2626" y="646"/>
                  <a:pt x="2626" y="646"/>
                </a:cubicBezTo>
                <a:cubicBezTo>
                  <a:pt x="2626" y="671"/>
                  <a:pt x="2626" y="671"/>
                  <a:pt x="2626" y="671"/>
                </a:cubicBezTo>
                <a:cubicBezTo>
                  <a:pt x="2628" y="671"/>
                  <a:pt x="2628" y="671"/>
                  <a:pt x="2628" y="671"/>
                </a:cubicBezTo>
                <a:cubicBezTo>
                  <a:pt x="2628" y="643"/>
                  <a:pt x="2628" y="643"/>
                  <a:pt x="2628" y="643"/>
                </a:cubicBezTo>
                <a:cubicBezTo>
                  <a:pt x="2564" y="643"/>
                  <a:pt x="2564" y="643"/>
                  <a:pt x="2564" y="643"/>
                </a:cubicBezTo>
                <a:cubicBezTo>
                  <a:pt x="2564" y="646"/>
                  <a:pt x="2564" y="646"/>
                  <a:pt x="2564" y="646"/>
                </a:cubicBezTo>
                <a:moveTo>
                  <a:pt x="2480" y="441"/>
                </a:moveTo>
                <a:cubicBezTo>
                  <a:pt x="2459" y="438"/>
                  <a:pt x="2459" y="438"/>
                  <a:pt x="2459" y="438"/>
                </a:cubicBezTo>
                <a:cubicBezTo>
                  <a:pt x="2459" y="469"/>
                  <a:pt x="2459" y="469"/>
                  <a:pt x="2459" y="469"/>
                </a:cubicBezTo>
                <a:cubicBezTo>
                  <a:pt x="2463" y="469"/>
                  <a:pt x="2463" y="469"/>
                  <a:pt x="2463" y="469"/>
                </a:cubicBezTo>
                <a:cubicBezTo>
                  <a:pt x="2463" y="489"/>
                  <a:pt x="2463" y="489"/>
                  <a:pt x="2463" y="489"/>
                </a:cubicBezTo>
                <a:cubicBezTo>
                  <a:pt x="2465" y="489"/>
                  <a:pt x="2465" y="489"/>
                  <a:pt x="2465" y="489"/>
                </a:cubicBezTo>
                <a:cubicBezTo>
                  <a:pt x="2465" y="467"/>
                  <a:pt x="2465" y="467"/>
                  <a:pt x="2465" y="467"/>
                </a:cubicBezTo>
                <a:cubicBezTo>
                  <a:pt x="2461" y="467"/>
                  <a:pt x="2461" y="467"/>
                  <a:pt x="2461" y="467"/>
                </a:cubicBezTo>
                <a:cubicBezTo>
                  <a:pt x="2461" y="441"/>
                  <a:pt x="2461" y="441"/>
                  <a:pt x="2461" y="441"/>
                </a:cubicBezTo>
                <a:cubicBezTo>
                  <a:pt x="2480" y="443"/>
                  <a:pt x="2480" y="443"/>
                  <a:pt x="2480" y="443"/>
                </a:cubicBezTo>
                <a:cubicBezTo>
                  <a:pt x="2480" y="441"/>
                  <a:pt x="2480" y="441"/>
                  <a:pt x="2480" y="441"/>
                </a:cubicBezTo>
                <a:moveTo>
                  <a:pt x="2473" y="431"/>
                </a:moveTo>
                <a:cubicBezTo>
                  <a:pt x="2473" y="417"/>
                  <a:pt x="2473" y="417"/>
                  <a:pt x="2473" y="417"/>
                </a:cubicBezTo>
                <a:cubicBezTo>
                  <a:pt x="2492" y="417"/>
                  <a:pt x="2492" y="417"/>
                  <a:pt x="2492" y="417"/>
                </a:cubicBezTo>
                <a:cubicBezTo>
                  <a:pt x="2492" y="428"/>
                  <a:pt x="2492" y="428"/>
                  <a:pt x="2492" y="428"/>
                </a:cubicBezTo>
                <a:cubicBezTo>
                  <a:pt x="2500" y="428"/>
                  <a:pt x="2500" y="428"/>
                  <a:pt x="2500" y="428"/>
                </a:cubicBezTo>
                <a:cubicBezTo>
                  <a:pt x="2500" y="493"/>
                  <a:pt x="2500" y="493"/>
                  <a:pt x="2500" y="493"/>
                </a:cubicBezTo>
                <a:cubicBezTo>
                  <a:pt x="2502" y="493"/>
                  <a:pt x="2502" y="493"/>
                  <a:pt x="2502" y="493"/>
                </a:cubicBezTo>
                <a:cubicBezTo>
                  <a:pt x="2502" y="425"/>
                  <a:pt x="2502" y="425"/>
                  <a:pt x="2502" y="425"/>
                </a:cubicBezTo>
                <a:cubicBezTo>
                  <a:pt x="2494" y="425"/>
                  <a:pt x="2494" y="425"/>
                  <a:pt x="2494" y="425"/>
                </a:cubicBezTo>
                <a:cubicBezTo>
                  <a:pt x="2494" y="415"/>
                  <a:pt x="2494" y="415"/>
                  <a:pt x="2494" y="415"/>
                </a:cubicBezTo>
                <a:cubicBezTo>
                  <a:pt x="2471" y="415"/>
                  <a:pt x="2471" y="415"/>
                  <a:pt x="2471" y="415"/>
                </a:cubicBezTo>
                <a:cubicBezTo>
                  <a:pt x="2471" y="431"/>
                  <a:pt x="2471" y="431"/>
                  <a:pt x="2471" y="431"/>
                </a:cubicBezTo>
                <a:cubicBezTo>
                  <a:pt x="2473" y="431"/>
                  <a:pt x="2473" y="431"/>
                  <a:pt x="2473" y="431"/>
                </a:cubicBezTo>
                <a:moveTo>
                  <a:pt x="2416" y="406"/>
                </a:moveTo>
                <a:cubicBezTo>
                  <a:pt x="2416" y="383"/>
                  <a:pt x="2416" y="383"/>
                  <a:pt x="2416" y="383"/>
                </a:cubicBezTo>
                <a:cubicBezTo>
                  <a:pt x="2439" y="374"/>
                  <a:pt x="2439" y="374"/>
                  <a:pt x="2439" y="374"/>
                </a:cubicBezTo>
                <a:cubicBezTo>
                  <a:pt x="2439" y="383"/>
                  <a:pt x="2439" y="383"/>
                  <a:pt x="2439" y="383"/>
                </a:cubicBezTo>
                <a:cubicBezTo>
                  <a:pt x="2449" y="383"/>
                  <a:pt x="2449" y="383"/>
                  <a:pt x="2449" y="383"/>
                </a:cubicBezTo>
                <a:cubicBezTo>
                  <a:pt x="2449" y="431"/>
                  <a:pt x="2449" y="431"/>
                  <a:pt x="2449" y="431"/>
                </a:cubicBezTo>
                <a:cubicBezTo>
                  <a:pt x="2451" y="431"/>
                  <a:pt x="2451" y="431"/>
                  <a:pt x="2451" y="431"/>
                </a:cubicBezTo>
                <a:cubicBezTo>
                  <a:pt x="2451" y="381"/>
                  <a:pt x="2451" y="381"/>
                  <a:pt x="2451" y="381"/>
                </a:cubicBezTo>
                <a:cubicBezTo>
                  <a:pt x="2441" y="381"/>
                  <a:pt x="2441" y="381"/>
                  <a:pt x="2441" y="381"/>
                </a:cubicBezTo>
                <a:cubicBezTo>
                  <a:pt x="2441" y="371"/>
                  <a:pt x="2441" y="371"/>
                  <a:pt x="2441" y="371"/>
                </a:cubicBezTo>
                <a:cubicBezTo>
                  <a:pt x="2413" y="381"/>
                  <a:pt x="2413" y="381"/>
                  <a:pt x="2413" y="381"/>
                </a:cubicBezTo>
                <a:cubicBezTo>
                  <a:pt x="2413" y="406"/>
                  <a:pt x="2413" y="406"/>
                  <a:pt x="2413" y="406"/>
                </a:cubicBezTo>
                <a:cubicBezTo>
                  <a:pt x="2416" y="406"/>
                  <a:pt x="2416" y="406"/>
                  <a:pt x="2416" y="406"/>
                </a:cubicBezTo>
                <a:moveTo>
                  <a:pt x="2556" y="470"/>
                </a:moveTo>
                <a:cubicBezTo>
                  <a:pt x="2556" y="443"/>
                  <a:pt x="2556" y="443"/>
                  <a:pt x="2556" y="443"/>
                </a:cubicBezTo>
                <a:cubicBezTo>
                  <a:pt x="2561" y="443"/>
                  <a:pt x="2561" y="443"/>
                  <a:pt x="2561" y="443"/>
                </a:cubicBezTo>
                <a:cubicBezTo>
                  <a:pt x="2562" y="443"/>
                  <a:pt x="2562" y="443"/>
                  <a:pt x="2562" y="443"/>
                </a:cubicBezTo>
                <a:cubicBezTo>
                  <a:pt x="2562" y="424"/>
                  <a:pt x="2562" y="424"/>
                  <a:pt x="2562" y="424"/>
                </a:cubicBezTo>
                <a:cubicBezTo>
                  <a:pt x="2569" y="424"/>
                  <a:pt x="2569" y="424"/>
                  <a:pt x="2569" y="424"/>
                </a:cubicBezTo>
                <a:cubicBezTo>
                  <a:pt x="2569" y="415"/>
                  <a:pt x="2569" y="415"/>
                  <a:pt x="2569" y="415"/>
                </a:cubicBezTo>
                <a:cubicBezTo>
                  <a:pt x="2586" y="415"/>
                  <a:pt x="2586" y="415"/>
                  <a:pt x="2586" y="415"/>
                </a:cubicBezTo>
                <a:cubicBezTo>
                  <a:pt x="2586" y="422"/>
                  <a:pt x="2586" y="422"/>
                  <a:pt x="2586" y="422"/>
                </a:cubicBezTo>
                <a:cubicBezTo>
                  <a:pt x="2586" y="423"/>
                  <a:pt x="2586" y="423"/>
                  <a:pt x="2586" y="423"/>
                </a:cubicBezTo>
                <a:cubicBezTo>
                  <a:pt x="2619" y="422"/>
                  <a:pt x="2619" y="422"/>
                  <a:pt x="2619" y="422"/>
                </a:cubicBezTo>
                <a:cubicBezTo>
                  <a:pt x="2619" y="420"/>
                  <a:pt x="2619" y="420"/>
                  <a:pt x="2619" y="420"/>
                </a:cubicBezTo>
                <a:cubicBezTo>
                  <a:pt x="2588" y="420"/>
                  <a:pt x="2588" y="420"/>
                  <a:pt x="2588" y="420"/>
                </a:cubicBezTo>
                <a:cubicBezTo>
                  <a:pt x="2588" y="414"/>
                  <a:pt x="2588" y="414"/>
                  <a:pt x="2588" y="414"/>
                </a:cubicBezTo>
                <a:cubicBezTo>
                  <a:pt x="2588" y="413"/>
                  <a:pt x="2588" y="413"/>
                  <a:pt x="2588" y="413"/>
                </a:cubicBezTo>
                <a:cubicBezTo>
                  <a:pt x="2567" y="413"/>
                  <a:pt x="2567" y="413"/>
                  <a:pt x="2567" y="413"/>
                </a:cubicBezTo>
                <a:cubicBezTo>
                  <a:pt x="2567" y="422"/>
                  <a:pt x="2567" y="422"/>
                  <a:pt x="2567" y="422"/>
                </a:cubicBezTo>
                <a:cubicBezTo>
                  <a:pt x="2560" y="422"/>
                  <a:pt x="2560" y="422"/>
                  <a:pt x="2560" y="422"/>
                </a:cubicBezTo>
                <a:cubicBezTo>
                  <a:pt x="2560" y="441"/>
                  <a:pt x="2560" y="441"/>
                  <a:pt x="2560" y="441"/>
                </a:cubicBezTo>
                <a:cubicBezTo>
                  <a:pt x="2555" y="441"/>
                  <a:pt x="2555" y="441"/>
                  <a:pt x="2555" y="441"/>
                </a:cubicBezTo>
                <a:cubicBezTo>
                  <a:pt x="2554" y="441"/>
                  <a:pt x="2554" y="441"/>
                  <a:pt x="2554" y="441"/>
                </a:cubicBezTo>
                <a:cubicBezTo>
                  <a:pt x="2554" y="470"/>
                  <a:pt x="2554" y="470"/>
                  <a:pt x="2554" y="470"/>
                </a:cubicBezTo>
                <a:cubicBezTo>
                  <a:pt x="2556" y="470"/>
                  <a:pt x="2556" y="470"/>
                  <a:pt x="2556" y="470"/>
                </a:cubicBezTo>
                <a:moveTo>
                  <a:pt x="2621" y="645"/>
                </a:moveTo>
                <a:cubicBezTo>
                  <a:pt x="2621" y="301"/>
                  <a:pt x="2621" y="301"/>
                  <a:pt x="2621" y="301"/>
                </a:cubicBezTo>
                <a:cubicBezTo>
                  <a:pt x="2658" y="263"/>
                  <a:pt x="2658" y="263"/>
                  <a:pt x="2658" y="263"/>
                </a:cubicBezTo>
                <a:cubicBezTo>
                  <a:pt x="2682" y="304"/>
                  <a:pt x="2682" y="304"/>
                  <a:pt x="2682" y="304"/>
                </a:cubicBezTo>
                <a:cubicBezTo>
                  <a:pt x="2682" y="481"/>
                  <a:pt x="2682" y="481"/>
                  <a:pt x="2682" y="481"/>
                </a:cubicBezTo>
                <a:cubicBezTo>
                  <a:pt x="2698" y="493"/>
                  <a:pt x="2698" y="493"/>
                  <a:pt x="2698" y="493"/>
                </a:cubicBezTo>
                <a:cubicBezTo>
                  <a:pt x="2698" y="546"/>
                  <a:pt x="2698" y="546"/>
                  <a:pt x="2698" y="546"/>
                </a:cubicBezTo>
                <a:cubicBezTo>
                  <a:pt x="2700" y="546"/>
                  <a:pt x="2700" y="546"/>
                  <a:pt x="2700" y="546"/>
                </a:cubicBezTo>
                <a:cubicBezTo>
                  <a:pt x="2700" y="492"/>
                  <a:pt x="2700" y="492"/>
                  <a:pt x="2700" y="492"/>
                </a:cubicBezTo>
                <a:cubicBezTo>
                  <a:pt x="2685" y="480"/>
                  <a:pt x="2685" y="480"/>
                  <a:pt x="2685" y="480"/>
                </a:cubicBezTo>
                <a:cubicBezTo>
                  <a:pt x="2685" y="303"/>
                  <a:pt x="2685" y="303"/>
                  <a:pt x="2685" y="303"/>
                </a:cubicBezTo>
                <a:cubicBezTo>
                  <a:pt x="2659" y="260"/>
                  <a:pt x="2659" y="260"/>
                  <a:pt x="2659" y="260"/>
                </a:cubicBezTo>
                <a:cubicBezTo>
                  <a:pt x="2619" y="300"/>
                  <a:pt x="2619" y="300"/>
                  <a:pt x="2619" y="300"/>
                </a:cubicBezTo>
                <a:cubicBezTo>
                  <a:pt x="2619" y="645"/>
                  <a:pt x="2619" y="645"/>
                  <a:pt x="2619" y="645"/>
                </a:cubicBezTo>
                <a:cubicBezTo>
                  <a:pt x="2621" y="645"/>
                  <a:pt x="2621" y="645"/>
                  <a:pt x="2621" y="645"/>
                </a:cubicBezTo>
                <a:moveTo>
                  <a:pt x="2619" y="302"/>
                </a:moveTo>
                <a:cubicBezTo>
                  <a:pt x="2656" y="328"/>
                  <a:pt x="2656" y="328"/>
                  <a:pt x="2656" y="328"/>
                </a:cubicBezTo>
                <a:cubicBezTo>
                  <a:pt x="2618" y="365"/>
                  <a:pt x="2618" y="365"/>
                  <a:pt x="2618" y="365"/>
                </a:cubicBezTo>
                <a:cubicBezTo>
                  <a:pt x="2655" y="394"/>
                  <a:pt x="2655" y="394"/>
                  <a:pt x="2655" y="394"/>
                </a:cubicBezTo>
                <a:cubicBezTo>
                  <a:pt x="2619" y="429"/>
                  <a:pt x="2619" y="429"/>
                  <a:pt x="2619" y="429"/>
                </a:cubicBezTo>
                <a:cubicBezTo>
                  <a:pt x="2620" y="431"/>
                  <a:pt x="2620" y="431"/>
                  <a:pt x="2620" y="431"/>
                </a:cubicBezTo>
                <a:cubicBezTo>
                  <a:pt x="2632" y="425"/>
                  <a:pt x="2632" y="425"/>
                  <a:pt x="2632" y="425"/>
                </a:cubicBezTo>
                <a:cubicBezTo>
                  <a:pt x="2657" y="462"/>
                  <a:pt x="2657" y="462"/>
                  <a:pt x="2657" y="462"/>
                </a:cubicBezTo>
                <a:cubicBezTo>
                  <a:pt x="2632" y="491"/>
                  <a:pt x="2632" y="491"/>
                  <a:pt x="2632" y="491"/>
                </a:cubicBezTo>
                <a:cubicBezTo>
                  <a:pt x="2659" y="531"/>
                  <a:pt x="2659" y="531"/>
                  <a:pt x="2659" y="531"/>
                </a:cubicBezTo>
                <a:cubicBezTo>
                  <a:pt x="2659" y="263"/>
                  <a:pt x="2659" y="263"/>
                  <a:pt x="2659" y="263"/>
                </a:cubicBezTo>
                <a:cubicBezTo>
                  <a:pt x="2657" y="263"/>
                  <a:pt x="2657" y="263"/>
                  <a:pt x="2657" y="263"/>
                </a:cubicBezTo>
                <a:cubicBezTo>
                  <a:pt x="2657" y="524"/>
                  <a:pt x="2657" y="524"/>
                  <a:pt x="2657" y="524"/>
                </a:cubicBezTo>
                <a:cubicBezTo>
                  <a:pt x="2635" y="491"/>
                  <a:pt x="2635" y="491"/>
                  <a:pt x="2635" y="491"/>
                </a:cubicBezTo>
                <a:cubicBezTo>
                  <a:pt x="2659" y="462"/>
                  <a:pt x="2659" y="462"/>
                  <a:pt x="2659" y="462"/>
                </a:cubicBezTo>
                <a:cubicBezTo>
                  <a:pt x="2633" y="423"/>
                  <a:pt x="2633" y="423"/>
                  <a:pt x="2633" y="423"/>
                </a:cubicBezTo>
                <a:cubicBezTo>
                  <a:pt x="2624" y="426"/>
                  <a:pt x="2624" y="426"/>
                  <a:pt x="2624" y="426"/>
                </a:cubicBezTo>
                <a:cubicBezTo>
                  <a:pt x="2659" y="393"/>
                  <a:pt x="2659" y="393"/>
                  <a:pt x="2659" y="393"/>
                </a:cubicBezTo>
                <a:cubicBezTo>
                  <a:pt x="2621" y="365"/>
                  <a:pt x="2621" y="365"/>
                  <a:pt x="2621" y="365"/>
                </a:cubicBezTo>
                <a:cubicBezTo>
                  <a:pt x="2660" y="328"/>
                  <a:pt x="2660" y="328"/>
                  <a:pt x="2660" y="328"/>
                </a:cubicBezTo>
                <a:cubicBezTo>
                  <a:pt x="2620" y="300"/>
                  <a:pt x="2620" y="300"/>
                  <a:pt x="2620" y="300"/>
                </a:cubicBezTo>
                <a:cubicBezTo>
                  <a:pt x="2619" y="302"/>
                  <a:pt x="2619" y="302"/>
                  <a:pt x="2619" y="302"/>
                </a:cubicBezTo>
                <a:moveTo>
                  <a:pt x="2619" y="431"/>
                </a:moveTo>
                <a:cubicBezTo>
                  <a:pt x="2632" y="489"/>
                  <a:pt x="2632" y="489"/>
                  <a:pt x="2632" y="489"/>
                </a:cubicBezTo>
                <a:cubicBezTo>
                  <a:pt x="2619" y="549"/>
                  <a:pt x="2619" y="549"/>
                  <a:pt x="2619" y="549"/>
                </a:cubicBezTo>
                <a:cubicBezTo>
                  <a:pt x="2621" y="549"/>
                  <a:pt x="2621" y="549"/>
                  <a:pt x="2621" y="549"/>
                </a:cubicBezTo>
                <a:cubicBezTo>
                  <a:pt x="2635" y="489"/>
                  <a:pt x="2635" y="489"/>
                  <a:pt x="2635" y="489"/>
                </a:cubicBezTo>
                <a:cubicBezTo>
                  <a:pt x="2621" y="430"/>
                  <a:pt x="2621" y="430"/>
                  <a:pt x="2621" y="430"/>
                </a:cubicBezTo>
                <a:cubicBezTo>
                  <a:pt x="2619" y="431"/>
                  <a:pt x="2619" y="431"/>
                  <a:pt x="2619" y="431"/>
                </a:cubicBezTo>
                <a:moveTo>
                  <a:pt x="2631" y="425"/>
                </a:moveTo>
                <a:cubicBezTo>
                  <a:pt x="2619" y="494"/>
                  <a:pt x="2619" y="494"/>
                  <a:pt x="2619" y="494"/>
                </a:cubicBezTo>
                <a:cubicBezTo>
                  <a:pt x="2631" y="545"/>
                  <a:pt x="2631" y="545"/>
                  <a:pt x="2631" y="545"/>
                </a:cubicBezTo>
                <a:cubicBezTo>
                  <a:pt x="2633" y="545"/>
                  <a:pt x="2633" y="545"/>
                  <a:pt x="2633" y="545"/>
                </a:cubicBezTo>
                <a:cubicBezTo>
                  <a:pt x="2621" y="494"/>
                  <a:pt x="2621" y="494"/>
                  <a:pt x="2621" y="494"/>
                </a:cubicBezTo>
                <a:cubicBezTo>
                  <a:pt x="2633" y="425"/>
                  <a:pt x="2633" y="425"/>
                  <a:pt x="2633" y="425"/>
                </a:cubicBezTo>
                <a:cubicBezTo>
                  <a:pt x="2631" y="425"/>
                  <a:pt x="2631" y="425"/>
                  <a:pt x="2631" y="425"/>
                </a:cubicBezTo>
                <a:moveTo>
                  <a:pt x="2682" y="302"/>
                </a:moveTo>
                <a:cubicBezTo>
                  <a:pt x="2657" y="328"/>
                  <a:pt x="2657" y="328"/>
                  <a:pt x="2657" y="328"/>
                </a:cubicBezTo>
                <a:cubicBezTo>
                  <a:pt x="2682" y="367"/>
                  <a:pt x="2682" y="367"/>
                  <a:pt x="2682" y="367"/>
                </a:cubicBezTo>
                <a:cubicBezTo>
                  <a:pt x="2657" y="394"/>
                  <a:pt x="2657" y="394"/>
                  <a:pt x="2657" y="394"/>
                </a:cubicBezTo>
                <a:cubicBezTo>
                  <a:pt x="2632" y="423"/>
                  <a:pt x="2632" y="423"/>
                  <a:pt x="2632" y="423"/>
                </a:cubicBezTo>
                <a:cubicBezTo>
                  <a:pt x="2632" y="545"/>
                  <a:pt x="2632" y="545"/>
                  <a:pt x="2632" y="545"/>
                </a:cubicBezTo>
                <a:cubicBezTo>
                  <a:pt x="2632" y="671"/>
                  <a:pt x="2632" y="671"/>
                  <a:pt x="2632" y="671"/>
                </a:cubicBezTo>
                <a:cubicBezTo>
                  <a:pt x="2634" y="671"/>
                  <a:pt x="2634" y="671"/>
                  <a:pt x="2634" y="671"/>
                </a:cubicBezTo>
                <a:cubicBezTo>
                  <a:pt x="2634" y="545"/>
                  <a:pt x="2634" y="545"/>
                  <a:pt x="2634" y="545"/>
                </a:cubicBezTo>
                <a:cubicBezTo>
                  <a:pt x="2634" y="424"/>
                  <a:pt x="2634" y="424"/>
                  <a:pt x="2634" y="424"/>
                </a:cubicBezTo>
                <a:cubicBezTo>
                  <a:pt x="2658" y="395"/>
                  <a:pt x="2658" y="395"/>
                  <a:pt x="2658" y="395"/>
                </a:cubicBezTo>
                <a:cubicBezTo>
                  <a:pt x="2657" y="394"/>
                  <a:pt x="2657" y="394"/>
                  <a:pt x="2657" y="394"/>
                </a:cubicBezTo>
                <a:cubicBezTo>
                  <a:pt x="2658" y="395"/>
                  <a:pt x="2658" y="395"/>
                  <a:pt x="2658" y="395"/>
                </a:cubicBezTo>
                <a:cubicBezTo>
                  <a:pt x="2684" y="367"/>
                  <a:pt x="2684" y="367"/>
                  <a:pt x="2684" y="367"/>
                </a:cubicBezTo>
                <a:cubicBezTo>
                  <a:pt x="2660" y="328"/>
                  <a:pt x="2660" y="328"/>
                  <a:pt x="2660" y="328"/>
                </a:cubicBezTo>
                <a:cubicBezTo>
                  <a:pt x="2684" y="304"/>
                  <a:pt x="2684" y="304"/>
                  <a:pt x="2684" y="304"/>
                </a:cubicBezTo>
                <a:cubicBezTo>
                  <a:pt x="2682" y="302"/>
                  <a:pt x="2682" y="302"/>
                  <a:pt x="2682" y="302"/>
                </a:cubicBezTo>
                <a:moveTo>
                  <a:pt x="2657" y="395"/>
                </a:moveTo>
                <a:cubicBezTo>
                  <a:pt x="2682" y="429"/>
                  <a:pt x="2682" y="429"/>
                  <a:pt x="2682" y="429"/>
                </a:cubicBezTo>
                <a:cubicBezTo>
                  <a:pt x="2656" y="461"/>
                  <a:pt x="2656" y="461"/>
                  <a:pt x="2656" y="461"/>
                </a:cubicBezTo>
                <a:cubicBezTo>
                  <a:pt x="2682" y="482"/>
                  <a:pt x="2682" y="482"/>
                  <a:pt x="2682" y="482"/>
                </a:cubicBezTo>
                <a:cubicBezTo>
                  <a:pt x="2684" y="480"/>
                  <a:pt x="2684" y="480"/>
                  <a:pt x="2684" y="480"/>
                </a:cubicBezTo>
                <a:cubicBezTo>
                  <a:pt x="2659" y="461"/>
                  <a:pt x="2659" y="461"/>
                  <a:pt x="2659" y="461"/>
                </a:cubicBezTo>
                <a:cubicBezTo>
                  <a:pt x="2685" y="429"/>
                  <a:pt x="2685" y="429"/>
                  <a:pt x="2685" y="429"/>
                </a:cubicBezTo>
                <a:cubicBezTo>
                  <a:pt x="2659" y="394"/>
                  <a:pt x="2659" y="394"/>
                  <a:pt x="2659" y="394"/>
                </a:cubicBezTo>
                <a:cubicBezTo>
                  <a:pt x="2657" y="395"/>
                  <a:pt x="2657" y="395"/>
                  <a:pt x="2657" y="395"/>
                </a:cubicBezTo>
                <a:moveTo>
                  <a:pt x="2698" y="493"/>
                </a:moveTo>
                <a:cubicBezTo>
                  <a:pt x="2657" y="528"/>
                  <a:pt x="2657" y="528"/>
                  <a:pt x="2657" y="528"/>
                </a:cubicBezTo>
                <a:cubicBezTo>
                  <a:pt x="2670" y="546"/>
                  <a:pt x="2670" y="546"/>
                  <a:pt x="2670" y="546"/>
                </a:cubicBezTo>
                <a:cubicBezTo>
                  <a:pt x="2672" y="545"/>
                  <a:pt x="2672" y="545"/>
                  <a:pt x="2672" y="545"/>
                </a:cubicBezTo>
                <a:cubicBezTo>
                  <a:pt x="2660" y="528"/>
                  <a:pt x="2660" y="528"/>
                  <a:pt x="2660" y="528"/>
                </a:cubicBezTo>
                <a:cubicBezTo>
                  <a:pt x="2699" y="494"/>
                  <a:pt x="2699" y="494"/>
                  <a:pt x="2699" y="494"/>
                </a:cubicBezTo>
                <a:cubicBezTo>
                  <a:pt x="2698" y="493"/>
                  <a:pt x="2698" y="493"/>
                  <a:pt x="2698" y="493"/>
                </a:cubicBezTo>
                <a:moveTo>
                  <a:pt x="2620" y="564"/>
                </a:moveTo>
                <a:cubicBezTo>
                  <a:pt x="2633" y="559"/>
                  <a:pt x="2633" y="559"/>
                  <a:pt x="2633" y="559"/>
                </a:cubicBezTo>
                <a:cubicBezTo>
                  <a:pt x="2706" y="559"/>
                  <a:pt x="2706" y="559"/>
                  <a:pt x="2706" y="559"/>
                </a:cubicBezTo>
                <a:cubicBezTo>
                  <a:pt x="2706" y="557"/>
                  <a:pt x="2706" y="557"/>
                  <a:pt x="2706" y="557"/>
                </a:cubicBezTo>
                <a:cubicBezTo>
                  <a:pt x="2633" y="557"/>
                  <a:pt x="2633" y="557"/>
                  <a:pt x="2633" y="557"/>
                </a:cubicBezTo>
                <a:cubicBezTo>
                  <a:pt x="2619" y="562"/>
                  <a:pt x="2619" y="562"/>
                  <a:pt x="2619" y="562"/>
                </a:cubicBezTo>
                <a:cubicBezTo>
                  <a:pt x="2620" y="564"/>
                  <a:pt x="2620" y="564"/>
                  <a:pt x="2620" y="564"/>
                </a:cubicBezTo>
                <a:moveTo>
                  <a:pt x="2645" y="274"/>
                </a:moveTo>
                <a:cubicBezTo>
                  <a:pt x="2647" y="274"/>
                  <a:pt x="2647" y="274"/>
                  <a:pt x="2647" y="274"/>
                </a:cubicBezTo>
                <a:cubicBezTo>
                  <a:pt x="2647" y="198"/>
                  <a:pt x="2647" y="198"/>
                  <a:pt x="2647" y="198"/>
                </a:cubicBezTo>
                <a:cubicBezTo>
                  <a:pt x="2645" y="198"/>
                  <a:pt x="2645" y="198"/>
                  <a:pt x="2645" y="198"/>
                </a:cubicBezTo>
                <a:lnTo>
                  <a:pt x="2645" y="274"/>
                </a:lnTo>
                <a:close/>
                <a:moveTo>
                  <a:pt x="2665" y="275"/>
                </a:moveTo>
                <a:cubicBezTo>
                  <a:pt x="2667" y="275"/>
                  <a:pt x="2667" y="275"/>
                  <a:pt x="2667" y="275"/>
                </a:cubicBezTo>
                <a:cubicBezTo>
                  <a:pt x="2667" y="198"/>
                  <a:pt x="2667" y="198"/>
                  <a:pt x="2667" y="198"/>
                </a:cubicBezTo>
                <a:cubicBezTo>
                  <a:pt x="2665" y="198"/>
                  <a:pt x="2665" y="198"/>
                  <a:pt x="2665" y="198"/>
                </a:cubicBezTo>
                <a:lnTo>
                  <a:pt x="2665" y="275"/>
                </a:lnTo>
                <a:close/>
                <a:moveTo>
                  <a:pt x="2646" y="260"/>
                </a:moveTo>
                <a:cubicBezTo>
                  <a:pt x="2663" y="260"/>
                  <a:pt x="2663" y="260"/>
                  <a:pt x="2663" y="260"/>
                </a:cubicBezTo>
                <a:cubicBezTo>
                  <a:pt x="2659" y="264"/>
                  <a:pt x="2659" y="264"/>
                  <a:pt x="2659" y="264"/>
                </a:cubicBezTo>
                <a:cubicBezTo>
                  <a:pt x="2661" y="265"/>
                  <a:pt x="2661" y="265"/>
                  <a:pt x="2661" y="265"/>
                </a:cubicBezTo>
                <a:cubicBezTo>
                  <a:pt x="2667" y="257"/>
                  <a:pt x="2667" y="257"/>
                  <a:pt x="2667" y="257"/>
                </a:cubicBezTo>
                <a:cubicBezTo>
                  <a:pt x="2646" y="257"/>
                  <a:pt x="2646" y="257"/>
                  <a:pt x="2646" y="257"/>
                </a:cubicBezTo>
                <a:cubicBezTo>
                  <a:pt x="2646" y="260"/>
                  <a:pt x="2646" y="260"/>
                  <a:pt x="2646" y="260"/>
                </a:cubicBezTo>
                <a:moveTo>
                  <a:pt x="2645" y="259"/>
                </a:moveTo>
                <a:cubicBezTo>
                  <a:pt x="2654" y="266"/>
                  <a:pt x="2654" y="266"/>
                  <a:pt x="2654" y="266"/>
                </a:cubicBezTo>
                <a:cubicBezTo>
                  <a:pt x="2655" y="264"/>
                  <a:pt x="2655" y="264"/>
                  <a:pt x="2655" y="264"/>
                </a:cubicBezTo>
                <a:cubicBezTo>
                  <a:pt x="2646" y="258"/>
                  <a:pt x="2646" y="258"/>
                  <a:pt x="2646" y="258"/>
                </a:cubicBezTo>
                <a:moveTo>
                  <a:pt x="2697" y="491"/>
                </a:moveTo>
                <a:cubicBezTo>
                  <a:pt x="2697" y="409"/>
                  <a:pt x="2697" y="409"/>
                  <a:pt x="2697" y="409"/>
                </a:cubicBezTo>
                <a:cubicBezTo>
                  <a:pt x="2743" y="409"/>
                  <a:pt x="2743" y="409"/>
                  <a:pt x="2743" y="409"/>
                </a:cubicBezTo>
                <a:cubicBezTo>
                  <a:pt x="2743" y="670"/>
                  <a:pt x="2743" y="670"/>
                  <a:pt x="2743" y="670"/>
                </a:cubicBezTo>
                <a:cubicBezTo>
                  <a:pt x="2745" y="670"/>
                  <a:pt x="2745" y="670"/>
                  <a:pt x="2745" y="670"/>
                </a:cubicBezTo>
                <a:cubicBezTo>
                  <a:pt x="2745" y="407"/>
                  <a:pt x="2745" y="407"/>
                  <a:pt x="2745" y="407"/>
                </a:cubicBezTo>
                <a:cubicBezTo>
                  <a:pt x="2695" y="407"/>
                  <a:pt x="2695" y="407"/>
                  <a:pt x="2695" y="407"/>
                </a:cubicBezTo>
                <a:cubicBezTo>
                  <a:pt x="2695" y="491"/>
                  <a:pt x="2695" y="491"/>
                  <a:pt x="2695" y="491"/>
                </a:cubicBezTo>
                <a:cubicBezTo>
                  <a:pt x="2697" y="491"/>
                  <a:pt x="2697" y="491"/>
                  <a:pt x="2697" y="491"/>
                </a:cubicBezTo>
                <a:moveTo>
                  <a:pt x="2744" y="435"/>
                </a:moveTo>
                <a:cubicBezTo>
                  <a:pt x="2751" y="435"/>
                  <a:pt x="2751" y="435"/>
                  <a:pt x="2751" y="435"/>
                </a:cubicBezTo>
                <a:cubicBezTo>
                  <a:pt x="2751" y="504"/>
                  <a:pt x="2751" y="504"/>
                  <a:pt x="2751" y="504"/>
                </a:cubicBezTo>
                <a:cubicBezTo>
                  <a:pt x="2759" y="504"/>
                  <a:pt x="2759" y="504"/>
                  <a:pt x="2759" y="504"/>
                </a:cubicBezTo>
                <a:cubicBezTo>
                  <a:pt x="2759" y="502"/>
                  <a:pt x="2759" y="502"/>
                  <a:pt x="2759" y="502"/>
                </a:cubicBezTo>
                <a:cubicBezTo>
                  <a:pt x="2754" y="502"/>
                  <a:pt x="2754" y="502"/>
                  <a:pt x="2754" y="502"/>
                </a:cubicBezTo>
                <a:cubicBezTo>
                  <a:pt x="2754" y="432"/>
                  <a:pt x="2754" y="432"/>
                  <a:pt x="2754" y="432"/>
                </a:cubicBezTo>
                <a:cubicBezTo>
                  <a:pt x="2744" y="432"/>
                  <a:pt x="2744" y="432"/>
                  <a:pt x="2744" y="432"/>
                </a:cubicBezTo>
                <a:cubicBezTo>
                  <a:pt x="2744" y="435"/>
                  <a:pt x="2744" y="435"/>
                  <a:pt x="2744" y="435"/>
                </a:cubicBezTo>
                <a:moveTo>
                  <a:pt x="2760" y="671"/>
                </a:moveTo>
                <a:cubicBezTo>
                  <a:pt x="2760" y="309"/>
                  <a:pt x="2760" y="309"/>
                  <a:pt x="2760" y="309"/>
                </a:cubicBezTo>
                <a:cubicBezTo>
                  <a:pt x="2815" y="306"/>
                  <a:pt x="2815" y="306"/>
                  <a:pt x="2815" y="306"/>
                </a:cubicBezTo>
                <a:cubicBezTo>
                  <a:pt x="2830" y="316"/>
                  <a:pt x="2830" y="316"/>
                  <a:pt x="2830" y="316"/>
                </a:cubicBezTo>
                <a:cubicBezTo>
                  <a:pt x="2830" y="465"/>
                  <a:pt x="2830" y="465"/>
                  <a:pt x="2830" y="465"/>
                </a:cubicBezTo>
                <a:cubicBezTo>
                  <a:pt x="2832" y="465"/>
                  <a:pt x="2832" y="465"/>
                  <a:pt x="2832" y="465"/>
                </a:cubicBezTo>
                <a:cubicBezTo>
                  <a:pt x="2832" y="315"/>
                  <a:pt x="2832" y="315"/>
                  <a:pt x="2832" y="315"/>
                </a:cubicBezTo>
                <a:cubicBezTo>
                  <a:pt x="2815" y="304"/>
                  <a:pt x="2815" y="304"/>
                  <a:pt x="2815" y="304"/>
                </a:cubicBezTo>
                <a:cubicBezTo>
                  <a:pt x="2758" y="307"/>
                  <a:pt x="2758" y="307"/>
                  <a:pt x="2758" y="307"/>
                </a:cubicBezTo>
                <a:cubicBezTo>
                  <a:pt x="2758" y="671"/>
                  <a:pt x="2758" y="671"/>
                  <a:pt x="2758" y="671"/>
                </a:cubicBezTo>
                <a:cubicBezTo>
                  <a:pt x="2760" y="671"/>
                  <a:pt x="2760" y="671"/>
                  <a:pt x="2760" y="671"/>
                </a:cubicBezTo>
                <a:moveTo>
                  <a:pt x="2815" y="305"/>
                </a:moveTo>
                <a:cubicBezTo>
                  <a:pt x="2815" y="649"/>
                  <a:pt x="2815" y="649"/>
                  <a:pt x="2815" y="649"/>
                </a:cubicBezTo>
                <a:cubicBezTo>
                  <a:pt x="2822" y="649"/>
                  <a:pt x="2822" y="649"/>
                  <a:pt x="2822" y="649"/>
                </a:cubicBezTo>
                <a:cubicBezTo>
                  <a:pt x="2823" y="649"/>
                  <a:pt x="2823" y="649"/>
                  <a:pt x="2823" y="649"/>
                </a:cubicBezTo>
                <a:cubicBezTo>
                  <a:pt x="2823" y="524"/>
                  <a:pt x="2823" y="524"/>
                  <a:pt x="2823" y="524"/>
                </a:cubicBezTo>
                <a:cubicBezTo>
                  <a:pt x="2826" y="524"/>
                  <a:pt x="2826" y="524"/>
                  <a:pt x="2826" y="524"/>
                </a:cubicBezTo>
                <a:cubicBezTo>
                  <a:pt x="2827" y="524"/>
                  <a:pt x="2827" y="524"/>
                  <a:pt x="2827" y="524"/>
                </a:cubicBezTo>
                <a:cubicBezTo>
                  <a:pt x="2827" y="516"/>
                  <a:pt x="2827" y="516"/>
                  <a:pt x="2827" y="516"/>
                </a:cubicBezTo>
                <a:cubicBezTo>
                  <a:pt x="2830" y="516"/>
                  <a:pt x="2830" y="516"/>
                  <a:pt x="2830" y="516"/>
                </a:cubicBezTo>
                <a:cubicBezTo>
                  <a:pt x="2831" y="516"/>
                  <a:pt x="2831" y="516"/>
                  <a:pt x="2831" y="516"/>
                </a:cubicBezTo>
                <a:cubicBezTo>
                  <a:pt x="2831" y="504"/>
                  <a:pt x="2831" y="504"/>
                  <a:pt x="2831" y="504"/>
                </a:cubicBezTo>
                <a:cubicBezTo>
                  <a:pt x="2845" y="486"/>
                  <a:pt x="2845" y="486"/>
                  <a:pt x="2845" y="486"/>
                </a:cubicBezTo>
                <a:cubicBezTo>
                  <a:pt x="2859" y="500"/>
                  <a:pt x="2859" y="500"/>
                  <a:pt x="2859" y="500"/>
                </a:cubicBezTo>
                <a:cubicBezTo>
                  <a:pt x="2859" y="516"/>
                  <a:pt x="2859" y="516"/>
                  <a:pt x="2859" y="516"/>
                </a:cubicBezTo>
                <a:cubicBezTo>
                  <a:pt x="2862" y="516"/>
                  <a:pt x="2862" y="516"/>
                  <a:pt x="2862" y="516"/>
                </a:cubicBezTo>
                <a:cubicBezTo>
                  <a:pt x="2862" y="528"/>
                  <a:pt x="2862" y="528"/>
                  <a:pt x="2862" y="528"/>
                </a:cubicBezTo>
                <a:cubicBezTo>
                  <a:pt x="2866" y="528"/>
                  <a:pt x="2866" y="528"/>
                  <a:pt x="2866" y="528"/>
                </a:cubicBezTo>
                <a:cubicBezTo>
                  <a:pt x="2866" y="577"/>
                  <a:pt x="2866" y="577"/>
                  <a:pt x="2866" y="577"/>
                </a:cubicBezTo>
                <a:cubicBezTo>
                  <a:pt x="2868" y="577"/>
                  <a:pt x="2868" y="577"/>
                  <a:pt x="2868" y="577"/>
                </a:cubicBezTo>
                <a:cubicBezTo>
                  <a:pt x="2868" y="526"/>
                  <a:pt x="2868" y="526"/>
                  <a:pt x="2868" y="526"/>
                </a:cubicBezTo>
                <a:cubicBezTo>
                  <a:pt x="2865" y="526"/>
                  <a:pt x="2865" y="526"/>
                  <a:pt x="2865" y="526"/>
                </a:cubicBezTo>
                <a:cubicBezTo>
                  <a:pt x="2865" y="513"/>
                  <a:pt x="2865" y="513"/>
                  <a:pt x="2865" y="513"/>
                </a:cubicBezTo>
                <a:cubicBezTo>
                  <a:pt x="2861" y="513"/>
                  <a:pt x="2861" y="513"/>
                  <a:pt x="2861" y="513"/>
                </a:cubicBezTo>
                <a:cubicBezTo>
                  <a:pt x="2861" y="499"/>
                  <a:pt x="2861" y="499"/>
                  <a:pt x="2861" y="499"/>
                </a:cubicBezTo>
                <a:cubicBezTo>
                  <a:pt x="2845" y="482"/>
                  <a:pt x="2845" y="482"/>
                  <a:pt x="2845" y="482"/>
                </a:cubicBezTo>
                <a:cubicBezTo>
                  <a:pt x="2829" y="503"/>
                  <a:pt x="2829" y="503"/>
                  <a:pt x="2829" y="503"/>
                </a:cubicBezTo>
                <a:cubicBezTo>
                  <a:pt x="2829" y="514"/>
                  <a:pt x="2829" y="514"/>
                  <a:pt x="2829" y="514"/>
                </a:cubicBezTo>
                <a:cubicBezTo>
                  <a:pt x="2826" y="514"/>
                  <a:pt x="2826" y="514"/>
                  <a:pt x="2826" y="514"/>
                </a:cubicBezTo>
                <a:cubicBezTo>
                  <a:pt x="2825" y="514"/>
                  <a:pt x="2825" y="514"/>
                  <a:pt x="2825" y="514"/>
                </a:cubicBezTo>
                <a:cubicBezTo>
                  <a:pt x="2825" y="522"/>
                  <a:pt x="2825" y="522"/>
                  <a:pt x="2825" y="522"/>
                </a:cubicBezTo>
                <a:cubicBezTo>
                  <a:pt x="2822" y="522"/>
                  <a:pt x="2822" y="522"/>
                  <a:pt x="2822" y="522"/>
                </a:cubicBezTo>
                <a:cubicBezTo>
                  <a:pt x="2821" y="522"/>
                  <a:pt x="2821" y="522"/>
                  <a:pt x="2821" y="522"/>
                </a:cubicBezTo>
                <a:cubicBezTo>
                  <a:pt x="2821" y="647"/>
                  <a:pt x="2821" y="647"/>
                  <a:pt x="2821" y="647"/>
                </a:cubicBezTo>
                <a:cubicBezTo>
                  <a:pt x="2817" y="647"/>
                  <a:pt x="2817" y="647"/>
                  <a:pt x="2817" y="647"/>
                </a:cubicBezTo>
                <a:cubicBezTo>
                  <a:pt x="2818" y="305"/>
                  <a:pt x="2818" y="305"/>
                  <a:pt x="2818" y="305"/>
                </a:cubicBezTo>
                <a:cubicBezTo>
                  <a:pt x="2815" y="305"/>
                  <a:pt x="2815" y="305"/>
                  <a:pt x="2815" y="305"/>
                </a:cubicBezTo>
                <a:moveTo>
                  <a:pt x="2844" y="484"/>
                </a:moveTo>
                <a:cubicBezTo>
                  <a:pt x="2840" y="498"/>
                  <a:pt x="2840" y="498"/>
                  <a:pt x="2840" y="498"/>
                </a:cubicBezTo>
                <a:cubicBezTo>
                  <a:pt x="2840" y="511"/>
                  <a:pt x="2840" y="511"/>
                  <a:pt x="2840" y="511"/>
                </a:cubicBezTo>
                <a:cubicBezTo>
                  <a:pt x="2835" y="511"/>
                  <a:pt x="2835" y="511"/>
                  <a:pt x="2835" y="511"/>
                </a:cubicBezTo>
                <a:cubicBezTo>
                  <a:pt x="2835" y="624"/>
                  <a:pt x="2835" y="624"/>
                  <a:pt x="2835" y="624"/>
                </a:cubicBezTo>
                <a:cubicBezTo>
                  <a:pt x="2837" y="624"/>
                  <a:pt x="2837" y="624"/>
                  <a:pt x="2837" y="624"/>
                </a:cubicBezTo>
                <a:cubicBezTo>
                  <a:pt x="2837" y="514"/>
                  <a:pt x="2837" y="514"/>
                  <a:pt x="2837" y="514"/>
                </a:cubicBezTo>
                <a:cubicBezTo>
                  <a:pt x="2842" y="514"/>
                  <a:pt x="2842" y="514"/>
                  <a:pt x="2842" y="514"/>
                </a:cubicBezTo>
                <a:cubicBezTo>
                  <a:pt x="2842" y="499"/>
                  <a:pt x="2842" y="499"/>
                  <a:pt x="2842" y="499"/>
                </a:cubicBezTo>
                <a:cubicBezTo>
                  <a:pt x="2846" y="484"/>
                  <a:pt x="2846" y="484"/>
                  <a:pt x="2846" y="484"/>
                </a:cubicBezTo>
                <a:cubicBezTo>
                  <a:pt x="2844" y="484"/>
                  <a:pt x="2844" y="484"/>
                  <a:pt x="2844" y="484"/>
                </a:cubicBezTo>
                <a:moveTo>
                  <a:pt x="2801" y="671"/>
                </a:moveTo>
                <a:cubicBezTo>
                  <a:pt x="2801" y="649"/>
                  <a:pt x="2801" y="649"/>
                  <a:pt x="2801" y="649"/>
                </a:cubicBezTo>
                <a:cubicBezTo>
                  <a:pt x="2885" y="649"/>
                  <a:pt x="2885" y="649"/>
                  <a:pt x="2885" y="649"/>
                </a:cubicBezTo>
                <a:cubicBezTo>
                  <a:pt x="2885" y="645"/>
                  <a:pt x="2885" y="645"/>
                  <a:pt x="2885" y="645"/>
                </a:cubicBezTo>
                <a:cubicBezTo>
                  <a:pt x="2959" y="645"/>
                  <a:pt x="2959" y="645"/>
                  <a:pt x="2959" y="645"/>
                </a:cubicBezTo>
                <a:cubicBezTo>
                  <a:pt x="2959" y="671"/>
                  <a:pt x="2959" y="671"/>
                  <a:pt x="2959" y="671"/>
                </a:cubicBezTo>
                <a:cubicBezTo>
                  <a:pt x="2961" y="671"/>
                  <a:pt x="2961" y="671"/>
                  <a:pt x="2961" y="671"/>
                </a:cubicBezTo>
                <a:cubicBezTo>
                  <a:pt x="2961" y="643"/>
                  <a:pt x="2961" y="643"/>
                  <a:pt x="2961" y="643"/>
                </a:cubicBezTo>
                <a:cubicBezTo>
                  <a:pt x="2883" y="643"/>
                  <a:pt x="2883" y="643"/>
                  <a:pt x="2883" y="643"/>
                </a:cubicBezTo>
                <a:cubicBezTo>
                  <a:pt x="2883" y="647"/>
                  <a:pt x="2883" y="647"/>
                  <a:pt x="2883" y="647"/>
                </a:cubicBezTo>
                <a:cubicBezTo>
                  <a:pt x="2799" y="647"/>
                  <a:pt x="2799" y="647"/>
                  <a:pt x="2799" y="647"/>
                </a:cubicBezTo>
                <a:cubicBezTo>
                  <a:pt x="2799" y="671"/>
                  <a:pt x="2799" y="671"/>
                  <a:pt x="2799" y="671"/>
                </a:cubicBezTo>
                <a:cubicBezTo>
                  <a:pt x="2801" y="671"/>
                  <a:pt x="2801" y="671"/>
                  <a:pt x="2801" y="671"/>
                </a:cubicBezTo>
                <a:moveTo>
                  <a:pt x="2808" y="672"/>
                </a:moveTo>
                <a:cubicBezTo>
                  <a:pt x="2811" y="672"/>
                  <a:pt x="2811" y="672"/>
                  <a:pt x="2811" y="672"/>
                </a:cubicBezTo>
                <a:cubicBezTo>
                  <a:pt x="2811" y="649"/>
                  <a:pt x="2811" y="649"/>
                  <a:pt x="2811" y="649"/>
                </a:cubicBezTo>
                <a:cubicBezTo>
                  <a:pt x="2808" y="649"/>
                  <a:pt x="2808" y="649"/>
                  <a:pt x="2808" y="649"/>
                </a:cubicBezTo>
                <a:lnTo>
                  <a:pt x="2808" y="672"/>
                </a:lnTo>
                <a:close/>
                <a:moveTo>
                  <a:pt x="2901" y="671"/>
                </a:moveTo>
                <a:cubicBezTo>
                  <a:pt x="2901" y="656"/>
                  <a:pt x="2901" y="656"/>
                  <a:pt x="2901" y="656"/>
                </a:cubicBezTo>
                <a:cubicBezTo>
                  <a:pt x="2940" y="656"/>
                  <a:pt x="2940" y="656"/>
                  <a:pt x="2940" y="656"/>
                </a:cubicBezTo>
                <a:cubicBezTo>
                  <a:pt x="2940" y="654"/>
                  <a:pt x="2940" y="654"/>
                  <a:pt x="2940" y="654"/>
                </a:cubicBezTo>
                <a:cubicBezTo>
                  <a:pt x="2899" y="654"/>
                  <a:pt x="2899" y="654"/>
                  <a:pt x="2899" y="654"/>
                </a:cubicBezTo>
                <a:cubicBezTo>
                  <a:pt x="2899" y="671"/>
                  <a:pt x="2899" y="671"/>
                  <a:pt x="2899" y="671"/>
                </a:cubicBezTo>
                <a:cubicBezTo>
                  <a:pt x="2901" y="671"/>
                  <a:pt x="2901" y="671"/>
                  <a:pt x="2901" y="671"/>
                </a:cubicBezTo>
                <a:moveTo>
                  <a:pt x="2821" y="624"/>
                </a:moveTo>
                <a:cubicBezTo>
                  <a:pt x="2868" y="624"/>
                  <a:pt x="2868" y="624"/>
                  <a:pt x="2868" y="624"/>
                </a:cubicBezTo>
                <a:cubicBezTo>
                  <a:pt x="2868" y="622"/>
                  <a:pt x="2868" y="622"/>
                  <a:pt x="2868" y="622"/>
                </a:cubicBezTo>
                <a:cubicBezTo>
                  <a:pt x="2821" y="622"/>
                  <a:pt x="2821" y="622"/>
                  <a:pt x="2821" y="622"/>
                </a:cubicBezTo>
                <a:moveTo>
                  <a:pt x="2880" y="648"/>
                </a:moveTo>
                <a:cubicBezTo>
                  <a:pt x="2880" y="543"/>
                  <a:pt x="2880" y="543"/>
                  <a:pt x="2880" y="543"/>
                </a:cubicBezTo>
                <a:cubicBezTo>
                  <a:pt x="2897" y="543"/>
                  <a:pt x="2897" y="543"/>
                  <a:pt x="2897" y="543"/>
                </a:cubicBezTo>
                <a:cubicBezTo>
                  <a:pt x="2901" y="539"/>
                  <a:pt x="2901" y="539"/>
                  <a:pt x="2901" y="539"/>
                </a:cubicBezTo>
                <a:cubicBezTo>
                  <a:pt x="2931" y="539"/>
                  <a:pt x="2931" y="539"/>
                  <a:pt x="2931" y="539"/>
                </a:cubicBezTo>
                <a:cubicBezTo>
                  <a:pt x="2931" y="644"/>
                  <a:pt x="2931" y="644"/>
                  <a:pt x="2931" y="644"/>
                </a:cubicBezTo>
                <a:cubicBezTo>
                  <a:pt x="2933" y="644"/>
                  <a:pt x="2933" y="644"/>
                  <a:pt x="2933" y="644"/>
                </a:cubicBezTo>
                <a:cubicBezTo>
                  <a:pt x="2933" y="537"/>
                  <a:pt x="2933" y="537"/>
                  <a:pt x="2933" y="537"/>
                </a:cubicBezTo>
                <a:cubicBezTo>
                  <a:pt x="2900" y="537"/>
                  <a:pt x="2900" y="537"/>
                  <a:pt x="2900" y="537"/>
                </a:cubicBezTo>
                <a:cubicBezTo>
                  <a:pt x="2896" y="541"/>
                  <a:pt x="2896" y="541"/>
                  <a:pt x="2896" y="541"/>
                </a:cubicBezTo>
                <a:cubicBezTo>
                  <a:pt x="2878" y="541"/>
                  <a:pt x="2878" y="541"/>
                  <a:pt x="2878" y="541"/>
                </a:cubicBezTo>
                <a:cubicBezTo>
                  <a:pt x="2878" y="648"/>
                  <a:pt x="2878" y="648"/>
                  <a:pt x="2878" y="648"/>
                </a:cubicBezTo>
                <a:cubicBezTo>
                  <a:pt x="2880" y="648"/>
                  <a:pt x="2880" y="648"/>
                  <a:pt x="2880" y="648"/>
                </a:cubicBezTo>
                <a:moveTo>
                  <a:pt x="2901" y="644"/>
                </a:moveTo>
                <a:cubicBezTo>
                  <a:pt x="2903" y="644"/>
                  <a:pt x="2903" y="644"/>
                  <a:pt x="2903" y="644"/>
                </a:cubicBezTo>
                <a:cubicBezTo>
                  <a:pt x="2903" y="538"/>
                  <a:pt x="2903" y="538"/>
                  <a:pt x="2903" y="538"/>
                </a:cubicBezTo>
                <a:cubicBezTo>
                  <a:pt x="2901" y="538"/>
                  <a:pt x="2901" y="538"/>
                  <a:pt x="2901" y="538"/>
                </a:cubicBezTo>
                <a:lnTo>
                  <a:pt x="2901" y="644"/>
                </a:lnTo>
                <a:close/>
                <a:moveTo>
                  <a:pt x="2977" y="671"/>
                </a:moveTo>
                <a:cubicBezTo>
                  <a:pt x="2977" y="592"/>
                  <a:pt x="2977" y="592"/>
                  <a:pt x="2977" y="592"/>
                </a:cubicBezTo>
                <a:cubicBezTo>
                  <a:pt x="3021" y="592"/>
                  <a:pt x="3021" y="592"/>
                  <a:pt x="3021" y="592"/>
                </a:cubicBezTo>
                <a:cubicBezTo>
                  <a:pt x="3021" y="670"/>
                  <a:pt x="3021" y="670"/>
                  <a:pt x="3021" y="670"/>
                </a:cubicBezTo>
                <a:cubicBezTo>
                  <a:pt x="3023" y="670"/>
                  <a:pt x="3023" y="670"/>
                  <a:pt x="3023" y="670"/>
                </a:cubicBezTo>
                <a:cubicBezTo>
                  <a:pt x="3023" y="590"/>
                  <a:pt x="3023" y="590"/>
                  <a:pt x="3023" y="590"/>
                </a:cubicBezTo>
                <a:cubicBezTo>
                  <a:pt x="2975" y="590"/>
                  <a:pt x="2975" y="590"/>
                  <a:pt x="2975" y="590"/>
                </a:cubicBezTo>
                <a:cubicBezTo>
                  <a:pt x="2975" y="671"/>
                  <a:pt x="2975" y="671"/>
                  <a:pt x="2975" y="671"/>
                </a:cubicBezTo>
                <a:cubicBezTo>
                  <a:pt x="2977" y="671"/>
                  <a:pt x="2977" y="671"/>
                  <a:pt x="2977" y="671"/>
                </a:cubicBezTo>
                <a:moveTo>
                  <a:pt x="2935" y="535"/>
                </a:moveTo>
                <a:cubicBezTo>
                  <a:pt x="2935" y="494"/>
                  <a:pt x="2935" y="494"/>
                  <a:pt x="2935" y="494"/>
                </a:cubicBezTo>
                <a:cubicBezTo>
                  <a:pt x="2953" y="483"/>
                  <a:pt x="2953" y="483"/>
                  <a:pt x="2953" y="483"/>
                </a:cubicBezTo>
                <a:cubicBezTo>
                  <a:pt x="2953" y="644"/>
                  <a:pt x="2953" y="644"/>
                  <a:pt x="2953" y="644"/>
                </a:cubicBezTo>
                <a:cubicBezTo>
                  <a:pt x="2955" y="644"/>
                  <a:pt x="2955" y="644"/>
                  <a:pt x="2955" y="644"/>
                </a:cubicBezTo>
                <a:cubicBezTo>
                  <a:pt x="2955" y="479"/>
                  <a:pt x="2955" y="479"/>
                  <a:pt x="2955" y="479"/>
                </a:cubicBezTo>
                <a:cubicBezTo>
                  <a:pt x="2933" y="493"/>
                  <a:pt x="2933" y="493"/>
                  <a:pt x="2933" y="493"/>
                </a:cubicBezTo>
                <a:cubicBezTo>
                  <a:pt x="2933" y="535"/>
                  <a:pt x="2933" y="535"/>
                  <a:pt x="2933" y="535"/>
                </a:cubicBezTo>
                <a:cubicBezTo>
                  <a:pt x="2935" y="535"/>
                  <a:pt x="2935" y="535"/>
                  <a:pt x="2935" y="535"/>
                </a:cubicBezTo>
                <a:moveTo>
                  <a:pt x="3012" y="591"/>
                </a:moveTo>
                <a:cubicBezTo>
                  <a:pt x="3015" y="591"/>
                  <a:pt x="3015" y="591"/>
                  <a:pt x="3015" y="591"/>
                </a:cubicBezTo>
                <a:cubicBezTo>
                  <a:pt x="3015" y="491"/>
                  <a:pt x="3015" y="491"/>
                  <a:pt x="3015" y="491"/>
                </a:cubicBezTo>
                <a:cubicBezTo>
                  <a:pt x="3012" y="491"/>
                  <a:pt x="3012" y="491"/>
                  <a:pt x="3012" y="491"/>
                </a:cubicBezTo>
                <a:lnTo>
                  <a:pt x="3012" y="591"/>
                </a:lnTo>
                <a:close/>
                <a:moveTo>
                  <a:pt x="2997" y="516"/>
                </a:moveTo>
                <a:cubicBezTo>
                  <a:pt x="2996" y="515"/>
                  <a:pt x="2996" y="515"/>
                  <a:pt x="2996" y="515"/>
                </a:cubicBezTo>
                <a:cubicBezTo>
                  <a:pt x="2975" y="528"/>
                  <a:pt x="2975" y="528"/>
                  <a:pt x="2975" y="528"/>
                </a:cubicBezTo>
                <a:cubicBezTo>
                  <a:pt x="2954" y="515"/>
                  <a:pt x="2954" y="515"/>
                  <a:pt x="2954" y="515"/>
                </a:cubicBezTo>
                <a:cubicBezTo>
                  <a:pt x="2931" y="530"/>
                  <a:pt x="2931" y="530"/>
                  <a:pt x="2931" y="530"/>
                </a:cubicBezTo>
                <a:cubicBezTo>
                  <a:pt x="2975" y="530"/>
                  <a:pt x="2975" y="530"/>
                  <a:pt x="2975" y="530"/>
                </a:cubicBezTo>
                <a:cubicBezTo>
                  <a:pt x="3016" y="529"/>
                  <a:pt x="3016" y="529"/>
                  <a:pt x="3016" y="529"/>
                </a:cubicBezTo>
                <a:cubicBezTo>
                  <a:pt x="2997" y="515"/>
                  <a:pt x="2997" y="515"/>
                  <a:pt x="2997" y="515"/>
                </a:cubicBezTo>
                <a:cubicBezTo>
                  <a:pt x="2996" y="515"/>
                  <a:pt x="2996" y="515"/>
                  <a:pt x="2996" y="515"/>
                </a:cubicBezTo>
                <a:cubicBezTo>
                  <a:pt x="2997" y="516"/>
                  <a:pt x="2997" y="516"/>
                  <a:pt x="2997" y="516"/>
                </a:cubicBezTo>
                <a:cubicBezTo>
                  <a:pt x="2996" y="517"/>
                  <a:pt x="2996" y="517"/>
                  <a:pt x="2996" y="517"/>
                </a:cubicBezTo>
                <a:cubicBezTo>
                  <a:pt x="3009" y="527"/>
                  <a:pt x="3009" y="527"/>
                  <a:pt x="3009" y="527"/>
                </a:cubicBezTo>
                <a:cubicBezTo>
                  <a:pt x="2975" y="527"/>
                  <a:pt x="2975" y="527"/>
                  <a:pt x="2975" y="527"/>
                </a:cubicBezTo>
                <a:cubicBezTo>
                  <a:pt x="2938" y="528"/>
                  <a:pt x="2938" y="528"/>
                  <a:pt x="2938" y="528"/>
                </a:cubicBezTo>
                <a:cubicBezTo>
                  <a:pt x="2954" y="517"/>
                  <a:pt x="2954" y="517"/>
                  <a:pt x="2954" y="517"/>
                </a:cubicBezTo>
                <a:cubicBezTo>
                  <a:pt x="2975" y="530"/>
                  <a:pt x="2975" y="530"/>
                  <a:pt x="2975" y="530"/>
                </a:cubicBezTo>
                <a:cubicBezTo>
                  <a:pt x="2997" y="517"/>
                  <a:pt x="2997" y="517"/>
                  <a:pt x="2997" y="517"/>
                </a:cubicBezTo>
                <a:cubicBezTo>
                  <a:pt x="2997" y="516"/>
                  <a:pt x="2997" y="516"/>
                  <a:pt x="2997" y="516"/>
                </a:cubicBezTo>
                <a:cubicBezTo>
                  <a:pt x="2996" y="517"/>
                  <a:pt x="2996" y="517"/>
                  <a:pt x="2996" y="517"/>
                </a:cubicBezTo>
                <a:cubicBezTo>
                  <a:pt x="2997" y="516"/>
                  <a:pt x="2997" y="516"/>
                  <a:pt x="2997" y="516"/>
                </a:cubicBezTo>
                <a:moveTo>
                  <a:pt x="2935" y="494"/>
                </a:moveTo>
                <a:cubicBezTo>
                  <a:pt x="3014" y="494"/>
                  <a:pt x="3014" y="494"/>
                  <a:pt x="3014" y="494"/>
                </a:cubicBezTo>
                <a:cubicBezTo>
                  <a:pt x="3014" y="492"/>
                  <a:pt x="3014" y="492"/>
                  <a:pt x="3014" y="492"/>
                </a:cubicBezTo>
                <a:cubicBezTo>
                  <a:pt x="2935" y="492"/>
                  <a:pt x="2935" y="492"/>
                  <a:pt x="2935" y="492"/>
                </a:cubicBezTo>
                <a:lnTo>
                  <a:pt x="2935" y="494"/>
                </a:lnTo>
                <a:close/>
                <a:moveTo>
                  <a:pt x="2933" y="618"/>
                </a:moveTo>
                <a:cubicBezTo>
                  <a:pt x="2965" y="618"/>
                  <a:pt x="2965" y="618"/>
                  <a:pt x="2965" y="618"/>
                </a:cubicBezTo>
                <a:cubicBezTo>
                  <a:pt x="2965" y="616"/>
                  <a:pt x="2965" y="616"/>
                  <a:pt x="2965" y="616"/>
                </a:cubicBezTo>
                <a:cubicBezTo>
                  <a:pt x="2933" y="616"/>
                  <a:pt x="2933" y="616"/>
                  <a:pt x="2933" y="616"/>
                </a:cubicBezTo>
                <a:lnTo>
                  <a:pt x="2933" y="618"/>
                </a:lnTo>
                <a:close/>
                <a:moveTo>
                  <a:pt x="2974" y="561"/>
                </a:moveTo>
                <a:cubicBezTo>
                  <a:pt x="2976" y="561"/>
                  <a:pt x="2976" y="561"/>
                  <a:pt x="2976" y="561"/>
                </a:cubicBezTo>
                <a:cubicBezTo>
                  <a:pt x="2976" y="529"/>
                  <a:pt x="2976" y="529"/>
                  <a:pt x="2976" y="529"/>
                </a:cubicBezTo>
                <a:cubicBezTo>
                  <a:pt x="2974" y="529"/>
                  <a:pt x="2974" y="529"/>
                  <a:pt x="2974" y="529"/>
                </a:cubicBezTo>
                <a:lnTo>
                  <a:pt x="2974" y="561"/>
                </a:lnTo>
                <a:close/>
                <a:moveTo>
                  <a:pt x="2975" y="591"/>
                </a:moveTo>
                <a:cubicBezTo>
                  <a:pt x="2977" y="591"/>
                  <a:pt x="2977" y="591"/>
                  <a:pt x="2977" y="591"/>
                </a:cubicBezTo>
                <a:cubicBezTo>
                  <a:pt x="2977" y="571"/>
                  <a:pt x="2977" y="571"/>
                  <a:pt x="2977" y="571"/>
                </a:cubicBezTo>
                <a:cubicBezTo>
                  <a:pt x="2975" y="571"/>
                  <a:pt x="2975" y="571"/>
                  <a:pt x="2975" y="571"/>
                </a:cubicBezTo>
                <a:lnTo>
                  <a:pt x="2975" y="591"/>
                </a:lnTo>
                <a:close/>
                <a:moveTo>
                  <a:pt x="2997" y="559"/>
                </a:moveTo>
                <a:cubicBezTo>
                  <a:pt x="2996" y="558"/>
                  <a:pt x="2996" y="558"/>
                  <a:pt x="2996" y="558"/>
                </a:cubicBezTo>
                <a:cubicBezTo>
                  <a:pt x="2976" y="569"/>
                  <a:pt x="2976" y="569"/>
                  <a:pt x="2976" y="569"/>
                </a:cubicBezTo>
                <a:cubicBezTo>
                  <a:pt x="2953" y="557"/>
                  <a:pt x="2953" y="557"/>
                  <a:pt x="2953" y="557"/>
                </a:cubicBezTo>
                <a:cubicBezTo>
                  <a:pt x="2929" y="571"/>
                  <a:pt x="2929" y="571"/>
                  <a:pt x="2929" y="571"/>
                </a:cubicBezTo>
                <a:cubicBezTo>
                  <a:pt x="2976" y="571"/>
                  <a:pt x="2976" y="571"/>
                  <a:pt x="2976" y="571"/>
                </a:cubicBezTo>
                <a:cubicBezTo>
                  <a:pt x="3015" y="571"/>
                  <a:pt x="3015" y="571"/>
                  <a:pt x="3015" y="571"/>
                </a:cubicBezTo>
                <a:cubicBezTo>
                  <a:pt x="2997" y="557"/>
                  <a:pt x="2997" y="557"/>
                  <a:pt x="2997" y="557"/>
                </a:cubicBezTo>
                <a:cubicBezTo>
                  <a:pt x="2996" y="558"/>
                  <a:pt x="2996" y="558"/>
                  <a:pt x="2996" y="558"/>
                </a:cubicBezTo>
                <a:cubicBezTo>
                  <a:pt x="2997" y="559"/>
                  <a:pt x="2997" y="559"/>
                  <a:pt x="2997" y="559"/>
                </a:cubicBezTo>
                <a:cubicBezTo>
                  <a:pt x="2996" y="560"/>
                  <a:pt x="2996" y="560"/>
                  <a:pt x="2996" y="560"/>
                </a:cubicBezTo>
                <a:cubicBezTo>
                  <a:pt x="3009" y="569"/>
                  <a:pt x="3009" y="569"/>
                  <a:pt x="3009" y="569"/>
                </a:cubicBezTo>
                <a:cubicBezTo>
                  <a:pt x="2976" y="569"/>
                  <a:pt x="2976" y="569"/>
                  <a:pt x="2976" y="569"/>
                </a:cubicBezTo>
                <a:cubicBezTo>
                  <a:pt x="2937" y="569"/>
                  <a:pt x="2937" y="569"/>
                  <a:pt x="2937" y="569"/>
                </a:cubicBezTo>
                <a:cubicBezTo>
                  <a:pt x="2953" y="559"/>
                  <a:pt x="2953" y="559"/>
                  <a:pt x="2953" y="559"/>
                </a:cubicBezTo>
                <a:cubicBezTo>
                  <a:pt x="2976" y="572"/>
                  <a:pt x="2976" y="572"/>
                  <a:pt x="2976" y="572"/>
                </a:cubicBezTo>
                <a:cubicBezTo>
                  <a:pt x="2997" y="560"/>
                  <a:pt x="2997" y="560"/>
                  <a:pt x="2997" y="560"/>
                </a:cubicBezTo>
                <a:cubicBezTo>
                  <a:pt x="2997" y="559"/>
                  <a:pt x="2997" y="559"/>
                  <a:pt x="2997" y="559"/>
                </a:cubicBezTo>
                <a:cubicBezTo>
                  <a:pt x="2996" y="560"/>
                  <a:pt x="2996" y="560"/>
                  <a:pt x="2996" y="560"/>
                </a:cubicBezTo>
                <a:cubicBezTo>
                  <a:pt x="2997" y="559"/>
                  <a:pt x="2997" y="559"/>
                  <a:pt x="2997" y="559"/>
                </a:cubicBezTo>
                <a:moveTo>
                  <a:pt x="2933" y="617"/>
                </a:moveTo>
                <a:cubicBezTo>
                  <a:pt x="2953" y="605"/>
                  <a:pt x="2953" y="605"/>
                  <a:pt x="2953" y="605"/>
                </a:cubicBezTo>
                <a:cubicBezTo>
                  <a:pt x="2964" y="613"/>
                  <a:pt x="2964" y="613"/>
                  <a:pt x="2964" y="613"/>
                </a:cubicBezTo>
                <a:cubicBezTo>
                  <a:pt x="2965" y="611"/>
                  <a:pt x="2965" y="611"/>
                  <a:pt x="2965" y="611"/>
                </a:cubicBezTo>
                <a:cubicBezTo>
                  <a:pt x="2953" y="603"/>
                  <a:pt x="2953" y="603"/>
                  <a:pt x="2953" y="603"/>
                </a:cubicBezTo>
                <a:cubicBezTo>
                  <a:pt x="2932" y="615"/>
                  <a:pt x="2932" y="615"/>
                  <a:pt x="2932" y="615"/>
                </a:cubicBezTo>
                <a:cubicBezTo>
                  <a:pt x="2933" y="617"/>
                  <a:pt x="2933" y="617"/>
                  <a:pt x="2933" y="617"/>
                </a:cubicBezTo>
                <a:moveTo>
                  <a:pt x="2955" y="481"/>
                </a:moveTo>
                <a:cubicBezTo>
                  <a:pt x="2955" y="481"/>
                  <a:pt x="2955" y="481"/>
                  <a:pt x="2955" y="481"/>
                </a:cubicBezTo>
                <a:cubicBezTo>
                  <a:pt x="2954" y="483"/>
                  <a:pt x="2954" y="483"/>
                  <a:pt x="2954" y="483"/>
                </a:cubicBezTo>
                <a:cubicBezTo>
                  <a:pt x="2974" y="494"/>
                  <a:pt x="2974" y="494"/>
                  <a:pt x="2974" y="494"/>
                </a:cubicBezTo>
                <a:cubicBezTo>
                  <a:pt x="2974" y="520"/>
                  <a:pt x="2974" y="520"/>
                  <a:pt x="2974" y="520"/>
                </a:cubicBezTo>
                <a:cubicBezTo>
                  <a:pt x="2976" y="520"/>
                  <a:pt x="2976" y="520"/>
                  <a:pt x="2976" y="520"/>
                </a:cubicBezTo>
                <a:cubicBezTo>
                  <a:pt x="2976" y="493"/>
                  <a:pt x="2976" y="493"/>
                  <a:pt x="2976" y="493"/>
                </a:cubicBezTo>
                <a:cubicBezTo>
                  <a:pt x="2955" y="481"/>
                  <a:pt x="2955" y="481"/>
                  <a:pt x="2955" y="481"/>
                </a:cubicBezTo>
                <a:cubicBezTo>
                  <a:pt x="2955" y="482"/>
                  <a:pt x="2955" y="482"/>
                  <a:pt x="2955" y="482"/>
                </a:cubicBezTo>
                <a:cubicBezTo>
                  <a:pt x="2955" y="483"/>
                  <a:pt x="2955" y="483"/>
                  <a:pt x="2955" y="483"/>
                </a:cubicBezTo>
                <a:cubicBezTo>
                  <a:pt x="2955" y="483"/>
                  <a:pt x="2955" y="483"/>
                  <a:pt x="2955" y="483"/>
                </a:cubicBezTo>
                <a:cubicBezTo>
                  <a:pt x="2955" y="481"/>
                  <a:pt x="2955" y="481"/>
                  <a:pt x="2955" y="481"/>
                </a:cubicBezTo>
                <a:moveTo>
                  <a:pt x="2997" y="590"/>
                </a:moveTo>
                <a:cubicBezTo>
                  <a:pt x="2998" y="478"/>
                  <a:pt x="2998" y="478"/>
                  <a:pt x="2998" y="478"/>
                </a:cubicBezTo>
                <a:cubicBezTo>
                  <a:pt x="2975" y="492"/>
                  <a:pt x="2975" y="492"/>
                  <a:pt x="2975" y="492"/>
                </a:cubicBezTo>
                <a:cubicBezTo>
                  <a:pt x="2976" y="494"/>
                  <a:pt x="2976" y="494"/>
                  <a:pt x="2976" y="494"/>
                </a:cubicBezTo>
                <a:cubicBezTo>
                  <a:pt x="2995" y="482"/>
                  <a:pt x="2995" y="482"/>
                  <a:pt x="2995" y="482"/>
                </a:cubicBezTo>
                <a:cubicBezTo>
                  <a:pt x="2995" y="590"/>
                  <a:pt x="2995" y="590"/>
                  <a:pt x="2995" y="590"/>
                </a:cubicBezTo>
                <a:cubicBezTo>
                  <a:pt x="2997" y="590"/>
                  <a:pt x="2997" y="590"/>
                  <a:pt x="2997" y="590"/>
                </a:cubicBezTo>
                <a:moveTo>
                  <a:pt x="2960" y="440"/>
                </a:moveTo>
                <a:cubicBezTo>
                  <a:pt x="2960" y="441"/>
                  <a:pt x="2960" y="441"/>
                  <a:pt x="2960" y="441"/>
                </a:cubicBezTo>
                <a:cubicBezTo>
                  <a:pt x="3009" y="441"/>
                  <a:pt x="3009" y="441"/>
                  <a:pt x="3009" y="441"/>
                </a:cubicBezTo>
                <a:cubicBezTo>
                  <a:pt x="3009" y="446"/>
                  <a:pt x="3009" y="446"/>
                  <a:pt x="3009" y="446"/>
                </a:cubicBezTo>
                <a:cubicBezTo>
                  <a:pt x="2961" y="446"/>
                  <a:pt x="2961" y="446"/>
                  <a:pt x="2961" y="446"/>
                </a:cubicBezTo>
                <a:cubicBezTo>
                  <a:pt x="2961" y="440"/>
                  <a:pt x="2961" y="440"/>
                  <a:pt x="2961" y="440"/>
                </a:cubicBezTo>
                <a:cubicBezTo>
                  <a:pt x="2960" y="440"/>
                  <a:pt x="2960" y="440"/>
                  <a:pt x="2960" y="440"/>
                </a:cubicBezTo>
                <a:cubicBezTo>
                  <a:pt x="2960" y="441"/>
                  <a:pt x="2960" y="441"/>
                  <a:pt x="2960" y="441"/>
                </a:cubicBezTo>
                <a:cubicBezTo>
                  <a:pt x="2960" y="440"/>
                  <a:pt x="2960" y="440"/>
                  <a:pt x="2960" y="440"/>
                </a:cubicBezTo>
                <a:cubicBezTo>
                  <a:pt x="2959" y="440"/>
                  <a:pt x="2959" y="440"/>
                  <a:pt x="2959" y="440"/>
                </a:cubicBezTo>
                <a:cubicBezTo>
                  <a:pt x="2959" y="448"/>
                  <a:pt x="2959" y="448"/>
                  <a:pt x="2959" y="448"/>
                </a:cubicBezTo>
                <a:cubicBezTo>
                  <a:pt x="3011" y="448"/>
                  <a:pt x="3011" y="448"/>
                  <a:pt x="3011" y="448"/>
                </a:cubicBezTo>
                <a:cubicBezTo>
                  <a:pt x="3011" y="438"/>
                  <a:pt x="3011" y="438"/>
                  <a:pt x="3011" y="438"/>
                </a:cubicBezTo>
                <a:cubicBezTo>
                  <a:pt x="2959" y="438"/>
                  <a:pt x="2959" y="438"/>
                  <a:pt x="2959" y="438"/>
                </a:cubicBezTo>
                <a:cubicBezTo>
                  <a:pt x="2959" y="440"/>
                  <a:pt x="2959" y="440"/>
                  <a:pt x="2959" y="440"/>
                </a:cubicBezTo>
                <a:cubicBezTo>
                  <a:pt x="2960" y="440"/>
                  <a:pt x="2960" y="440"/>
                  <a:pt x="2960" y="440"/>
                </a:cubicBezTo>
                <a:moveTo>
                  <a:pt x="2995" y="457"/>
                </a:moveTo>
                <a:cubicBezTo>
                  <a:pt x="2995" y="456"/>
                  <a:pt x="2995" y="456"/>
                  <a:pt x="2995" y="456"/>
                </a:cubicBezTo>
                <a:cubicBezTo>
                  <a:pt x="2970" y="463"/>
                  <a:pt x="2970" y="463"/>
                  <a:pt x="2970" y="463"/>
                </a:cubicBezTo>
                <a:cubicBezTo>
                  <a:pt x="2949" y="451"/>
                  <a:pt x="2949" y="451"/>
                  <a:pt x="2949" y="451"/>
                </a:cubicBezTo>
                <a:cubicBezTo>
                  <a:pt x="2927" y="466"/>
                  <a:pt x="2927" y="466"/>
                  <a:pt x="2927" y="466"/>
                </a:cubicBezTo>
                <a:cubicBezTo>
                  <a:pt x="2970" y="466"/>
                  <a:pt x="2970" y="466"/>
                  <a:pt x="2970" y="466"/>
                </a:cubicBezTo>
                <a:cubicBezTo>
                  <a:pt x="3016" y="466"/>
                  <a:pt x="3016" y="466"/>
                  <a:pt x="3016" y="466"/>
                </a:cubicBezTo>
                <a:cubicBezTo>
                  <a:pt x="3016" y="464"/>
                  <a:pt x="3016" y="464"/>
                  <a:pt x="3016" y="464"/>
                </a:cubicBezTo>
                <a:cubicBezTo>
                  <a:pt x="2995" y="456"/>
                  <a:pt x="2995" y="456"/>
                  <a:pt x="2995" y="456"/>
                </a:cubicBezTo>
                <a:cubicBezTo>
                  <a:pt x="2995" y="456"/>
                  <a:pt x="2995" y="456"/>
                  <a:pt x="2995" y="456"/>
                </a:cubicBezTo>
                <a:cubicBezTo>
                  <a:pt x="2995" y="457"/>
                  <a:pt x="2995" y="457"/>
                  <a:pt x="2995" y="457"/>
                </a:cubicBezTo>
                <a:cubicBezTo>
                  <a:pt x="2995" y="458"/>
                  <a:pt x="2995" y="458"/>
                  <a:pt x="2995" y="458"/>
                </a:cubicBezTo>
                <a:cubicBezTo>
                  <a:pt x="3010" y="464"/>
                  <a:pt x="3010" y="464"/>
                  <a:pt x="3010" y="464"/>
                </a:cubicBezTo>
                <a:cubicBezTo>
                  <a:pt x="2970" y="464"/>
                  <a:pt x="2970" y="464"/>
                  <a:pt x="2970" y="464"/>
                </a:cubicBezTo>
                <a:cubicBezTo>
                  <a:pt x="2934" y="464"/>
                  <a:pt x="2934" y="464"/>
                  <a:pt x="2934" y="464"/>
                </a:cubicBezTo>
                <a:cubicBezTo>
                  <a:pt x="2949" y="454"/>
                  <a:pt x="2949" y="454"/>
                  <a:pt x="2949" y="454"/>
                </a:cubicBezTo>
                <a:cubicBezTo>
                  <a:pt x="2970" y="466"/>
                  <a:pt x="2970" y="466"/>
                  <a:pt x="2970" y="466"/>
                </a:cubicBezTo>
                <a:cubicBezTo>
                  <a:pt x="2995" y="458"/>
                  <a:pt x="2995" y="458"/>
                  <a:pt x="2995" y="458"/>
                </a:cubicBezTo>
                <a:cubicBezTo>
                  <a:pt x="2995" y="457"/>
                  <a:pt x="2995" y="457"/>
                  <a:pt x="2995" y="457"/>
                </a:cubicBezTo>
                <a:cubicBezTo>
                  <a:pt x="2995" y="458"/>
                  <a:pt x="2995" y="458"/>
                  <a:pt x="2995" y="458"/>
                </a:cubicBezTo>
                <a:cubicBezTo>
                  <a:pt x="2995" y="457"/>
                  <a:pt x="2995" y="457"/>
                  <a:pt x="2995" y="457"/>
                </a:cubicBezTo>
                <a:moveTo>
                  <a:pt x="2996" y="457"/>
                </a:moveTo>
                <a:cubicBezTo>
                  <a:pt x="2996" y="481"/>
                  <a:pt x="2996" y="481"/>
                  <a:pt x="2996" y="481"/>
                </a:cubicBezTo>
                <a:cubicBezTo>
                  <a:pt x="2998" y="481"/>
                  <a:pt x="2998" y="481"/>
                  <a:pt x="2998" y="481"/>
                </a:cubicBezTo>
                <a:cubicBezTo>
                  <a:pt x="2998" y="457"/>
                  <a:pt x="2998" y="457"/>
                  <a:pt x="2998" y="457"/>
                </a:cubicBezTo>
                <a:moveTo>
                  <a:pt x="2965" y="481"/>
                </a:moveTo>
                <a:cubicBezTo>
                  <a:pt x="2967" y="481"/>
                  <a:pt x="2967" y="481"/>
                  <a:pt x="2967" y="481"/>
                </a:cubicBezTo>
                <a:cubicBezTo>
                  <a:pt x="2967" y="465"/>
                  <a:pt x="2967" y="465"/>
                  <a:pt x="2967" y="465"/>
                </a:cubicBezTo>
                <a:cubicBezTo>
                  <a:pt x="2965" y="465"/>
                  <a:pt x="2965" y="465"/>
                  <a:pt x="2965" y="465"/>
                </a:cubicBezTo>
                <a:lnTo>
                  <a:pt x="2965" y="481"/>
                </a:lnTo>
                <a:close/>
                <a:moveTo>
                  <a:pt x="2950" y="482"/>
                </a:moveTo>
                <a:cubicBezTo>
                  <a:pt x="2997" y="482"/>
                  <a:pt x="2997" y="482"/>
                  <a:pt x="2997" y="482"/>
                </a:cubicBezTo>
                <a:cubicBezTo>
                  <a:pt x="3013" y="494"/>
                  <a:pt x="3013" y="494"/>
                  <a:pt x="3013" y="494"/>
                </a:cubicBezTo>
                <a:cubicBezTo>
                  <a:pt x="3015" y="492"/>
                  <a:pt x="3015" y="492"/>
                  <a:pt x="3015" y="492"/>
                </a:cubicBezTo>
                <a:cubicBezTo>
                  <a:pt x="2997" y="480"/>
                  <a:pt x="2997" y="480"/>
                  <a:pt x="2997" y="480"/>
                </a:cubicBezTo>
                <a:cubicBezTo>
                  <a:pt x="2950" y="480"/>
                  <a:pt x="2950" y="480"/>
                  <a:pt x="2950" y="480"/>
                </a:cubicBezTo>
                <a:cubicBezTo>
                  <a:pt x="2950" y="482"/>
                  <a:pt x="2950" y="482"/>
                  <a:pt x="2950" y="482"/>
                </a:cubicBezTo>
                <a:moveTo>
                  <a:pt x="2929" y="490"/>
                </a:moveTo>
                <a:cubicBezTo>
                  <a:pt x="2932" y="490"/>
                  <a:pt x="2932" y="490"/>
                  <a:pt x="2932" y="490"/>
                </a:cubicBezTo>
                <a:cubicBezTo>
                  <a:pt x="2932" y="465"/>
                  <a:pt x="2932" y="465"/>
                  <a:pt x="2932" y="465"/>
                </a:cubicBezTo>
                <a:cubicBezTo>
                  <a:pt x="2929" y="465"/>
                  <a:pt x="2929" y="465"/>
                  <a:pt x="2929" y="465"/>
                </a:cubicBezTo>
                <a:lnTo>
                  <a:pt x="2929" y="490"/>
                </a:lnTo>
                <a:close/>
                <a:moveTo>
                  <a:pt x="3006" y="478"/>
                </a:moveTo>
                <a:cubicBezTo>
                  <a:pt x="3008" y="478"/>
                  <a:pt x="3008" y="478"/>
                  <a:pt x="3008" y="478"/>
                </a:cubicBezTo>
                <a:cubicBezTo>
                  <a:pt x="3008" y="465"/>
                  <a:pt x="3008" y="465"/>
                  <a:pt x="3008" y="465"/>
                </a:cubicBezTo>
                <a:cubicBezTo>
                  <a:pt x="3006" y="465"/>
                  <a:pt x="3006" y="465"/>
                  <a:pt x="3006" y="465"/>
                </a:cubicBezTo>
                <a:lnTo>
                  <a:pt x="3006" y="478"/>
                </a:lnTo>
                <a:close/>
                <a:moveTo>
                  <a:pt x="2974" y="448"/>
                </a:moveTo>
                <a:cubicBezTo>
                  <a:pt x="2991" y="459"/>
                  <a:pt x="2991" y="459"/>
                  <a:pt x="2991" y="459"/>
                </a:cubicBezTo>
                <a:cubicBezTo>
                  <a:pt x="2992" y="457"/>
                  <a:pt x="2992" y="457"/>
                  <a:pt x="2992" y="457"/>
                </a:cubicBezTo>
                <a:cubicBezTo>
                  <a:pt x="2976" y="446"/>
                  <a:pt x="2976" y="446"/>
                  <a:pt x="2976" y="446"/>
                </a:cubicBezTo>
                <a:moveTo>
                  <a:pt x="3008" y="446"/>
                </a:moveTo>
                <a:cubicBezTo>
                  <a:pt x="2993" y="456"/>
                  <a:pt x="2993" y="456"/>
                  <a:pt x="2993" y="456"/>
                </a:cubicBezTo>
                <a:cubicBezTo>
                  <a:pt x="2994" y="458"/>
                  <a:pt x="2994" y="458"/>
                  <a:pt x="2994" y="458"/>
                </a:cubicBezTo>
                <a:cubicBezTo>
                  <a:pt x="3009" y="448"/>
                  <a:pt x="3009" y="448"/>
                  <a:pt x="3009" y="448"/>
                </a:cubicBezTo>
                <a:moveTo>
                  <a:pt x="2965" y="463"/>
                </a:moveTo>
                <a:cubicBezTo>
                  <a:pt x="2967" y="463"/>
                  <a:pt x="2967" y="463"/>
                  <a:pt x="2967" y="463"/>
                </a:cubicBezTo>
                <a:cubicBezTo>
                  <a:pt x="2967" y="448"/>
                  <a:pt x="2967" y="448"/>
                  <a:pt x="2967" y="448"/>
                </a:cubicBezTo>
                <a:cubicBezTo>
                  <a:pt x="2965" y="448"/>
                  <a:pt x="2965" y="448"/>
                  <a:pt x="2965" y="448"/>
                </a:cubicBezTo>
                <a:lnTo>
                  <a:pt x="2965" y="463"/>
                </a:lnTo>
                <a:close/>
                <a:moveTo>
                  <a:pt x="2855" y="480"/>
                </a:moveTo>
                <a:cubicBezTo>
                  <a:pt x="2855" y="458"/>
                  <a:pt x="2855" y="458"/>
                  <a:pt x="2855" y="458"/>
                </a:cubicBezTo>
                <a:cubicBezTo>
                  <a:pt x="2894" y="458"/>
                  <a:pt x="2894" y="458"/>
                  <a:pt x="2894" y="458"/>
                </a:cubicBezTo>
                <a:cubicBezTo>
                  <a:pt x="2894" y="506"/>
                  <a:pt x="2894" y="506"/>
                  <a:pt x="2894" y="506"/>
                </a:cubicBezTo>
                <a:cubicBezTo>
                  <a:pt x="2896" y="506"/>
                  <a:pt x="2896" y="506"/>
                  <a:pt x="2896" y="506"/>
                </a:cubicBezTo>
                <a:cubicBezTo>
                  <a:pt x="2896" y="456"/>
                  <a:pt x="2896" y="456"/>
                  <a:pt x="2896" y="456"/>
                </a:cubicBezTo>
                <a:cubicBezTo>
                  <a:pt x="2853" y="456"/>
                  <a:pt x="2853" y="456"/>
                  <a:pt x="2853" y="456"/>
                </a:cubicBezTo>
                <a:cubicBezTo>
                  <a:pt x="2853" y="480"/>
                  <a:pt x="2853" y="480"/>
                  <a:pt x="2853" y="480"/>
                </a:cubicBezTo>
                <a:cubicBezTo>
                  <a:pt x="2855" y="480"/>
                  <a:pt x="2855" y="480"/>
                  <a:pt x="2855" y="480"/>
                </a:cubicBezTo>
                <a:moveTo>
                  <a:pt x="2871" y="504"/>
                </a:moveTo>
                <a:cubicBezTo>
                  <a:pt x="2871" y="487"/>
                  <a:pt x="2871" y="487"/>
                  <a:pt x="2871" y="487"/>
                </a:cubicBezTo>
                <a:cubicBezTo>
                  <a:pt x="2887" y="487"/>
                  <a:pt x="2887" y="487"/>
                  <a:pt x="2887" y="487"/>
                </a:cubicBezTo>
                <a:cubicBezTo>
                  <a:pt x="2887" y="506"/>
                  <a:pt x="2887" y="506"/>
                  <a:pt x="2887" y="506"/>
                </a:cubicBezTo>
                <a:cubicBezTo>
                  <a:pt x="2905" y="506"/>
                  <a:pt x="2905" y="506"/>
                  <a:pt x="2905" y="506"/>
                </a:cubicBezTo>
                <a:cubicBezTo>
                  <a:pt x="2905" y="538"/>
                  <a:pt x="2905" y="538"/>
                  <a:pt x="2905" y="538"/>
                </a:cubicBezTo>
                <a:cubicBezTo>
                  <a:pt x="2907" y="538"/>
                  <a:pt x="2907" y="538"/>
                  <a:pt x="2907" y="538"/>
                </a:cubicBezTo>
                <a:cubicBezTo>
                  <a:pt x="2907" y="504"/>
                  <a:pt x="2907" y="504"/>
                  <a:pt x="2907" y="504"/>
                </a:cubicBezTo>
                <a:cubicBezTo>
                  <a:pt x="2889" y="504"/>
                  <a:pt x="2889" y="504"/>
                  <a:pt x="2889" y="504"/>
                </a:cubicBezTo>
                <a:cubicBezTo>
                  <a:pt x="2889" y="484"/>
                  <a:pt x="2889" y="484"/>
                  <a:pt x="2889" y="484"/>
                </a:cubicBezTo>
                <a:cubicBezTo>
                  <a:pt x="2869" y="484"/>
                  <a:pt x="2869" y="484"/>
                  <a:pt x="2869" y="484"/>
                </a:cubicBezTo>
                <a:cubicBezTo>
                  <a:pt x="2869" y="504"/>
                  <a:pt x="2869" y="504"/>
                  <a:pt x="2869" y="504"/>
                </a:cubicBezTo>
                <a:cubicBezTo>
                  <a:pt x="2871" y="504"/>
                  <a:pt x="2871" y="504"/>
                  <a:pt x="2871" y="504"/>
                </a:cubicBezTo>
                <a:moveTo>
                  <a:pt x="2831" y="433"/>
                </a:moveTo>
                <a:cubicBezTo>
                  <a:pt x="2843" y="433"/>
                  <a:pt x="2843" y="433"/>
                  <a:pt x="2843" y="433"/>
                </a:cubicBezTo>
                <a:cubicBezTo>
                  <a:pt x="2843" y="418"/>
                  <a:pt x="2843" y="418"/>
                  <a:pt x="2843" y="418"/>
                </a:cubicBezTo>
                <a:cubicBezTo>
                  <a:pt x="2863" y="418"/>
                  <a:pt x="2863" y="418"/>
                  <a:pt x="2863" y="418"/>
                </a:cubicBezTo>
                <a:cubicBezTo>
                  <a:pt x="2863" y="457"/>
                  <a:pt x="2863" y="457"/>
                  <a:pt x="2863" y="457"/>
                </a:cubicBezTo>
                <a:cubicBezTo>
                  <a:pt x="2865" y="457"/>
                  <a:pt x="2865" y="457"/>
                  <a:pt x="2865" y="457"/>
                </a:cubicBezTo>
                <a:cubicBezTo>
                  <a:pt x="2865" y="416"/>
                  <a:pt x="2865" y="416"/>
                  <a:pt x="2865" y="416"/>
                </a:cubicBezTo>
                <a:cubicBezTo>
                  <a:pt x="2840" y="416"/>
                  <a:pt x="2840" y="416"/>
                  <a:pt x="2840" y="416"/>
                </a:cubicBezTo>
                <a:cubicBezTo>
                  <a:pt x="2840" y="430"/>
                  <a:pt x="2840" y="430"/>
                  <a:pt x="2840" y="430"/>
                </a:cubicBezTo>
                <a:cubicBezTo>
                  <a:pt x="2831" y="430"/>
                  <a:pt x="2831" y="430"/>
                  <a:pt x="2831" y="430"/>
                </a:cubicBezTo>
                <a:cubicBezTo>
                  <a:pt x="2831" y="433"/>
                  <a:pt x="2831" y="433"/>
                  <a:pt x="2831" y="433"/>
                </a:cubicBezTo>
                <a:moveTo>
                  <a:pt x="3049" y="650"/>
                </a:moveTo>
                <a:cubicBezTo>
                  <a:pt x="3049" y="568"/>
                  <a:pt x="3049" y="568"/>
                  <a:pt x="3049" y="568"/>
                </a:cubicBezTo>
                <a:cubicBezTo>
                  <a:pt x="3077" y="564"/>
                  <a:pt x="3077" y="564"/>
                  <a:pt x="3077" y="564"/>
                </a:cubicBezTo>
                <a:cubicBezTo>
                  <a:pt x="3077" y="651"/>
                  <a:pt x="3077" y="651"/>
                  <a:pt x="3077" y="651"/>
                </a:cubicBezTo>
                <a:cubicBezTo>
                  <a:pt x="3079" y="651"/>
                  <a:pt x="3079" y="651"/>
                  <a:pt x="3079" y="651"/>
                </a:cubicBezTo>
                <a:cubicBezTo>
                  <a:pt x="3079" y="561"/>
                  <a:pt x="3079" y="561"/>
                  <a:pt x="3079" y="561"/>
                </a:cubicBezTo>
                <a:cubicBezTo>
                  <a:pt x="3047" y="566"/>
                  <a:pt x="3047" y="566"/>
                  <a:pt x="3047" y="566"/>
                </a:cubicBezTo>
                <a:cubicBezTo>
                  <a:pt x="3047" y="650"/>
                  <a:pt x="3047" y="650"/>
                  <a:pt x="3047" y="650"/>
                </a:cubicBezTo>
                <a:cubicBezTo>
                  <a:pt x="3049" y="650"/>
                  <a:pt x="3049" y="650"/>
                  <a:pt x="3049" y="650"/>
                </a:cubicBezTo>
                <a:moveTo>
                  <a:pt x="3061" y="566"/>
                </a:moveTo>
                <a:cubicBezTo>
                  <a:pt x="3061" y="554"/>
                  <a:pt x="3061" y="554"/>
                  <a:pt x="3061" y="554"/>
                </a:cubicBezTo>
                <a:cubicBezTo>
                  <a:pt x="3081" y="549"/>
                  <a:pt x="3081" y="549"/>
                  <a:pt x="3081" y="549"/>
                </a:cubicBezTo>
                <a:cubicBezTo>
                  <a:pt x="3105" y="551"/>
                  <a:pt x="3105" y="551"/>
                  <a:pt x="3105" y="551"/>
                </a:cubicBezTo>
                <a:cubicBezTo>
                  <a:pt x="3105" y="561"/>
                  <a:pt x="3105" y="561"/>
                  <a:pt x="3105" y="561"/>
                </a:cubicBezTo>
                <a:cubicBezTo>
                  <a:pt x="3107" y="561"/>
                  <a:pt x="3107" y="561"/>
                  <a:pt x="3107" y="561"/>
                </a:cubicBezTo>
                <a:cubicBezTo>
                  <a:pt x="3107" y="549"/>
                  <a:pt x="3107" y="549"/>
                  <a:pt x="3107" y="549"/>
                </a:cubicBezTo>
                <a:cubicBezTo>
                  <a:pt x="3081" y="547"/>
                  <a:pt x="3081" y="547"/>
                  <a:pt x="3081" y="547"/>
                </a:cubicBezTo>
                <a:cubicBezTo>
                  <a:pt x="3059" y="552"/>
                  <a:pt x="3059" y="552"/>
                  <a:pt x="3059" y="552"/>
                </a:cubicBezTo>
                <a:cubicBezTo>
                  <a:pt x="3059" y="566"/>
                  <a:pt x="3059" y="566"/>
                  <a:pt x="3059" y="566"/>
                </a:cubicBezTo>
                <a:cubicBezTo>
                  <a:pt x="3061" y="566"/>
                  <a:pt x="3061" y="566"/>
                  <a:pt x="3061" y="566"/>
                </a:cubicBezTo>
                <a:moveTo>
                  <a:pt x="3093" y="652"/>
                </a:moveTo>
                <a:cubicBezTo>
                  <a:pt x="3094" y="575"/>
                  <a:pt x="3094" y="575"/>
                  <a:pt x="3094" y="575"/>
                </a:cubicBezTo>
                <a:cubicBezTo>
                  <a:pt x="3099" y="563"/>
                  <a:pt x="3099" y="563"/>
                  <a:pt x="3099" y="563"/>
                </a:cubicBezTo>
                <a:cubicBezTo>
                  <a:pt x="3117" y="561"/>
                  <a:pt x="3117" y="561"/>
                  <a:pt x="3117" y="561"/>
                </a:cubicBezTo>
                <a:cubicBezTo>
                  <a:pt x="3117" y="650"/>
                  <a:pt x="3117" y="650"/>
                  <a:pt x="3117" y="650"/>
                </a:cubicBezTo>
                <a:cubicBezTo>
                  <a:pt x="3119" y="650"/>
                  <a:pt x="3119" y="650"/>
                  <a:pt x="3119" y="650"/>
                </a:cubicBezTo>
                <a:cubicBezTo>
                  <a:pt x="3119" y="558"/>
                  <a:pt x="3119" y="558"/>
                  <a:pt x="3119" y="558"/>
                </a:cubicBezTo>
                <a:cubicBezTo>
                  <a:pt x="3098" y="561"/>
                  <a:pt x="3098" y="561"/>
                  <a:pt x="3098" y="561"/>
                </a:cubicBezTo>
                <a:cubicBezTo>
                  <a:pt x="3091" y="574"/>
                  <a:pt x="3091" y="574"/>
                  <a:pt x="3091" y="574"/>
                </a:cubicBezTo>
                <a:cubicBezTo>
                  <a:pt x="3091" y="652"/>
                  <a:pt x="3091" y="652"/>
                  <a:pt x="3091" y="652"/>
                </a:cubicBezTo>
                <a:cubicBezTo>
                  <a:pt x="3093" y="652"/>
                  <a:pt x="3093" y="652"/>
                  <a:pt x="3093" y="652"/>
                </a:cubicBezTo>
                <a:moveTo>
                  <a:pt x="3118" y="561"/>
                </a:moveTo>
                <a:cubicBezTo>
                  <a:pt x="3163" y="561"/>
                  <a:pt x="3163" y="561"/>
                  <a:pt x="3163" y="561"/>
                </a:cubicBezTo>
                <a:cubicBezTo>
                  <a:pt x="3163" y="572"/>
                  <a:pt x="3163" y="572"/>
                  <a:pt x="3163" y="572"/>
                </a:cubicBezTo>
                <a:cubicBezTo>
                  <a:pt x="3168" y="572"/>
                  <a:pt x="3168" y="572"/>
                  <a:pt x="3168" y="572"/>
                </a:cubicBezTo>
                <a:cubicBezTo>
                  <a:pt x="3168" y="671"/>
                  <a:pt x="3168" y="671"/>
                  <a:pt x="3168" y="671"/>
                </a:cubicBezTo>
                <a:cubicBezTo>
                  <a:pt x="3170" y="671"/>
                  <a:pt x="3170" y="671"/>
                  <a:pt x="3170" y="671"/>
                </a:cubicBezTo>
                <a:cubicBezTo>
                  <a:pt x="3170" y="570"/>
                  <a:pt x="3170" y="570"/>
                  <a:pt x="3170" y="570"/>
                </a:cubicBezTo>
                <a:cubicBezTo>
                  <a:pt x="3165" y="570"/>
                  <a:pt x="3165" y="570"/>
                  <a:pt x="3165" y="570"/>
                </a:cubicBezTo>
                <a:cubicBezTo>
                  <a:pt x="3165" y="558"/>
                  <a:pt x="3165" y="558"/>
                  <a:pt x="3165" y="558"/>
                </a:cubicBezTo>
                <a:cubicBezTo>
                  <a:pt x="3118" y="558"/>
                  <a:pt x="3118" y="558"/>
                  <a:pt x="3118" y="558"/>
                </a:cubicBezTo>
                <a:cubicBezTo>
                  <a:pt x="3118" y="561"/>
                  <a:pt x="3118" y="561"/>
                  <a:pt x="3118" y="561"/>
                </a:cubicBezTo>
                <a:moveTo>
                  <a:pt x="3093" y="575"/>
                </a:moveTo>
                <a:cubicBezTo>
                  <a:pt x="3118" y="571"/>
                  <a:pt x="3118" y="571"/>
                  <a:pt x="3118" y="571"/>
                </a:cubicBezTo>
                <a:cubicBezTo>
                  <a:pt x="3165" y="572"/>
                  <a:pt x="3165" y="572"/>
                  <a:pt x="3165" y="572"/>
                </a:cubicBezTo>
                <a:cubicBezTo>
                  <a:pt x="3165" y="570"/>
                  <a:pt x="3165" y="570"/>
                  <a:pt x="3165" y="570"/>
                </a:cubicBezTo>
                <a:cubicBezTo>
                  <a:pt x="3118" y="569"/>
                  <a:pt x="3118" y="569"/>
                  <a:pt x="3118" y="569"/>
                </a:cubicBezTo>
                <a:cubicBezTo>
                  <a:pt x="3093" y="573"/>
                  <a:pt x="3093" y="573"/>
                  <a:pt x="3093" y="573"/>
                </a:cubicBezTo>
                <a:cubicBezTo>
                  <a:pt x="3093" y="575"/>
                  <a:pt x="3093" y="575"/>
                  <a:pt x="3093" y="575"/>
                </a:cubicBezTo>
                <a:moveTo>
                  <a:pt x="3023" y="459"/>
                </a:moveTo>
                <a:cubicBezTo>
                  <a:pt x="3023" y="432"/>
                  <a:pt x="3023" y="432"/>
                  <a:pt x="3023" y="432"/>
                </a:cubicBezTo>
                <a:cubicBezTo>
                  <a:pt x="3037" y="432"/>
                  <a:pt x="3037" y="432"/>
                  <a:pt x="3037" y="432"/>
                </a:cubicBezTo>
                <a:cubicBezTo>
                  <a:pt x="3037" y="460"/>
                  <a:pt x="3037" y="460"/>
                  <a:pt x="3037" y="460"/>
                </a:cubicBezTo>
                <a:cubicBezTo>
                  <a:pt x="3042" y="460"/>
                  <a:pt x="3042" y="460"/>
                  <a:pt x="3042" y="460"/>
                </a:cubicBezTo>
                <a:cubicBezTo>
                  <a:pt x="3042" y="486"/>
                  <a:pt x="3042" y="486"/>
                  <a:pt x="3042" y="486"/>
                </a:cubicBezTo>
                <a:cubicBezTo>
                  <a:pt x="3049" y="486"/>
                  <a:pt x="3049" y="486"/>
                  <a:pt x="3049" y="486"/>
                </a:cubicBezTo>
                <a:cubicBezTo>
                  <a:pt x="3050" y="536"/>
                  <a:pt x="3050" y="536"/>
                  <a:pt x="3050" y="536"/>
                </a:cubicBezTo>
                <a:cubicBezTo>
                  <a:pt x="3052" y="536"/>
                  <a:pt x="3052" y="536"/>
                  <a:pt x="3052" y="536"/>
                </a:cubicBezTo>
                <a:cubicBezTo>
                  <a:pt x="3052" y="484"/>
                  <a:pt x="3052" y="484"/>
                  <a:pt x="3052" y="484"/>
                </a:cubicBezTo>
                <a:cubicBezTo>
                  <a:pt x="3045" y="484"/>
                  <a:pt x="3045" y="484"/>
                  <a:pt x="3045" y="484"/>
                </a:cubicBezTo>
                <a:cubicBezTo>
                  <a:pt x="3045" y="458"/>
                  <a:pt x="3045" y="458"/>
                  <a:pt x="3045" y="458"/>
                </a:cubicBezTo>
                <a:cubicBezTo>
                  <a:pt x="3039" y="458"/>
                  <a:pt x="3039" y="458"/>
                  <a:pt x="3039" y="458"/>
                </a:cubicBezTo>
                <a:cubicBezTo>
                  <a:pt x="3039" y="430"/>
                  <a:pt x="3039" y="430"/>
                  <a:pt x="3039" y="430"/>
                </a:cubicBezTo>
                <a:cubicBezTo>
                  <a:pt x="3020" y="430"/>
                  <a:pt x="3020" y="430"/>
                  <a:pt x="3020" y="430"/>
                </a:cubicBezTo>
                <a:cubicBezTo>
                  <a:pt x="3020" y="459"/>
                  <a:pt x="3020" y="459"/>
                  <a:pt x="3020" y="459"/>
                </a:cubicBezTo>
                <a:cubicBezTo>
                  <a:pt x="3023" y="459"/>
                  <a:pt x="3023" y="459"/>
                  <a:pt x="3023" y="459"/>
                </a:cubicBezTo>
                <a:moveTo>
                  <a:pt x="3044" y="464"/>
                </a:moveTo>
                <a:cubicBezTo>
                  <a:pt x="3025" y="464"/>
                  <a:pt x="3025" y="464"/>
                  <a:pt x="3025" y="464"/>
                </a:cubicBezTo>
                <a:cubicBezTo>
                  <a:pt x="3014" y="469"/>
                  <a:pt x="3014" y="469"/>
                  <a:pt x="3014" y="469"/>
                </a:cubicBezTo>
                <a:cubicBezTo>
                  <a:pt x="3015" y="471"/>
                  <a:pt x="3015" y="471"/>
                  <a:pt x="3015" y="471"/>
                </a:cubicBezTo>
                <a:cubicBezTo>
                  <a:pt x="3025" y="466"/>
                  <a:pt x="3025" y="466"/>
                  <a:pt x="3025" y="466"/>
                </a:cubicBezTo>
                <a:cubicBezTo>
                  <a:pt x="3044" y="466"/>
                  <a:pt x="3044" y="466"/>
                  <a:pt x="3044" y="466"/>
                </a:cubicBezTo>
                <a:cubicBezTo>
                  <a:pt x="3044" y="464"/>
                  <a:pt x="3044" y="464"/>
                  <a:pt x="3044" y="464"/>
                </a:cubicBezTo>
                <a:moveTo>
                  <a:pt x="3023" y="466"/>
                </a:moveTo>
                <a:cubicBezTo>
                  <a:pt x="3023" y="488"/>
                  <a:pt x="3023" y="488"/>
                  <a:pt x="3023" y="488"/>
                </a:cubicBezTo>
                <a:cubicBezTo>
                  <a:pt x="3027" y="487"/>
                  <a:pt x="3027" y="487"/>
                  <a:pt x="3027" y="487"/>
                </a:cubicBezTo>
                <a:cubicBezTo>
                  <a:pt x="3027" y="515"/>
                  <a:pt x="3027" y="515"/>
                  <a:pt x="3027" y="515"/>
                </a:cubicBezTo>
                <a:cubicBezTo>
                  <a:pt x="3030" y="515"/>
                  <a:pt x="3030" y="515"/>
                  <a:pt x="3030" y="515"/>
                </a:cubicBezTo>
                <a:cubicBezTo>
                  <a:pt x="3030" y="543"/>
                  <a:pt x="3030" y="543"/>
                  <a:pt x="3030" y="543"/>
                </a:cubicBezTo>
                <a:cubicBezTo>
                  <a:pt x="3038" y="543"/>
                  <a:pt x="3038" y="543"/>
                  <a:pt x="3038" y="543"/>
                </a:cubicBezTo>
                <a:cubicBezTo>
                  <a:pt x="3038" y="651"/>
                  <a:pt x="3038" y="651"/>
                  <a:pt x="3038" y="651"/>
                </a:cubicBezTo>
                <a:cubicBezTo>
                  <a:pt x="3041" y="651"/>
                  <a:pt x="3041" y="651"/>
                  <a:pt x="3041" y="651"/>
                </a:cubicBezTo>
                <a:cubicBezTo>
                  <a:pt x="3040" y="541"/>
                  <a:pt x="3040" y="541"/>
                  <a:pt x="3040" y="541"/>
                </a:cubicBezTo>
                <a:cubicBezTo>
                  <a:pt x="3032" y="541"/>
                  <a:pt x="3032" y="541"/>
                  <a:pt x="3032" y="541"/>
                </a:cubicBezTo>
                <a:cubicBezTo>
                  <a:pt x="3033" y="513"/>
                  <a:pt x="3033" y="513"/>
                  <a:pt x="3033" y="513"/>
                </a:cubicBezTo>
                <a:cubicBezTo>
                  <a:pt x="3029" y="513"/>
                  <a:pt x="3029" y="513"/>
                  <a:pt x="3029" y="513"/>
                </a:cubicBezTo>
                <a:cubicBezTo>
                  <a:pt x="3029" y="485"/>
                  <a:pt x="3029" y="485"/>
                  <a:pt x="3029" y="485"/>
                </a:cubicBezTo>
                <a:cubicBezTo>
                  <a:pt x="3025" y="485"/>
                  <a:pt x="3025" y="485"/>
                  <a:pt x="3025" y="485"/>
                </a:cubicBezTo>
                <a:cubicBezTo>
                  <a:pt x="3025" y="466"/>
                  <a:pt x="3025" y="466"/>
                  <a:pt x="3025" y="466"/>
                </a:cubicBezTo>
                <a:cubicBezTo>
                  <a:pt x="3023" y="466"/>
                  <a:pt x="3023" y="466"/>
                  <a:pt x="3023" y="466"/>
                </a:cubicBezTo>
                <a:moveTo>
                  <a:pt x="3015" y="491"/>
                </a:moveTo>
                <a:cubicBezTo>
                  <a:pt x="3023" y="487"/>
                  <a:pt x="3023" y="487"/>
                  <a:pt x="3023" y="487"/>
                </a:cubicBezTo>
                <a:cubicBezTo>
                  <a:pt x="3039" y="487"/>
                  <a:pt x="3039" y="487"/>
                  <a:pt x="3039" y="487"/>
                </a:cubicBezTo>
                <a:cubicBezTo>
                  <a:pt x="3039" y="485"/>
                  <a:pt x="3039" y="485"/>
                  <a:pt x="3039" y="485"/>
                </a:cubicBezTo>
                <a:cubicBezTo>
                  <a:pt x="3023" y="485"/>
                  <a:pt x="3023" y="485"/>
                  <a:pt x="3023" y="485"/>
                </a:cubicBezTo>
                <a:cubicBezTo>
                  <a:pt x="3014" y="489"/>
                  <a:pt x="3014" y="489"/>
                  <a:pt x="3014" y="489"/>
                </a:cubicBezTo>
                <a:cubicBezTo>
                  <a:pt x="3015" y="491"/>
                  <a:pt x="3015" y="491"/>
                  <a:pt x="3015" y="491"/>
                </a:cubicBezTo>
                <a:moveTo>
                  <a:pt x="3014" y="522"/>
                </a:moveTo>
                <a:cubicBezTo>
                  <a:pt x="3026" y="515"/>
                  <a:pt x="3026" y="515"/>
                  <a:pt x="3026" y="515"/>
                </a:cubicBezTo>
                <a:cubicBezTo>
                  <a:pt x="3050" y="515"/>
                  <a:pt x="3050" y="515"/>
                  <a:pt x="3050" y="515"/>
                </a:cubicBezTo>
                <a:cubicBezTo>
                  <a:pt x="3050" y="513"/>
                  <a:pt x="3050" y="513"/>
                  <a:pt x="3050" y="513"/>
                </a:cubicBezTo>
                <a:cubicBezTo>
                  <a:pt x="3026" y="513"/>
                  <a:pt x="3026" y="513"/>
                  <a:pt x="3026" y="513"/>
                </a:cubicBezTo>
                <a:cubicBezTo>
                  <a:pt x="3013" y="520"/>
                  <a:pt x="3013" y="520"/>
                  <a:pt x="3013" y="520"/>
                </a:cubicBezTo>
                <a:cubicBezTo>
                  <a:pt x="3014" y="522"/>
                  <a:pt x="3014" y="522"/>
                  <a:pt x="3014" y="522"/>
                </a:cubicBezTo>
                <a:moveTo>
                  <a:pt x="3014" y="551"/>
                </a:moveTo>
                <a:cubicBezTo>
                  <a:pt x="3029" y="543"/>
                  <a:pt x="3029" y="543"/>
                  <a:pt x="3029" y="543"/>
                </a:cubicBezTo>
                <a:cubicBezTo>
                  <a:pt x="3059" y="543"/>
                  <a:pt x="3059" y="543"/>
                  <a:pt x="3059" y="543"/>
                </a:cubicBezTo>
                <a:cubicBezTo>
                  <a:pt x="3059" y="541"/>
                  <a:pt x="3059" y="541"/>
                  <a:pt x="3059" y="541"/>
                </a:cubicBezTo>
                <a:cubicBezTo>
                  <a:pt x="3028" y="541"/>
                  <a:pt x="3028" y="541"/>
                  <a:pt x="3028" y="541"/>
                </a:cubicBezTo>
                <a:cubicBezTo>
                  <a:pt x="3013" y="549"/>
                  <a:pt x="3013" y="549"/>
                  <a:pt x="3013" y="549"/>
                </a:cubicBezTo>
                <a:cubicBezTo>
                  <a:pt x="3014" y="551"/>
                  <a:pt x="3014" y="551"/>
                  <a:pt x="3014" y="551"/>
                </a:cubicBezTo>
                <a:moveTo>
                  <a:pt x="3078" y="563"/>
                </a:moveTo>
                <a:cubicBezTo>
                  <a:pt x="3098" y="565"/>
                  <a:pt x="3098" y="565"/>
                  <a:pt x="3098" y="565"/>
                </a:cubicBezTo>
                <a:cubicBezTo>
                  <a:pt x="3098" y="562"/>
                  <a:pt x="3098" y="562"/>
                  <a:pt x="3098" y="562"/>
                </a:cubicBezTo>
                <a:cubicBezTo>
                  <a:pt x="3079" y="561"/>
                  <a:pt x="3079" y="561"/>
                  <a:pt x="3079" y="561"/>
                </a:cubicBezTo>
                <a:moveTo>
                  <a:pt x="3081" y="562"/>
                </a:moveTo>
                <a:cubicBezTo>
                  <a:pt x="3083" y="562"/>
                  <a:pt x="3083" y="562"/>
                  <a:pt x="3083" y="562"/>
                </a:cubicBezTo>
                <a:cubicBezTo>
                  <a:pt x="3083" y="548"/>
                  <a:pt x="3083" y="548"/>
                  <a:pt x="3083" y="548"/>
                </a:cubicBezTo>
                <a:cubicBezTo>
                  <a:pt x="3081" y="548"/>
                  <a:pt x="3081" y="548"/>
                  <a:pt x="3081" y="548"/>
                </a:cubicBezTo>
                <a:lnTo>
                  <a:pt x="3081" y="562"/>
                </a:lnTo>
                <a:close/>
                <a:moveTo>
                  <a:pt x="3022" y="652"/>
                </a:moveTo>
                <a:cubicBezTo>
                  <a:pt x="3081" y="652"/>
                  <a:pt x="3081" y="652"/>
                  <a:pt x="3081" y="652"/>
                </a:cubicBezTo>
                <a:cubicBezTo>
                  <a:pt x="3081" y="671"/>
                  <a:pt x="3081" y="671"/>
                  <a:pt x="3081" y="671"/>
                </a:cubicBezTo>
                <a:cubicBezTo>
                  <a:pt x="3083" y="671"/>
                  <a:pt x="3083" y="671"/>
                  <a:pt x="3083" y="671"/>
                </a:cubicBezTo>
                <a:cubicBezTo>
                  <a:pt x="3083" y="649"/>
                  <a:pt x="3083" y="649"/>
                  <a:pt x="3083" y="649"/>
                </a:cubicBezTo>
                <a:cubicBezTo>
                  <a:pt x="3022" y="649"/>
                  <a:pt x="3022" y="649"/>
                  <a:pt x="3022" y="649"/>
                </a:cubicBezTo>
                <a:cubicBezTo>
                  <a:pt x="3022" y="652"/>
                  <a:pt x="3022" y="652"/>
                  <a:pt x="3022" y="652"/>
                </a:cubicBezTo>
                <a:moveTo>
                  <a:pt x="3082" y="654"/>
                </a:moveTo>
                <a:cubicBezTo>
                  <a:pt x="3113" y="651"/>
                  <a:pt x="3113" y="651"/>
                  <a:pt x="3113" y="651"/>
                </a:cubicBezTo>
                <a:cubicBezTo>
                  <a:pt x="3168" y="651"/>
                  <a:pt x="3168" y="651"/>
                  <a:pt x="3168" y="651"/>
                </a:cubicBezTo>
                <a:cubicBezTo>
                  <a:pt x="3168" y="649"/>
                  <a:pt x="3168" y="649"/>
                  <a:pt x="3168" y="649"/>
                </a:cubicBezTo>
                <a:cubicBezTo>
                  <a:pt x="3113" y="649"/>
                  <a:pt x="3113" y="649"/>
                  <a:pt x="3113" y="649"/>
                </a:cubicBezTo>
                <a:cubicBezTo>
                  <a:pt x="3082" y="652"/>
                  <a:pt x="3082" y="652"/>
                  <a:pt x="3082" y="652"/>
                </a:cubicBezTo>
                <a:cubicBezTo>
                  <a:pt x="3082" y="654"/>
                  <a:pt x="3082" y="654"/>
                  <a:pt x="3082" y="654"/>
                </a:cubicBezTo>
                <a:moveTo>
                  <a:pt x="3169" y="616"/>
                </a:moveTo>
                <a:cubicBezTo>
                  <a:pt x="3189" y="616"/>
                  <a:pt x="3189" y="616"/>
                  <a:pt x="3189" y="616"/>
                </a:cubicBezTo>
                <a:cubicBezTo>
                  <a:pt x="3189" y="657"/>
                  <a:pt x="3189" y="657"/>
                  <a:pt x="3189" y="657"/>
                </a:cubicBezTo>
                <a:cubicBezTo>
                  <a:pt x="3191" y="657"/>
                  <a:pt x="3191" y="657"/>
                  <a:pt x="3191" y="657"/>
                </a:cubicBezTo>
                <a:cubicBezTo>
                  <a:pt x="3191" y="613"/>
                  <a:pt x="3191" y="613"/>
                  <a:pt x="3191" y="613"/>
                </a:cubicBezTo>
                <a:cubicBezTo>
                  <a:pt x="3169" y="613"/>
                  <a:pt x="3169" y="613"/>
                  <a:pt x="3169" y="613"/>
                </a:cubicBezTo>
                <a:cubicBezTo>
                  <a:pt x="3169" y="616"/>
                  <a:pt x="3169" y="616"/>
                  <a:pt x="3169" y="616"/>
                </a:cubicBezTo>
                <a:moveTo>
                  <a:pt x="3227" y="632"/>
                </a:moveTo>
                <a:cubicBezTo>
                  <a:pt x="3227" y="431"/>
                  <a:pt x="3227" y="431"/>
                  <a:pt x="3227" y="431"/>
                </a:cubicBezTo>
                <a:cubicBezTo>
                  <a:pt x="3235" y="427"/>
                  <a:pt x="3235" y="427"/>
                  <a:pt x="3235" y="427"/>
                </a:cubicBezTo>
                <a:cubicBezTo>
                  <a:pt x="3235" y="631"/>
                  <a:pt x="3235" y="631"/>
                  <a:pt x="3235" y="631"/>
                </a:cubicBezTo>
                <a:cubicBezTo>
                  <a:pt x="3312" y="631"/>
                  <a:pt x="3312" y="631"/>
                  <a:pt x="3312" y="631"/>
                </a:cubicBezTo>
                <a:cubicBezTo>
                  <a:pt x="3312" y="424"/>
                  <a:pt x="3312" y="424"/>
                  <a:pt x="3312" y="424"/>
                </a:cubicBezTo>
                <a:cubicBezTo>
                  <a:pt x="3236" y="424"/>
                  <a:pt x="3236" y="424"/>
                  <a:pt x="3236" y="424"/>
                </a:cubicBezTo>
                <a:cubicBezTo>
                  <a:pt x="3236" y="426"/>
                  <a:pt x="3236" y="426"/>
                  <a:pt x="3236" y="426"/>
                </a:cubicBezTo>
                <a:cubicBezTo>
                  <a:pt x="3310" y="426"/>
                  <a:pt x="3310" y="426"/>
                  <a:pt x="3310" y="426"/>
                </a:cubicBezTo>
                <a:cubicBezTo>
                  <a:pt x="3310" y="629"/>
                  <a:pt x="3310" y="629"/>
                  <a:pt x="3310" y="629"/>
                </a:cubicBezTo>
                <a:cubicBezTo>
                  <a:pt x="3237" y="629"/>
                  <a:pt x="3237" y="629"/>
                  <a:pt x="3237" y="629"/>
                </a:cubicBezTo>
                <a:cubicBezTo>
                  <a:pt x="3237" y="423"/>
                  <a:pt x="3237" y="423"/>
                  <a:pt x="3237" y="423"/>
                </a:cubicBezTo>
                <a:cubicBezTo>
                  <a:pt x="3225" y="430"/>
                  <a:pt x="3225" y="430"/>
                  <a:pt x="3225" y="430"/>
                </a:cubicBezTo>
                <a:cubicBezTo>
                  <a:pt x="3225" y="632"/>
                  <a:pt x="3225" y="632"/>
                  <a:pt x="3225" y="632"/>
                </a:cubicBezTo>
                <a:cubicBezTo>
                  <a:pt x="3227" y="632"/>
                  <a:pt x="3227" y="632"/>
                  <a:pt x="3227" y="632"/>
                </a:cubicBezTo>
                <a:moveTo>
                  <a:pt x="3226" y="430"/>
                </a:moveTo>
                <a:cubicBezTo>
                  <a:pt x="3227" y="431"/>
                  <a:pt x="3227" y="431"/>
                  <a:pt x="3227" y="431"/>
                </a:cubicBezTo>
                <a:cubicBezTo>
                  <a:pt x="3247" y="413"/>
                  <a:pt x="3247" y="413"/>
                  <a:pt x="3247" y="413"/>
                </a:cubicBezTo>
                <a:cubicBezTo>
                  <a:pt x="3300" y="413"/>
                  <a:pt x="3300" y="413"/>
                  <a:pt x="3300" y="413"/>
                </a:cubicBezTo>
                <a:cubicBezTo>
                  <a:pt x="3306" y="420"/>
                  <a:pt x="3306" y="420"/>
                  <a:pt x="3306" y="420"/>
                </a:cubicBezTo>
                <a:cubicBezTo>
                  <a:pt x="3242" y="420"/>
                  <a:pt x="3242" y="420"/>
                  <a:pt x="3242" y="420"/>
                </a:cubicBezTo>
                <a:cubicBezTo>
                  <a:pt x="3225" y="429"/>
                  <a:pt x="3225" y="429"/>
                  <a:pt x="3225" y="429"/>
                </a:cubicBezTo>
                <a:cubicBezTo>
                  <a:pt x="3226" y="430"/>
                  <a:pt x="3226" y="430"/>
                  <a:pt x="3226" y="430"/>
                </a:cubicBezTo>
                <a:cubicBezTo>
                  <a:pt x="3227" y="431"/>
                  <a:pt x="3227" y="431"/>
                  <a:pt x="3227" y="431"/>
                </a:cubicBezTo>
                <a:cubicBezTo>
                  <a:pt x="3226" y="430"/>
                  <a:pt x="3226" y="430"/>
                  <a:pt x="3226" y="430"/>
                </a:cubicBezTo>
                <a:cubicBezTo>
                  <a:pt x="3226" y="431"/>
                  <a:pt x="3226" y="431"/>
                  <a:pt x="3226" y="431"/>
                </a:cubicBezTo>
                <a:cubicBezTo>
                  <a:pt x="3242" y="422"/>
                  <a:pt x="3242" y="422"/>
                  <a:pt x="3242" y="422"/>
                </a:cubicBezTo>
                <a:cubicBezTo>
                  <a:pt x="3311" y="422"/>
                  <a:pt x="3311" y="422"/>
                  <a:pt x="3311" y="422"/>
                </a:cubicBezTo>
                <a:cubicBezTo>
                  <a:pt x="3301" y="410"/>
                  <a:pt x="3301" y="410"/>
                  <a:pt x="3301" y="410"/>
                </a:cubicBezTo>
                <a:cubicBezTo>
                  <a:pt x="3246" y="410"/>
                  <a:pt x="3246" y="410"/>
                  <a:pt x="3246" y="410"/>
                </a:cubicBezTo>
                <a:cubicBezTo>
                  <a:pt x="3225" y="429"/>
                  <a:pt x="3225" y="429"/>
                  <a:pt x="3225" y="429"/>
                </a:cubicBezTo>
                <a:cubicBezTo>
                  <a:pt x="3226" y="431"/>
                  <a:pt x="3226" y="431"/>
                  <a:pt x="3226" y="431"/>
                </a:cubicBezTo>
                <a:cubicBezTo>
                  <a:pt x="3226" y="430"/>
                  <a:pt x="3226" y="430"/>
                  <a:pt x="3226" y="430"/>
                </a:cubicBezTo>
                <a:moveTo>
                  <a:pt x="3236" y="629"/>
                </a:moveTo>
                <a:cubicBezTo>
                  <a:pt x="3228" y="629"/>
                  <a:pt x="3228" y="629"/>
                  <a:pt x="3228" y="629"/>
                </a:cubicBezTo>
                <a:cubicBezTo>
                  <a:pt x="3218" y="635"/>
                  <a:pt x="3218" y="635"/>
                  <a:pt x="3218" y="635"/>
                </a:cubicBezTo>
                <a:cubicBezTo>
                  <a:pt x="3218" y="671"/>
                  <a:pt x="3218" y="671"/>
                  <a:pt x="3218" y="671"/>
                </a:cubicBezTo>
                <a:cubicBezTo>
                  <a:pt x="3220" y="671"/>
                  <a:pt x="3220" y="671"/>
                  <a:pt x="3220" y="671"/>
                </a:cubicBezTo>
                <a:cubicBezTo>
                  <a:pt x="3220" y="637"/>
                  <a:pt x="3220" y="637"/>
                  <a:pt x="3220" y="637"/>
                </a:cubicBezTo>
                <a:cubicBezTo>
                  <a:pt x="3229" y="632"/>
                  <a:pt x="3229" y="632"/>
                  <a:pt x="3229" y="632"/>
                </a:cubicBezTo>
                <a:cubicBezTo>
                  <a:pt x="3236" y="632"/>
                  <a:pt x="3236" y="632"/>
                  <a:pt x="3236" y="632"/>
                </a:cubicBezTo>
                <a:cubicBezTo>
                  <a:pt x="3236" y="629"/>
                  <a:pt x="3236" y="629"/>
                  <a:pt x="3236" y="629"/>
                </a:cubicBezTo>
                <a:moveTo>
                  <a:pt x="3316" y="631"/>
                </a:moveTo>
                <a:cubicBezTo>
                  <a:pt x="3336" y="631"/>
                  <a:pt x="3336" y="631"/>
                  <a:pt x="3336" y="631"/>
                </a:cubicBezTo>
                <a:cubicBezTo>
                  <a:pt x="3336" y="626"/>
                  <a:pt x="3336" y="626"/>
                  <a:pt x="3336" y="626"/>
                </a:cubicBezTo>
                <a:cubicBezTo>
                  <a:pt x="3346" y="626"/>
                  <a:pt x="3346" y="626"/>
                  <a:pt x="3346" y="626"/>
                </a:cubicBezTo>
                <a:cubicBezTo>
                  <a:pt x="3346" y="632"/>
                  <a:pt x="3346" y="632"/>
                  <a:pt x="3346" y="632"/>
                </a:cubicBezTo>
                <a:cubicBezTo>
                  <a:pt x="3352" y="632"/>
                  <a:pt x="3352" y="632"/>
                  <a:pt x="3352" y="632"/>
                </a:cubicBezTo>
                <a:cubicBezTo>
                  <a:pt x="3352" y="648"/>
                  <a:pt x="3352" y="648"/>
                  <a:pt x="3352" y="648"/>
                </a:cubicBezTo>
                <a:cubicBezTo>
                  <a:pt x="3354" y="651"/>
                  <a:pt x="3354" y="651"/>
                  <a:pt x="3354" y="651"/>
                </a:cubicBezTo>
                <a:cubicBezTo>
                  <a:pt x="3354" y="671"/>
                  <a:pt x="3354" y="671"/>
                  <a:pt x="3354" y="671"/>
                </a:cubicBezTo>
                <a:cubicBezTo>
                  <a:pt x="3357" y="671"/>
                  <a:pt x="3357" y="671"/>
                  <a:pt x="3357" y="671"/>
                </a:cubicBezTo>
                <a:cubicBezTo>
                  <a:pt x="3357" y="650"/>
                  <a:pt x="3357" y="650"/>
                  <a:pt x="3357" y="650"/>
                </a:cubicBezTo>
                <a:cubicBezTo>
                  <a:pt x="3354" y="647"/>
                  <a:pt x="3354" y="647"/>
                  <a:pt x="3354" y="647"/>
                </a:cubicBezTo>
                <a:cubicBezTo>
                  <a:pt x="3354" y="630"/>
                  <a:pt x="3354" y="630"/>
                  <a:pt x="3354" y="630"/>
                </a:cubicBezTo>
                <a:cubicBezTo>
                  <a:pt x="3348" y="630"/>
                  <a:pt x="3348" y="630"/>
                  <a:pt x="3348" y="630"/>
                </a:cubicBezTo>
                <a:cubicBezTo>
                  <a:pt x="3348" y="624"/>
                  <a:pt x="3348" y="624"/>
                  <a:pt x="3348" y="624"/>
                </a:cubicBezTo>
                <a:cubicBezTo>
                  <a:pt x="3334" y="624"/>
                  <a:pt x="3334" y="624"/>
                  <a:pt x="3334" y="624"/>
                </a:cubicBezTo>
                <a:cubicBezTo>
                  <a:pt x="3334" y="629"/>
                  <a:pt x="3334" y="629"/>
                  <a:pt x="3334" y="629"/>
                </a:cubicBezTo>
                <a:cubicBezTo>
                  <a:pt x="3316" y="629"/>
                  <a:pt x="3316" y="629"/>
                  <a:pt x="3316" y="629"/>
                </a:cubicBezTo>
                <a:cubicBezTo>
                  <a:pt x="3316" y="631"/>
                  <a:pt x="3316" y="631"/>
                  <a:pt x="3316" y="631"/>
                </a:cubicBezTo>
                <a:moveTo>
                  <a:pt x="3182" y="615"/>
                </a:moveTo>
                <a:cubicBezTo>
                  <a:pt x="3182" y="562"/>
                  <a:pt x="3182" y="562"/>
                  <a:pt x="3182" y="562"/>
                </a:cubicBezTo>
                <a:cubicBezTo>
                  <a:pt x="3197" y="559"/>
                  <a:pt x="3197" y="559"/>
                  <a:pt x="3197" y="559"/>
                </a:cubicBezTo>
                <a:cubicBezTo>
                  <a:pt x="3197" y="663"/>
                  <a:pt x="3197" y="663"/>
                  <a:pt x="3197" y="663"/>
                </a:cubicBezTo>
                <a:cubicBezTo>
                  <a:pt x="3200" y="663"/>
                  <a:pt x="3200" y="663"/>
                  <a:pt x="3200" y="663"/>
                </a:cubicBezTo>
                <a:cubicBezTo>
                  <a:pt x="3200" y="556"/>
                  <a:pt x="3200" y="556"/>
                  <a:pt x="3200" y="556"/>
                </a:cubicBezTo>
                <a:cubicBezTo>
                  <a:pt x="3180" y="560"/>
                  <a:pt x="3180" y="560"/>
                  <a:pt x="3180" y="560"/>
                </a:cubicBezTo>
                <a:cubicBezTo>
                  <a:pt x="3180" y="615"/>
                  <a:pt x="3180" y="615"/>
                  <a:pt x="3180" y="615"/>
                </a:cubicBezTo>
                <a:cubicBezTo>
                  <a:pt x="3182" y="615"/>
                  <a:pt x="3182" y="615"/>
                  <a:pt x="3182" y="615"/>
                </a:cubicBezTo>
                <a:moveTo>
                  <a:pt x="3199" y="559"/>
                </a:moveTo>
                <a:cubicBezTo>
                  <a:pt x="3226" y="559"/>
                  <a:pt x="3226" y="559"/>
                  <a:pt x="3226" y="559"/>
                </a:cubicBezTo>
                <a:cubicBezTo>
                  <a:pt x="3226" y="557"/>
                  <a:pt x="3226" y="557"/>
                  <a:pt x="3226" y="557"/>
                </a:cubicBezTo>
                <a:cubicBezTo>
                  <a:pt x="3199" y="557"/>
                  <a:pt x="3199" y="557"/>
                  <a:pt x="3199" y="557"/>
                </a:cubicBezTo>
                <a:lnTo>
                  <a:pt x="3199" y="559"/>
                </a:lnTo>
                <a:close/>
                <a:moveTo>
                  <a:pt x="3143" y="559"/>
                </a:moveTo>
                <a:cubicBezTo>
                  <a:pt x="3143" y="508"/>
                  <a:pt x="3143" y="508"/>
                  <a:pt x="3143" y="508"/>
                </a:cubicBezTo>
                <a:cubicBezTo>
                  <a:pt x="3201" y="508"/>
                  <a:pt x="3201" y="508"/>
                  <a:pt x="3201" y="508"/>
                </a:cubicBezTo>
                <a:cubicBezTo>
                  <a:pt x="3201" y="545"/>
                  <a:pt x="3201" y="545"/>
                  <a:pt x="3201" y="545"/>
                </a:cubicBezTo>
                <a:cubicBezTo>
                  <a:pt x="3203" y="545"/>
                  <a:pt x="3203" y="545"/>
                  <a:pt x="3203" y="545"/>
                </a:cubicBezTo>
                <a:cubicBezTo>
                  <a:pt x="3203" y="505"/>
                  <a:pt x="3203" y="505"/>
                  <a:pt x="3203" y="505"/>
                </a:cubicBezTo>
                <a:cubicBezTo>
                  <a:pt x="3141" y="505"/>
                  <a:pt x="3141" y="505"/>
                  <a:pt x="3141" y="505"/>
                </a:cubicBezTo>
                <a:cubicBezTo>
                  <a:pt x="3141" y="559"/>
                  <a:pt x="3141" y="559"/>
                  <a:pt x="3141" y="559"/>
                </a:cubicBezTo>
                <a:cubicBezTo>
                  <a:pt x="3143" y="559"/>
                  <a:pt x="3143" y="559"/>
                  <a:pt x="3143" y="559"/>
                </a:cubicBezTo>
                <a:moveTo>
                  <a:pt x="3177" y="506"/>
                </a:moveTo>
                <a:cubicBezTo>
                  <a:pt x="3177" y="475"/>
                  <a:pt x="3177" y="475"/>
                  <a:pt x="3177" y="475"/>
                </a:cubicBezTo>
                <a:cubicBezTo>
                  <a:pt x="3226" y="475"/>
                  <a:pt x="3226" y="475"/>
                  <a:pt x="3226" y="475"/>
                </a:cubicBezTo>
                <a:cubicBezTo>
                  <a:pt x="3226" y="472"/>
                  <a:pt x="3226" y="472"/>
                  <a:pt x="3226" y="472"/>
                </a:cubicBezTo>
                <a:cubicBezTo>
                  <a:pt x="3175" y="472"/>
                  <a:pt x="3175" y="472"/>
                  <a:pt x="3175" y="472"/>
                </a:cubicBezTo>
                <a:cubicBezTo>
                  <a:pt x="3175" y="506"/>
                  <a:pt x="3175" y="506"/>
                  <a:pt x="3175" y="506"/>
                </a:cubicBezTo>
                <a:cubicBezTo>
                  <a:pt x="3177" y="506"/>
                  <a:pt x="3177" y="506"/>
                  <a:pt x="3177" y="506"/>
                </a:cubicBezTo>
                <a:moveTo>
                  <a:pt x="3158" y="507"/>
                </a:moveTo>
                <a:cubicBezTo>
                  <a:pt x="3158" y="461"/>
                  <a:pt x="3158" y="461"/>
                  <a:pt x="3158" y="461"/>
                </a:cubicBezTo>
                <a:cubicBezTo>
                  <a:pt x="3169" y="461"/>
                  <a:pt x="3169" y="461"/>
                  <a:pt x="3169" y="461"/>
                </a:cubicBezTo>
                <a:cubicBezTo>
                  <a:pt x="3169" y="450"/>
                  <a:pt x="3169" y="450"/>
                  <a:pt x="3169" y="450"/>
                </a:cubicBezTo>
                <a:cubicBezTo>
                  <a:pt x="3182" y="450"/>
                  <a:pt x="3182" y="450"/>
                  <a:pt x="3182" y="450"/>
                </a:cubicBezTo>
                <a:cubicBezTo>
                  <a:pt x="3182" y="458"/>
                  <a:pt x="3182" y="458"/>
                  <a:pt x="3182" y="458"/>
                </a:cubicBezTo>
                <a:cubicBezTo>
                  <a:pt x="3199" y="458"/>
                  <a:pt x="3199" y="458"/>
                  <a:pt x="3199" y="458"/>
                </a:cubicBezTo>
                <a:cubicBezTo>
                  <a:pt x="3199" y="473"/>
                  <a:pt x="3199" y="473"/>
                  <a:pt x="3199" y="473"/>
                </a:cubicBezTo>
                <a:cubicBezTo>
                  <a:pt x="3201" y="473"/>
                  <a:pt x="3201" y="473"/>
                  <a:pt x="3201" y="473"/>
                </a:cubicBezTo>
                <a:cubicBezTo>
                  <a:pt x="3201" y="456"/>
                  <a:pt x="3201" y="456"/>
                  <a:pt x="3201" y="456"/>
                </a:cubicBezTo>
                <a:cubicBezTo>
                  <a:pt x="3184" y="456"/>
                  <a:pt x="3184" y="456"/>
                  <a:pt x="3184" y="456"/>
                </a:cubicBezTo>
                <a:cubicBezTo>
                  <a:pt x="3184" y="449"/>
                  <a:pt x="3184" y="449"/>
                  <a:pt x="3184" y="449"/>
                </a:cubicBezTo>
                <a:cubicBezTo>
                  <a:pt x="3184" y="448"/>
                  <a:pt x="3184" y="448"/>
                  <a:pt x="3184" y="448"/>
                </a:cubicBezTo>
                <a:cubicBezTo>
                  <a:pt x="3167" y="448"/>
                  <a:pt x="3167" y="448"/>
                  <a:pt x="3167" y="448"/>
                </a:cubicBezTo>
                <a:cubicBezTo>
                  <a:pt x="3167" y="459"/>
                  <a:pt x="3167" y="459"/>
                  <a:pt x="3167" y="459"/>
                </a:cubicBezTo>
                <a:cubicBezTo>
                  <a:pt x="3156" y="459"/>
                  <a:pt x="3156" y="459"/>
                  <a:pt x="3156" y="459"/>
                </a:cubicBezTo>
                <a:cubicBezTo>
                  <a:pt x="3156" y="507"/>
                  <a:pt x="3156" y="507"/>
                  <a:pt x="3156" y="507"/>
                </a:cubicBezTo>
                <a:cubicBezTo>
                  <a:pt x="3158" y="507"/>
                  <a:pt x="3158" y="507"/>
                  <a:pt x="3158" y="507"/>
                </a:cubicBezTo>
                <a:moveTo>
                  <a:pt x="3067" y="551"/>
                </a:moveTo>
                <a:cubicBezTo>
                  <a:pt x="3067" y="492"/>
                  <a:pt x="3067" y="492"/>
                  <a:pt x="3067" y="492"/>
                </a:cubicBezTo>
                <a:cubicBezTo>
                  <a:pt x="3077" y="486"/>
                  <a:pt x="3077" y="486"/>
                  <a:pt x="3077" y="486"/>
                </a:cubicBezTo>
                <a:cubicBezTo>
                  <a:pt x="3077" y="480"/>
                  <a:pt x="3077" y="480"/>
                  <a:pt x="3077" y="480"/>
                </a:cubicBezTo>
                <a:cubicBezTo>
                  <a:pt x="3091" y="461"/>
                  <a:pt x="3091" y="461"/>
                  <a:pt x="3091" y="461"/>
                </a:cubicBezTo>
                <a:cubicBezTo>
                  <a:pt x="3106" y="479"/>
                  <a:pt x="3106" y="479"/>
                  <a:pt x="3106" y="479"/>
                </a:cubicBezTo>
                <a:cubicBezTo>
                  <a:pt x="3106" y="487"/>
                  <a:pt x="3106" y="487"/>
                  <a:pt x="3106" y="487"/>
                </a:cubicBezTo>
                <a:cubicBezTo>
                  <a:pt x="3106" y="488"/>
                  <a:pt x="3106" y="488"/>
                  <a:pt x="3106" y="488"/>
                </a:cubicBezTo>
                <a:cubicBezTo>
                  <a:pt x="3112" y="491"/>
                  <a:pt x="3112" y="491"/>
                  <a:pt x="3112" y="491"/>
                </a:cubicBezTo>
                <a:cubicBezTo>
                  <a:pt x="3112" y="559"/>
                  <a:pt x="3112" y="559"/>
                  <a:pt x="3112" y="559"/>
                </a:cubicBezTo>
                <a:cubicBezTo>
                  <a:pt x="3114" y="559"/>
                  <a:pt x="3114" y="559"/>
                  <a:pt x="3114" y="559"/>
                </a:cubicBezTo>
                <a:cubicBezTo>
                  <a:pt x="3114" y="489"/>
                  <a:pt x="3114" y="489"/>
                  <a:pt x="3114" y="489"/>
                </a:cubicBezTo>
                <a:cubicBezTo>
                  <a:pt x="3108" y="487"/>
                  <a:pt x="3108" y="487"/>
                  <a:pt x="3108" y="487"/>
                </a:cubicBezTo>
                <a:cubicBezTo>
                  <a:pt x="3108" y="479"/>
                  <a:pt x="3108" y="479"/>
                  <a:pt x="3108" y="479"/>
                </a:cubicBezTo>
                <a:cubicBezTo>
                  <a:pt x="3108" y="479"/>
                  <a:pt x="3108" y="479"/>
                  <a:pt x="3108" y="479"/>
                </a:cubicBezTo>
                <a:cubicBezTo>
                  <a:pt x="3091" y="458"/>
                  <a:pt x="3091" y="458"/>
                  <a:pt x="3091" y="458"/>
                </a:cubicBezTo>
                <a:cubicBezTo>
                  <a:pt x="3075" y="480"/>
                  <a:pt x="3075" y="480"/>
                  <a:pt x="3075" y="480"/>
                </a:cubicBezTo>
                <a:cubicBezTo>
                  <a:pt x="3075" y="485"/>
                  <a:pt x="3075" y="485"/>
                  <a:pt x="3075" y="485"/>
                </a:cubicBezTo>
                <a:cubicBezTo>
                  <a:pt x="3065" y="491"/>
                  <a:pt x="3065" y="491"/>
                  <a:pt x="3065" y="491"/>
                </a:cubicBezTo>
                <a:cubicBezTo>
                  <a:pt x="3065" y="551"/>
                  <a:pt x="3065" y="551"/>
                  <a:pt x="3065" y="551"/>
                </a:cubicBezTo>
                <a:cubicBezTo>
                  <a:pt x="3067" y="551"/>
                  <a:pt x="3067" y="551"/>
                  <a:pt x="3067" y="551"/>
                </a:cubicBezTo>
                <a:moveTo>
                  <a:pt x="3077" y="483"/>
                </a:moveTo>
                <a:cubicBezTo>
                  <a:pt x="3086" y="480"/>
                  <a:pt x="3086" y="480"/>
                  <a:pt x="3086" y="480"/>
                </a:cubicBezTo>
                <a:cubicBezTo>
                  <a:pt x="3107" y="481"/>
                  <a:pt x="3107" y="481"/>
                  <a:pt x="3107" y="481"/>
                </a:cubicBezTo>
                <a:cubicBezTo>
                  <a:pt x="3107" y="479"/>
                  <a:pt x="3107" y="479"/>
                  <a:pt x="3107" y="479"/>
                </a:cubicBezTo>
                <a:cubicBezTo>
                  <a:pt x="3086" y="478"/>
                  <a:pt x="3086" y="478"/>
                  <a:pt x="3086" y="478"/>
                </a:cubicBezTo>
                <a:cubicBezTo>
                  <a:pt x="3076" y="481"/>
                  <a:pt x="3076" y="481"/>
                  <a:pt x="3076" y="481"/>
                </a:cubicBezTo>
                <a:cubicBezTo>
                  <a:pt x="3077" y="483"/>
                  <a:pt x="3077" y="483"/>
                  <a:pt x="3077" y="483"/>
                </a:cubicBezTo>
                <a:moveTo>
                  <a:pt x="3004" y="439"/>
                </a:moveTo>
                <a:cubicBezTo>
                  <a:pt x="3004" y="423"/>
                  <a:pt x="3004" y="423"/>
                  <a:pt x="3004" y="423"/>
                </a:cubicBezTo>
                <a:cubicBezTo>
                  <a:pt x="3015" y="423"/>
                  <a:pt x="3015" y="423"/>
                  <a:pt x="3015" y="423"/>
                </a:cubicBezTo>
                <a:cubicBezTo>
                  <a:pt x="3015" y="410"/>
                  <a:pt x="3015" y="410"/>
                  <a:pt x="3015" y="410"/>
                </a:cubicBezTo>
                <a:cubicBezTo>
                  <a:pt x="3020" y="410"/>
                  <a:pt x="3020" y="410"/>
                  <a:pt x="3020" y="410"/>
                </a:cubicBezTo>
                <a:cubicBezTo>
                  <a:pt x="3020" y="397"/>
                  <a:pt x="3020" y="397"/>
                  <a:pt x="3020" y="397"/>
                </a:cubicBezTo>
                <a:cubicBezTo>
                  <a:pt x="3028" y="388"/>
                  <a:pt x="3028" y="388"/>
                  <a:pt x="3028" y="388"/>
                </a:cubicBezTo>
                <a:cubicBezTo>
                  <a:pt x="3037" y="397"/>
                  <a:pt x="3037" y="397"/>
                  <a:pt x="3037" y="397"/>
                </a:cubicBezTo>
                <a:cubicBezTo>
                  <a:pt x="3037" y="406"/>
                  <a:pt x="3037" y="406"/>
                  <a:pt x="3037" y="406"/>
                </a:cubicBezTo>
                <a:cubicBezTo>
                  <a:pt x="3037" y="407"/>
                  <a:pt x="3037" y="407"/>
                  <a:pt x="3037" y="407"/>
                </a:cubicBezTo>
                <a:cubicBezTo>
                  <a:pt x="3046" y="407"/>
                  <a:pt x="3046" y="407"/>
                  <a:pt x="3046" y="407"/>
                </a:cubicBezTo>
                <a:cubicBezTo>
                  <a:pt x="3046" y="450"/>
                  <a:pt x="3046" y="450"/>
                  <a:pt x="3046" y="450"/>
                </a:cubicBezTo>
                <a:cubicBezTo>
                  <a:pt x="3049" y="450"/>
                  <a:pt x="3049" y="450"/>
                  <a:pt x="3049" y="450"/>
                </a:cubicBezTo>
                <a:cubicBezTo>
                  <a:pt x="3049" y="404"/>
                  <a:pt x="3049" y="404"/>
                  <a:pt x="3049" y="404"/>
                </a:cubicBezTo>
                <a:cubicBezTo>
                  <a:pt x="3039" y="405"/>
                  <a:pt x="3039" y="405"/>
                  <a:pt x="3039" y="405"/>
                </a:cubicBezTo>
                <a:cubicBezTo>
                  <a:pt x="3039" y="396"/>
                  <a:pt x="3039" y="396"/>
                  <a:pt x="3039" y="396"/>
                </a:cubicBezTo>
                <a:cubicBezTo>
                  <a:pt x="3039" y="396"/>
                  <a:pt x="3039" y="396"/>
                  <a:pt x="3039" y="396"/>
                </a:cubicBezTo>
                <a:cubicBezTo>
                  <a:pt x="3028" y="385"/>
                  <a:pt x="3028" y="385"/>
                  <a:pt x="3028" y="385"/>
                </a:cubicBezTo>
                <a:cubicBezTo>
                  <a:pt x="3018" y="397"/>
                  <a:pt x="3018" y="397"/>
                  <a:pt x="3018" y="397"/>
                </a:cubicBezTo>
                <a:cubicBezTo>
                  <a:pt x="3018" y="407"/>
                  <a:pt x="3018" y="407"/>
                  <a:pt x="3018" y="407"/>
                </a:cubicBezTo>
                <a:cubicBezTo>
                  <a:pt x="3012" y="407"/>
                  <a:pt x="3012" y="407"/>
                  <a:pt x="3012" y="407"/>
                </a:cubicBezTo>
                <a:cubicBezTo>
                  <a:pt x="3012" y="420"/>
                  <a:pt x="3012" y="420"/>
                  <a:pt x="3012" y="420"/>
                </a:cubicBezTo>
                <a:cubicBezTo>
                  <a:pt x="3002" y="420"/>
                  <a:pt x="3002" y="420"/>
                  <a:pt x="3002" y="420"/>
                </a:cubicBezTo>
                <a:cubicBezTo>
                  <a:pt x="3002" y="439"/>
                  <a:pt x="3002" y="439"/>
                  <a:pt x="3002" y="439"/>
                </a:cubicBezTo>
                <a:cubicBezTo>
                  <a:pt x="3004" y="439"/>
                  <a:pt x="3004" y="439"/>
                  <a:pt x="3004" y="439"/>
                </a:cubicBezTo>
                <a:moveTo>
                  <a:pt x="2853" y="417"/>
                </a:moveTo>
                <a:cubicBezTo>
                  <a:pt x="2853" y="401"/>
                  <a:pt x="2853" y="401"/>
                  <a:pt x="2853" y="401"/>
                </a:cubicBezTo>
                <a:cubicBezTo>
                  <a:pt x="2870" y="401"/>
                  <a:pt x="2870" y="401"/>
                  <a:pt x="2870" y="401"/>
                </a:cubicBezTo>
                <a:cubicBezTo>
                  <a:pt x="2870" y="428"/>
                  <a:pt x="2870" y="428"/>
                  <a:pt x="2870" y="428"/>
                </a:cubicBezTo>
                <a:cubicBezTo>
                  <a:pt x="2873" y="428"/>
                  <a:pt x="2873" y="428"/>
                  <a:pt x="2873" y="428"/>
                </a:cubicBezTo>
                <a:cubicBezTo>
                  <a:pt x="2873" y="398"/>
                  <a:pt x="2873" y="398"/>
                  <a:pt x="2873" y="398"/>
                </a:cubicBezTo>
                <a:cubicBezTo>
                  <a:pt x="2850" y="398"/>
                  <a:pt x="2850" y="398"/>
                  <a:pt x="2850" y="398"/>
                </a:cubicBezTo>
                <a:cubicBezTo>
                  <a:pt x="2850" y="417"/>
                  <a:pt x="2850" y="417"/>
                  <a:pt x="2850" y="417"/>
                </a:cubicBezTo>
                <a:cubicBezTo>
                  <a:pt x="2853" y="417"/>
                  <a:pt x="2853" y="417"/>
                  <a:pt x="2853" y="417"/>
                </a:cubicBezTo>
                <a:moveTo>
                  <a:pt x="2864" y="443"/>
                </a:moveTo>
                <a:cubicBezTo>
                  <a:pt x="2883" y="443"/>
                  <a:pt x="2883" y="443"/>
                  <a:pt x="2883" y="443"/>
                </a:cubicBezTo>
                <a:cubicBezTo>
                  <a:pt x="2883" y="428"/>
                  <a:pt x="2883" y="428"/>
                  <a:pt x="2883" y="428"/>
                </a:cubicBezTo>
                <a:cubicBezTo>
                  <a:pt x="2921" y="428"/>
                  <a:pt x="2921" y="428"/>
                  <a:pt x="2921" y="428"/>
                </a:cubicBezTo>
                <a:cubicBezTo>
                  <a:pt x="2921" y="437"/>
                  <a:pt x="2921" y="437"/>
                  <a:pt x="2921" y="437"/>
                </a:cubicBezTo>
                <a:cubicBezTo>
                  <a:pt x="2921" y="438"/>
                  <a:pt x="2921" y="438"/>
                  <a:pt x="2921" y="438"/>
                </a:cubicBezTo>
                <a:cubicBezTo>
                  <a:pt x="2937" y="438"/>
                  <a:pt x="2937" y="438"/>
                  <a:pt x="2937" y="438"/>
                </a:cubicBezTo>
                <a:cubicBezTo>
                  <a:pt x="2937" y="443"/>
                  <a:pt x="2937" y="443"/>
                  <a:pt x="2937" y="443"/>
                </a:cubicBezTo>
                <a:cubicBezTo>
                  <a:pt x="2949" y="443"/>
                  <a:pt x="2949" y="443"/>
                  <a:pt x="2949" y="443"/>
                </a:cubicBezTo>
                <a:cubicBezTo>
                  <a:pt x="2949" y="483"/>
                  <a:pt x="2949" y="483"/>
                  <a:pt x="2949" y="483"/>
                </a:cubicBezTo>
                <a:cubicBezTo>
                  <a:pt x="2951" y="483"/>
                  <a:pt x="2951" y="483"/>
                  <a:pt x="2951" y="483"/>
                </a:cubicBezTo>
                <a:cubicBezTo>
                  <a:pt x="2951" y="441"/>
                  <a:pt x="2951" y="441"/>
                  <a:pt x="2951" y="441"/>
                </a:cubicBezTo>
                <a:cubicBezTo>
                  <a:pt x="2939" y="441"/>
                  <a:pt x="2939" y="441"/>
                  <a:pt x="2939" y="441"/>
                </a:cubicBezTo>
                <a:cubicBezTo>
                  <a:pt x="2940" y="437"/>
                  <a:pt x="2940" y="437"/>
                  <a:pt x="2940" y="437"/>
                </a:cubicBezTo>
                <a:cubicBezTo>
                  <a:pt x="2940" y="436"/>
                  <a:pt x="2940" y="436"/>
                  <a:pt x="2940" y="436"/>
                </a:cubicBezTo>
                <a:cubicBezTo>
                  <a:pt x="2923" y="436"/>
                  <a:pt x="2923" y="436"/>
                  <a:pt x="2923" y="436"/>
                </a:cubicBezTo>
                <a:cubicBezTo>
                  <a:pt x="2923" y="425"/>
                  <a:pt x="2923" y="425"/>
                  <a:pt x="2923" y="425"/>
                </a:cubicBezTo>
                <a:cubicBezTo>
                  <a:pt x="2880" y="425"/>
                  <a:pt x="2880" y="425"/>
                  <a:pt x="2880" y="425"/>
                </a:cubicBezTo>
                <a:cubicBezTo>
                  <a:pt x="2880" y="441"/>
                  <a:pt x="2880" y="441"/>
                  <a:pt x="2880" y="441"/>
                </a:cubicBezTo>
                <a:cubicBezTo>
                  <a:pt x="2864" y="441"/>
                  <a:pt x="2864" y="441"/>
                  <a:pt x="2864" y="441"/>
                </a:cubicBezTo>
                <a:cubicBezTo>
                  <a:pt x="2864" y="443"/>
                  <a:pt x="2864" y="443"/>
                  <a:pt x="2864" y="443"/>
                </a:cubicBezTo>
                <a:moveTo>
                  <a:pt x="3048" y="423"/>
                </a:moveTo>
                <a:cubicBezTo>
                  <a:pt x="3063" y="423"/>
                  <a:pt x="3063" y="423"/>
                  <a:pt x="3063" y="423"/>
                </a:cubicBezTo>
                <a:cubicBezTo>
                  <a:pt x="3063" y="417"/>
                  <a:pt x="3063" y="417"/>
                  <a:pt x="3063" y="417"/>
                </a:cubicBezTo>
                <a:cubicBezTo>
                  <a:pt x="3078" y="417"/>
                  <a:pt x="3078" y="417"/>
                  <a:pt x="3078" y="417"/>
                </a:cubicBezTo>
                <a:cubicBezTo>
                  <a:pt x="3078" y="421"/>
                  <a:pt x="3078" y="421"/>
                  <a:pt x="3078" y="421"/>
                </a:cubicBezTo>
                <a:cubicBezTo>
                  <a:pt x="3088" y="421"/>
                  <a:pt x="3088" y="421"/>
                  <a:pt x="3088" y="421"/>
                </a:cubicBezTo>
                <a:cubicBezTo>
                  <a:pt x="3088" y="440"/>
                  <a:pt x="3088" y="440"/>
                  <a:pt x="3088" y="440"/>
                </a:cubicBezTo>
                <a:cubicBezTo>
                  <a:pt x="3102" y="440"/>
                  <a:pt x="3102" y="440"/>
                  <a:pt x="3102" y="440"/>
                </a:cubicBezTo>
                <a:cubicBezTo>
                  <a:pt x="3102" y="411"/>
                  <a:pt x="3102" y="411"/>
                  <a:pt x="3102" y="411"/>
                </a:cubicBezTo>
                <a:cubicBezTo>
                  <a:pt x="3107" y="411"/>
                  <a:pt x="3107" y="411"/>
                  <a:pt x="3107" y="411"/>
                </a:cubicBezTo>
                <a:cubicBezTo>
                  <a:pt x="3107" y="362"/>
                  <a:pt x="3107" y="362"/>
                  <a:pt x="3107" y="362"/>
                </a:cubicBezTo>
                <a:cubicBezTo>
                  <a:pt x="3125" y="362"/>
                  <a:pt x="3125" y="362"/>
                  <a:pt x="3125" y="362"/>
                </a:cubicBezTo>
                <a:cubicBezTo>
                  <a:pt x="3125" y="391"/>
                  <a:pt x="3125" y="391"/>
                  <a:pt x="3125" y="391"/>
                </a:cubicBezTo>
                <a:cubicBezTo>
                  <a:pt x="3152" y="391"/>
                  <a:pt x="3152" y="391"/>
                  <a:pt x="3152" y="391"/>
                </a:cubicBezTo>
                <a:cubicBezTo>
                  <a:pt x="3152" y="401"/>
                  <a:pt x="3152" y="401"/>
                  <a:pt x="3152" y="401"/>
                </a:cubicBezTo>
                <a:cubicBezTo>
                  <a:pt x="3154" y="401"/>
                  <a:pt x="3154" y="401"/>
                  <a:pt x="3154" y="401"/>
                </a:cubicBezTo>
                <a:cubicBezTo>
                  <a:pt x="3154" y="389"/>
                  <a:pt x="3154" y="389"/>
                  <a:pt x="3154" y="389"/>
                </a:cubicBezTo>
                <a:cubicBezTo>
                  <a:pt x="3127" y="389"/>
                  <a:pt x="3127" y="389"/>
                  <a:pt x="3127" y="389"/>
                </a:cubicBezTo>
                <a:cubicBezTo>
                  <a:pt x="3127" y="359"/>
                  <a:pt x="3127" y="359"/>
                  <a:pt x="3127" y="359"/>
                </a:cubicBezTo>
                <a:cubicBezTo>
                  <a:pt x="3104" y="359"/>
                  <a:pt x="3104" y="359"/>
                  <a:pt x="3104" y="359"/>
                </a:cubicBezTo>
                <a:cubicBezTo>
                  <a:pt x="3104" y="408"/>
                  <a:pt x="3104" y="408"/>
                  <a:pt x="3104" y="408"/>
                </a:cubicBezTo>
                <a:cubicBezTo>
                  <a:pt x="3100" y="408"/>
                  <a:pt x="3100" y="408"/>
                  <a:pt x="3100" y="408"/>
                </a:cubicBezTo>
                <a:cubicBezTo>
                  <a:pt x="3100" y="438"/>
                  <a:pt x="3100" y="438"/>
                  <a:pt x="3100" y="438"/>
                </a:cubicBezTo>
                <a:cubicBezTo>
                  <a:pt x="3090" y="438"/>
                  <a:pt x="3090" y="438"/>
                  <a:pt x="3090" y="438"/>
                </a:cubicBezTo>
                <a:cubicBezTo>
                  <a:pt x="3090" y="419"/>
                  <a:pt x="3090" y="419"/>
                  <a:pt x="3090" y="419"/>
                </a:cubicBezTo>
                <a:cubicBezTo>
                  <a:pt x="3080" y="419"/>
                  <a:pt x="3080" y="419"/>
                  <a:pt x="3080" y="419"/>
                </a:cubicBezTo>
                <a:cubicBezTo>
                  <a:pt x="3080" y="415"/>
                  <a:pt x="3080" y="415"/>
                  <a:pt x="3080" y="415"/>
                </a:cubicBezTo>
                <a:cubicBezTo>
                  <a:pt x="3060" y="415"/>
                  <a:pt x="3060" y="415"/>
                  <a:pt x="3060" y="415"/>
                </a:cubicBezTo>
                <a:cubicBezTo>
                  <a:pt x="3060" y="420"/>
                  <a:pt x="3060" y="420"/>
                  <a:pt x="3060" y="420"/>
                </a:cubicBezTo>
                <a:cubicBezTo>
                  <a:pt x="3048" y="420"/>
                  <a:pt x="3048" y="420"/>
                  <a:pt x="3048" y="420"/>
                </a:cubicBezTo>
                <a:cubicBezTo>
                  <a:pt x="3048" y="423"/>
                  <a:pt x="3048" y="423"/>
                  <a:pt x="3048" y="423"/>
                </a:cubicBezTo>
                <a:moveTo>
                  <a:pt x="3113" y="499"/>
                </a:moveTo>
                <a:cubicBezTo>
                  <a:pt x="3134" y="499"/>
                  <a:pt x="3134" y="499"/>
                  <a:pt x="3134" y="499"/>
                </a:cubicBezTo>
                <a:cubicBezTo>
                  <a:pt x="3134" y="483"/>
                  <a:pt x="3134" y="483"/>
                  <a:pt x="3134" y="483"/>
                </a:cubicBezTo>
                <a:cubicBezTo>
                  <a:pt x="3157" y="483"/>
                  <a:pt x="3157" y="483"/>
                  <a:pt x="3157" y="483"/>
                </a:cubicBezTo>
                <a:cubicBezTo>
                  <a:pt x="3157" y="481"/>
                  <a:pt x="3157" y="481"/>
                  <a:pt x="3157" y="481"/>
                </a:cubicBezTo>
                <a:cubicBezTo>
                  <a:pt x="3131" y="481"/>
                  <a:pt x="3131" y="481"/>
                  <a:pt x="3131" y="481"/>
                </a:cubicBezTo>
                <a:cubicBezTo>
                  <a:pt x="3131" y="497"/>
                  <a:pt x="3131" y="497"/>
                  <a:pt x="3131" y="497"/>
                </a:cubicBezTo>
                <a:cubicBezTo>
                  <a:pt x="3113" y="497"/>
                  <a:pt x="3113" y="497"/>
                  <a:pt x="3113" y="497"/>
                </a:cubicBezTo>
                <a:cubicBezTo>
                  <a:pt x="3113" y="499"/>
                  <a:pt x="3113" y="499"/>
                  <a:pt x="3113" y="499"/>
                </a:cubicBezTo>
                <a:moveTo>
                  <a:pt x="3143" y="478"/>
                </a:moveTo>
                <a:cubicBezTo>
                  <a:pt x="3143" y="405"/>
                  <a:pt x="3143" y="405"/>
                  <a:pt x="3143" y="405"/>
                </a:cubicBezTo>
                <a:cubicBezTo>
                  <a:pt x="3167" y="406"/>
                  <a:pt x="3167" y="406"/>
                  <a:pt x="3167" y="406"/>
                </a:cubicBezTo>
                <a:cubicBezTo>
                  <a:pt x="3167" y="392"/>
                  <a:pt x="3167" y="392"/>
                  <a:pt x="3167" y="392"/>
                </a:cubicBezTo>
                <a:cubicBezTo>
                  <a:pt x="3192" y="392"/>
                  <a:pt x="3192" y="392"/>
                  <a:pt x="3192" y="392"/>
                </a:cubicBezTo>
                <a:cubicBezTo>
                  <a:pt x="3192" y="406"/>
                  <a:pt x="3192" y="406"/>
                  <a:pt x="3192" y="406"/>
                </a:cubicBezTo>
                <a:cubicBezTo>
                  <a:pt x="3211" y="406"/>
                  <a:pt x="3211" y="406"/>
                  <a:pt x="3211" y="406"/>
                </a:cubicBezTo>
                <a:cubicBezTo>
                  <a:pt x="3211" y="473"/>
                  <a:pt x="3211" y="473"/>
                  <a:pt x="3211" y="473"/>
                </a:cubicBezTo>
                <a:cubicBezTo>
                  <a:pt x="3213" y="473"/>
                  <a:pt x="3213" y="473"/>
                  <a:pt x="3213" y="473"/>
                </a:cubicBezTo>
                <a:cubicBezTo>
                  <a:pt x="3213" y="404"/>
                  <a:pt x="3213" y="404"/>
                  <a:pt x="3213" y="404"/>
                </a:cubicBezTo>
                <a:cubicBezTo>
                  <a:pt x="3194" y="404"/>
                  <a:pt x="3194" y="404"/>
                  <a:pt x="3194" y="404"/>
                </a:cubicBezTo>
                <a:cubicBezTo>
                  <a:pt x="3194" y="390"/>
                  <a:pt x="3194" y="390"/>
                  <a:pt x="3194" y="390"/>
                </a:cubicBezTo>
                <a:cubicBezTo>
                  <a:pt x="3164" y="390"/>
                  <a:pt x="3164" y="390"/>
                  <a:pt x="3164" y="390"/>
                </a:cubicBezTo>
                <a:cubicBezTo>
                  <a:pt x="3164" y="403"/>
                  <a:pt x="3164" y="403"/>
                  <a:pt x="3164" y="403"/>
                </a:cubicBezTo>
                <a:cubicBezTo>
                  <a:pt x="3140" y="403"/>
                  <a:pt x="3140" y="403"/>
                  <a:pt x="3140" y="403"/>
                </a:cubicBezTo>
                <a:cubicBezTo>
                  <a:pt x="3140" y="478"/>
                  <a:pt x="3140" y="478"/>
                  <a:pt x="3140" y="478"/>
                </a:cubicBezTo>
                <a:cubicBezTo>
                  <a:pt x="3143" y="478"/>
                  <a:pt x="3143" y="478"/>
                  <a:pt x="3143" y="478"/>
                </a:cubicBezTo>
                <a:moveTo>
                  <a:pt x="3210" y="404"/>
                </a:moveTo>
                <a:cubicBezTo>
                  <a:pt x="3210" y="389"/>
                  <a:pt x="3210" y="389"/>
                  <a:pt x="3210" y="389"/>
                </a:cubicBezTo>
                <a:cubicBezTo>
                  <a:pt x="3226" y="389"/>
                  <a:pt x="3226" y="389"/>
                  <a:pt x="3226" y="389"/>
                </a:cubicBezTo>
                <a:cubicBezTo>
                  <a:pt x="3226" y="382"/>
                  <a:pt x="3226" y="382"/>
                  <a:pt x="3226" y="382"/>
                </a:cubicBezTo>
                <a:cubicBezTo>
                  <a:pt x="3256" y="382"/>
                  <a:pt x="3256" y="382"/>
                  <a:pt x="3256" y="382"/>
                </a:cubicBezTo>
                <a:cubicBezTo>
                  <a:pt x="3256" y="411"/>
                  <a:pt x="3256" y="411"/>
                  <a:pt x="3256" y="411"/>
                </a:cubicBezTo>
                <a:cubicBezTo>
                  <a:pt x="3258" y="411"/>
                  <a:pt x="3258" y="411"/>
                  <a:pt x="3258" y="411"/>
                </a:cubicBezTo>
                <a:cubicBezTo>
                  <a:pt x="3258" y="379"/>
                  <a:pt x="3258" y="379"/>
                  <a:pt x="3258" y="379"/>
                </a:cubicBezTo>
                <a:cubicBezTo>
                  <a:pt x="3223" y="379"/>
                  <a:pt x="3223" y="379"/>
                  <a:pt x="3223" y="379"/>
                </a:cubicBezTo>
                <a:cubicBezTo>
                  <a:pt x="3223" y="387"/>
                  <a:pt x="3223" y="387"/>
                  <a:pt x="3223" y="387"/>
                </a:cubicBezTo>
                <a:cubicBezTo>
                  <a:pt x="3208" y="387"/>
                  <a:pt x="3208" y="387"/>
                  <a:pt x="3208" y="387"/>
                </a:cubicBezTo>
                <a:cubicBezTo>
                  <a:pt x="3208" y="404"/>
                  <a:pt x="3208" y="404"/>
                  <a:pt x="3208" y="404"/>
                </a:cubicBezTo>
                <a:cubicBezTo>
                  <a:pt x="3210" y="404"/>
                  <a:pt x="3210" y="404"/>
                  <a:pt x="3210" y="404"/>
                </a:cubicBezTo>
                <a:moveTo>
                  <a:pt x="3311" y="513"/>
                </a:moveTo>
                <a:cubicBezTo>
                  <a:pt x="3328" y="513"/>
                  <a:pt x="3328" y="513"/>
                  <a:pt x="3328" y="513"/>
                </a:cubicBezTo>
                <a:cubicBezTo>
                  <a:pt x="3328" y="544"/>
                  <a:pt x="3328" y="544"/>
                  <a:pt x="3328" y="544"/>
                </a:cubicBezTo>
                <a:cubicBezTo>
                  <a:pt x="3338" y="544"/>
                  <a:pt x="3338" y="544"/>
                  <a:pt x="3338" y="544"/>
                </a:cubicBezTo>
                <a:cubicBezTo>
                  <a:pt x="3338" y="524"/>
                  <a:pt x="3338" y="524"/>
                  <a:pt x="3338" y="524"/>
                </a:cubicBezTo>
                <a:cubicBezTo>
                  <a:pt x="3360" y="524"/>
                  <a:pt x="3360" y="524"/>
                  <a:pt x="3360" y="524"/>
                </a:cubicBezTo>
                <a:cubicBezTo>
                  <a:pt x="3360" y="659"/>
                  <a:pt x="3360" y="659"/>
                  <a:pt x="3360" y="659"/>
                </a:cubicBezTo>
                <a:cubicBezTo>
                  <a:pt x="3362" y="659"/>
                  <a:pt x="3362" y="659"/>
                  <a:pt x="3362" y="659"/>
                </a:cubicBezTo>
                <a:cubicBezTo>
                  <a:pt x="3362" y="522"/>
                  <a:pt x="3362" y="522"/>
                  <a:pt x="3362" y="522"/>
                </a:cubicBezTo>
                <a:cubicBezTo>
                  <a:pt x="3336" y="522"/>
                  <a:pt x="3336" y="522"/>
                  <a:pt x="3336" y="522"/>
                </a:cubicBezTo>
                <a:cubicBezTo>
                  <a:pt x="3336" y="541"/>
                  <a:pt x="3336" y="541"/>
                  <a:pt x="3336" y="541"/>
                </a:cubicBezTo>
                <a:cubicBezTo>
                  <a:pt x="3330" y="541"/>
                  <a:pt x="3330" y="541"/>
                  <a:pt x="3330" y="541"/>
                </a:cubicBezTo>
                <a:cubicBezTo>
                  <a:pt x="3330" y="511"/>
                  <a:pt x="3330" y="511"/>
                  <a:pt x="3330" y="511"/>
                </a:cubicBezTo>
                <a:cubicBezTo>
                  <a:pt x="3311" y="511"/>
                  <a:pt x="3311" y="511"/>
                  <a:pt x="3311" y="511"/>
                </a:cubicBezTo>
                <a:cubicBezTo>
                  <a:pt x="3311" y="513"/>
                  <a:pt x="3311" y="513"/>
                  <a:pt x="3311" y="513"/>
                </a:cubicBezTo>
                <a:moveTo>
                  <a:pt x="3363" y="519"/>
                </a:moveTo>
                <a:cubicBezTo>
                  <a:pt x="3363" y="421"/>
                  <a:pt x="3363" y="421"/>
                  <a:pt x="3363" y="421"/>
                </a:cubicBezTo>
                <a:cubicBezTo>
                  <a:pt x="3366" y="418"/>
                  <a:pt x="3366" y="418"/>
                  <a:pt x="3366" y="418"/>
                </a:cubicBezTo>
                <a:cubicBezTo>
                  <a:pt x="3366" y="417"/>
                  <a:pt x="3366" y="417"/>
                  <a:pt x="3366" y="417"/>
                </a:cubicBezTo>
                <a:cubicBezTo>
                  <a:pt x="3366" y="412"/>
                  <a:pt x="3366" y="412"/>
                  <a:pt x="3366" y="412"/>
                </a:cubicBezTo>
                <a:cubicBezTo>
                  <a:pt x="3371" y="410"/>
                  <a:pt x="3371" y="410"/>
                  <a:pt x="3371" y="410"/>
                </a:cubicBezTo>
                <a:cubicBezTo>
                  <a:pt x="3379" y="410"/>
                  <a:pt x="3379" y="410"/>
                  <a:pt x="3379" y="410"/>
                </a:cubicBezTo>
                <a:cubicBezTo>
                  <a:pt x="3380" y="410"/>
                  <a:pt x="3380" y="410"/>
                  <a:pt x="3380" y="410"/>
                </a:cubicBezTo>
                <a:cubicBezTo>
                  <a:pt x="3380" y="404"/>
                  <a:pt x="3380" y="404"/>
                  <a:pt x="3380" y="404"/>
                </a:cubicBezTo>
                <a:cubicBezTo>
                  <a:pt x="3393" y="404"/>
                  <a:pt x="3393" y="404"/>
                  <a:pt x="3393" y="404"/>
                </a:cubicBezTo>
                <a:cubicBezTo>
                  <a:pt x="3393" y="412"/>
                  <a:pt x="3393" y="412"/>
                  <a:pt x="3393" y="412"/>
                </a:cubicBezTo>
                <a:cubicBezTo>
                  <a:pt x="3408" y="412"/>
                  <a:pt x="3408" y="412"/>
                  <a:pt x="3408" y="412"/>
                </a:cubicBezTo>
                <a:cubicBezTo>
                  <a:pt x="3408" y="404"/>
                  <a:pt x="3408" y="404"/>
                  <a:pt x="3408" y="404"/>
                </a:cubicBezTo>
                <a:cubicBezTo>
                  <a:pt x="3422" y="404"/>
                  <a:pt x="3422" y="404"/>
                  <a:pt x="3422" y="404"/>
                </a:cubicBezTo>
                <a:cubicBezTo>
                  <a:pt x="3423" y="411"/>
                  <a:pt x="3423" y="411"/>
                  <a:pt x="3423" y="411"/>
                </a:cubicBezTo>
                <a:cubicBezTo>
                  <a:pt x="3423" y="412"/>
                  <a:pt x="3423" y="412"/>
                  <a:pt x="3423" y="412"/>
                </a:cubicBezTo>
                <a:cubicBezTo>
                  <a:pt x="3447" y="412"/>
                  <a:pt x="3447" y="412"/>
                  <a:pt x="3447" y="412"/>
                </a:cubicBezTo>
                <a:cubicBezTo>
                  <a:pt x="3456" y="405"/>
                  <a:pt x="3456" y="405"/>
                  <a:pt x="3456" y="405"/>
                </a:cubicBezTo>
                <a:cubicBezTo>
                  <a:pt x="3456" y="400"/>
                  <a:pt x="3456" y="400"/>
                  <a:pt x="3456" y="400"/>
                </a:cubicBezTo>
                <a:cubicBezTo>
                  <a:pt x="3474" y="400"/>
                  <a:pt x="3474" y="400"/>
                  <a:pt x="3474" y="400"/>
                </a:cubicBezTo>
                <a:cubicBezTo>
                  <a:pt x="3473" y="408"/>
                  <a:pt x="3473" y="408"/>
                  <a:pt x="3473" y="408"/>
                </a:cubicBezTo>
                <a:cubicBezTo>
                  <a:pt x="3473" y="409"/>
                  <a:pt x="3473" y="409"/>
                  <a:pt x="3473" y="409"/>
                </a:cubicBezTo>
                <a:cubicBezTo>
                  <a:pt x="3495" y="409"/>
                  <a:pt x="3495" y="409"/>
                  <a:pt x="3495" y="409"/>
                </a:cubicBezTo>
                <a:cubicBezTo>
                  <a:pt x="3495" y="407"/>
                  <a:pt x="3495" y="407"/>
                  <a:pt x="3495" y="407"/>
                </a:cubicBezTo>
                <a:cubicBezTo>
                  <a:pt x="3476" y="407"/>
                  <a:pt x="3476" y="407"/>
                  <a:pt x="3476" y="407"/>
                </a:cubicBezTo>
                <a:cubicBezTo>
                  <a:pt x="3476" y="399"/>
                  <a:pt x="3476" y="399"/>
                  <a:pt x="3476" y="399"/>
                </a:cubicBezTo>
                <a:cubicBezTo>
                  <a:pt x="3476" y="398"/>
                  <a:pt x="3476" y="398"/>
                  <a:pt x="3476" y="398"/>
                </a:cubicBezTo>
                <a:cubicBezTo>
                  <a:pt x="3454" y="398"/>
                  <a:pt x="3454" y="398"/>
                  <a:pt x="3454" y="398"/>
                </a:cubicBezTo>
                <a:cubicBezTo>
                  <a:pt x="3454" y="404"/>
                  <a:pt x="3454" y="404"/>
                  <a:pt x="3454" y="404"/>
                </a:cubicBezTo>
                <a:cubicBezTo>
                  <a:pt x="3447" y="410"/>
                  <a:pt x="3447" y="410"/>
                  <a:pt x="3447" y="410"/>
                </a:cubicBezTo>
                <a:cubicBezTo>
                  <a:pt x="3425" y="410"/>
                  <a:pt x="3425" y="410"/>
                  <a:pt x="3425" y="410"/>
                </a:cubicBezTo>
                <a:cubicBezTo>
                  <a:pt x="3425" y="403"/>
                  <a:pt x="3425" y="403"/>
                  <a:pt x="3425" y="403"/>
                </a:cubicBezTo>
                <a:cubicBezTo>
                  <a:pt x="3424" y="402"/>
                  <a:pt x="3424" y="402"/>
                  <a:pt x="3424" y="402"/>
                </a:cubicBezTo>
                <a:cubicBezTo>
                  <a:pt x="3406" y="402"/>
                  <a:pt x="3406" y="402"/>
                  <a:pt x="3406" y="402"/>
                </a:cubicBezTo>
                <a:cubicBezTo>
                  <a:pt x="3406" y="410"/>
                  <a:pt x="3406" y="410"/>
                  <a:pt x="3406" y="410"/>
                </a:cubicBezTo>
                <a:cubicBezTo>
                  <a:pt x="3395" y="410"/>
                  <a:pt x="3395" y="410"/>
                  <a:pt x="3395" y="410"/>
                </a:cubicBezTo>
                <a:cubicBezTo>
                  <a:pt x="3395" y="402"/>
                  <a:pt x="3395" y="402"/>
                  <a:pt x="3395" y="402"/>
                </a:cubicBezTo>
                <a:cubicBezTo>
                  <a:pt x="3378" y="402"/>
                  <a:pt x="3378" y="402"/>
                  <a:pt x="3378" y="402"/>
                </a:cubicBezTo>
                <a:cubicBezTo>
                  <a:pt x="3378" y="408"/>
                  <a:pt x="3378" y="408"/>
                  <a:pt x="3378" y="408"/>
                </a:cubicBezTo>
                <a:cubicBezTo>
                  <a:pt x="3371" y="408"/>
                  <a:pt x="3371" y="408"/>
                  <a:pt x="3371" y="408"/>
                </a:cubicBezTo>
                <a:cubicBezTo>
                  <a:pt x="3371" y="408"/>
                  <a:pt x="3371" y="408"/>
                  <a:pt x="3371" y="408"/>
                </a:cubicBezTo>
                <a:cubicBezTo>
                  <a:pt x="3364" y="410"/>
                  <a:pt x="3364" y="410"/>
                  <a:pt x="3364" y="410"/>
                </a:cubicBezTo>
                <a:cubicBezTo>
                  <a:pt x="3364" y="410"/>
                  <a:pt x="3364" y="410"/>
                  <a:pt x="3364" y="410"/>
                </a:cubicBezTo>
                <a:cubicBezTo>
                  <a:pt x="3364" y="417"/>
                  <a:pt x="3364" y="417"/>
                  <a:pt x="3364" y="417"/>
                </a:cubicBezTo>
                <a:cubicBezTo>
                  <a:pt x="3361" y="420"/>
                  <a:pt x="3361" y="420"/>
                  <a:pt x="3361" y="420"/>
                </a:cubicBezTo>
                <a:cubicBezTo>
                  <a:pt x="3361" y="420"/>
                  <a:pt x="3361" y="420"/>
                  <a:pt x="3361" y="420"/>
                </a:cubicBezTo>
                <a:cubicBezTo>
                  <a:pt x="3361" y="519"/>
                  <a:pt x="3361" y="519"/>
                  <a:pt x="3361" y="519"/>
                </a:cubicBezTo>
                <a:cubicBezTo>
                  <a:pt x="3363" y="519"/>
                  <a:pt x="3363" y="519"/>
                  <a:pt x="3363" y="519"/>
                </a:cubicBezTo>
                <a:moveTo>
                  <a:pt x="3393" y="660"/>
                </a:moveTo>
                <a:cubicBezTo>
                  <a:pt x="3395" y="660"/>
                  <a:pt x="3395" y="660"/>
                  <a:pt x="3395" y="660"/>
                </a:cubicBezTo>
                <a:cubicBezTo>
                  <a:pt x="3395" y="416"/>
                  <a:pt x="3395" y="416"/>
                  <a:pt x="3395" y="416"/>
                </a:cubicBezTo>
                <a:cubicBezTo>
                  <a:pt x="3393" y="416"/>
                  <a:pt x="3393" y="416"/>
                  <a:pt x="3393" y="416"/>
                </a:cubicBezTo>
                <a:lnTo>
                  <a:pt x="3393" y="660"/>
                </a:lnTo>
                <a:close/>
                <a:moveTo>
                  <a:pt x="3428" y="616"/>
                </a:moveTo>
                <a:cubicBezTo>
                  <a:pt x="3431" y="616"/>
                  <a:pt x="3431" y="616"/>
                  <a:pt x="3431" y="616"/>
                </a:cubicBezTo>
                <a:cubicBezTo>
                  <a:pt x="3431" y="423"/>
                  <a:pt x="3431" y="423"/>
                  <a:pt x="3431" y="423"/>
                </a:cubicBezTo>
                <a:cubicBezTo>
                  <a:pt x="3428" y="423"/>
                  <a:pt x="3428" y="423"/>
                  <a:pt x="3428" y="423"/>
                </a:cubicBezTo>
                <a:lnTo>
                  <a:pt x="3428" y="616"/>
                </a:lnTo>
                <a:close/>
                <a:moveTo>
                  <a:pt x="3369" y="659"/>
                </a:moveTo>
                <a:cubicBezTo>
                  <a:pt x="3372" y="659"/>
                  <a:pt x="3372" y="659"/>
                  <a:pt x="3372" y="659"/>
                </a:cubicBezTo>
                <a:cubicBezTo>
                  <a:pt x="3372" y="410"/>
                  <a:pt x="3372" y="410"/>
                  <a:pt x="3372" y="410"/>
                </a:cubicBezTo>
                <a:cubicBezTo>
                  <a:pt x="3369" y="410"/>
                  <a:pt x="3369" y="410"/>
                  <a:pt x="3369" y="410"/>
                </a:cubicBezTo>
                <a:lnTo>
                  <a:pt x="3369" y="659"/>
                </a:lnTo>
                <a:close/>
                <a:moveTo>
                  <a:pt x="3496" y="418"/>
                </a:moveTo>
                <a:cubicBezTo>
                  <a:pt x="3474" y="418"/>
                  <a:pt x="3474" y="418"/>
                  <a:pt x="3474" y="418"/>
                </a:cubicBezTo>
                <a:cubicBezTo>
                  <a:pt x="3474" y="622"/>
                  <a:pt x="3474" y="622"/>
                  <a:pt x="3474" y="622"/>
                </a:cubicBezTo>
                <a:cubicBezTo>
                  <a:pt x="3476" y="622"/>
                  <a:pt x="3476" y="622"/>
                  <a:pt x="3476" y="622"/>
                </a:cubicBezTo>
                <a:cubicBezTo>
                  <a:pt x="3476" y="420"/>
                  <a:pt x="3476" y="420"/>
                  <a:pt x="3476" y="420"/>
                </a:cubicBezTo>
                <a:cubicBezTo>
                  <a:pt x="3496" y="420"/>
                  <a:pt x="3496" y="420"/>
                  <a:pt x="3496" y="420"/>
                </a:cubicBezTo>
                <a:cubicBezTo>
                  <a:pt x="3496" y="418"/>
                  <a:pt x="3496" y="418"/>
                  <a:pt x="3496" y="418"/>
                </a:cubicBezTo>
                <a:moveTo>
                  <a:pt x="3355" y="661"/>
                </a:moveTo>
                <a:cubicBezTo>
                  <a:pt x="3413" y="661"/>
                  <a:pt x="3413" y="661"/>
                  <a:pt x="3413" y="661"/>
                </a:cubicBezTo>
                <a:cubicBezTo>
                  <a:pt x="3413" y="630"/>
                  <a:pt x="3413" y="630"/>
                  <a:pt x="3413" y="630"/>
                </a:cubicBezTo>
                <a:cubicBezTo>
                  <a:pt x="3435" y="630"/>
                  <a:pt x="3435" y="630"/>
                  <a:pt x="3435" y="630"/>
                </a:cubicBezTo>
                <a:cubicBezTo>
                  <a:pt x="3448" y="618"/>
                  <a:pt x="3448" y="618"/>
                  <a:pt x="3448" y="618"/>
                </a:cubicBezTo>
                <a:cubicBezTo>
                  <a:pt x="3448" y="412"/>
                  <a:pt x="3448" y="412"/>
                  <a:pt x="3448" y="412"/>
                </a:cubicBezTo>
                <a:cubicBezTo>
                  <a:pt x="3445" y="412"/>
                  <a:pt x="3445" y="412"/>
                  <a:pt x="3445" y="412"/>
                </a:cubicBezTo>
                <a:cubicBezTo>
                  <a:pt x="3445" y="617"/>
                  <a:pt x="3445" y="617"/>
                  <a:pt x="3445" y="617"/>
                </a:cubicBezTo>
                <a:cubicBezTo>
                  <a:pt x="3434" y="628"/>
                  <a:pt x="3434" y="628"/>
                  <a:pt x="3434" y="628"/>
                </a:cubicBezTo>
                <a:cubicBezTo>
                  <a:pt x="3411" y="628"/>
                  <a:pt x="3411" y="628"/>
                  <a:pt x="3411" y="628"/>
                </a:cubicBezTo>
                <a:cubicBezTo>
                  <a:pt x="3411" y="659"/>
                  <a:pt x="3411" y="659"/>
                  <a:pt x="3411" y="659"/>
                </a:cubicBezTo>
                <a:cubicBezTo>
                  <a:pt x="3355" y="659"/>
                  <a:pt x="3355" y="659"/>
                  <a:pt x="3355" y="659"/>
                </a:cubicBezTo>
                <a:cubicBezTo>
                  <a:pt x="3355" y="661"/>
                  <a:pt x="3355" y="661"/>
                  <a:pt x="3355" y="661"/>
                </a:cubicBezTo>
                <a:moveTo>
                  <a:pt x="3497" y="671"/>
                </a:moveTo>
                <a:cubicBezTo>
                  <a:pt x="3497" y="188"/>
                  <a:pt x="3497" y="188"/>
                  <a:pt x="3497" y="188"/>
                </a:cubicBezTo>
                <a:cubicBezTo>
                  <a:pt x="3498" y="186"/>
                  <a:pt x="3498" y="186"/>
                  <a:pt x="3498" y="186"/>
                </a:cubicBezTo>
                <a:cubicBezTo>
                  <a:pt x="3498" y="185"/>
                  <a:pt x="3498" y="185"/>
                  <a:pt x="3498" y="185"/>
                </a:cubicBezTo>
                <a:cubicBezTo>
                  <a:pt x="3498" y="119"/>
                  <a:pt x="3498" y="119"/>
                  <a:pt x="3498" y="119"/>
                </a:cubicBezTo>
                <a:cubicBezTo>
                  <a:pt x="3500" y="116"/>
                  <a:pt x="3500" y="116"/>
                  <a:pt x="3500" y="116"/>
                </a:cubicBezTo>
                <a:cubicBezTo>
                  <a:pt x="3500" y="116"/>
                  <a:pt x="3500" y="116"/>
                  <a:pt x="3500" y="116"/>
                </a:cubicBezTo>
                <a:cubicBezTo>
                  <a:pt x="3502" y="70"/>
                  <a:pt x="3502" y="70"/>
                  <a:pt x="3502" y="70"/>
                </a:cubicBezTo>
                <a:cubicBezTo>
                  <a:pt x="3505" y="66"/>
                  <a:pt x="3505" y="66"/>
                  <a:pt x="3505" y="66"/>
                </a:cubicBezTo>
                <a:cubicBezTo>
                  <a:pt x="3505" y="66"/>
                  <a:pt x="3505" y="66"/>
                  <a:pt x="3505" y="66"/>
                </a:cubicBezTo>
                <a:cubicBezTo>
                  <a:pt x="3510" y="37"/>
                  <a:pt x="3510" y="37"/>
                  <a:pt x="3510" y="37"/>
                </a:cubicBezTo>
                <a:cubicBezTo>
                  <a:pt x="3513" y="34"/>
                  <a:pt x="3513" y="34"/>
                  <a:pt x="3513" y="34"/>
                </a:cubicBezTo>
                <a:cubicBezTo>
                  <a:pt x="3513" y="34"/>
                  <a:pt x="3513" y="34"/>
                  <a:pt x="3513" y="34"/>
                </a:cubicBezTo>
                <a:cubicBezTo>
                  <a:pt x="3518" y="22"/>
                  <a:pt x="3518" y="22"/>
                  <a:pt x="3518" y="22"/>
                </a:cubicBezTo>
                <a:cubicBezTo>
                  <a:pt x="3523" y="14"/>
                  <a:pt x="3523" y="14"/>
                  <a:pt x="3523" y="14"/>
                </a:cubicBezTo>
                <a:cubicBezTo>
                  <a:pt x="3530" y="8"/>
                  <a:pt x="3530" y="8"/>
                  <a:pt x="3530" y="8"/>
                </a:cubicBezTo>
                <a:cubicBezTo>
                  <a:pt x="3538" y="4"/>
                  <a:pt x="3538" y="4"/>
                  <a:pt x="3538" y="4"/>
                </a:cubicBezTo>
                <a:cubicBezTo>
                  <a:pt x="3542" y="10"/>
                  <a:pt x="3542" y="10"/>
                  <a:pt x="3542" y="10"/>
                </a:cubicBezTo>
                <a:cubicBezTo>
                  <a:pt x="3543" y="12"/>
                  <a:pt x="3543" y="12"/>
                  <a:pt x="3543" y="12"/>
                </a:cubicBezTo>
                <a:cubicBezTo>
                  <a:pt x="3546" y="6"/>
                  <a:pt x="3546" y="6"/>
                  <a:pt x="3546" y="6"/>
                </a:cubicBezTo>
                <a:cubicBezTo>
                  <a:pt x="3548" y="10"/>
                  <a:pt x="3548" y="10"/>
                  <a:pt x="3548" y="10"/>
                </a:cubicBezTo>
                <a:cubicBezTo>
                  <a:pt x="3549" y="12"/>
                  <a:pt x="3549" y="12"/>
                  <a:pt x="3549" y="12"/>
                </a:cubicBezTo>
                <a:cubicBezTo>
                  <a:pt x="3551" y="8"/>
                  <a:pt x="3551" y="8"/>
                  <a:pt x="3551" y="8"/>
                </a:cubicBezTo>
                <a:cubicBezTo>
                  <a:pt x="3552" y="10"/>
                  <a:pt x="3552" y="10"/>
                  <a:pt x="3552" y="10"/>
                </a:cubicBezTo>
                <a:cubicBezTo>
                  <a:pt x="3553" y="13"/>
                  <a:pt x="3553" y="13"/>
                  <a:pt x="3553" y="13"/>
                </a:cubicBezTo>
                <a:cubicBezTo>
                  <a:pt x="3556" y="7"/>
                  <a:pt x="3556" y="7"/>
                  <a:pt x="3556" y="7"/>
                </a:cubicBezTo>
                <a:cubicBezTo>
                  <a:pt x="3557" y="11"/>
                  <a:pt x="3557" y="11"/>
                  <a:pt x="3557" y="11"/>
                </a:cubicBezTo>
                <a:cubicBezTo>
                  <a:pt x="3558" y="14"/>
                  <a:pt x="3558" y="14"/>
                  <a:pt x="3558" y="14"/>
                </a:cubicBezTo>
                <a:cubicBezTo>
                  <a:pt x="3560" y="7"/>
                  <a:pt x="3560" y="7"/>
                  <a:pt x="3560" y="7"/>
                </a:cubicBezTo>
                <a:cubicBezTo>
                  <a:pt x="3561" y="8"/>
                  <a:pt x="3561" y="8"/>
                  <a:pt x="3561" y="8"/>
                </a:cubicBezTo>
                <a:cubicBezTo>
                  <a:pt x="3562" y="10"/>
                  <a:pt x="3562" y="10"/>
                  <a:pt x="3562" y="10"/>
                </a:cubicBezTo>
                <a:cubicBezTo>
                  <a:pt x="3564" y="6"/>
                  <a:pt x="3564" y="6"/>
                  <a:pt x="3564" y="6"/>
                </a:cubicBezTo>
                <a:cubicBezTo>
                  <a:pt x="3572" y="15"/>
                  <a:pt x="3572" y="15"/>
                  <a:pt x="3572" y="15"/>
                </a:cubicBezTo>
                <a:cubicBezTo>
                  <a:pt x="3583" y="39"/>
                  <a:pt x="3583" y="39"/>
                  <a:pt x="3583" y="39"/>
                </a:cubicBezTo>
                <a:cubicBezTo>
                  <a:pt x="3586" y="62"/>
                  <a:pt x="3586" y="62"/>
                  <a:pt x="3586" y="62"/>
                </a:cubicBezTo>
                <a:cubicBezTo>
                  <a:pt x="3589" y="66"/>
                  <a:pt x="3589" y="66"/>
                  <a:pt x="3589" y="66"/>
                </a:cubicBezTo>
                <a:cubicBezTo>
                  <a:pt x="3590" y="113"/>
                  <a:pt x="3590" y="113"/>
                  <a:pt x="3590" y="113"/>
                </a:cubicBezTo>
                <a:cubicBezTo>
                  <a:pt x="3593" y="115"/>
                  <a:pt x="3593" y="115"/>
                  <a:pt x="3593" y="115"/>
                </a:cubicBezTo>
                <a:cubicBezTo>
                  <a:pt x="3593" y="181"/>
                  <a:pt x="3593" y="181"/>
                  <a:pt x="3593" y="181"/>
                </a:cubicBezTo>
                <a:cubicBezTo>
                  <a:pt x="3594" y="184"/>
                  <a:pt x="3594" y="184"/>
                  <a:pt x="3594" y="184"/>
                </a:cubicBezTo>
                <a:cubicBezTo>
                  <a:pt x="3594" y="271"/>
                  <a:pt x="3594" y="271"/>
                  <a:pt x="3594" y="271"/>
                </a:cubicBezTo>
                <a:cubicBezTo>
                  <a:pt x="3596" y="274"/>
                  <a:pt x="3596" y="274"/>
                  <a:pt x="3596" y="274"/>
                </a:cubicBezTo>
                <a:cubicBezTo>
                  <a:pt x="3596" y="656"/>
                  <a:pt x="3596" y="656"/>
                  <a:pt x="3596" y="656"/>
                </a:cubicBezTo>
                <a:cubicBezTo>
                  <a:pt x="3672" y="656"/>
                  <a:pt x="3672" y="656"/>
                  <a:pt x="3672" y="656"/>
                </a:cubicBezTo>
                <a:cubicBezTo>
                  <a:pt x="3685" y="664"/>
                  <a:pt x="3685" y="664"/>
                  <a:pt x="3685" y="664"/>
                </a:cubicBezTo>
                <a:cubicBezTo>
                  <a:pt x="3685" y="671"/>
                  <a:pt x="3685" y="671"/>
                  <a:pt x="3685" y="671"/>
                </a:cubicBezTo>
                <a:cubicBezTo>
                  <a:pt x="3687" y="671"/>
                  <a:pt x="3687" y="671"/>
                  <a:pt x="3687" y="671"/>
                </a:cubicBezTo>
                <a:cubicBezTo>
                  <a:pt x="3687" y="663"/>
                  <a:pt x="3687" y="663"/>
                  <a:pt x="3687" y="663"/>
                </a:cubicBezTo>
                <a:cubicBezTo>
                  <a:pt x="3687" y="663"/>
                  <a:pt x="3687" y="663"/>
                  <a:pt x="3687" y="663"/>
                </a:cubicBezTo>
                <a:cubicBezTo>
                  <a:pt x="3673" y="654"/>
                  <a:pt x="3673" y="654"/>
                  <a:pt x="3673" y="654"/>
                </a:cubicBezTo>
                <a:cubicBezTo>
                  <a:pt x="3598" y="654"/>
                  <a:pt x="3598" y="654"/>
                  <a:pt x="3598" y="654"/>
                </a:cubicBezTo>
                <a:cubicBezTo>
                  <a:pt x="3598" y="274"/>
                  <a:pt x="3598" y="274"/>
                  <a:pt x="3598" y="274"/>
                </a:cubicBezTo>
                <a:cubicBezTo>
                  <a:pt x="3596" y="271"/>
                  <a:pt x="3596" y="271"/>
                  <a:pt x="3596" y="271"/>
                </a:cubicBezTo>
                <a:cubicBezTo>
                  <a:pt x="3596" y="184"/>
                  <a:pt x="3596" y="184"/>
                  <a:pt x="3596" y="184"/>
                </a:cubicBezTo>
                <a:cubicBezTo>
                  <a:pt x="3595" y="181"/>
                  <a:pt x="3595" y="181"/>
                  <a:pt x="3595" y="181"/>
                </a:cubicBezTo>
                <a:cubicBezTo>
                  <a:pt x="3595" y="114"/>
                  <a:pt x="3595" y="114"/>
                  <a:pt x="3595" y="114"/>
                </a:cubicBezTo>
                <a:cubicBezTo>
                  <a:pt x="3593" y="112"/>
                  <a:pt x="3593" y="112"/>
                  <a:pt x="3593" y="112"/>
                </a:cubicBezTo>
                <a:cubicBezTo>
                  <a:pt x="3591" y="65"/>
                  <a:pt x="3591" y="65"/>
                  <a:pt x="3591" y="65"/>
                </a:cubicBezTo>
                <a:cubicBezTo>
                  <a:pt x="3588" y="61"/>
                  <a:pt x="3588" y="61"/>
                  <a:pt x="3588" y="61"/>
                </a:cubicBezTo>
                <a:cubicBezTo>
                  <a:pt x="3585" y="38"/>
                  <a:pt x="3585" y="38"/>
                  <a:pt x="3585" y="38"/>
                </a:cubicBezTo>
                <a:cubicBezTo>
                  <a:pt x="3574" y="13"/>
                  <a:pt x="3574" y="13"/>
                  <a:pt x="3574" y="13"/>
                </a:cubicBezTo>
                <a:cubicBezTo>
                  <a:pt x="3563" y="3"/>
                  <a:pt x="3563" y="3"/>
                  <a:pt x="3563" y="3"/>
                </a:cubicBezTo>
                <a:cubicBezTo>
                  <a:pt x="3562" y="5"/>
                  <a:pt x="3562" y="5"/>
                  <a:pt x="3562" y="5"/>
                </a:cubicBezTo>
                <a:cubicBezTo>
                  <a:pt x="3561" y="3"/>
                  <a:pt x="3561" y="3"/>
                  <a:pt x="3561" y="3"/>
                </a:cubicBezTo>
                <a:cubicBezTo>
                  <a:pt x="3560" y="1"/>
                  <a:pt x="3560" y="1"/>
                  <a:pt x="3560" y="1"/>
                </a:cubicBezTo>
                <a:cubicBezTo>
                  <a:pt x="3558" y="7"/>
                  <a:pt x="3558" y="7"/>
                  <a:pt x="3558" y="7"/>
                </a:cubicBezTo>
                <a:cubicBezTo>
                  <a:pt x="3557" y="4"/>
                  <a:pt x="3557" y="4"/>
                  <a:pt x="3557" y="4"/>
                </a:cubicBezTo>
                <a:cubicBezTo>
                  <a:pt x="3556" y="0"/>
                  <a:pt x="3556" y="0"/>
                  <a:pt x="3556" y="0"/>
                </a:cubicBezTo>
                <a:cubicBezTo>
                  <a:pt x="3553" y="7"/>
                  <a:pt x="3553" y="7"/>
                  <a:pt x="3553" y="7"/>
                </a:cubicBezTo>
                <a:cubicBezTo>
                  <a:pt x="3552" y="4"/>
                  <a:pt x="3552" y="4"/>
                  <a:pt x="3552" y="4"/>
                </a:cubicBezTo>
                <a:cubicBezTo>
                  <a:pt x="3551" y="1"/>
                  <a:pt x="3551" y="1"/>
                  <a:pt x="3551" y="1"/>
                </a:cubicBezTo>
                <a:cubicBezTo>
                  <a:pt x="3549" y="7"/>
                  <a:pt x="3549" y="7"/>
                  <a:pt x="3549" y="7"/>
                </a:cubicBezTo>
                <a:cubicBezTo>
                  <a:pt x="3547" y="3"/>
                  <a:pt x="3547" y="3"/>
                  <a:pt x="3547" y="3"/>
                </a:cubicBezTo>
                <a:cubicBezTo>
                  <a:pt x="3546" y="1"/>
                  <a:pt x="3546" y="1"/>
                  <a:pt x="3546" y="1"/>
                </a:cubicBezTo>
                <a:cubicBezTo>
                  <a:pt x="3543" y="7"/>
                  <a:pt x="3543" y="7"/>
                  <a:pt x="3543" y="7"/>
                </a:cubicBezTo>
                <a:cubicBezTo>
                  <a:pt x="3540" y="2"/>
                  <a:pt x="3540" y="2"/>
                  <a:pt x="3540" y="2"/>
                </a:cubicBezTo>
                <a:cubicBezTo>
                  <a:pt x="3539" y="1"/>
                  <a:pt x="3539" y="1"/>
                  <a:pt x="3539" y="1"/>
                </a:cubicBezTo>
                <a:cubicBezTo>
                  <a:pt x="3529" y="7"/>
                  <a:pt x="3529" y="7"/>
                  <a:pt x="3529" y="7"/>
                </a:cubicBezTo>
                <a:cubicBezTo>
                  <a:pt x="3521" y="13"/>
                  <a:pt x="3521" y="13"/>
                  <a:pt x="3521" y="13"/>
                </a:cubicBezTo>
                <a:cubicBezTo>
                  <a:pt x="3516" y="21"/>
                  <a:pt x="3516" y="21"/>
                  <a:pt x="3516" y="21"/>
                </a:cubicBezTo>
                <a:cubicBezTo>
                  <a:pt x="3511" y="33"/>
                  <a:pt x="3511" y="33"/>
                  <a:pt x="3511" y="33"/>
                </a:cubicBezTo>
                <a:cubicBezTo>
                  <a:pt x="3508" y="36"/>
                  <a:pt x="3508" y="36"/>
                  <a:pt x="3508" y="36"/>
                </a:cubicBezTo>
                <a:cubicBezTo>
                  <a:pt x="3508" y="36"/>
                  <a:pt x="3508" y="36"/>
                  <a:pt x="3508" y="36"/>
                </a:cubicBezTo>
                <a:cubicBezTo>
                  <a:pt x="3503" y="65"/>
                  <a:pt x="3503" y="65"/>
                  <a:pt x="3503" y="65"/>
                </a:cubicBezTo>
                <a:cubicBezTo>
                  <a:pt x="3500" y="69"/>
                  <a:pt x="3500" y="69"/>
                  <a:pt x="3500" y="69"/>
                </a:cubicBezTo>
                <a:cubicBezTo>
                  <a:pt x="3500" y="70"/>
                  <a:pt x="3500" y="70"/>
                  <a:pt x="3500" y="70"/>
                </a:cubicBezTo>
                <a:cubicBezTo>
                  <a:pt x="3498" y="115"/>
                  <a:pt x="3498" y="115"/>
                  <a:pt x="3498" y="115"/>
                </a:cubicBezTo>
                <a:cubicBezTo>
                  <a:pt x="3496" y="118"/>
                  <a:pt x="3496" y="118"/>
                  <a:pt x="3496" y="118"/>
                </a:cubicBezTo>
                <a:cubicBezTo>
                  <a:pt x="3496" y="119"/>
                  <a:pt x="3496" y="119"/>
                  <a:pt x="3496" y="119"/>
                </a:cubicBezTo>
                <a:cubicBezTo>
                  <a:pt x="3496" y="185"/>
                  <a:pt x="3496" y="185"/>
                  <a:pt x="3496" y="185"/>
                </a:cubicBezTo>
                <a:cubicBezTo>
                  <a:pt x="3495" y="187"/>
                  <a:pt x="3495" y="187"/>
                  <a:pt x="3495" y="187"/>
                </a:cubicBezTo>
                <a:cubicBezTo>
                  <a:pt x="3494" y="187"/>
                  <a:pt x="3494" y="187"/>
                  <a:pt x="3494" y="187"/>
                </a:cubicBezTo>
                <a:cubicBezTo>
                  <a:pt x="3494" y="671"/>
                  <a:pt x="3494" y="671"/>
                  <a:pt x="3494" y="671"/>
                </a:cubicBezTo>
                <a:cubicBezTo>
                  <a:pt x="3497" y="671"/>
                  <a:pt x="3497" y="671"/>
                  <a:pt x="3497" y="671"/>
                </a:cubicBezTo>
                <a:moveTo>
                  <a:pt x="3458" y="621"/>
                </a:moveTo>
                <a:cubicBezTo>
                  <a:pt x="3446" y="624"/>
                  <a:pt x="3446" y="624"/>
                  <a:pt x="3446" y="624"/>
                </a:cubicBezTo>
                <a:cubicBezTo>
                  <a:pt x="3446" y="671"/>
                  <a:pt x="3446" y="671"/>
                  <a:pt x="3446" y="671"/>
                </a:cubicBezTo>
                <a:cubicBezTo>
                  <a:pt x="3448" y="671"/>
                  <a:pt x="3448" y="671"/>
                  <a:pt x="3448" y="671"/>
                </a:cubicBezTo>
                <a:cubicBezTo>
                  <a:pt x="3448" y="626"/>
                  <a:pt x="3448" y="626"/>
                  <a:pt x="3448" y="626"/>
                </a:cubicBezTo>
                <a:cubicBezTo>
                  <a:pt x="3459" y="623"/>
                  <a:pt x="3459" y="623"/>
                  <a:pt x="3459" y="623"/>
                </a:cubicBezTo>
                <a:cubicBezTo>
                  <a:pt x="3458" y="621"/>
                  <a:pt x="3458" y="621"/>
                  <a:pt x="3458" y="621"/>
                </a:cubicBezTo>
                <a:moveTo>
                  <a:pt x="3495" y="621"/>
                </a:moveTo>
                <a:cubicBezTo>
                  <a:pt x="3457" y="621"/>
                  <a:pt x="3457" y="621"/>
                  <a:pt x="3457" y="621"/>
                </a:cubicBezTo>
                <a:cubicBezTo>
                  <a:pt x="3457" y="671"/>
                  <a:pt x="3457" y="671"/>
                  <a:pt x="3457" y="671"/>
                </a:cubicBezTo>
                <a:cubicBezTo>
                  <a:pt x="3459" y="671"/>
                  <a:pt x="3459" y="671"/>
                  <a:pt x="3459" y="671"/>
                </a:cubicBezTo>
                <a:cubicBezTo>
                  <a:pt x="3459" y="624"/>
                  <a:pt x="3459" y="624"/>
                  <a:pt x="3459" y="624"/>
                </a:cubicBezTo>
                <a:cubicBezTo>
                  <a:pt x="3495" y="624"/>
                  <a:pt x="3495" y="624"/>
                  <a:pt x="3495" y="624"/>
                </a:cubicBezTo>
                <a:cubicBezTo>
                  <a:pt x="3495" y="621"/>
                  <a:pt x="3495" y="621"/>
                  <a:pt x="3495" y="621"/>
                </a:cubicBezTo>
                <a:moveTo>
                  <a:pt x="3478" y="671"/>
                </a:moveTo>
                <a:cubicBezTo>
                  <a:pt x="3481" y="671"/>
                  <a:pt x="3481" y="671"/>
                  <a:pt x="3481" y="671"/>
                </a:cubicBezTo>
                <a:cubicBezTo>
                  <a:pt x="3481" y="623"/>
                  <a:pt x="3481" y="623"/>
                  <a:pt x="3481" y="623"/>
                </a:cubicBezTo>
                <a:cubicBezTo>
                  <a:pt x="3478" y="623"/>
                  <a:pt x="3478" y="623"/>
                  <a:pt x="3478" y="623"/>
                </a:cubicBezTo>
                <a:lnTo>
                  <a:pt x="3478" y="671"/>
                </a:lnTo>
                <a:close/>
                <a:moveTo>
                  <a:pt x="3418" y="671"/>
                </a:moveTo>
                <a:cubicBezTo>
                  <a:pt x="3421" y="671"/>
                  <a:pt x="3421" y="671"/>
                  <a:pt x="3421" y="671"/>
                </a:cubicBezTo>
                <a:cubicBezTo>
                  <a:pt x="3421" y="628"/>
                  <a:pt x="3421" y="628"/>
                  <a:pt x="3421" y="628"/>
                </a:cubicBezTo>
                <a:cubicBezTo>
                  <a:pt x="3418" y="628"/>
                  <a:pt x="3418" y="628"/>
                  <a:pt x="3418" y="628"/>
                </a:cubicBezTo>
                <a:lnTo>
                  <a:pt x="3418" y="671"/>
                </a:lnTo>
                <a:close/>
                <a:moveTo>
                  <a:pt x="3537" y="4"/>
                </a:moveTo>
                <a:cubicBezTo>
                  <a:pt x="3537" y="4"/>
                  <a:pt x="3529" y="22"/>
                  <a:pt x="3528" y="27"/>
                </a:cubicBezTo>
                <a:cubicBezTo>
                  <a:pt x="3529" y="27"/>
                  <a:pt x="3529" y="27"/>
                  <a:pt x="3529" y="27"/>
                </a:cubicBezTo>
                <a:cubicBezTo>
                  <a:pt x="3528" y="26"/>
                  <a:pt x="3528" y="26"/>
                  <a:pt x="3528" y="26"/>
                </a:cubicBezTo>
                <a:cubicBezTo>
                  <a:pt x="3523" y="29"/>
                  <a:pt x="3523" y="29"/>
                  <a:pt x="3523" y="29"/>
                </a:cubicBezTo>
                <a:cubicBezTo>
                  <a:pt x="3523" y="29"/>
                  <a:pt x="3523" y="29"/>
                  <a:pt x="3523" y="29"/>
                </a:cubicBezTo>
                <a:cubicBezTo>
                  <a:pt x="3517" y="57"/>
                  <a:pt x="3517" y="57"/>
                  <a:pt x="3517" y="57"/>
                </a:cubicBezTo>
                <a:cubicBezTo>
                  <a:pt x="3515" y="58"/>
                  <a:pt x="3515" y="58"/>
                  <a:pt x="3515" y="58"/>
                </a:cubicBezTo>
                <a:cubicBezTo>
                  <a:pt x="3514" y="58"/>
                  <a:pt x="3514" y="58"/>
                  <a:pt x="3514" y="58"/>
                </a:cubicBezTo>
                <a:cubicBezTo>
                  <a:pt x="3512" y="105"/>
                  <a:pt x="3512" y="105"/>
                  <a:pt x="3512" y="105"/>
                </a:cubicBezTo>
                <a:cubicBezTo>
                  <a:pt x="3510" y="107"/>
                  <a:pt x="3510" y="107"/>
                  <a:pt x="3510" y="107"/>
                </a:cubicBezTo>
                <a:cubicBezTo>
                  <a:pt x="3510" y="108"/>
                  <a:pt x="3510" y="108"/>
                  <a:pt x="3510" y="108"/>
                </a:cubicBezTo>
                <a:cubicBezTo>
                  <a:pt x="3510" y="175"/>
                  <a:pt x="3510" y="175"/>
                  <a:pt x="3510" y="175"/>
                </a:cubicBezTo>
                <a:cubicBezTo>
                  <a:pt x="3507" y="180"/>
                  <a:pt x="3507" y="180"/>
                  <a:pt x="3507" y="180"/>
                </a:cubicBezTo>
                <a:cubicBezTo>
                  <a:pt x="3507" y="181"/>
                  <a:pt x="3507" y="181"/>
                  <a:pt x="3507" y="181"/>
                </a:cubicBezTo>
                <a:cubicBezTo>
                  <a:pt x="3508" y="671"/>
                  <a:pt x="3508" y="671"/>
                  <a:pt x="3508" y="671"/>
                </a:cubicBezTo>
                <a:cubicBezTo>
                  <a:pt x="3510" y="671"/>
                  <a:pt x="3510" y="671"/>
                  <a:pt x="3510" y="671"/>
                </a:cubicBezTo>
                <a:cubicBezTo>
                  <a:pt x="3509" y="181"/>
                  <a:pt x="3509" y="181"/>
                  <a:pt x="3509" y="181"/>
                </a:cubicBezTo>
                <a:cubicBezTo>
                  <a:pt x="3512" y="175"/>
                  <a:pt x="3512" y="175"/>
                  <a:pt x="3512" y="175"/>
                </a:cubicBezTo>
                <a:cubicBezTo>
                  <a:pt x="3512" y="175"/>
                  <a:pt x="3512" y="175"/>
                  <a:pt x="3512" y="175"/>
                </a:cubicBezTo>
                <a:cubicBezTo>
                  <a:pt x="3512" y="109"/>
                  <a:pt x="3512" y="109"/>
                  <a:pt x="3512" y="109"/>
                </a:cubicBezTo>
                <a:cubicBezTo>
                  <a:pt x="3514" y="106"/>
                  <a:pt x="3514" y="106"/>
                  <a:pt x="3514" y="106"/>
                </a:cubicBezTo>
                <a:cubicBezTo>
                  <a:pt x="3514" y="106"/>
                  <a:pt x="3514" y="106"/>
                  <a:pt x="3514" y="106"/>
                </a:cubicBezTo>
                <a:cubicBezTo>
                  <a:pt x="3516" y="60"/>
                  <a:pt x="3516" y="60"/>
                  <a:pt x="3516" y="60"/>
                </a:cubicBezTo>
                <a:cubicBezTo>
                  <a:pt x="3518" y="59"/>
                  <a:pt x="3518" y="59"/>
                  <a:pt x="3518" y="59"/>
                </a:cubicBezTo>
                <a:cubicBezTo>
                  <a:pt x="3519" y="59"/>
                  <a:pt x="3519" y="59"/>
                  <a:pt x="3519" y="59"/>
                </a:cubicBezTo>
                <a:cubicBezTo>
                  <a:pt x="3525" y="31"/>
                  <a:pt x="3525" y="31"/>
                  <a:pt x="3525" y="31"/>
                </a:cubicBezTo>
                <a:cubicBezTo>
                  <a:pt x="3529" y="28"/>
                  <a:pt x="3529" y="28"/>
                  <a:pt x="3529" y="28"/>
                </a:cubicBezTo>
                <a:cubicBezTo>
                  <a:pt x="3530" y="28"/>
                  <a:pt x="3530" y="28"/>
                  <a:pt x="3530" y="28"/>
                </a:cubicBezTo>
                <a:cubicBezTo>
                  <a:pt x="3530" y="28"/>
                  <a:pt x="3530" y="28"/>
                  <a:pt x="3530" y="28"/>
                </a:cubicBezTo>
                <a:cubicBezTo>
                  <a:pt x="3531" y="25"/>
                  <a:pt x="3533" y="20"/>
                  <a:pt x="3535" y="14"/>
                </a:cubicBezTo>
                <a:cubicBezTo>
                  <a:pt x="3537" y="9"/>
                  <a:pt x="3539" y="5"/>
                  <a:pt x="3539" y="5"/>
                </a:cubicBezTo>
                <a:cubicBezTo>
                  <a:pt x="3537" y="4"/>
                  <a:pt x="3537" y="4"/>
                  <a:pt x="3537" y="4"/>
                </a:cubicBezTo>
                <a:moveTo>
                  <a:pt x="3540" y="56"/>
                </a:moveTo>
                <a:cubicBezTo>
                  <a:pt x="3540" y="38"/>
                  <a:pt x="3540" y="38"/>
                  <a:pt x="3540" y="38"/>
                </a:cubicBezTo>
                <a:cubicBezTo>
                  <a:pt x="3538" y="36"/>
                  <a:pt x="3538" y="36"/>
                  <a:pt x="3538" y="36"/>
                </a:cubicBezTo>
                <a:cubicBezTo>
                  <a:pt x="3538" y="26"/>
                  <a:pt x="3538" y="26"/>
                  <a:pt x="3538" y="26"/>
                </a:cubicBezTo>
                <a:cubicBezTo>
                  <a:pt x="3575" y="30"/>
                  <a:pt x="3575" y="30"/>
                  <a:pt x="3575" y="30"/>
                </a:cubicBezTo>
                <a:cubicBezTo>
                  <a:pt x="3576" y="40"/>
                  <a:pt x="3576" y="40"/>
                  <a:pt x="3576" y="40"/>
                </a:cubicBezTo>
                <a:cubicBezTo>
                  <a:pt x="3577" y="42"/>
                  <a:pt x="3577" y="42"/>
                  <a:pt x="3577" y="42"/>
                </a:cubicBezTo>
                <a:cubicBezTo>
                  <a:pt x="3579" y="60"/>
                  <a:pt x="3579" y="60"/>
                  <a:pt x="3579" y="60"/>
                </a:cubicBezTo>
                <a:cubicBezTo>
                  <a:pt x="3580" y="105"/>
                  <a:pt x="3580" y="105"/>
                  <a:pt x="3580" y="105"/>
                </a:cubicBezTo>
                <a:cubicBezTo>
                  <a:pt x="3581" y="105"/>
                  <a:pt x="3581" y="105"/>
                  <a:pt x="3581" y="105"/>
                </a:cubicBezTo>
                <a:cubicBezTo>
                  <a:pt x="3580" y="105"/>
                  <a:pt x="3580" y="105"/>
                  <a:pt x="3580" y="105"/>
                </a:cubicBezTo>
                <a:cubicBezTo>
                  <a:pt x="3580" y="653"/>
                  <a:pt x="3580" y="653"/>
                  <a:pt x="3580" y="653"/>
                </a:cubicBezTo>
                <a:cubicBezTo>
                  <a:pt x="3553" y="653"/>
                  <a:pt x="3553" y="653"/>
                  <a:pt x="3553" y="653"/>
                </a:cubicBezTo>
                <a:cubicBezTo>
                  <a:pt x="3545" y="661"/>
                  <a:pt x="3545" y="661"/>
                  <a:pt x="3545" y="661"/>
                </a:cubicBezTo>
                <a:cubicBezTo>
                  <a:pt x="3525" y="661"/>
                  <a:pt x="3525" y="661"/>
                  <a:pt x="3525" y="661"/>
                </a:cubicBezTo>
                <a:cubicBezTo>
                  <a:pt x="3516" y="670"/>
                  <a:pt x="3516" y="670"/>
                  <a:pt x="3516" y="670"/>
                </a:cubicBezTo>
                <a:cubicBezTo>
                  <a:pt x="3517" y="672"/>
                  <a:pt x="3517" y="672"/>
                  <a:pt x="3517" y="672"/>
                </a:cubicBezTo>
                <a:cubicBezTo>
                  <a:pt x="3526" y="663"/>
                  <a:pt x="3526" y="663"/>
                  <a:pt x="3526" y="663"/>
                </a:cubicBezTo>
                <a:cubicBezTo>
                  <a:pt x="3546" y="663"/>
                  <a:pt x="3546" y="663"/>
                  <a:pt x="3546" y="663"/>
                </a:cubicBezTo>
                <a:cubicBezTo>
                  <a:pt x="3554" y="655"/>
                  <a:pt x="3554" y="655"/>
                  <a:pt x="3554" y="655"/>
                </a:cubicBezTo>
                <a:cubicBezTo>
                  <a:pt x="3582" y="655"/>
                  <a:pt x="3582" y="655"/>
                  <a:pt x="3582" y="655"/>
                </a:cubicBezTo>
                <a:cubicBezTo>
                  <a:pt x="3582" y="105"/>
                  <a:pt x="3582" y="105"/>
                  <a:pt x="3582" y="105"/>
                </a:cubicBezTo>
                <a:cubicBezTo>
                  <a:pt x="3581" y="60"/>
                  <a:pt x="3581" y="60"/>
                  <a:pt x="3581" y="60"/>
                </a:cubicBezTo>
                <a:cubicBezTo>
                  <a:pt x="3580" y="41"/>
                  <a:pt x="3580" y="41"/>
                  <a:pt x="3580" y="41"/>
                </a:cubicBezTo>
                <a:cubicBezTo>
                  <a:pt x="3578" y="39"/>
                  <a:pt x="3578" y="39"/>
                  <a:pt x="3578" y="39"/>
                </a:cubicBezTo>
                <a:cubicBezTo>
                  <a:pt x="3577" y="28"/>
                  <a:pt x="3577" y="28"/>
                  <a:pt x="3577" y="28"/>
                </a:cubicBezTo>
                <a:cubicBezTo>
                  <a:pt x="3535" y="24"/>
                  <a:pt x="3535" y="24"/>
                  <a:pt x="3535" y="24"/>
                </a:cubicBezTo>
                <a:cubicBezTo>
                  <a:pt x="3535" y="37"/>
                  <a:pt x="3535" y="37"/>
                  <a:pt x="3535" y="37"/>
                </a:cubicBezTo>
                <a:cubicBezTo>
                  <a:pt x="3538" y="39"/>
                  <a:pt x="3538" y="39"/>
                  <a:pt x="3538" y="39"/>
                </a:cubicBezTo>
                <a:cubicBezTo>
                  <a:pt x="3538" y="56"/>
                  <a:pt x="3538" y="56"/>
                  <a:pt x="3538" y="56"/>
                </a:cubicBezTo>
                <a:cubicBezTo>
                  <a:pt x="3540" y="56"/>
                  <a:pt x="3540" y="56"/>
                  <a:pt x="3540" y="56"/>
                </a:cubicBezTo>
                <a:moveTo>
                  <a:pt x="3531" y="48"/>
                </a:moveTo>
                <a:cubicBezTo>
                  <a:pt x="3531" y="58"/>
                  <a:pt x="3531" y="58"/>
                  <a:pt x="3531" y="58"/>
                </a:cubicBezTo>
                <a:cubicBezTo>
                  <a:pt x="3535" y="60"/>
                  <a:pt x="3535" y="60"/>
                  <a:pt x="3535" y="60"/>
                </a:cubicBezTo>
                <a:cubicBezTo>
                  <a:pt x="3534" y="662"/>
                  <a:pt x="3534" y="662"/>
                  <a:pt x="3534" y="662"/>
                </a:cubicBezTo>
                <a:cubicBezTo>
                  <a:pt x="3537" y="662"/>
                  <a:pt x="3537" y="662"/>
                  <a:pt x="3537" y="662"/>
                </a:cubicBezTo>
                <a:cubicBezTo>
                  <a:pt x="3537" y="58"/>
                  <a:pt x="3537" y="58"/>
                  <a:pt x="3537" y="58"/>
                </a:cubicBezTo>
                <a:cubicBezTo>
                  <a:pt x="3533" y="57"/>
                  <a:pt x="3533" y="57"/>
                  <a:pt x="3533" y="57"/>
                </a:cubicBezTo>
                <a:cubicBezTo>
                  <a:pt x="3533" y="48"/>
                  <a:pt x="3533" y="48"/>
                  <a:pt x="3533" y="48"/>
                </a:cubicBezTo>
                <a:cubicBezTo>
                  <a:pt x="3531" y="48"/>
                  <a:pt x="3531" y="48"/>
                  <a:pt x="3531" y="48"/>
                </a:cubicBezTo>
                <a:moveTo>
                  <a:pt x="3498" y="118"/>
                </a:moveTo>
                <a:cubicBezTo>
                  <a:pt x="3513" y="108"/>
                  <a:pt x="3513" y="108"/>
                  <a:pt x="3513" y="108"/>
                </a:cubicBezTo>
                <a:cubicBezTo>
                  <a:pt x="3520" y="108"/>
                  <a:pt x="3520" y="108"/>
                  <a:pt x="3520" y="108"/>
                </a:cubicBezTo>
                <a:cubicBezTo>
                  <a:pt x="3520" y="108"/>
                  <a:pt x="3520" y="108"/>
                  <a:pt x="3520" y="108"/>
                </a:cubicBezTo>
                <a:cubicBezTo>
                  <a:pt x="3537" y="108"/>
                  <a:pt x="3537" y="108"/>
                  <a:pt x="3537" y="108"/>
                </a:cubicBezTo>
                <a:cubicBezTo>
                  <a:pt x="3540" y="106"/>
                  <a:pt x="3540" y="106"/>
                  <a:pt x="3540" y="106"/>
                </a:cubicBezTo>
                <a:cubicBezTo>
                  <a:pt x="3577" y="109"/>
                  <a:pt x="3577" y="109"/>
                  <a:pt x="3577" y="109"/>
                </a:cubicBezTo>
                <a:cubicBezTo>
                  <a:pt x="3580" y="112"/>
                  <a:pt x="3580" y="112"/>
                  <a:pt x="3580" y="112"/>
                </a:cubicBezTo>
                <a:cubicBezTo>
                  <a:pt x="3592" y="114"/>
                  <a:pt x="3592" y="114"/>
                  <a:pt x="3592" y="114"/>
                </a:cubicBezTo>
                <a:cubicBezTo>
                  <a:pt x="3592" y="112"/>
                  <a:pt x="3592" y="112"/>
                  <a:pt x="3592" y="112"/>
                </a:cubicBezTo>
                <a:cubicBezTo>
                  <a:pt x="3581" y="110"/>
                  <a:pt x="3581" y="110"/>
                  <a:pt x="3581" y="110"/>
                </a:cubicBezTo>
                <a:cubicBezTo>
                  <a:pt x="3578" y="107"/>
                  <a:pt x="3578" y="107"/>
                  <a:pt x="3578" y="107"/>
                </a:cubicBezTo>
                <a:cubicBezTo>
                  <a:pt x="3539" y="104"/>
                  <a:pt x="3539" y="104"/>
                  <a:pt x="3539" y="104"/>
                </a:cubicBezTo>
                <a:cubicBezTo>
                  <a:pt x="3536" y="106"/>
                  <a:pt x="3536" y="106"/>
                  <a:pt x="3536" y="106"/>
                </a:cubicBezTo>
                <a:cubicBezTo>
                  <a:pt x="3520" y="106"/>
                  <a:pt x="3520" y="106"/>
                  <a:pt x="3520" y="106"/>
                </a:cubicBezTo>
                <a:cubicBezTo>
                  <a:pt x="3513" y="106"/>
                  <a:pt x="3513" y="106"/>
                  <a:pt x="3513" y="106"/>
                </a:cubicBezTo>
                <a:cubicBezTo>
                  <a:pt x="3513" y="106"/>
                  <a:pt x="3513" y="106"/>
                  <a:pt x="3513" y="106"/>
                </a:cubicBezTo>
                <a:cubicBezTo>
                  <a:pt x="3497" y="116"/>
                  <a:pt x="3497" y="116"/>
                  <a:pt x="3497" y="116"/>
                </a:cubicBezTo>
                <a:cubicBezTo>
                  <a:pt x="3498" y="118"/>
                  <a:pt x="3498" y="118"/>
                  <a:pt x="3498" y="118"/>
                </a:cubicBezTo>
                <a:moveTo>
                  <a:pt x="3497" y="188"/>
                </a:moveTo>
                <a:cubicBezTo>
                  <a:pt x="3509" y="181"/>
                  <a:pt x="3509" y="181"/>
                  <a:pt x="3509" y="181"/>
                </a:cubicBezTo>
                <a:cubicBezTo>
                  <a:pt x="3536" y="176"/>
                  <a:pt x="3536" y="176"/>
                  <a:pt x="3536" y="176"/>
                </a:cubicBezTo>
                <a:cubicBezTo>
                  <a:pt x="3578" y="179"/>
                  <a:pt x="3578" y="179"/>
                  <a:pt x="3578" y="179"/>
                </a:cubicBezTo>
                <a:cubicBezTo>
                  <a:pt x="3581" y="182"/>
                  <a:pt x="3581" y="182"/>
                  <a:pt x="3581" y="182"/>
                </a:cubicBezTo>
                <a:cubicBezTo>
                  <a:pt x="3581" y="182"/>
                  <a:pt x="3581" y="182"/>
                  <a:pt x="3581" y="182"/>
                </a:cubicBezTo>
                <a:cubicBezTo>
                  <a:pt x="3593" y="184"/>
                  <a:pt x="3593" y="184"/>
                  <a:pt x="3593" y="184"/>
                </a:cubicBezTo>
                <a:cubicBezTo>
                  <a:pt x="3594" y="181"/>
                  <a:pt x="3594" y="181"/>
                  <a:pt x="3594" y="181"/>
                </a:cubicBezTo>
                <a:cubicBezTo>
                  <a:pt x="3582" y="180"/>
                  <a:pt x="3582" y="180"/>
                  <a:pt x="3582" y="180"/>
                </a:cubicBezTo>
                <a:cubicBezTo>
                  <a:pt x="3580" y="177"/>
                  <a:pt x="3580" y="177"/>
                  <a:pt x="3580" y="177"/>
                </a:cubicBezTo>
                <a:cubicBezTo>
                  <a:pt x="3579" y="177"/>
                  <a:pt x="3579" y="177"/>
                  <a:pt x="3579" y="177"/>
                </a:cubicBezTo>
                <a:cubicBezTo>
                  <a:pt x="3536" y="173"/>
                  <a:pt x="3536" y="173"/>
                  <a:pt x="3536" y="173"/>
                </a:cubicBezTo>
                <a:cubicBezTo>
                  <a:pt x="3508" y="179"/>
                  <a:pt x="3508" y="179"/>
                  <a:pt x="3508" y="179"/>
                </a:cubicBezTo>
                <a:cubicBezTo>
                  <a:pt x="3495" y="186"/>
                  <a:pt x="3495" y="186"/>
                  <a:pt x="3495" y="186"/>
                </a:cubicBezTo>
                <a:cubicBezTo>
                  <a:pt x="3497" y="188"/>
                  <a:pt x="3497" y="188"/>
                  <a:pt x="3497" y="188"/>
                </a:cubicBezTo>
                <a:moveTo>
                  <a:pt x="3597" y="482"/>
                </a:moveTo>
                <a:cubicBezTo>
                  <a:pt x="3613" y="477"/>
                  <a:pt x="3613" y="477"/>
                  <a:pt x="3613" y="477"/>
                </a:cubicBezTo>
                <a:cubicBezTo>
                  <a:pt x="3660" y="477"/>
                  <a:pt x="3660" y="477"/>
                  <a:pt x="3660" y="477"/>
                </a:cubicBezTo>
                <a:cubicBezTo>
                  <a:pt x="3661" y="627"/>
                  <a:pt x="3661" y="627"/>
                  <a:pt x="3661" y="627"/>
                </a:cubicBezTo>
                <a:cubicBezTo>
                  <a:pt x="3676" y="627"/>
                  <a:pt x="3676" y="627"/>
                  <a:pt x="3676" y="627"/>
                </a:cubicBezTo>
                <a:cubicBezTo>
                  <a:pt x="3680" y="622"/>
                  <a:pt x="3680" y="622"/>
                  <a:pt x="3680" y="622"/>
                </a:cubicBezTo>
                <a:cubicBezTo>
                  <a:pt x="3696" y="622"/>
                  <a:pt x="3696" y="622"/>
                  <a:pt x="3696" y="622"/>
                </a:cubicBezTo>
                <a:cubicBezTo>
                  <a:pt x="3696" y="447"/>
                  <a:pt x="3696" y="447"/>
                  <a:pt x="3696" y="447"/>
                </a:cubicBezTo>
                <a:cubicBezTo>
                  <a:pt x="3700" y="440"/>
                  <a:pt x="3700" y="440"/>
                  <a:pt x="3700" y="440"/>
                </a:cubicBezTo>
                <a:cubicBezTo>
                  <a:pt x="3701" y="414"/>
                  <a:pt x="3701" y="414"/>
                  <a:pt x="3701" y="414"/>
                </a:cubicBezTo>
                <a:cubicBezTo>
                  <a:pt x="3703" y="411"/>
                  <a:pt x="3703" y="411"/>
                  <a:pt x="3703" y="411"/>
                </a:cubicBezTo>
                <a:cubicBezTo>
                  <a:pt x="3704" y="411"/>
                  <a:pt x="3704" y="411"/>
                  <a:pt x="3704" y="411"/>
                </a:cubicBezTo>
                <a:cubicBezTo>
                  <a:pt x="3706" y="387"/>
                  <a:pt x="3706" y="387"/>
                  <a:pt x="3706" y="387"/>
                </a:cubicBezTo>
                <a:cubicBezTo>
                  <a:pt x="3708" y="385"/>
                  <a:pt x="3708" y="385"/>
                  <a:pt x="3708" y="385"/>
                </a:cubicBezTo>
                <a:cubicBezTo>
                  <a:pt x="3709" y="385"/>
                  <a:pt x="3709" y="385"/>
                  <a:pt x="3709" y="385"/>
                </a:cubicBezTo>
                <a:cubicBezTo>
                  <a:pt x="3713" y="376"/>
                  <a:pt x="3713" y="376"/>
                  <a:pt x="3713" y="376"/>
                </a:cubicBezTo>
                <a:cubicBezTo>
                  <a:pt x="3714" y="378"/>
                  <a:pt x="3714" y="378"/>
                  <a:pt x="3714" y="378"/>
                </a:cubicBezTo>
                <a:cubicBezTo>
                  <a:pt x="3715" y="382"/>
                  <a:pt x="3715" y="382"/>
                  <a:pt x="3715" y="382"/>
                </a:cubicBezTo>
                <a:cubicBezTo>
                  <a:pt x="3717" y="375"/>
                  <a:pt x="3717" y="375"/>
                  <a:pt x="3717" y="375"/>
                </a:cubicBezTo>
                <a:cubicBezTo>
                  <a:pt x="3718" y="375"/>
                  <a:pt x="3718" y="375"/>
                  <a:pt x="3718" y="375"/>
                </a:cubicBezTo>
                <a:cubicBezTo>
                  <a:pt x="3719" y="378"/>
                  <a:pt x="3719" y="378"/>
                  <a:pt x="3719" y="378"/>
                </a:cubicBezTo>
                <a:cubicBezTo>
                  <a:pt x="3721" y="372"/>
                  <a:pt x="3721" y="372"/>
                  <a:pt x="3721" y="372"/>
                </a:cubicBezTo>
                <a:cubicBezTo>
                  <a:pt x="3722" y="376"/>
                  <a:pt x="3722" y="376"/>
                  <a:pt x="3722" y="376"/>
                </a:cubicBezTo>
                <a:cubicBezTo>
                  <a:pt x="3723" y="379"/>
                  <a:pt x="3723" y="379"/>
                  <a:pt x="3723" y="379"/>
                </a:cubicBezTo>
                <a:cubicBezTo>
                  <a:pt x="3726" y="373"/>
                  <a:pt x="3726" y="373"/>
                  <a:pt x="3726" y="373"/>
                </a:cubicBezTo>
                <a:cubicBezTo>
                  <a:pt x="3727" y="376"/>
                  <a:pt x="3727" y="376"/>
                  <a:pt x="3727" y="376"/>
                </a:cubicBezTo>
                <a:cubicBezTo>
                  <a:pt x="3728" y="379"/>
                  <a:pt x="3728" y="379"/>
                  <a:pt x="3728" y="379"/>
                </a:cubicBezTo>
                <a:cubicBezTo>
                  <a:pt x="3730" y="373"/>
                  <a:pt x="3730" y="373"/>
                  <a:pt x="3730" y="373"/>
                </a:cubicBezTo>
                <a:cubicBezTo>
                  <a:pt x="3730" y="377"/>
                  <a:pt x="3730" y="377"/>
                  <a:pt x="3730" y="377"/>
                </a:cubicBezTo>
                <a:cubicBezTo>
                  <a:pt x="3731" y="381"/>
                  <a:pt x="3731" y="381"/>
                  <a:pt x="3731" y="381"/>
                </a:cubicBezTo>
                <a:cubicBezTo>
                  <a:pt x="3734" y="373"/>
                  <a:pt x="3734" y="373"/>
                  <a:pt x="3734" y="373"/>
                </a:cubicBezTo>
                <a:cubicBezTo>
                  <a:pt x="3735" y="376"/>
                  <a:pt x="3735" y="376"/>
                  <a:pt x="3735" y="376"/>
                </a:cubicBezTo>
                <a:cubicBezTo>
                  <a:pt x="3736" y="378"/>
                  <a:pt x="3736" y="378"/>
                  <a:pt x="3736" y="378"/>
                </a:cubicBezTo>
                <a:cubicBezTo>
                  <a:pt x="3739" y="373"/>
                  <a:pt x="3739" y="373"/>
                  <a:pt x="3739" y="373"/>
                </a:cubicBezTo>
                <a:cubicBezTo>
                  <a:pt x="3739" y="375"/>
                  <a:pt x="3739" y="375"/>
                  <a:pt x="3739" y="375"/>
                </a:cubicBezTo>
                <a:cubicBezTo>
                  <a:pt x="3740" y="378"/>
                  <a:pt x="3740" y="378"/>
                  <a:pt x="3740" y="378"/>
                </a:cubicBezTo>
                <a:cubicBezTo>
                  <a:pt x="3743" y="371"/>
                  <a:pt x="3743" y="371"/>
                  <a:pt x="3743" y="371"/>
                </a:cubicBezTo>
                <a:cubicBezTo>
                  <a:pt x="3745" y="376"/>
                  <a:pt x="3745" y="376"/>
                  <a:pt x="3745" y="376"/>
                </a:cubicBezTo>
                <a:cubicBezTo>
                  <a:pt x="3746" y="378"/>
                  <a:pt x="3746" y="378"/>
                  <a:pt x="3746" y="378"/>
                </a:cubicBezTo>
                <a:cubicBezTo>
                  <a:pt x="3749" y="373"/>
                  <a:pt x="3749" y="373"/>
                  <a:pt x="3749" y="373"/>
                </a:cubicBezTo>
                <a:cubicBezTo>
                  <a:pt x="3750" y="377"/>
                  <a:pt x="3750" y="377"/>
                  <a:pt x="3750" y="377"/>
                </a:cubicBezTo>
                <a:cubicBezTo>
                  <a:pt x="3751" y="380"/>
                  <a:pt x="3751" y="380"/>
                  <a:pt x="3751" y="380"/>
                </a:cubicBezTo>
                <a:cubicBezTo>
                  <a:pt x="3754" y="374"/>
                  <a:pt x="3754" y="374"/>
                  <a:pt x="3754" y="374"/>
                </a:cubicBezTo>
                <a:cubicBezTo>
                  <a:pt x="3759" y="386"/>
                  <a:pt x="3759" y="386"/>
                  <a:pt x="3759" y="386"/>
                </a:cubicBezTo>
                <a:cubicBezTo>
                  <a:pt x="3762" y="387"/>
                  <a:pt x="3762" y="387"/>
                  <a:pt x="3762" y="387"/>
                </a:cubicBezTo>
                <a:cubicBezTo>
                  <a:pt x="3765" y="410"/>
                  <a:pt x="3765" y="410"/>
                  <a:pt x="3765" y="410"/>
                </a:cubicBezTo>
                <a:cubicBezTo>
                  <a:pt x="3768" y="413"/>
                  <a:pt x="3768" y="413"/>
                  <a:pt x="3768" y="413"/>
                </a:cubicBezTo>
                <a:cubicBezTo>
                  <a:pt x="3769" y="438"/>
                  <a:pt x="3769" y="438"/>
                  <a:pt x="3769" y="438"/>
                </a:cubicBezTo>
                <a:cubicBezTo>
                  <a:pt x="3771" y="442"/>
                  <a:pt x="3771" y="442"/>
                  <a:pt x="3771" y="442"/>
                </a:cubicBezTo>
                <a:cubicBezTo>
                  <a:pt x="3771" y="625"/>
                  <a:pt x="3771" y="625"/>
                  <a:pt x="3771" y="625"/>
                </a:cubicBezTo>
                <a:cubicBezTo>
                  <a:pt x="3774" y="625"/>
                  <a:pt x="3774" y="625"/>
                  <a:pt x="3774" y="625"/>
                </a:cubicBezTo>
                <a:cubicBezTo>
                  <a:pt x="3774" y="441"/>
                  <a:pt x="3774" y="441"/>
                  <a:pt x="3774" y="441"/>
                </a:cubicBezTo>
                <a:cubicBezTo>
                  <a:pt x="3771" y="437"/>
                  <a:pt x="3771" y="437"/>
                  <a:pt x="3771" y="437"/>
                </a:cubicBezTo>
                <a:cubicBezTo>
                  <a:pt x="3770" y="413"/>
                  <a:pt x="3770" y="413"/>
                  <a:pt x="3770" y="413"/>
                </a:cubicBezTo>
                <a:cubicBezTo>
                  <a:pt x="3767" y="409"/>
                  <a:pt x="3767" y="409"/>
                  <a:pt x="3767" y="409"/>
                </a:cubicBezTo>
                <a:cubicBezTo>
                  <a:pt x="3764" y="386"/>
                  <a:pt x="3764" y="386"/>
                  <a:pt x="3764" y="386"/>
                </a:cubicBezTo>
                <a:cubicBezTo>
                  <a:pt x="3761" y="384"/>
                  <a:pt x="3761" y="384"/>
                  <a:pt x="3761" y="384"/>
                </a:cubicBezTo>
                <a:cubicBezTo>
                  <a:pt x="3753" y="368"/>
                  <a:pt x="3753" y="368"/>
                  <a:pt x="3753" y="368"/>
                </a:cubicBezTo>
                <a:cubicBezTo>
                  <a:pt x="3751" y="374"/>
                  <a:pt x="3751" y="374"/>
                  <a:pt x="3751" y="374"/>
                </a:cubicBezTo>
                <a:cubicBezTo>
                  <a:pt x="3750" y="370"/>
                  <a:pt x="3750" y="370"/>
                  <a:pt x="3750" y="370"/>
                </a:cubicBezTo>
                <a:cubicBezTo>
                  <a:pt x="3749" y="368"/>
                  <a:pt x="3749" y="368"/>
                  <a:pt x="3749" y="368"/>
                </a:cubicBezTo>
                <a:cubicBezTo>
                  <a:pt x="3746" y="373"/>
                  <a:pt x="3746" y="373"/>
                  <a:pt x="3746" y="373"/>
                </a:cubicBezTo>
                <a:cubicBezTo>
                  <a:pt x="3744" y="368"/>
                  <a:pt x="3744" y="368"/>
                  <a:pt x="3744" y="368"/>
                </a:cubicBezTo>
                <a:cubicBezTo>
                  <a:pt x="3743" y="366"/>
                  <a:pt x="3743" y="366"/>
                  <a:pt x="3743" y="366"/>
                </a:cubicBezTo>
                <a:cubicBezTo>
                  <a:pt x="3741" y="372"/>
                  <a:pt x="3741" y="372"/>
                  <a:pt x="3741" y="372"/>
                </a:cubicBezTo>
                <a:cubicBezTo>
                  <a:pt x="3740" y="370"/>
                  <a:pt x="3740" y="370"/>
                  <a:pt x="3740" y="370"/>
                </a:cubicBezTo>
                <a:cubicBezTo>
                  <a:pt x="3739" y="367"/>
                  <a:pt x="3739" y="367"/>
                  <a:pt x="3739" y="367"/>
                </a:cubicBezTo>
                <a:cubicBezTo>
                  <a:pt x="3737" y="372"/>
                  <a:pt x="3737" y="372"/>
                  <a:pt x="3737" y="372"/>
                </a:cubicBezTo>
                <a:cubicBezTo>
                  <a:pt x="3735" y="370"/>
                  <a:pt x="3735" y="370"/>
                  <a:pt x="3735" y="370"/>
                </a:cubicBezTo>
                <a:cubicBezTo>
                  <a:pt x="3734" y="367"/>
                  <a:pt x="3734" y="367"/>
                  <a:pt x="3734" y="367"/>
                </a:cubicBezTo>
                <a:cubicBezTo>
                  <a:pt x="3732" y="373"/>
                  <a:pt x="3732" y="373"/>
                  <a:pt x="3732" y="373"/>
                </a:cubicBezTo>
                <a:cubicBezTo>
                  <a:pt x="3731" y="367"/>
                  <a:pt x="3731" y="367"/>
                  <a:pt x="3731" y="367"/>
                </a:cubicBezTo>
                <a:cubicBezTo>
                  <a:pt x="3729" y="367"/>
                  <a:pt x="3729" y="367"/>
                  <a:pt x="3729" y="367"/>
                </a:cubicBezTo>
                <a:cubicBezTo>
                  <a:pt x="3728" y="372"/>
                  <a:pt x="3728" y="372"/>
                  <a:pt x="3728" y="372"/>
                </a:cubicBezTo>
                <a:cubicBezTo>
                  <a:pt x="3727" y="370"/>
                  <a:pt x="3727" y="370"/>
                  <a:pt x="3727" y="370"/>
                </a:cubicBezTo>
                <a:cubicBezTo>
                  <a:pt x="3726" y="367"/>
                  <a:pt x="3726" y="367"/>
                  <a:pt x="3726" y="367"/>
                </a:cubicBezTo>
                <a:cubicBezTo>
                  <a:pt x="3723" y="373"/>
                  <a:pt x="3723" y="373"/>
                  <a:pt x="3723" y="373"/>
                </a:cubicBezTo>
                <a:cubicBezTo>
                  <a:pt x="3722" y="369"/>
                  <a:pt x="3722" y="369"/>
                  <a:pt x="3722" y="369"/>
                </a:cubicBezTo>
                <a:cubicBezTo>
                  <a:pt x="3721" y="366"/>
                  <a:pt x="3721" y="366"/>
                  <a:pt x="3721" y="366"/>
                </a:cubicBezTo>
                <a:cubicBezTo>
                  <a:pt x="3719" y="372"/>
                  <a:pt x="3719" y="372"/>
                  <a:pt x="3719" y="372"/>
                </a:cubicBezTo>
                <a:cubicBezTo>
                  <a:pt x="3718" y="371"/>
                  <a:pt x="3718" y="371"/>
                  <a:pt x="3718" y="371"/>
                </a:cubicBezTo>
                <a:cubicBezTo>
                  <a:pt x="3717" y="368"/>
                  <a:pt x="3717" y="368"/>
                  <a:pt x="3717" y="368"/>
                </a:cubicBezTo>
                <a:cubicBezTo>
                  <a:pt x="3715" y="374"/>
                  <a:pt x="3715" y="374"/>
                  <a:pt x="3715" y="374"/>
                </a:cubicBezTo>
                <a:cubicBezTo>
                  <a:pt x="3715" y="372"/>
                  <a:pt x="3715" y="372"/>
                  <a:pt x="3715" y="372"/>
                </a:cubicBezTo>
                <a:cubicBezTo>
                  <a:pt x="3714" y="370"/>
                  <a:pt x="3714" y="370"/>
                  <a:pt x="3714" y="370"/>
                </a:cubicBezTo>
                <a:cubicBezTo>
                  <a:pt x="3707" y="384"/>
                  <a:pt x="3707" y="384"/>
                  <a:pt x="3707" y="384"/>
                </a:cubicBezTo>
                <a:cubicBezTo>
                  <a:pt x="3704" y="386"/>
                  <a:pt x="3704" y="386"/>
                  <a:pt x="3704" y="386"/>
                </a:cubicBezTo>
                <a:cubicBezTo>
                  <a:pt x="3704" y="386"/>
                  <a:pt x="3704" y="386"/>
                  <a:pt x="3704" y="386"/>
                </a:cubicBezTo>
                <a:cubicBezTo>
                  <a:pt x="3701" y="410"/>
                  <a:pt x="3701" y="410"/>
                  <a:pt x="3701" y="410"/>
                </a:cubicBezTo>
                <a:cubicBezTo>
                  <a:pt x="3699" y="413"/>
                  <a:pt x="3699" y="413"/>
                  <a:pt x="3699" y="413"/>
                </a:cubicBezTo>
                <a:cubicBezTo>
                  <a:pt x="3699" y="414"/>
                  <a:pt x="3699" y="414"/>
                  <a:pt x="3699" y="414"/>
                </a:cubicBezTo>
                <a:cubicBezTo>
                  <a:pt x="3698" y="439"/>
                  <a:pt x="3698" y="439"/>
                  <a:pt x="3698" y="439"/>
                </a:cubicBezTo>
                <a:cubicBezTo>
                  <a:pt x="3693" y="446"/>
                  <a:pt x="3693" y="446"/>
                  <a:pt x="3693" y="446"/>
                </a:cubicBezTo>
                <a:cubicBezTo>
                  <a:pt x="3694" y="619"/>
                  <a:pt x="3694" y="619"/>
                  <a:pt x="3694" y="619"/>
                </a:cubicBezTo>
                <a:cubicBezTo>
                  <a:pt x="3679" y="620"/>
                  <a:pt x="3679" y="620"/>
                  <a:pt x="3679" y="620"/>
                </a:cubicBezTo>
                <a:cubicBezTo>
                  <a:pt x="3675" y="625"/>
                  <a:pt x="3675" y="625"/>
                  <a:pt x="3675" y="625"/>
                </a:cubicBezTo>
                <a:cubicBezTo>
                  <a:pt x="3663" y="625"/>
                  <a:pt x="3663" y="625"/>
                  <a:pt x="3663" y="625"/>
                </a:cubicBezTo>
                <a:cubicBezTo>
                  <a:pt x="3663" y="475"/>
                  <a:pt x="3663" y="475"/>
                  <a:pt x="3663" y="475"/>
                </a:cubicBezTo>
                <a:cubicBezTo>
                  <a:pt x="3612" y="475"/>
                  <a:pt x="3612" y="475"/>
                  <a:pt x="3612" y="475"/>
                </a:cubicBezTo>
                <a:cubicBezTo>
                  <a:pt x="3596" y="480"/>
                  <a:pt x="3596" y="480"/>
                  <a:pt x="3596" y="480"/>
                </a:cubicBezTo>
                <a:cubicBezTo>
                  <a:pt x="3597" y="482"/>
                  <a:pt x="3597" y="482"/>
                  <a:pt x="3597" y="482"/>
                </a:cubicBezTo>
                <a:moveTo>
                  <a:pt x="3611" y="620"/>
                </a:moveTo>
                <a:cubicBezTo>
                  <a:pt x="3614" y="620"/>
                  <a:pt x="3614" y="620"/>
                  <a:pt x="3614" y="620"/>
                </a:cubicBezTo>
                <a:cubicBezTo>
                  <a:pt x="3614" y="476"/>
                  <a:pt x="3614" y="476"/>
                  <a:pt x="3614" y="476"/>
                </a:cubicBezTo>
                <a:cubicBezTo>
                  <a:pt x="3611" y="476"/>
                  <a:pt x="3611" y="476"/>
                  <a:pt x="3611" y="476"/>
                </a:cubicBezTo>
                <a:lnTo>
                  <a:pt x="3611" y="620"/>
                </a:lnTo>
                <a:close/>
                <a:moveTo>
                  <a:pt x="3759" y="412"/>
                </a:moveTo>
                <a:cubicBezTo>
                  <a:pt x="3759" y="392"/>
                  <a:pt x="3759" y="392"/>
                  <a:pt x="3759" y="392"/>
                </a:cubicBezTo>
                <a:cubicBezTo>
                  <a:pt x="3754" y="385"/>
                  <a:pt x="3754" y="385"/>
                  <a:pt x="3754" y="385"/>
                </a:cubicBezTo>
                <a:cubicBezTo>
                  <a:pt x="3717" y="385"/>
                  <a:pt x="3717" y="385"/>
                  <a:pt x="3717" y="385"/>
                </a:cubicBezTo>
                <a:cubicBezTo>
                  <a:pt x="3717" y="628"/>
                  <a:pt x="3717" y="628"/>
                  <a:pt x="3717" y="628"/>
                </a:cubicBezTo>
                <a:cubicBezTo>
                  <a:pt x="3719" y="628"/>
                  <a:pt x="3719" y="628"/>
                  <a:pt x="3719" y="628"/>
                </a:cubicBezTo>
                <a:cubicBezTo>
                  <a:pt x="3719" y="387"/>
                  <a:pt x="3719" y="387"/>
                  <a:pt x="3719" y="387"/>
                </a:cubicBezTo>
                <a:cubicBezTo>
                  <a:pt x="3753" y="387"/>
                  <a:pt x="3753" y="387"/>
                  <a:pt x="3753" y="387"/>
                </a:cubicBezTo>
                <a:cubicBezTo>
                  <a:pt x="3757" y="393"/>
                  <a:pt x="3757" y="393"/>
                  <a:pt x="3757" y="393"/>
                </a:cubicBezTo>
                <a:cubicBezTo>
                  <a:pt x="3757" y="412"/>
                  <a:pt x="3757" y="412"/>
                  <a:pt x="3757" y="412"/>
                </a:cubicBezTo>
                <a:cubicBezTo>
                  <a:pt x="3759" y="412"/>
                  <a:pt x="3759" y="412"/>
                  <a:pt x="3759" y="412"/>
                </a:cubicBezTo>
                <a:moveTo>
                  <a:pt x="3752" y="615"/>
                </a:moveTo>
                <a:cubicBezTo>
                  <a:pt x="3754" y="615"/>
                  <a:pt x="3754" y="615"/>
                  <a:pt x="3754" y="615"/>
                </a:cubicBezTo>
                <a:cubicBezTo>
                  <a:pt x="3754" y="385"/>
                  <a:pt x="3754" y="385"/>
                  <a:pt x="3754" y="385"/>
                </a:cubicBezTo>
                <a:cubicBezTo>
                  <a:pt x="3752" y="385"/>
                  <a:pt x="3752" y="385"/>
                  <a:pt x="3752" y="385"/>
                </a:cubicBezTo>
                <a:lnTo>
                  <a:pt x="3752" y="615"/>
                </a:lnTo>
                <a:close/>
                <a:moveTo>
                  <a:pt x="3707" y="418"/>
                </a:moveTo>
                <a:cubicBezTo>
                  <a:pt x="3707" y="457"/>
                  <a:pt x="3707" y="457"/>
                  <a:pt x="3707" y="457"/>
                </a:cubicBezTo>
                <a:cubicBezTo>
                  <a:pt x="3704" y="459"/>
                  <a:pt x="3704" y="459"/>
                  <a:pt x="3704" y="459"/>
                </a:cubicBezTo>
                <a:cubicBezTo>
                  <a:pt x="3704" y="613"/>
                  <a:pt x="3704" y="613"/>
                  <a:pt x="3704" y="613"/>
                </a:cubicBezTo>
                <a:cubicBezTo>
                  <a:pt x="3706" y="613"/>
                  <a:pt x="3706" y="613"/>
                  <a:pt x="3706" y="613"/>
                </a:cubicBezTo>
                <a:cubicBezTo>
                  <a:pt x="3706" y="461"/>
                  <a:pt x="3706" y="461"/>
                  <a:pt x="3706" y="461"/>
                </a:cubicBezTo>
                <a:cubicBezTo>
                  <a:pt x="3709" y="459"/>
                  <a:pt x="3709" y="459"/>
                  <a:pt x="3709" y="459"/>
                </a:cubicBezTo>
                <a:cubicBezTo>
                  <a:pt x="3709" y="458"/>
                  <a:pt x="3709" y="458"/>
                  <a:pt x="3709" y="458"/>
                </a:cubicBezTo>
                <a:cubicBezTo>
                  <a:pt x="3709" y="418"/>
                  <a:pt x="3709" y="418"/>
                  <a:pt x="3709" y="418"/>
                </a:cubicBezTo>
                <a:cubicBezTo>
                  <a:pt x="3707" y="418"/>
                  <a:pt x="3707" y="418"/>
                  <a:pt x="3707" y="418"/>
                </a:cubicBezTo>
                <a:moveTo>
                  <a:pt x="3704" y="620"/>
                </a:moveTo>
                <a:cubicBezTo>
                  <a:pt x="3704" y="631"/>
                  <a:pt x="3704" y="631"/>
                  <a:pt x="3704" y="631"/>
                </a:cubicBezTo>
                <a:cubicBezTo>
                  <a:pt x="3716" y="631"/>
                  <a:pt x="3716" y="631"/>
                  <a:pt x="3716" y="631"/>
                </a:cubicBezTo>
                <a:cubicBezTo>
                  <a:pt x="3725" y="622"/>
                  <a:pt x="3725" y="622"/>
                  <a:pt x="3725" y="622"/>
                </a:cubicBezTo>
                <a:cubicBezTo>
                  <a:pt x="3749" y="622"/>
                  <a:pt x="3749" y="622"/>
                  <a:pt x="3749" y="622"/>
                </a:cubicBezTo>
                <a:cubicBezTo>
                  <a:pt x="3749" y="617"/>
                  <a:pt x="3749" y="617"/>
                  <a:pt x="3749" y="617"/>
                </a:cubicBezTo>
                <a:cubicBezTo>
                  <a:pt x="3760" y="617"/>
                  <a:pt x="3760" y="617"/>
                  <a:pt x="3760" y="617"/>
                </a:cubicBezTo>
                <a:cubicBezTo>
                  <a:pt x="3760" y="629"/>
                  <a:pt x="3760" y="629"/>
                  <a:pt x="3760" y="629"/>
                </a:cubicBezTo>
                <a:cubicBezTo>
                  <a:pt x="3777" y="624"/>
                  <a:pt x="3777" y="624"/>
                  <a:pt x="3777" y="624"/>
                </a:cubicBezTo>
                <a:cubicBezTo>
                  <a:pt x="3879" y="624"/>
                  <a:pt x="3879" y="624"/>
                  <a:pt x="3879" y="624"/>
                </a:cubicBezTo>
                <a:cubicBezTo>
                  <a:pt x="3879" y="657"/>
                  <a:pt x="3879" y="657"/>
                  <a:pt x="3879" y="657"/>
                </a:cubicBezTo>
                <a:cubicBezTo>
                  <a:pt x="3881" y="657"/>
                  <a:pt x="3881" y="657"/>
                  <a:pt x="3881" y="657"/>
                </a:cubicBezTo>
                <a:cubicBezTo>
                  <a:pt x="3881" y="622"/>
                  <a:pt x="3881" y="622"/>
                  <a:pt x="3881" y="622"/>
                </a:cubicBezTo>
                <a:cubicBezTo>
                  <a:pt x="3777" y="622"/>
                  <a:pt x="3777" y="622"/>
                  <a:pt x="3777" y="622"/>
                </a:cubicBezTo>
                <a:cubicBezTo>
                  <a:pt x="3762" y="626"/>
                  <a:pt x="3762" y="626"/>
                  <a:pt x="3762" y="626"/>
                </a:cubicBezTo>
                <a:cubicBezTo>
                  <a:pt x="3762" y="616"/>
                  <a:pt x="3762" y="616"/>
                  <a:pt x="3762" y="616"/>
                </a:cubicBezTo>
                <a:cubicBezTo>
                  <a:pt x="3762" y="615"/>
                  <a:pt x="3762" y="615"/>
                  <a:pt x="3762" y="615"/>
                </a:cubicBezTo>
                <a:cubicBezTo>
                  <a:pt x="3747" y="615"/>
                  <a:pt x="3747" y="615"/>
                  <a:pt x="3747" y="615"/>
                </a:cubicBezTo>
                <a:cubicBezTo>
                  <a:pt x="3747" y="620"/>
                  <a:pt x="3747" y="620"/>
                  <a:pt x="3747" y="620"/>
                </a:cubicBezTo>
                <a:cubicBezTo>
                  <a:pt x="3724" y="620"/>
                  <a:pt x="3724" y="620"/>
                  <a:pt x="3724" y="620"/>
                </a:cubicBezTo>
                <a:cubicBezTo>
                  <a:pt x="3715" y="629"/>
                  <a:pt x="3715" y="629"/>
                  <a:pt x="3715" y="629"/>
                </a:cubicBezTo>
                <a:cubicBezTo>
                  <a:pt x="3706" y="629"/>
                  <a:pt x="3706" y="629"/>
                  <a:pt x="3706" y="629"/>
                </a:cubicBezTo>
                <a:cubicBezTo>
                  <a:pt x="3706" y="620"/>
                  <a:pt x="3706" y="620"/>
                  <a:pt x="3706" y="620"/>
                </a:cubicBezTo>
                <a:cubicBezTo>
                  <a:pt x="3704" y="620"/>
                  <a:pt x="3704" y="620"/>
                  <a:pt x="3704" y="620"/>
                </a:cubicBezTo>
                <a:moveTo>
                  <a:pt x="3597" y="444"/>
                </a:moveTo>
                <a:cubicBezTo>
                  <a:pt x="3609" y="444"/>
                  <a:pt x="3609" y="444"/>
                  <a:pt x="3609" y="444"/>
                </a:cubicBezTo>
                <a:cubicBezTo>
                  <a:pt x="3609" y="461"/>
                  <a:pt x="3609" y="461"/>
                  <a:pt x="3609" y="461"/>
                </a:cubicBezTo>
                <a:cubicBezTo>
                  <a:pt x="3618" y="470"/>
                  <a:pt x="3618" y="470"/>
                  <a:pt x="3618" y="470"/>
                </a:cubicBezTo>
                <a:cubicBezTo>
                  <a:pt x="3632" y="470"/>
                  <a:pt x="3632" y="470"/>
                  <a:pt x="3632" y="470"/>
                </a:cubicBezTo>
                <a:cubicBezTo>
                  <a:pt x="3632" y="434"/>
                  <a:pt x="3632" y="434"/>
                  <a:pt x="3632" y="434"/>
                </a:cubicBezTo>
                <a:cubicBezTo>
                  <a:pt x="3668" y="434"/>
                  <a:pt x="3668" y="434"/>
                  <a:pt x="3668" y="434"/>
                </a:cubicBezTo>
                <a:cubicBezTo>
                  <a:pt x="3668" y="452"/>
                  <a:pt x="3668" y="452"/>
                  <a:pt x="3668" y="452"/>
                </a:cubicBezTo>
                <a:cubicBezTo>
                  <a:pt x="3694" y="452"/>
                  <a:pt x="3694" y="452"/>
                  <a:pt x="3694" y="452"/>
                </a:cubicBezTo>
                <a:cubicBezTo>
                  <a:pt x="3694" y="450"/>
                  <a:pt x="3694" y="450"/>
                  <a:pt x="3694" y="450"/>
                </a:cubicBezTo>
                <a:cubicBezTo>
                  <a:pt x="3671" y="450"/>
                  <a:pt x="3671" y="450"/>
                  <a:pt x="3671" y="450"/>
                </a:cubicBezTo>
                <a:cubicBezTo>
                  <a:pt x="3671" y="432"/>
                  <a:pt x="3671" y="432"/>
                  <a:pt x="3671" y="432"/>
                </a:cubicBezTo>
                <a:cubicBezTo>
                  <a:pt x="3630" y="432"/>
                  <a:pt x="3630" y="432"/>
                  <a:pt x="3630" y="432"/>
                </a:cubicBezTo>
                <a:cubicBezTo>
                  <a:pt x="3630" y="468"/>
                  <a:pt x="3630" y="468"/>
                  <a:pt x="3630" y="468"/>
                </a:cubicBezTo>
                <a:cubicBezTo>
                  <a:pt x="3619" y="468"/>
                  <a:pt x="3619" y="468"/>
                  <a:pt x="3619" y="468"/>
                </a:cubicBezTo>
                <a:cubicBezTo>
                  <a:pt x="3612" y="460"/>
                  <a:pt x="3612" y="460"/>
                  <a:pt x="3612" y="460"/>
                </a:cubicBezTo>
                <a:cubicBezTo>
                  <a:pt x="3612" y="442"/>
                  <a:pt x="3612" y="442"/>
                  <a:pt x="3612" y="442"/>
                </a:cubicBezTo>
                <a:cubicBezTo>
                  <a:pt x="3597" y="442"/>
                  <a:pt x="3597" y="442"/>
                  <a:pt x="3597" y="442"/>
                </a:cubicBezTo>
                <a:cubicBezTo>
                  <a:pt x="3597" y="444"/>
                  <a:pt x="3597" y="444"/>
                  <a:pt x="3597" y="444"/>
                </a:cubicBezTo>
                <a:moveTo>
                  <a:pt x="3797" y="564"/>
                </a:moveTo>
                <a:cubicBezTo>
                  <a:pt x="3797" y="333"/>
                  <a:pt x="3797" y="333"/>
                  <a:pt x="3797" y="333"/>
                </a:cubicBezTo>
                <a:cubicBezTo>
                  <a:pt x="3809" y="322"/>
                  <a:pt x="3809" y="322"/>
                  <a:pt x="3809" y="322"/>
                </a:cubicBezTo>
                <a:cubicBezTo>
                  <a:pt x="3809" y="315"/>
                  <a:pt x="3809" y="315"/>
                  <a:pt x="3809" y="315"/>
                </a:cubicBezTo>
                <a:cubicBezTo>
                  <a:pt x="3813" y="312"/>
                  <a:pt x="3813" y="312"/>
                  <a:pt x="3813" y="312"/>
                </a:cubicBezTo>
                <a:cubicBezTo>
                  <a:pt x="3813" y="312"/>
                  <a:pt x="3813" y="312"/>
                  <a:pt x="3813" y="312"/>
                </a:cubicBezTo>
                <a:cubicBezTo>
                  <a:pt x="3820" y="306"/>
                  <a:pt x="3820" y="306"/>
                  <a:pt x="3820" y="306"/>
                </a:cubicBezTo>
                <a:cubicBezTo>
                  <a:pt x="3831" y="298"/>
                  <a:pt x="3831" y="298"/>
                  <a:pt x="3831" y="298"/>
                </a:cubicBezTo>
                <a:cubicBezTo>
                  <a:pt x="3842" y="305"/>
                  <a:pt x="3842" y="305"/>
                  <a:pt x="3842" y="305"/>
                </a:cubicBezTo>
                <a:cubicBezTo>
                  <a:pt x="3852" y="311"/>
                  <a:pt x="3852" y="311"/>
                  <a:pt x="3852" y="311"/>
                </a:cubicBezTo>
                <a:cubicBezTo>
                  <a:pt x="3853" y="319"/>
                  <a:pt x="3853" y="319"/>
                  <a:pt x="3853" y="319"/>
                </a:cubicBezTo>
                <a:cubicBezTo>
                  <a:pt x="3853" y="319"/>
                  <a:pt x="3853" y="319"/>
                  <a:pt x="3853" y="319"/>
                </a:cubicBezTo>
                <a:cubicBezTo>
                  <a:pt x="3865" y="328"/>
                  <a:pt x="3865" y="328"/>
                  <a:pt x="3865" y="328"/>
                </a:cubicBezTo>
                <a:cubicBezTo>
                  <a:pt x="3865" y="439"/>
                  <a:pt x="3865" y="439"/>
                  <a:pt x="3865" y="439"/>
                </a:cubicBezTo>
                <a:cubicBezTo>
                  <a:pt x="3867" y="439"/>
                  <a:pt x="3867" y="439"/>
                  <a:pt x="3867" y="439"/>
                </a:cubicBezTo>
                <a:cubicBezTo>
                  <a:pt x="3867" y="327"/>
                  <a:pt x="3867" y="327"/>
                  <a:pt x="3867" y="327"/>
                </a:cubicBezTo>
                <a:cubicBezTo>
                  <a:pt x="3855" y="318"/>
                  <a:pt x="3855" y="318"/>
                  <a:pt x="3855" y="318"/>
                </a:cubicBezTo>
                <a:cubicBezTo>
                  <a:pt x="3854" y="310"/>
                  <a:pt x="3854" y="310"/>
                  <a:pt x="3854" y="310"/>
                </a:cubicBezTo>
                <a:cubicBezTo>
                  <a:pt x="3854" y="310"/>
                  <a:pt x="3854" y="310"/>
                  <a:pt x="3854" y="310"/>
                </a:cubicBezTo>
                <a:cubicBezTo>
                  <a:pt x="3843" y="303"/>
                  <a:pt x="3843" y="303"/>
                  <a:pt x="3843" y="303"/>
                </a:cubicBezTo>
                <a:cubicBezTo>
                  <a:pt x="3831" y="295"/>
                  <a:pt x="3831" y="295"/>
                  <a:pt x="3831" y="295"/>
                </a:cubicBezTo>
                <a:cubicBezTo>
                  <a:pt x="3819" y="304"/>
                  <a:pt x="3819" y="304"/>
                  <a:pt x="3819" y="304"/>
                </a:cubicBezTo>
                <a:cubicBezTo>
                  <a:pt x="3812" y="311"/>
                  <a:pt x="3812" y="311"/>
                  <a:pt x="3812" y="311"/>
                </a:cubicBezTo>
                <a:cubicBezTo>
                  <a:pt x="3808" y="313"/>
                  <a:pt x="3808" y="313"/>
                  <a:pt x="3808" y="313"/>
                </a:cubicBezTo>
                <a:cubicBezTo>
                  <a:pt x="3807" y="313"/>
                  <a:pt x="3807" y="313"/>
                  <a:pt x="3807" y="313"/>
                </a:cubicBezTo>
                <a:cubicBezTo>
                  <a:pt x="3807" y="321"/>
                  <a:pt x="3807" y="321"/>
                  <a:pt x="3807" y="321"/>
                </a:cubicBezTo>
                <a:cubicBezTo>
                  <a:pt x="3795" y="332"/>
                  <a:pt x="3795" y="332"/>
                  <a:pt x="3795" y="332"/>
                </a:cubicBezTo>
                <a:cubicBezTo>
                  <a:pt x="3795" y="564"/>
                  <a:pt x="3795" y="564"/>
                  <a:pt x="3795" y="564"/>
                </a:cubicBezTo>
                <a:cubicBezTo>
                  <a:pt x="3797" y="564"/>
                  <a:pt x="3797" y="564"/>
                  <a:pt x="3797" y="564"/>
                </a:cubicBezTo>
                <a:moveTo>
                  <a:pt x="3797" y="333"/>
                </a:moveTo>
                <a:cubicBezTo>
                  <a:pt x="3819" y="324"/>
                  <a:pt x="3819" y="324"/>
                  <a:pt x="3819" y="324"/>
                </a:cubicBezTo>
                <a:cubicBezTo>
                  <a:pt x="3866" y="328"/>
                  <a:pt x="3866" y="328"/>
                  <a:pt x="3866" y="328"/>
                </a:cubicBezTo>
                <a:cubicBezTo>
                  <a:pt x="3866" y="325"/>
                  <a:pt x="3866" y="325"/>
                  <a:pt x="3866" y="325"/>
                </a:cubicBezTo>
                <a:cubicBezTo>
                  <a:pt x="3818" y="322"/>
                  <a:pt x="3818" y="322"/>
                  <a:pt x="3818" y="322"/>
                </a:cubicBezTo>
                <a:cubicBezTo>
                  <a:pt x="3796" y="331"/>
                  <a:pt x="3796" y="331"/>
                  <a:pt x="3796" y="331"/>
                </a:cubicBezTo>
                <a:cubicBezTo>
                  <a:pt x="3797" y="333"/>
                  <a:pt x="3797" y="333"/>
                  <a:pt x="3797" y="333"/>
                </a:cubicBezTo>
                <a:moveTo>
                  <a:pt x="3830" y="298"/>
                </a:moveTo>
                <a:cubicBezTo>
                  <a:pt x="3831" y="270"/>
                  <a:pt x="3831" y="270"/>
                  <a:pt x="3831" y="270"/>
                </a:cubicBezTo>
                <a:cubicBezTo>
                  <a:pt x="3832" y="298"/>
                  <a:pt x="3832" y="298"/>
                  <a:pt x="3832" y="298"/>
                </a:cubicBezTo>
                <a:cubicBezTo>
                  <a:pt x="3834" y="297"/>
                  <a:pt x="3834" y="297"/>
                  <a:pt x="3834" y="297"/>
                </a:cubicBezTo>
                <a:cubicBezTo>
                  <a:pt x="3832" y="242"/>
                  <a:pt x="3832" y="242"/>
                  <a:pt x="3832" y="242"/>
                </a:cubicBezTo>
                <a:cubicBezTo>
                  <a:pt x="3830" y="242"/>
                  <a:pt x="3830" y="242"/>
                  <a:pt x="3830" y="242"/>
                </a:cubicBezTo>
                <a:cubicBezTo>
                  <a:pt x="3827" y="297"/>
                  <a:pt x="3827" y="297"/>
                  <a:pt x="3827" y="297"/>
                </a:cubicBezTo>
                <a:cubicBezTo>
                  <a:pt x="3830" y="298"/>
                  <a:pt x="3830" y="298"/>
                  <a:pt x="3830" y="298"/>
                </a:cubicBezTo>
                <a:moveTo>
                  <a:pt x="3809" y="315"/>
                </a:moveTo>
                <a:cubicBezTo>
                  <a:pt x="3823" y="311"/>
                  <a:pt x="3823" y="311"/>
                  <a:pt x="3823" y="311"/>
                </a:cubicBezTo>
                <a:cubicBezTo>
                  <a:pt x="3853" y="313"/>
                  <a:pt x="3853" y="313"/>
                  <a:pt x="3853" y="313"/>
                </a:cubicBezTo>
                <a:cubicBezTo>
                  <a:pt x="3853" y="311"/>
                  <a:pt x="3853" y="311"/>
                  <a:pt x="3853" y="311"/>
                </a:cubicBezTo>
                <a:cubicBezTo>
                  <a:pt x="3823" y="309"/>
                  <a:pt x="3823" y="309"/>
                  <a:pt x="3823" y="309"/>
                </a:cubicBezTo>
                <a:cubicBezTo>
                  <a:pt x="3808" y="313"/>
                  <a:pt x="3808" y="313"/>
                  <a:pt x="3808" y="313"/>
                </a:cubicBezTo>
                <a:cubicBezTo>
                  <a:pt x="3809" y="315"/>
                  <a:pt x="3809" y="315"/>
                  <a:pt x="3809" y="315"/>
                </a:cubicBezTo>
                <a:moveTo>
                  <a:pt x="3830" y="296"/>
                </a:moveTo>
                <a:cubicBezTo>
                  <a:pt x="3822" y="308"/>
                  <a:pt x="3822" y="308"/>
                  <a:pt x="3822" y="308"/>
                </a:cubicBezTo>
                <a:cubicBezTo>
                  <a:pt x="3822" y="316"/>
                  <a:pt x="3822" y="316"/>
                  <a:pt x="3822" y="316"/>
                </a:cubicBezTo>
                <a:cubicBezTo>
                  <a:pt x="3819" y="322"/>
                  <a:pt x="3819" y="322"/>
                  <a:pt x="3819" y="322"/>
                </a:cubicBezTo>
                <a:cubicBezTo>
                  <a:pt x="3819" y="322"/>
                  <a:pt x="3819" y="322"/>
                  <a:pt x="3819" y="322"/>
                </a:cubicBezTo>
                <a:cubicBezTo>
                  <a:pt x="3819" y="545"/>
                  <a:pt x="3819" y="545"/>
                  <a:pt x="3819" y="545"/>
                </a:cubicBezTo>
                <a:cubicBezTo>
                  <a:pt x="3835" y="545"/>
                  <a:pt x="3835" y="545"/>
                  <a:pt x="3835" y="545"/>
                </a:cubicBezTo>
                <a:cubicBezTo>
                  <a:pt x="3835" y="542"/>
                  <a:pt x="3835" y="542"/>
                  <a:pt x="3835" y="542"/>
                </a:cubicBezTo>
                <a:cubicBezTo>
                  <a:pt x="3821" y="542"/>
                  <a:pt x="3821" y="542"/>
                  <a:pt x="3821" y="542"/>
                </a:cubicBezTo>
                <a:cubicBezTo>
                  <a:pt x="3821" y="323"/>
                  <a:pt x="3821" y="323"/>
                  <a:pt x="3821" y="323"/>
                </a:cubicBezTo>
                <a:cubicBezTo>
                  <a:pt x="3824" y="317"/>
                  <a:pt x="3824" y="317"/>
                  <a:pt x="3824" y="317"/>
                </a:cubicBezTo>
                <a:cubicBezTo>
                  <a:pt x="3824" y="317"/>
                  <a:pt x="3824" y="317"/>
                  <a:pt x="3824" y="317"/>
                </a:cubicBezTo>
                <a:cubicBezTo>
                  <a:pt x="3824" y="309"/>
                  <a:pt x="3824" y="309"/>
                  <a:pt x="3824" y="309"/>
                </a:cubicBezTo>
                <a:cubicBezTo>
                  <a:pt x="3832" y="298"/>
                  <a:pt x="3832" y="298"/>
                  <a:pt x="3832" y="298"/>
                </a:cubicBezTo>
                <a:cubicBezTo>
                  <a:pt x="3830" y="296"/>
                  <a:pt x="3830" y="296"/>
                  <a:pt x="3830" y="296"/>
                </a:cubicBezTo>
                <a:moveTo>
                  <a:pt x="3773" y="593"/>
                </a:moveTo>
                <a:cubicBezTo>
                  <a:pt x="3794" y="593"/>
                  <a:pt x="3794" y="593"/>
                  <a:pt x="3794" y="593"/>
                </a:cubicBezTo>
                <a:cubicBezTo>
                  <a:pt x="3794" y="565"/>
                  <a:pt x="3794" y="565"/>
                  <a:pt x="3794" y="565"/>
                </a:cubicBezTo>
                <a:cubicBezTo>
                  <a:pt x="3814" y="565"/>
                  <a:pt x="3814" y="565"/>
                  <a:pt x="3814" y="565"/>
                </a:cubicBezTo>
                <a:cubicBezTo>
                  <a:pt x="3814" y="622"/>
                  <a:pt x="3814" y="622"/>
                  <a:pt x="3814" y="622"/>
                </a:cubicBezTo>
                <a:cubicBezTo>
                  <a:pt x="3816" y="622"/>
                  <a:pt x="3816" y="622"/>
                  <a:pt x="3816" y="622"/>
                </a:cubicBezTo>
                <a:cubicBezTo>
                  <a:pt x="3816" y="563"/>
                  <a:pt x="3816" y="563"/>
                  <a:pt x="3816" y="563"/>
                </a:cubicBezTo>
                <a:cubicBezTo>
                  <a:pt x="3791" y="563"/>
                  <a:pt x="3791" y="563"/>
                  <a:pt x="3791" y="563"/>
                </a:cubicBezTo>
                <a:cubicBezTo>
                  <a:pt x="3791" y="591"/>
                  <a:pt x="3791" y="591"/>
                  <a:pt x="3791" y="591"/>
                </a:cubicBezTo>
                <a:cubicBezTo>
                  <a:pt x="3773" y="591"/>
                  <a:pt x="3773" y="591"/>
                  <a:pt x="3773" y="591"/>
                </a:cubicBezTo>
                <a:cubicBezTo>
                  <a:pt x="3773" y="593"/>
                  <a:pt x="3773" y="593"/>
                  <a:pt x="3773" y="593"/>
                </a:cubicBezTo>
                <a:moveTo>
                  <a:pt x="3837" y="621"/>
                </a:moveTo>
                <a:cubicBezTo>
                  <a:pt x="3837" y="447"/>
                  <a:pt x="3837" y="447"/>
                  <a:pt x="3837" y="447"/>
                </a:cubicBezTo>
                <a:cubicBezTo>
                  <a:pt x="3835" y="447"/>
                  <a:pt x="3835" y="447"/>
                  <a:pt x="3835" y="447"/>
                </a:cubicBezTo>
                <a:cubicBezTo>
                  <a:pt x="3836" y="448"/>
                  <a:pt x="3836" y="448"/>
                  <a:pt x="3836" y="448"/>
                </a:cubicBezTo>
                <a:cubicBezTo>
                  <a:pt x="3836" y="448"/>
                  <a:pt x="3837" y="448"/>
                  <a:pt x="3839" y="447"/>
                </a:cubicBezTo>
                <a:cubicBezTo>
                  <a:pt x="3845" y="444"/>
                  <a:pt x="3860" y="439"/>
                  <a:pt x="3879" y="439"/>
                </a:cubicBezTo>
                <a:cubicBezTo>
                  <a:pt x="3886" y="439"/>
                  <a:pt x="3893" y="440"/>
                  <a:pt x="3901" y="442"/>
                </a:cubicBezTo>
                <a:cubicBezTo>
                  <a:pt x="3905" y="443"/>
                  <a:pt x="3906" y="444"/>
                  <a:pt x="3907" y="444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8" y="445"/>
                  <a:pt x="3908" y="445"/>
                  <a:pt x="3908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8" y="445"/>
                  <a:pt x="3908" y="445"/>
                  <a:pt x="3908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7" y="446"/>
                  <a:pt x="3907" y="446"/>
                  <a:pt x="3907" y="446"/>
                </a:cubicBezTo>
                <a:cubicBezTo>
                  <a:pt x="3941" y="445"/>
                  <a:pt x="3941" y="445"/>
                  <a:pt x="3941" y="445"/>
                </a:cubicBezTo>
                <a:cubicBezTo>
                  <a:pt x="3943" y="453"/>
                  <a:pt x="3943" y="453"/>
                  <a:pt x="3943" y="453"/>
                </a:cubicBezTo>
                <a:cubicBezTo>
                  <a:pt x="3944" y="454"/>
                  <a:pt x="3944" y="454"/>
                  <a:pt x="3944" y="454"/>
                </a:cubicBezTo>
                <a:cubicBezTo>
                  <a:pt x="3945" y="454"/>
                  <a:pt x="3945" y="454"/>
                  <a:pt x="3945" y="454"/>
                </a:cubicBezTo>
                <a:cubicBezTo>
                  <a:pt x="3950" y="453"/>
                  <a:pt x="3956" y="453"/>
                  <a:pt x="3961" y="453"/>
                </a:cubicBezTo>
                <a:cubicBezTo>
                  <a:pt x="3972" y="453"/>
                  <a:pt x="3981" y="454"/>
                  <a:pt x="3988" y="455"/>
                </a:cubicBezTo>
                <a:cubicBezTo>
                  <a:pt x="3995" y="456"/>
                  <a:pt x="4000" y="457"/>
                  <a:pt x="4000" y="457"/>
                </a:cubicBezTo>
                <a:cubicBezTo>
                  <a:pt x="4000" y="456"/>
                  <a:pt x="4000" y="456"/>
                  <a:pt x="4000" y="456"/>
                </a:cubicBezTo>
                <a:cubicBezTo>
                  <a:pt x="3999" y="456"/>
                  <a:pt x="3999" y="456"/>
                  <a:pt x="3999" y="456"/>
                </a:cubicBezTo>
                <a:cubicBezTo>
                  <a:pt x="3998" y="659"/>
                  <a:pt x="3998" y="659"/>
                  <a:pt x="3998" y="659"/>
                </a:cubicBezTo>
                <a:cubicBezTo>
                  <a:pt x="4001" y="659"/>
                  <a:pt x="4001" y="659"/>
                  <a:pt x="4001" y="659"/>
                </a:cubicBezTo>
                <a:cubicBezTo>
                  <a:pt x="4001" y="455"/>
                  <a:pt x="4001" y="455"/>
                  <a:pt x="4001" y="455"/>
                </a:cubicBezTo>
                <a:cubicBezTo>
                  <a:pt x="4000" y="455"/>
                  <a:pt x="4000" y="455"/>
                  <a:pt x="4000" y="455"/>
                </a:cubicBezTo>
                <a:cubicBezTo>
                  <a:pt x="4000" y="455"/>
                  <a:pt x="3983" y="451"/>
                  <a:pt x="3961" y="451"/>
                </a:cubicBezTo>
                <a:cubicBezTo>
                  <a:pt x="3956" y="451"/>
                  <a:pt x="3950" y="451"/>
                  <a:pt x="3944" y="452"/>
                </a:cubicBezTo>
                <a:cubicBezTo>
                  <a:pt x="3945" y="453"/>
                  <a:pt x="3945" y="453"/>
                  <a:pt x="3945" y="453"/>
                </a:cubicBezTo>
                <a:cubicBezTo>
                  <a:pt x="3946" y="452"/>
                  <a:pt x="3946" y="452"/>
                  <a:pt x="3946" y="452"/>
                </a:cubicBezTo>
                <a:cubicBezTo>
                  <a:pt x="3943" y="443"/>
                  <a:pt x="3943" y="443"/>
                  <a:pt x="3943" y="443"/>
                </a:cubicBezTo>
                <a:cubicBezTo>
                  <a:pt x="3909" y="443"/>
                  <a:pt x="3909" y="443"/>
                  <a:pt x="3909" y="443"/>
                </a:cubicBezTo>
                <a:cubicBezTo>
                  <a:pt x="3909" y="445"/>
                  <a:pt x="3909" y="445"/>
                  <a:pt x="3909" y="445"/>
                </a:cubicBezTo>
                <a:cubicBezTo>
                  <a:pt x="3910" y="445"/>
                  <a:pt x="3910" y="445"/>
                  <a:pt x="3910" y="445"/>
                </a:cubicBezTo>
                <a:cubicBezTo>
                  <a:pt x="3910" y="445"/>
                  <a:pt x="3910" y="445"/>
                  <a:pt x="3910" y="445"/>
                </a:cubicBezTo>
                <a:cubicBezTo>
                  <a:pt x="3910" y="444"/>
                  <a:pt x="3909" y="443"/>
                  <a:pt x="3908" y="442"/>
                </a:cubicBezTo>
                <a:cubicBezTo>
                  <a:pt x="3907" y="441"/>
                  <a:pt x="3905" y="441"/>
                  <a:pt x="3902" y="440"/>
                </a:cubicBezTo>
                <a:cubicBezTo>
                  <a:pt x="3894" y="438"/>
                  <a:pt x="3886" y="437"/>
                  <a:pt x="3879" y="437"/>
                </a:cubicBezTo>
                <a:cubicBezTo>
                  <a:pt x="3853" y="437"/>
                  <a:pt x="3835" y="446"/>
                  <a:pt x="3835" y="446"/>
                </a:cubicBezTo>
                <a:cubicBezTo>
                  <a:pt x="3834" y="447"/>
                  <a:pt x="3834" y="447"/>
                  <a:pt x="3834" y="447"/>
                </a:cubicBezTo>
                <a:cubicBezTo>
                  <a:pt x="3834" y="621"/>
                  <a:pt x="3834" y="621"/>
                  <a:pt x="3834" y="621"/>
                </a:cubicBezTo>
                <a:cubicBezTo>
                  <a:pt x="3837" y="621"/>
                  <a:pt x="3837" y="621"/>
                  <a:pt x="3837" y="621"/>
                </a:cubicBezTo>
                <a:moveTo>
                  <a:pt x="3906" y="607"/>
                </a:moveTo>
                <a:cubicBezTo>
                  <a:pt x="3908" y="607"/>
                  <a:pt x="3908" y="607"/>
                  <a:pt x="3908" y="607"/>
                </a:cubicBezTo>
                <a:cubicBezTo>
                  <a:pt x="3908" y="443"/>
                  <a:pt x="3908" y="443"/>
                  <a:pt x="3908" y="443"/>
                </a:cubicBezTo>
                <a:cubicBezTo>
                  <a:pt x="3906" y="443"/>
                  <a:pt x="3906" y="443"/>
                  <a:pt x="3906" y="443"/>
                </a:cubicBezTo>
                <a:lnTo>
                  <a:pt x="3906" y="607"/>
                </a:lnTo>
                <a:close/>
                <a:moveTo>
                  <a:pt x="3943" y="607"/>
                </a:moveTo>
                <a:cubicBezTo>
                  <a:pt x="3946" y="607"/>
                  <a:pt x="3946" y="607"/>
                  <a:pt x="3946" y="607"/>
                </a:cubicBezTo>
                <a:cubicBezTo>
                  <a:pt x="3946" y="452"/>
                  <a:pt x="3946" y="452"/>
                  <a:pt x="3946" y="452"/>
                </a:cubicBezTo>
                <a:cubicBezTo>
                  <a:pt x="3943" y="452"/>
                  <a:pt x="3943" y="452"/>
                  <a:pt x="3943" y="452"/>
                </a:cubicBezTo>
                <a:lnTo>
                  <a:pt x="3943" y="607"/>
                </a:lnTo>
                <a:close/>
                <a:moveTo>
                  <a:pt x="3860" y="623"/>
                </a:moveTo>
                <a:cubicBezTo>
                  <a:pt x="3860" y="608"/>
                  <a:pt x="3860" y="608"/>
                  <a:pt x="3860" y="608"/>
                </a:cubicBezTo>
                <a:cubicBezTo>
                  <a:pt x="3999" y="608"/>
                  <a:pt x="3999" y="608"/>
                  <a:pt x="3999" y="608"/>
                </a:cubicBezTo>
                <a:cubicBezTo>
                  <a:pt x="3999" y="606"/>
                  <a:pt x="3999" y="606"/>
                  <a:pt x="3999" y="606"/>
                </a:cubicBezTo>
                <a:cubicBezTo>
                  <a:pt x="3858" y="606"/>
                  <a:pt x="3858" y="606"/>
                  <a:pt x="3858" y="606"/>
                </a:cubicBezTo>
                <a:cubicBezTo>
                  <a:pt x="3858" y="623"/>
                  <a:pt x="3858" y="623"/>
                  <a:pt x="3858" y="623"/>
                </a:cubicBezTo>
                <a:cubicBezTo>
                  <a:pt x="3860" y="623"/>
                  <a:pt x="3860" y="623"/>
                  <a:pt x="3860" y="623"/>
                </a:cubicBezTo>
                <a:moveTo>
                  <a:pt x="4017" y="671"/>
                </a:moveTo>
                <a:cubicBezTo>
                  <a:pt x="4017" y="537"/>
                  <a:pt x="4017" y="537"/>
                  <a:pt x="4017" y="537"/>
                </a:cubicBezTo>
                <a:cubicBezTo>
                  <a:pt x="4098" y="537"/>
                  <a:pt x="4098" y="537"/>
                  <a:pt x="4098" y="537"/>
                </a:cubicBezTo>
                <a:cubicBezTo>
                  <a:pt x="4098" y="653"/>
                  <a:pt x="4098" y="653"/>
                  <a:pt x="4098" y="653"/>
                </a:cubicBezTo>
                <a:cubicBezTo>
                  <a:pt x="4101" y="653"/>
                  <a:pt x="4101" y="653"/>
                  <a:pt x="4101" y="653"/>
                </a:cubicBezTo>
                <a:cubicBezTo>
                  <a:pt x="4101" y="535"/>
                  <a:pt x="4101" y="535"/>
                  <a:pt x="4101" y="535"/>
                </a:cubicBezTo>
                <a:cubicBezTo>
                  <a:pt x="4015" y="535"/>
                  <a:pt x="4015" y="535"/>
                  <a:pt x="4015" y="535"/>
                </a:cubicBezTo>
                <a:cubicBezTo>
                  <a:pt x="4015" y="671"/>
                  <a:pt x="4015" y="671"/>
                  <a:pt x="4015" y="671"/>
                </a:cubicBezTo>
                <a:cubicBezTo>
                  <a:pt x="4017" y="671"/>
                  <a:pt x="4017" y="671"/>
                  <a:pt x="4017" y="671"/>
                </a:cubicBezTo>
                <a:moveTo>
                  <a:pt x="4025" y="536"/>
                </a:moveTo>
                <a:cubicBezTo>
                  <a:pt x="4025" y="470"/>
                  <a:pt x="4025" y="470"/>
                  <a:pt x="4025" y="470"/>
                </a:cubicBezTo>
                <a:cubicBezTo>
                  <a:pt x="4029" y="470"/>
                  <a:pt x="4029" y="470"/>
                  <a:pt x="4029" y="470"/>
                </a:cubicBezTo>
                <a:cubicBezTo>
                  <a:pt x="4030" y="470"/>
                  <a:pt x="4030" y="470"/>
                  <a:pt x="4030" y="470"/>
                </a:cubicBezTo>
                <a:cubicBezTo>
                  <a:pt x="4030" y="432"/>
                  <a:pt x="4030" y="432"/>
                  <a:pt x="4030" y="432"/>
                </a:cubicBezTo>
                <a:cubicBezTo>
                  <a:pt x="4041" y="430"/>
                  <a:pt x="4041" y="430"/>
                  <a:pt x="4041" y="430"/>
                </a:cubicBezTo>
                <a:cubicBezTo>
                  <a:pt x="4041" y="421"/>
                  <a:pt x="4041" y="421"/>
                  <a:pt x="4041" y="421"/>
                </a:cubicBezTo>
                <a:cubicBezTo>
                  <a:pt x="4059" y="405"/>
                  <a:pt x="4059" y="405"/>
                  <a:pt x="4059" y="405"/>
                </a:cubicBezTo>
                <a:cubicBezTo>
                  <a:pt x="4080" y="423"/>
                  <a:pt x="4080" y="423"/>
                  <a:pt x="4080" y="423"/>
                </a:cubicBezTo>
                <a:cubicBezTo>
                  <a:pt x="4080" y="430"/>
                  <a:pt x="4080" y="430"/>
                  <a:pt x="4080" y="430"/>
                </a:cubicBezTo>
                <a:cubicBezTo>
                  <a:pt x="4080" y="431"/>
                  <a:pt x="4080" y="431"/>
                  <a:pt x="4080" y="431"/>
                </a:cubicBezTo>
                <a:cubicBezTo>
                  <a:pt x="4088" y="433"/>
                  <a:pt x="4088" y="433"/>
                  <a:pt x="4088" y="433"/>
                </a:cubicBezTo>
                <a:cubicBezTo>
                  <a:pt x="4088" y="469"/>
                  <a:pt x="4088" y="469"/>
                  <a:pt x="4088" y="469"/>
                </a:cubicBezTo>
                <a:cubicBezTo>
                  <a:pt x="4093" y="471"/>
                  <a:pt x="4093" y="471"/>
                  <a:pt x="4093" y="471"/>
                </a:cubicBezTo>
                <a:cubicBezTo>
                  <a:pt x="4093" y="493"/>
                  <a:pt x="4093" y="493"/>
                  <a:pt x="4093" y="493"/>
                </a:cubicBezTo>
                <a:cubicBezTo>
                  <a:pt x="4103" y="493"/>
                  <a:pt x="4103" y="493"/>
                  <a:pt x="4103" y="493"/>
                </a:cubicBezTo>
                <a:cubicBezTo>
                  <a:pt x="4103" y="653"/>
                  <a:pt x="4103" y="653"/>
                  <a:pt x="4103" y="653"/>
                </a:cubicBezTo>
                <a:cubicBezTo>
                  <a:pt x="4105" y="653"/>
                  <a:pt x="4105" y="653"/>
                  <a:pt x="4105" y="653"/>
                </a:cubicBezTo>
                <a:cubicBezTo>
                  <a:pt x="4105" y="491"/>
                  <a:pt x="4105" y="491"/>
                  <a:pt x="4105" y="491"/>
                </a:cubicBezTo>
                <a:cubicBezTo>
                  <a:pt x="4095" y="491"/>
                  <a:pt x="4095" y="491"/>
                  <a:pt x="4095" y="491"/>
                </a:cubicBezTo>
                <a:cubicBezTo>
                  <a:pt x="4095" y="469"/>
                  <a:pt x="4095" y="469"/>
                  <a:pt x="4095" y="469"/>
                </a:cubicBezTo>
                <a:cubicBezTo>
                  <a:pt x="4090" y="467"/>
                  <a:pt x="4090" y="467"/>
                  <a:pt x="4090" y="467"/>
                </a:cubicBezTo>
                <a:cubicBezTo>
                  <a:pt x="4090" y="431"/>
                  <a:pt x="4090" y="431"/>
                  <a:pt x="4090" y="431"/>
                </a:cubicBezTo>
                <a:cubicBezTo>
                  <a:pt x="4082" y="429"/>
                  <a:pt x="4082" y="429"/>
                  <a:pt x="4082" y="429"/>
                </a:cubicBezTo>
                <a:cubicBezTo>
                  <a:pt x="4082" y="423"/>
                  <a:pt x="4082" y="423"/>
                  <a:pt x="4082" y="423"/>
                </a:cubicBezTo>
                <a:cubicBezTo>
                  <a:pt x="4082" y="422"/>
                  <a:pt x="4082" y="422"/>
                  <a:pt x="4082" y="422"/>
                </a:cubicBezTo>
                <a:cubicBezTo>
                  <a:pt x="4059" y="403"/>
                  <a:pt x="4059" y="403"/>
                  <a:pt x="4059" y="403"/>
                </a:cubicBezTo>
                <a:cubicBezTo>
                  <a:pt x="4038" y="420"/>
                  <a:pt x="4038" y="420"/>
                  <a:pt x="4038" y="420"/>
                </a:cubicBezTo>
                <a:cubicBezTo>
                  <a:pt x="4038" y="428"/>
                  <a:pt x="4038" y="428"/>
                  <a:pt x="4038" y="428"/>
                </a:cubicBezTo>
                <a:cubicBezTo>
                  <a:pt x="4028" y="430"/>
                  <a:pt x="4028" y="430"/>
                  <a:pt x="4028" y="430"/>
                </a:cubicBezTo>
                <a:cubicBezTo>
                  <a:pt x="4028" y="467"/>
                  <a:pt x="4028" y="467"/>
                  <a:pt x="4028" y="467"/>
                </a:cubicBezTo>
                <a:cubicBezTo>
                  <a:pt x="4024" y="468"/>
                  <a:pt x="4024" y="468"/>
                  <a:pt x="4024" y="468"/>
                </a:cubicBezTo>
                <a:cubicBezTo>
                  <a:pt x="4023" y="468"/>
                  <a:pt x="4023" y="468"/>
                  <a:pt x="4023" y="468"/>
                </a:cubicBezTo>
                <a:cubicBezTo>
                  <a:pt x="4023" y="536"/>
                  <a:pt x="4023" y="536"/>
                  <a:pt x="4023" y="536"/>
                </a:cubicBezTo>
                <a:cubicBezTo>
                  <a:pt x="4025" y="536"/>
                  <a:pt x="4025" y="536"/>
                  <a:pt x="4025" y="536"/>
                </a:cubicBezTo>
                <a:moveTo>
                  <a:pt x="4103" y="518"/>
                </a:moveTo>
                <a:cubicBezTo>
                  <a:pt x="4127" y="518"/>
                  <a:pt x="4127" y="518"/>
                  <a:pt x="4127" y="518"/>
                </a:cubicBezTo>
                <a:cubicBezTo>
                  <a:pt x="4127" y="656"/>
                  <a:pt x="4127" y="656"/>
                  <a:pt x="4127" y="656"/>
                </a:cubicBezTo>
                <a:cubicBezTo>
                  <a:pt x="4129" y="656"/>
                  <a:pt x="4129" y="656"/>
                  <a:pt x="4129" y="656"/>
                </a:cubicBezTo>
                <a:cubicBezTo>
                  <a:pt x="4129" y="516"/>
                  <a:pt x="4129" y="516"/>
                  <a:pt x="4129" y="516"/>
                </a:cubicBezTo>
                <a:cubicBezTo>
                  <a:pt x="4103" y="516"/>
                  <a:pt x="4103" y="516"/>
                  <a:pt x="4103" y="516"/>
                </a:cubicBezTo>
                <a:cubicBezTo>
                  <a:pt x="4103" y="518"/>
                  <a:pt x="4103" y="518"/>
                  <a:pt x="4103" y="518"/>
                </a:cubicBezTo>
                <a:moveTo>
                  <a:pt x="4137" y="538"/>
                </a:moveTo>
                <a:cubicBezTo>
                  <a:pt x="4137" y="484"/>
                  <a:pt x="4137" y="484"/>
                  <a:pt x="4137" y="484"/>
                </a:cubicBezTo>
                <a:cubicBezTo>
                  <a:pt x="4148" y="484"/>
                  <a:pt x="4148" y="484"/>
                  <a:pt x="4148" y="484"/>
                </a:cubicBezTo>
                <a:cubicBezTo>
                  <a:pt x="4149" y="490"/>
                  <a:pt x="4149" y="490"/>
                  <a:pt x="4149" y="490"/>
                </a:cubicBezTo>
                <a:cubicBezTo>
                  <a:pt x="4149" y="490"/>
                  <a:pt x="4149" y="490"/>
                  <a:pt x="4149" y="490"/>
                </a:cubicBezTo>
                <a:cubicBezTo>
                  <a:pt x="4155" y="497"/>
                  <a:pt x="4155" y="497"/>
                  <a:pt x="4155" y="497"/>
                </a:cubicBezTo>
                <a:cubicBezTo>
                  <a:pt x="4179" y="497"/>
                  <a:pt x="4179" y="497"/>
                  <a:pt x="4179" y="497"/>
                </a:cubicBezTo>
                <a:cubicBezTo>
                  <a:pt x="4179" y="495"/>
                  <a:pt x="4179" y="495"/>
                  <a:pt x="4179" y="495"/>
                </a:cubicBezTo>
                <a:cubicBezTo>
                  <a:pt x="4156" y="495"/>
                  <a:pt x="4156" y="495"/>
                  <a:pt x="4156" y="495"/>
                </a:cubicBezTo>
                <a:cubicBezTo>
                  <a:pt x="4151" y="489"/>
                  <a:pt x="4151" y="489"/>
                  <a:pt x="4151" y="489"/>
                </a:cubicBezTo>
                <a:cubicBezTo>
                  <a:pt x="4150" y="482"/>
                  <a:pt x="4150" y="482"/>
                  <a:pt x="4150" y="482"/>
                </a:cubicBezTo>
                <a:cubicBezTo>
                  <a:pt x="4149" y="481"/>
                  <a:pt x="4149" y="481"/>
                  <a:pt x="4149" y="481"/>
                </a:cubicBezTo>
                <a:cubicBezTo>
                  <a:pt x="4135" y="481"/>
                  <a:pt x="4135" y="481"/>
                  <a:pt x="4135" y="481"/>
                </a:cubicBezTo>
                <a:cubicBezTo>
                  <a:pt x="4135" y="538"/>
                  <a:pt x="4135" y="538"/>
                  <a:pt x="4135" y="538"/>
                </a:cubicBezTo>
                <a:cubicBezTo>
                  <a:pt x="4137" y="538"/>
                  <a:pt x="4137" y="538"/>
                  <a:pt x="4137" y="538"/>
                </a:cubicBezTo>
                <a:moveTo>
                  <a:pt x="4000" y="493"/>
                </a:moveTo>
                <a:cubicBezTo>
                  <a:pt x="4024" y="493"/>
                  <a:pt x="4024" y="493"/>
                  <a:pt x="4024" y="493"/>
                </a:cubicBezTo>
                <a:cubicBezTo>
                  <a:pt x="4024" y="491"/>
                  <a:pt x="4024" y="491"/>
                  <a:pt x="4024" y="491"/>
                </a:cubicBezTo>
                <a:cubicBezTo>
                  <a:pt x="4000" y="491"/>
                  <a:pt x="4000" y="491"/>
                  <a:pt x="4000" y="491"/>
                </a:cubicBezTo>
                <a:lnTo>
                  <a:pt x="4000" y="493"/>
                </a:lnTo>
                <a:close/>
                <a:moveTo>
                  <a:pt x="205" y="504"/>
                </a:moveTo>
                <a:cubicBezTo>
                  <a:pt x="207" y="504"/>
                  <a:pt x="207" y="504"/>
                  <a:pt x="207" y="504"/>
                </a:cubicBezTo>
                <a:cubicBezTo>
                  <a:pt x="207" y="491"/>
                  <a:pt x="207" y="491"/>
                  <a:pt x="207" y="491"/>
                </a:cubicBezTo>
                <a:cubicBezTo>
                  <a:pt x="205" y="491"/>
                  <a:pt x="205" y="491"/>
                  <a:pt x="205" y="491"/>
                </a:cubicBezTo>
                <a:lnTo>
                  <a:pt x="205" y="504"/>
                </a:lnTo>
                <a:close/>
                <a:moveTo>
                  <a:pt x="203" y="509"/>
                </a:moveTo>
                <a:cubicBezTo>
                  <a:pt x="207" y="505"/>
                  <a:pt x="207" y="505"/>
                  <a:pt x="207" y="505"/>
                </a:cubicBezTo>
                <a:cubicBezTo>
                  <a:pt x="212" y="510"/>
                  <a:pt x="212" y="510"/>
                  <a:pt x="212" y="510"/>
                </a:cubicBezTo>
                <a:cubicBezTo>
                  <a:pt x="213" y="508"/>
                  <a:pt x="213" y="508"/>
                  <a:pt x="213" y="508"/>
                </a:cubicBezTo>
                <a:cubicBezTo>
                  <a:pt x="207" y="501"/>
                  <a:pt x="207" y="501"/>
                  <a:pt x="207" y="501"/>
                </a:cubicBezTo>
                <a:cubicBezTo>
                  <a:pt x="201" y="507"/>
                  <a:pt x="201" y="507"/>
                  <a:pt x="201" y="507"/>
                </a:cubicBezTo>
                <a:cubicBezTo>
                  <a:pt x="203" y="509"/>
                  <a:pt x="203" y="509"/>
                  <a:pt x="203" y="509"/>
                </a:cubicBezTo>
                <a:moveTo>
                  <a:pt x="364" y="536"/>
                </a:moveTo>
                <a:cubicBezTo>
                  <a:pt x="387" y="536"/>
                  <a:pt x="387" y="536"/>
                  <a:pt x="387" y="536"/>
                </a:cubicBezTo>
                <a:cubicBezTo>
                  <a:pt x="401" y="543"/>
                  <a:pt x="401" y="543"/>
                  <a:pt x="401" y="543"/>
                </a:cubicBezTo>
                <a:cubicBezTo>
                  <a:pt x="402" y="541"/>
                  <a:pt x="402" y="541"/>
                  <a:pt x="402" y="541"/>
                </a:cubicBezTo>
                <a:cubicBezTo>
                  <a:pt x="387" y="534"/>
                  <a:pt x="387" y="534"/>
                  <a:pt x="387" y="534"/>
                </a:cubicBezTo>
                <a:cubicBezTo>
                  <a:pt x="364" y="534"/>
                  <a:pt x="364" y="534"/>
                  <a:pt x="364" y="534"/>
                </a:cubicBezTo>
                <a:cubicBezTo>
                  <a:pt x="364" y="536"/>
                  <a:pt x="364" y="536"/>
                  <a:pt x="364" y="536"/>
                </a:cubicBezTo>
                <a:moveTo>
                  <a:pt x="387" y="522"/>
                </a:moveTo>
                <a:cubicBezTo>
                  <a:pt x="401" y="531"/>
                  <a:pt x="401" y="531"/>
                  <a:pt x="401" y="531"/>
                </a:cubicBezTo>
                <a:cubicBezTo>
                  <a:pt x="402" y="529"/>
                  <a:pt x="402" y="529"/>
                  <a:pt x="402" y="529"/>
                </a:cubicBezTo>
                <a:cubicBezTo>
                  <a:pt x="388" y="520"/>
                  <a:pt x="388" y="520"/>
                  <a:pt x="388" y="520"/>
                </a:cubicBezTo>
                <a:moveTo>
                  <a:pt x="421" y="642"/>
                </a:moveTo>
                <a:cubicBezTo>
                  <a:pt x="471" y="642"/>
                  <a:pt x="471" y="642"/>
                  <a:pt x="471" y="642"/>
                </a:cubicBezTo>
                <a:cubicBezTo>
                  <a:pt x="471" y="671"/>
                  <a:pt x="471" y="671"/>
                  <a:pt x="471" y="671"/>
                </a:cubicBezTo>
                <a:cubicBezTo>
                  <a:pt x="473" y="671"/>
                  <a:pt x="473" y="671"/>
                  <a:pt x="473" y="671"/>
                </a:cubicBezTo>
                <a:cubicBezTo>
                  <a:pt x="473" y="640"/>
                  <a:pt x="473" y="640"/>
                  <a:pt x="473" y="640"/>
                </a:cubicBezTo>
                <a:cubicBezTo>
                  <a:pt x="421" y="640"/>
                  <a:pt x="421" y="640"/>
                  <a:pt x="421" y="640"/>
                </a:cubicBezTo>
                <a:cubicBezTo>
                  <a:pt x="421" y="642"/>
                  <a:pt x="421" y="642"/>
                  <a:pt x="421" y="642"/>
                </a:cubicBezTo>
                <a:moveTo>
                  <a:pt x="481" y="628"/>
                </a:moveTo>
                <a:cubicBezTo>
                  <a:pt x="522" y="628"/>
                  <a:pt x="522" y="628"/>
                  <a:pt x="522" y="628"/>
                </a:cubicBezTo>
                <a:cubicBezTo>
                  <a:pt x="522" y="626"/>
                  <a:pt x="522" y="626"/>
                  <a:pt x="522" y="626"/>
                </a:cubicBezTo>
                <a:cubicBezTo>
                  <a:pt x="481" y="626"/>
                  <a:pt x="481" y="626"/>
                  <a:pt x="481" y="626"/>
                </a:cubicBezTo>
                <a:lnTo>
                  <a:pt x="481" y="628"/>
                </a:lnTo>
                <a:close/>
                <a:moveTo>
                  <a:pt x="156" y="507"/>
                </a:move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66" y="507"/>
                  <a:pt x="170" y="509"/>
                </a:cubicBezTo>
                <a:cubicBezTo>
                  <a:pt x="173" y="510"/>
                  <a:pt x="174" y="510"/>
                  <a:pt x="176" y="511"/>
                </a:cubicBezTo>
                <a:cubicBezTo>
                  <a:pt x="178" y="512"/>
                  <a:pt x="180" y="512"/>
                  <a:pt x="182" y="512"/>
                </a:cubicBezTo>
                <a:cubicBezTo>
                  <a:pt x="184" y="512"/>
                  <a:pt x="184" y="512"/>
                  <a:pt x="184" y="512"/>
                </a:cubicBezTo>
                <a:cubicBezTo>
                  <a:pt x="190" y="512"/>
                  <a:pt x="200" y="510"/>
                  <a:pt x="200" y="510"/>
                </a:cubicBezTo>
                <a:cubicBezTo>
                  <a:pt x="200" y="508"/>
                  <a:pt x="200" y="508"/>
                  <a:pt x="200" y="508"/>
                </a:cubicBezTo>
                <a:cubicBezTo>
                  <a:pt x="200" y="508"/>
                  <a:pt x="190" y="510"/>
                  <a:pt x="184" y="510"/>
                </a:cubicBezTo>
                <a:cubicBezTo>
                  <a:pt x="182" y="510"/>
                  <a:pt x="182" y="510"/>
                  <a:pt x="182" y="510"/>
                </a:cubicBezTo>
                <a:cubicBezTo>
                  <a:pt x="180" y="510"/>
                  <a:pt x="178" y="510"/>
                  <a:pt x="177" y="509"/>
                </a:cubicBezTo>
                <a:cubicBezTo>
                  <a:pt x="175" y="508"/>
                  <a:pt x="174" y="507"/>
                  <a:pt x="171" y="507"/>
                </a:cubicBezTo>
                <a:cubicBezTo>
                  <a:pt x="166" y="505"/>
                  <a:pt x="157" y="505"/>
                  <a:pt x="156" y="505"/>
                </a:cubicBezTo>
                <a:cubicBezTo>
                  <a:pt x="156" y="505"/>
                  <a:pt x="156" y="505"/>
                  <a:pt x="156" y="505"/>
                </a:cubicBezTo>
                <a:cubicBezTo>
                  <a:pt x="156" y="507"/>
                  <a:pt x="156" y="507"/>
                  <a:pt x="156" y="507"/>
                </a:cubicBezTo>
                <a:moveTo>
                  <a:pt x="209" y="505"/>
                </a:moveTo>
                <a:cubicBezTo>
                  <a:pt x="211" y="504"/>
                  <a:pt x="217" y="501"/>
                  <a:pt x="224" y="499"/>
                </a:cubicBezTo>
                <a:cubicBezTo>
                  <a:pt x="230" y="496"/>
                  <a:pt x="238" y="494"/>
                  <a:pt x="242" y="494"/>
                </a:cubicBezTo>
                <a:cubicBezTo>
                  <a:pt x="244" y="495"/>
                  <a:pt x="244" y="495"/>
                  <a:pt x="244" y="495"/>
                </a:cubicBezTo>
                <a:cubicBezTo>
                  <a:pt x="244" y="492"/>
                  <a:pt x="244" y="492"/>
                  <a:pt x="244" y="492"/>
                </a:cubicBezTo>
                <a:cubicBezTo>
                  <a:pt x="244" y="492"/>
                  <a:pt x="243" y="492"/>
                  <a:pt x="242" y="492"/>
                </a:cubicBezTo>
                <a:cubicBezTo>
                  <a:pt x="237" y="492"/>
                  <a:pt x="230" y="494"/>
                  <a:pt x="223" y="497"/>
                </a:cubicBezTo>
                <a:cubicBezTo>
                  <a:pt x="216" y="499"/>
                  <a:pt x="210" y="502"/>
                  <a:pt x="207" y="503"/>
                </a:cubicBezTo>
                <a:cubicBezTo>
                  <a:pt x="209" y="505"/>
                  <a:pt x="209" y="505"/>
                  <a:pt x="209" y="505"/>
                </a:cubicBezTo>
                <a:moveTo>
                  <a:pt x="294" y="488"/>
                </a:moveTo>
                <a:cubicBezTo>
                  <a:pt x="295" y="488"/>
                  <a:pt x="295" y="488"/>
                  <a:pt x="295" y="488"/>
                </a:cubicBezTo>
                <a:cubicBezTo>
                  <a:pt x="301" y="488"/>
                  <a:pt x="307" y="490"/>
                  <a:pt x="313" y="492"/>
                </a:cubicBezTo>
                <a:cubicBezTo>
                  <a:pt x="315" y="493"/>
                  <a:pt x="318" y="494"/>
                  <a:pt x="319" y="495"/>
                </a:cubicBezTo>
                <a:cubicBezTo>
                  <a:pt x="321" y="496"/>
                  <a:pt x="322" y="497"/>
                  <a:pt x="322" y="497"/>
                </a:cubicBezTo>
                <a:cubicBezTo>
                  <a:pt x="323" y="495"/>
                  <a:pt x="323" y="495"/>
                  <a:pt x="323" y="495"/>
                </a:cubicBezTo>
                <a:cubicBezTo>
                  <a:pt x="323" y="495"/>
                  <a:pt x="307" y="486"/>
                  <a:pt x="295" y="486"/>
                </a:cubicBezTo>
                <a:cubicBezTo>
                  <a:pt x="294" y="486"/>
                  <a:pt x="294" y="486"/>
                  <a:pt x="294" y="486"/>
                </a:cubicBezTo>
                <a:cubicBezTo>
                  <a:pt x="294" y="488"/>
                  <a:pt x="294" y="488"/>
                  <a:pt x="294" y="488"/>
                </a:cubicBezTo>
                <a:moveTo>
                  <a:pt x="370" y="497"/>
                </a:moveTo>
                <a:cubicBezTo>
                  <a:pt x="371" y="497"/>
                  <a:pt x="371" y="497"/>
                  <a:pt x="371" y="497"/>
                </a:cubicBezTo>
                <a:cubicBezTo>
                  <a:pt x="372" y="496"/>
                  <a:pt x="377" y="496"/>
                  <a:pt x="382" y="496"/>
                </a:cubicBezTo>
                <a:cubicBezTo>
                  <a:pt x="388" y="496"/>
                  <a:pt x="394" y="496"/>
                  <a:pt x="401" y="499"/>
                </a:cubicBezTo>
                <a:cubicBezTo>
                  <a:pt x="402" y="497"/>
                  <a:pt x="402" y="497"/>
                  <a:pt x="402" y="497"/>
                </a:cubicBezTo>
                <a:cubicBezTo>
                  <a:pt x="395" y="494"/>
                  <a:pt x="388" y="493"/>
                  <a:pt x="382" y="493"/>
                </a:cubicBezTo>
                <a:cubicBezTo>
                  <a:pt x="375" y="493"/>
                  <a:pt x="369" y="495"/>
                  <a:pt x="369" y="495"/>
                </a:cubicBezTo>
                <a:cubicBezTo>
                  <a:pt x="370" y="497"/>
                  <a:pt x="370" y="497"/>
                  <a:pt x="370" y="497"/>
                </a:cubicBezTo>
                <a:moveTo>
                  <a:pt x="482" y="457"/>
                </a:moveTo>
                <a:cubicBezTo>
                  <a:pt x="482" y="457"/>
                  <a:pt x="483" y="457"/>
                  <a:pt x="484" y="456"/>
                </a:cubicBezTo>
                <a:cubicBezTo>
                  <a:pt x="487" y="454"/>
                  <a:pt x="494" y="449"/>
                  <a:pt x="500" y="449"/>
                </a:cubicBezTo>
                <a:cubicBezTo>
                  <a:pt x="501" y="449"/>
                  <a:pt x="501" y="449"/>
                  <a:pt x="501" y="449"/>
                </a:cubicBezTo>
                <a:cubicBezTo>
                  <a:pt x="502" y="449"/>
                  <a:pt x="502" y="449"/>
                  <a:pt x="502" y="449"/>
                </a:cubicBezTo>
                <a:cubicBezTo>
                  <a:pt x="504" y="449"/>
                  <a:pt x="506" y="449"/>
                  <a:pt x="508" y="449"/>
                </a:cubicBezTo>
                <a:cubicBezTo>
                  <a:pt x="513" y="449"/>
                  <a:pt x="518" y="450"/>
                  <a:pt x="527" y="454"/>
                </a:cubicBezTo>
                <a:cubicBezTo>
                  <a:pt x="527" y="452"/>
                  <a:pt x="527" y="452"/>
                  <a:pt x="527" y="452"/>
                </a:cubicBezTo>
                <a:cubicBezTo>
                  <a:pt x="519" y="448"/>
                  <a:pt x="513" y="447"/>
                  <a:pt x="508" y="447"/>
                </a:cubicBezTo>
                <a:cubicBezTo>
                  <a:pt x="505" y="447"/>
                  <a:pt x="503" y="447"/>
                  <a:pt x="502" y="447"/>
                </a:cubicBezTo>
                <a:cubicBezTo>
                  <a:pt x="501" y="447"/>
                  <a:pt x="501" y="447"/>
                  <a:pt x="501" y="447"/>
                </a:cubicBezTo>
                <a:cubicBezTo>
                  <a:pt x="500" y="447"/>
                  <a:pt x="500" y="447"/>
                  <a:pt x="500" y="447"/>
                </a:cubicBezTo>
                <a:cubicBezTo>
                  <a:pt x="491" y="447"/>
                  <a:pt x="481" y="456"/>
                  <a:pt x="481" y="456"/>
                </a:cubicBezTo>
                <a:cubicBezTo>
                  <a:pt x="482" y="457"/>
                  <a:pt x="482" y="457"/>
                  <a:pt x="482" y="457"/>
                </a:cubicBezTo>
                <a:moveTo>
                  <a:pt x="568" y="430"/>
                </a:moveTo>
                <a:cubicBezTo>
                  <a:pt x="568" y="430"/>
                  <a:pt x="569" y="429"/>
                  <a:pt x="571" y="428"/>
                </a:cubicBezTo>
                <a:cubicBezTo>
                  <a:pt x="576" y="426"/>
                  <a:pt x="588" y="420"/>
                  <a:pt x="598" y="420"/>
                </a:cubicBezTo>
                <a:cubicBezTo>
                  <a:pt x="601" y="420"/>
                  <a:pt x="602" y="420"/>
                  <a:pt x="604" y="421"/>
                </a:cubicBezTo>
                <a:cubicBezTo>
                  <a:pt x="605" y="419"/>
                  <a:pt x="605" y="419"/>
                  <a:pt x="605" y="419"/>
                </a:cubicBezTo>
                <a:cubicBezTo>
                  <a:pt x="603" y="418"/>
                  <a:pt x="601" y="418"/>
                  <a:pt x="598" y="418"/>
                </a:cubicBezTo>
                <a:cubicBezTo>
                  <a:pt x="583" y="418"/>
                  <a:pt x="567" y="428"/>
                  <a:pt x="567" y="428"/>
                </a:cubicBezTo>
                <a:cubicBezTo>
                  <a:pt x="568" y="430"/>
                  <a:pt x="568" y="430"/>
                  <a:pt x="568" y="430"/>
                </a:cubicBezTo>
                <a:moveTo>
                  <a:pt x="628" y="405"/>
                </a:moveTo>
                <a:cubicBezTo>
                  <a:pt x="628" y="393"/>
                  <a:pt x="628" y="393"/>
                  <a:pt x="628" y="393"/>
                </a:cubicBezTo>
                <a:cubicBezTo>
                  <a:pt x="675" y="394"/>
                  <a:pt x="675" y="394"/>
                  <a:pt x="675" y="394"/>
                </a:cubicBezTo>
                <a:cubicBezTo>
                  <a:pt x="675" y="406"/>
                  <a:pt x="675" y="406"/>
                  <a:pt x="675" y="406"/>
                </a:cubicBezTo>
                <a:cubicBezTo>
                  <a:pt x="677" y="406"/>
                  <a:pt x="677" y="406"/>
                  <a:pt x="677" y="406"/>
                </a:cubicBezTo>
                <a:cubicBezTo>
                  <a:pt x="677" y="391"/>
                  <a:pt x="677" y="391"/>
                  <a:pt x="677" y="391"/>
                </a:cubicBezTo>
                <a:cubicBezTo>
                  <a:pt x="625" y="391"/>
                  <a:pt x="625" y="391"/>
                  <a:pt x="625" y="391"/>
                </a:cubicBezTo>
                <a:cubicBezTo>
                  <a:pt x="625" y="405"/>
                  <a:pt x="625" y="405"/>
                  <a:pt x="625" y="405"/>
                </a:cubicBezTo>
                <a:cubicBezTo>
                  <a:pt x="628" y="405"/>
                  <a:pt x="628" y="405"/>
                  <a:pt x="628" y="405"/>
                </a:cubicBezTo>
                <a:moveTo>
                  <a:pt x="701" y="436"/>
                </a:moveTo>
                <a:cubicBezTo>
                  <a:pt x="701" y="436"/>
                  <a:pt x="703" y="436"/>
                  <a:pt x="705" y="436"/>
                </a:cubicBezTo>
                <a:cubicBezTo>
                  <a:pt x="708" y="437"/>
                  <a:pt x="712" y="438"/>
                  <a:pt x="715" y="439"/>
                </a:cubicBezTo>
                <a:cubicBezTo>
                  <a:pt x="717" y="440"/>
                  <a:pt x="718" y="440"/>
                  <a:pt x="720" y="440"/>
                </a:cubicBezTo>
                <a:cubicBezTo>
                  <a:pt x="721" y="441"/>
                  <a:pt x="721" y="441"/>
                  <a:pt x="721" y="441"/>
                </a:cubicBezTo>
                <a:cubicBezTo>
                  <a:pt x="722" y="441"/>
                  <a:pt x="722" y="441"/>
                  <a:pt x="722" y="441"/>
                </a:cubicBezTo>
                <a:cubicBezTo>
                  <a:pt x="732" y="441"/>
                  <a:pt x="747" y="442"/>
                  <a:pt x="755" y="443"/>
                </a:cubicBezTo>
                <a:cubicBezTo>
                  <a:pt x="763" y="445"/>
                  <a:pt x="769" y="452"/>
                  <a:pt x="775" y="454"/>
                </a:cubicBezTo>
                <a:cubicBezTo>
                  <a:pt x="782" y="456"/>
                  <a:pt x="788" y="456"/>
                  <a:pt x="793" y="456"/>
                </a:cubicBezTo>
                <a:cubicBezTo>
                  <a:pt x="795" y="456"/>
                  <a:pt x="796" y="456"/>
                  <a:pt x="798" y="456"/>
                </a:cubicBezTo>
                <a:cubicBezTo>
                  <a:pt x="798" y="456"/>
                  <a:pt x="799" y="456"/>
                  <a:pt x="799" y="456"/>
                </a:cubicBezTo>
                <a:cubicBezTo>
                  <a:pt x="800" y="454"/>
                  <a:pt x="800" y="454"/>
                  <a:pt x="800" y="454"/>
                </a:cubicBezTo>
                <a:cubicBezTo>
                  <a:pt x="799" y="454"/>
                  <a:pt x="799" y="454"/>
                  <a:pt x="798" y="454"/>
                </a:cubicBezTo>
                <a:cubicBezTo>
                  <a:pt x="796" y="454"/>
                  <a:pt x="795" y="454"/>
                  <a:pt x="793" y="454"/>
                </a:cubicBezTo>
                <a:cubicBezTo>
                  <a:pt x="788" y="454"/>
                  <a:pt x="782" y="454"/>
                  <a:pt x="776" y="452"/>
                </a:cubicBezTo>
                <a:cubicBezTo>
                  <a:pt x="770" y="450"/>
                  <a:pt x="764" y="443"/>
                  <a:pt x="755" y="441"/>
                </a:cubicBezTo>
                <a:cubicBezTo>
                  <a:pt x="747" y="440"/>
                  <a:pt x="73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0" y="438"/>
                  <a:pt x="719" y="438"/>
                </a:cubicBezTo>
                <a:cubicBezTo>
                  <a:pt x="716" y="437"/>
                  <a:pt x="712" y="436"/>
                  <a:pt x="708" y="435"/>
                </a:cubicBezTo>
                <a:cubicBezTo>
                  <a:pt x="707" y="435"/>
                  <a:pt x="705" y="434"/>
                  <a:pt x="704" y="434"/>
                </a:cubicBezTo>
                <a:cubicBezTo>
                  <a:pt x="703" y="434"/>
                  <a:pt x="702" y="433"/>
                  <a:pt x="701" y="433"/>
                </a:cubicBezTo>
                <a:cubicBezTo>
                  <a:pt x="701" y="436"/>
                  <a:pt x="701" y="436"/>
                  <a:pt x="701" y="436"/>
                </a:cubicBezTo>
                <a:moveTo>
                  <a:pt x="699" y="446"/>
                </a:moveTo>
                <a:cubicBezTo>
                  <a:pt x="717" y="451"/>
                  <a:pt x="717" y="451"/>
                  <a:pt x="717" y="451"/>
                </a:cubicBezTo>
                <a:cubicBezTo>
                  <a:pt x="717" y="540"/>
                  <a:pt x="717" y="540"/>
                  <a:pt x="717" y="540"/>
                </a:cubicBezTo>
                <a:cubicBezTo>
                  <a:pt x="719" y="540"/>
                  <a:pt x="719" y="540"/>
                  <a:pt x="719" y="540"/>
                </a:cubicBezTo>
                <a:cubicBezTo>
                  <a:pt x="719" y="450"/>
                  <a:pt x="719" y="450"/>
                  <a:pt x="719" y="450"/>
                </a:cubicBezTo>
                <a:cubicBezTo>
                  <a:pt x="699" y="444"/>
                  <a:pt x="699" y="444"/>
                  <a:pt x="699" y="444"/>
                </a:cubicBezTo>
                <a:cubicBezTo>
                  <a:pt x="699" y="446"/>
                  <a:pt x="699" y="446"/>
                  <a:pt x="699" y="446"/>
                </a:cubicBezTo>
                <a:moveTo>
                  <a:pt x="852" y="606"/>
                </a:moveTo>
                <a:cubicBezTo>
                  <a:pt x="901" y="606"/>
                  <a:pt x="901" y="606"/>
                  <a:pt x="901" y="606"/>
                </a:cubicBezTo>
                <a:cubicBezTo>
                  <a:pt x="901" y="604"/>
                  <a:pt x="901" y="604"/>
                  <a:pt x="901" y="604"/>
                </a:cubicBezTo>
                <a:cubicBezTo>
                  <a:pt x="852" y="604"/>
                  <a:pt x="852" y="604"/>
                  <a:pt x="852" y="604"/>
                </a:cubicBezTo>
                <a:lnTo>
                  <a:pt x="852" y="606"/>
                </a:lnTo>
                <a:close/>
                <a:moveTo>
                  <a:pt x="883" y="592"/>
                </a:moveTo>
                <a:cubicBezTo>
                  <a:pt x="901" y="592"/>
                  <a:pt x="901" y="592"/>
                  <a:pt x="901" y="592"/>
                </a:cubicBezTo>
                <a:cubicBezTo>
                  <a:pt x="901" y="590"/>
                  <a:pt x="901" y="590"/>
                  <a:pt x="901" y="590"/>
                </a:cubicBezTo>
                <a:cubicBezTo>
                  <a:pt x="883" y="590"/>
                  <a:pt x="883" y="590"/>
                  <a:pt x="883" y="590"/>
                </a:cubicBezTo>
                <a:lnTo>
                  <a:pt x="883" y="592"/>
                </a:lnTo>
                <a:close/>
                <a:moveTo>
                  <a:pt x="873" y="621"/>
                </a:moveTo>
                <a:cubicBezTo>
                  <a:pt x="902" y="621"/>
                  <a:pt x="902" y="621"/>
                  <a:pt x="902" y="621"/>
                </a:cubicBezTo>
                <a:cubicBezTo>
                  <a:pt x="902" y="618"/>
                  <a:pt x="902" y="618"/>
                  <a:pt x="902" y="618"/>
                </a:cubicBezTo>
                <a:cubicBezTo>
                  <a:pt x="873" y="618"/>
                  <a:pt x="873" y="618"/>
                  <a:pt x="873" y="618"/>
                </a:cubicBezTo>
                <a:lnTo>
                  <a:pt x="873" y="621"/>
                </a:lnTo>
                <a:close/>
                <a:moveTo>
                  <a:pt x="875" y="637"/>
                </a:moveTo>
                <a:cubicBezTo>
                  <a:pt x="901" y="637"/>
                  <a:pt x="901" y="637"/>
                  <a:pt x="901" y="637"/>
                </a:cubicBezTo>
                <a:cubicBezTo>
                  <a:pt x="901" y="635"/>
                  <a:pt x="901" y="635"/>
                  <a:pt x="901" y="635"/>
                </a:cubicBezTo>
                <a:cubicBezTo>
                  <a:pt x="875" y="635"/>
                  <a:pt x="875" y="635"/>
                  <a:pt x="875" y="635"/>
                </a:cubicBezTo>
                <a:lnTo>
                  <a:pt x="875" y="637"/>
                </a:lnTo>
                <a:close/>
                <a:moveTo>
                  <a:pt x="876" y="654"/>
                </a:moveTo>
                <a:cubicBezTo>
                  <a:pt x="901" y="654"/>
                  <a:pt x="901" y="654"/>
                  <a:pt x="901" y="654"/>
                </a:cubicBezTo>
                <a:cubicBezTo>
                  <a:pt x="901" y="652"/>
                  <a:pt x="901" y="652"/>
                  <a:pt x="901" y="652"/>
                </a:cubicBezTo>
                <a:cubicBezTo>
                  <a:pt x="876" y="652"/>
                  <a:pt x="876" y="652"/>
                  <a:pt x="876" y="652"/>
                </a:cubicBezTo>
                <a:lnTo>
                  <a:pt x="876" y="654"/>
                </a:lnTo>
                <a:close/>
                <a:moveTo>
                  <a:pt x="763" y="550"/>
                </a:moveTo>
                <a:cubicBezTo>
                  <a:pt x="792" y="550"/>
                  <a:pt x="792" y="550"/>
                  <a:pt x="792" y="550"/>
                </a:cubicBezTo>
                <a:cubicBezTo>
                  <a:pt x="792" y="548"/>
                  <a:pt x="792" y="548"/>
                  <a:pt x="792" y="548"/>
                </a:cubicBezTo>
                <a:cubicBezTo>
                  <a:pt x="763" y="548"/>
                  <a:pt x="763" y="548"/>
                  <a:pt x="763" y="548"/>
                </a:cubicBezTo>
                <a:lnTo>
                  <a:pt x="763" y="550"/>
                </a:lnTo>
                <a:close/>
                <a:moveTo>
                  <a:pt x="763" y="563"/>
                </a:moveTo>
                <a:cubicBezTo>
                  <a:pt x="793" y="563"/>
                  <a:pt x="793" y="563"/>
                  <a:pt x="793" y="563"/>
                </a:cubicBezTo>
                <a:cubicBezTo>
                  <a:pt x="793" y="561"/>
                  <a:pt x="793" y="561"/>
                  <a:pt x="793" y="561"/>
                </a:cubicBezTo>
                <a:cubicBezTo>
                  <a:pt x="763" y="561"/>
                  <a:pt x="763" y="561"/>
                  <a:pt x="763" y="561"/>
                </a:cubicBezTo>
                <a:lnTo>
                  <a:pt x="763" y="563"/>
                </a:lnTo>
                <a:close/>
                <a:moveTo>
                  <a:pt x="763" y="581"/>
                </a:moveTo>
                <a:cubicBezTo>
                  <a:pt x="792" y="581"/>
                  <a:pt x="792" y="581"/>
                  <a:pt x="792" y="581"/>
                </a:cubicBezTo>
                <a:cubicBezTo>
                  <a:pt x="792" y="579"/>
                  <a:pt x="792" y="579"/>
                  <a:pt x="792" y="579"/>
                </a:cubicBezTo>
                <a:cubicBezTo>
                  <a:pt x="763" y="579"/>
                  <a:pt x="763" y="579"/>
                  <a:pt x="763" y="579"/>
                </a:cubicBezTo>
                <a:lnTo>
                  <a:pt x="763" y="581"/>
                </a:lnTo>
                <a:close/>
                <a:moveTo>
                  <a:pt x="763" y="597"/>
                </a:moveTo>
                <a:cubicBezTo>
                  <a:pt x="792" y="597"/>
                  <a:pt x="792" y="597"/>
                  <a:pt x="792" y="597"/>
                </a:cubicBezTo>
                <a:cubicBezTo>
                  <a:pt x="792" y="595"/>
                  <a:pt x="792" y="595"/>
                  <a:pt x="792" y="595"/>
                </a:cubicBezTo>
                <a:cubicBezTo>
                  <a:pt x="763" y="595"/>
                  <a:pt x="763" y="595"/>
                  <a:pt x="763" y="595"/>
                </a:cubicBezTo>
                <a:lnTo>
                  <a:pt x="763" y="597"/>
                </a:lnTo>
                <a:close/>
                <a:moveTo>
                  <a:pt x="659" y="615"/>
                </a:moveTo>
                <a:cubicBezTo>
                  <a:pt x="661" y="615"/>
                  <a:pt x="661" y="615"/>
                  <a:pt x="661" y="615"/>
                </a:cubicBezTo>
                <a:cubicBezTo>
                  <a:pt x="661" y="603"/>
                  <a:pt x="661" y="603"/>
                  <a:pt x="661" y="603"/>
                </a:cubicBezTo>
                <a:cubicBezTo>
                  <a:pt x="659" y="603"/>
                  <a:pt x="659" y="603"/>
                  <a:pt x="659" y="603"/>
                </a:cubicBezTo>
                <a:lnTo>
                  <a:pt x="659" y="615"/>
                </a:lnTo>
                <a:close/>
                <a:moveTo>
                  <a:pt x="659" y="630"/>
                </a:moveTo>
                <a:cubicBezTo>
                  <a:pt x="661" y="630"/>
                  <a:pt x="661" y="630"/>
                  <a:pt x="661" y="630"/>
                </a:cubicBezTo>
                <a:cubicBezTo>
                  <a:pt x="661" y="618"/>
                  <a:pt x="661" y="618"/>
                  <a:pt x="661" y="618"/>
                </a:cubicBezTo>
                <a:cubicBezTo>
                  <a:pt x="659" y="618"/>
                  <a:pt x="659" y="618"/>
                  <a:pt x="659" y="618"/>
                </a:cubicBezTo>
                <a:lnTo>
                  <a:pt x="659" y="630"/>
                </a:lnTo>
                <a:close/>
                <a:moveTo>
                  <a:pt x="659" y="647"/>
                </a:moveTo>
                <a:cubicBezTo>
                  <a:pt x="661" y="647"/>
                  <a:pt x="661" y="647"/>
                  <a:pt x="661" y="647"/>
                </a:cubicBezTo>
                <a:cubicBezTo>
                  <a:pt x="661" y="636"/>
                  <a:pt x="661" y="636"/>
                  <a:pt x="661" y="636"/>
                </a:cubicBezTo>
                <a:cubicBezTo>
                  <a:pt x="659" y="636"/>
                  <a:pt x="659" y="636"/>
                  <a:pt x="659" y="636"/>
                </a:cubicBezTo>
                <a:lnTo>
                  <a:pt x="659" y="647"/>
                </a:lnTo>
                <a:close/>
                <a:moveTo>
                  <a:pt x="659" y="671"/>
                </a:moveTo>
                <a:cubicBezTo>
                  <a:pt x="661" y="671"/>
                  <a:pt x="661" y="671"/>
                  <a:pt x="661" y="671"/>
                </a:cubicBezTo>
                <a:cubicBezTo>
                  <a:pt x="661" y="654"/>
                  <a:pt x="661" y="654"/>
                  <a:pt x="661" y="654"/>
                </a:cubicBezTo>
                <a:cubicBezTo>
                  <a:pt x="659" y="654"/>
                  <a:pt x="659" y="654"/>
                  <a:pt x="659" y="654"/>
                </a:cubicBezTo>
                <a:lnTo>
                  <a:pt x="659" y="671"/>
                </a:lnTo>
                <a:close/>
                <a:moveTo>
                  <a:pt x="900" y="671"/>
                </a:moveTo>
                <a:cubicBezTo>
                  <a:pt x="903" y="671"/>
                  <a:pt x="903" y="671"/>
                  <a:pt x="903" y="671"/>
                </a:cubicBezTo>
                <a:cubicBezTo>
                  <a:pt x="903" y="577"/>
                  <a:pt x="903" y="577"/>
                  <a:pt x="903" y="577"/>
                </a:cubicBezTo>
                <a:cubicBezTo>
                  <a:pt x="900" y="577"/>
                  <a:pt x="900" y="577"/>
                  <a:pt x="900" y="577"/>
                </a:cubicBezTo>
                <a:lnTo>
                  <a:pt x="900" y="671"/>
                </a:lnTo>
                <a:close/>
                <a:moveTo>
                  <a:pt x="698" y="672"/>
                </a:moveTo>
                <a:cubicBezTo>
                  <a:pt x="700" y="672"/>
                  <a:pt x="700" y="672"/>
                  <a:pt x="700" y="672"/>
                </a:cubicBezTo>
                <a:cubicBezTo>
                  <a:pt x="700" y="582"/>
                  <a:pt x="700" y="582"/>
                  <a:pt x="700" y="582"/>
                </a:cubicBezTo>
                <a:cubicBezTo>
                  <a:pt x="698" y="582"/>
                  <a:pt x="698" y="582"/>
                  <a:pt x="698" y="582"/>
                </a:cubicBezTo>
                <a:lnTo>
                  <a:pt x="698" y="672"/>
                </a:lnTo>
                <a:close/>
                <a:moveTo>
                  <a:pt x="967" y="446"/>
                </a:moveTo>
                <a:cubicBezTo>
                  <a:pt x="982" y="434"/>
                  <a:pt x="982" y="434"/>
                  <a:pt x="982" y="434"/>
                </a:cubicBezTo>
                <a:cubicBezTo>
                  <a:pt x="981" y="433"/>
                  <a:pt x="981" y="433"/>
                  <a:pt x="981" y="433"/>
                </a:cubicBezTo>
                <a:cubicBezTo>
                  <a:pt x="966" y="444"/>
                  <a:pt x="966" y="444"/>
                  <a:pt x="966" y="444"/>
                </a:cubicBezTo>
                <a:moveTo>
                  <a:pt x="964" y="562"/>
                </a:moveTo>
                <a:cubicBezTo>
                  <a:pt x="964" y="562"/>
                  <a:pt x="964" y="562"/>
                  <a:pt x="964" y="560"/>
                </a:cubicBezTo>
                <a:cubicBezTo>
                  <a:pt x="964" y="558"/>
                  <a:pt x="963" y="553"/>
                  <a:pt x="959" y="549"/>
                </a:cubicBezTo>
                <a:cubicBezTo>
                  <a:pt x="955" y="544"/>
                  <a:pt x="948" y="541"/>
                  <a:pt x="934" y="540"/>
                </a:cubicBezTo>
                <a:cubicBezTo>
                  <a:pt x="934" y="542"/>
                  <a:pt x="934" y="542"/>
                  <a:pt x="934" y="542"/>
                </a:cubicBezTo>
                <a:cubicBezTo>
                  <a:pt x="947" y="543"/>
                  <a:pt x="954" y="546"/>
                  <a:pt x="958" y="550"/>
                </a:cubicBezTo>
                <a:cubicBezTo>
                  <a:pt x="961" y="554"/>
                  <a:pt x="962" y="558"/>
                  <a:pt x="962" y="560"/>
                </a:cubicBezTo>
                <a:cubicBezTo>
                  <a:pt x="962" y="562"/>
                  <a:pt x="962" y="562"/>
                  <a:pt x="962" y="562"/>
                </a:cubicBezTo>
                <a:cubicBezTo>
                  <a:pt x="962" y="562"/>
                  <a:pt x="962" y="562"/>
                  <a:pt x="962" y="562"/>
                </a:cubicBezTo>
                <a:cubicBezTo>
                  <a:pt x="964" y="562"/>
                  <a:pt x="964" y="562"/>
                  <a:pt x="964" y="562"/>
                </a:cubicBezTo>
                <a:moveTo>
                  <a:pt x="990" y="671"/>
                </a:moveTo>
                <a:cubicBezTo>
                  <a:pt x="992" y="671"/>
                  <a:pt x="992" y="671"/>
                  <a:pt x="992" y="671"/>
                </a:cubicBezTo>
                <a:cubicBezTo>
                  <a:pt x="992" y="599"/>
                  <a:pt x="992" y="599"/>
                  <a:pt x="992" y="599"/>
                </a:cubicBezTo>
                <a:cubicBezTo>
                  <a:pt x="990" y="599"/>
                  <a:pt x="990" y="599"/>
                  <a:pt x="990" y="599"/>
                </a:cubicBezTo>
                <a:lnTo>
                  <a:pt x="990" y="671"/>
                </a:lnTo>
                <a:close/>
                <a:moveTo>
                  <a:pt x="1006" y="653"/>
                </a:moveTo>
                <a:cubicBezTo>
                  <a:pt x="1008" y="653"/>
                  <a:pt x="1008" y="653"/>
                  <a:pt x="1008" y="653"/>
                </a:cubicBezTo>
                <a:cubicBezTo>
                  <a:pt x="1008" y="605"/>
                  <a:pt x="1008" y="605"/>
                  <a:pt x="1008" y="605"/>
                </a:cubicBezTo>
                <a:cubicBezTo>
                  <a:pt x="1006" y="605"/>
                  <a:pt x="1006" y="605"/>
                  <a:pt x="1006" y="605"/>
                </a:cubicBezTo>
                <a:lnTo>
                  <a:pt x="1006" y="653"/>
                </a:lnTo>
                <a:close/>
                <a:moveTo>
                  <a:pt x="963" y="671"/>
                </a:moveTo>
                <a:cubicBezTo>
                  <a:pt x="963" y="660"/>
                  <a:pt x="963" y="660"/>
                  <a:pt x="963" y="660"/>
                </a:cubicBezTo>
                <a:cubicBezTo>
                  <a:pt x="911" y="660"/>
                  <a:pt x="911" y="660"/>
                  <a:pt x="911" y="660"/>
                </a:cubicBezTo>
                <a:cubicBezTo>
                  <a:pt x="911" y="671"/>
                  <a:pt x="911" y="671"/>
                  <a:pt x="911" y="671"/>
                </a:cubicBezTo>
                <a:cubicBezTo>
                  <a:pt x="913" y="671"/>
                  <a:pt x="913" y="671"/>
                  <a:pt x="913" y="671"/>
                </a:cubicBezTo>
                <a:cubicBezTo>
                  <a:pt x="913" y="662"/>
                  <a:pt x="913" y="662"/>
                  <a:pt x="913" y="662"/>
                </a:cubicBezTo>
                <a:cubicBezTo>
                  <a:pt x="961" y="662"/>
                  <a:pt x="961" y="662"/>
                  <a:pt x="961" y="662"/>
                </a:cubicBezTo>
                <a:cubicBezTo>
                  <a:pt x="961" y="671"/>
                  <a:pt x="961" y="671"/>
                  <a:pt x="961" y="671"/>
                </a:cubicBezTo>
                <a:cubicBezTo>
                  <a:pt x="963" y="671"/>
                  <a:pt x="963" y="671"/>
                  <a:pt x="963" y="671"/>
                </a:cubicBezTo>
                <a:moveTo>
                  <a:pt x="1126" y="395"/>
                </a:moveTo>
                <a:cubicBezTo>
                  <a:pt x="1126" y="413"/>
                  <a:pt x="1126" y="413"/>
                  <a:pt x="1126" y="413"/>
                </a:cubicBezTo>
                <a:cubicBezTo>
                  <a:pt x="1128" y="413"/>
                  <a:pt x="1128" y="413"/>
                  <a:pt x="1128" y="413"/>
                </a:cubicBezTo>
                <a:cubicBezTo>
                  <a:pt x="1128" y="395"/>
                  <a:pt x="1128" y="395"/>
                  <a:pt x="1128" y="395"/>
                </a:cubicBezTo>
                <a:moveTo>
                  <a:pt x="982" y="409"/>
                </a:moveTo>
                <a:cubicBezTo>
                  <a:pt x="1032" y="409"/>
                  <a:pt x="1032" y="409"/>
                  <a:pt x="1032" y="409"/>
                </a:cubicBezTo>
                <a:cubicBezTo>
                  <a:pt x="1032" y="407"/>
                  <a:pt x="1032" y="407"/>
                  <a:pt x="1032" y="407"/>
                </a:cubicBezTo>
                <a:cubicBezTo>
                  <a:pt x="982" y="407"/>
                  <a:pt x="982" y="407"/>
                  <a:pt x="982" y="407"/>
                </a:cubicBezTo>
                <a:lnTo>
                  <a:pt x="982" y="409"/>
                </a:lnTo>
                <a:close/>
                <a:moveTo>
                  <a:pt x="996" y="537"/>
                </a:moveTo>
                <a:cubicBezTo>
                  <a:pt x="998" y="537"/>
                  <a:pt x="998" y="537"/>
                  <a:pt x="998" y="537"/>
                </a:cubicBezTo>
                <a:cubicBezTo>
                  <a:pt x="998" y="423"/>
                  <a:pt x="998" y="423"/>
                  <a:pt x="998" y="423"/>
                </a:cubicBezTo>
                <a:cubicBezTo>
                  <a:pt x="996" y="423"/>
                  <a:pt x="996" y="423"/>
                  <a:pt x="996" y="423"/>
                </a:cubicBezTo>
                <a:lnTo>
                  <a:pt x="996" y="537"/>
                </a:lnTo>
                <a:close/>
                <a:moveTo>
                  <a:pt x="1009" y="559"/>
                </a:moveTo>
                <a:cubicBezTo>
                  <a:pt x="1011" y="559"/>
                  <a:pt x="1011" y="559"/>
                  <a:pt x="1011" y="559"/>
                </a:cubicBezTo>
                <a:cubicBezTo>
                  <a:pt x="1011" y="423"/>
                  <a:pt x="1011" y="423"/>
                  <a:pt x="1011" y="423"/>
                </a:cubicBezTo>
                <a:cubicBezTo>
                  <a:pt x="1009" y="423"/>
                  <a:pt x="1009" y="423"/>
                  <a:pt x="1009" y="423"/>
                </a:cubicBezTo>
                <a:lnTo>
                  <a:pt x="1009" y="559"/>
                </a:lnTo>
                <a:close/>
                <a:moveTo>
                  <a:pt x="1022" y="570"/>
                </a:moveTo>
                <a:cubicBezTo>
                  <a:pt x="1024" y="570"/>
                  <a:pt x="1024" y="570"/>
                  <a:pt x="1024" y="570"/>
                </a:cubicBezTo>
                <a:cubicBezTo>
                  <a:pt x="1024" y="423"/>
                  <a:pt x="1024" y="423"/>
                  <a:pt x="1024" y="423"/>
                </a:cubicBezTo>
                <a:cubicBezTo>
                  <a:pt x="1022" y="423"/>
                  <a:pt x="1022" y="423"/>
                  <a:pt x="1022" y="423"/>
                </a:cubicBezTo>
                <a:lnTo>
                  <a:pt x="1022" y="570"/>
                </a:lnTo>
                <a:close/>
                <a:moveTo>
                  <a:pt x="992" y="571"/>
                </a:moveTo>
                <a:cubicBezTo>
                  <a:pt x="1031" y="571"/>
                  <a:pt x="1031" y="571"/>
                  <a:pt x="1031" y="571"/>
                </a:cubicBezTo>
                <a:cubicBezTo>
                  <a:pt x="1031" y="569"/>
                  <a:pt x="1031" y="569"/>
                  <a:pt x="1031" y="569"/>
                </a:cubicBezTo>
                <a:cubicBezTo>
                  <a:pt x="992" y="569"/>
                  <a:pt x="992" y="569"/>
                  <a:pt x="992" y="569"/>
                </a:cubicBezTo>
                <a:lnTo>
                  <a:pt x="992" y="571"/>
                </a:lnTo>
                <a:close/>
                <a:moveTo>
                  <a:pt x="989" y="569"/>
                </a:moveTo>
                <a:cubicBezTo>
                  <a:pt x="992" y="569"/>
                  <a:pt x="992" y="569"/>
                  <a:pt x="992" y="569"/>
                </a:cubicBezTo>
                <a:cubicBezTo>
                  <a:pt x="992" y="554"/>
                  <a:pt x="992" y="554"/>
                  <a:pt x="992" y="554"/>
                </a:cubicBezTo>
                <a:cubicBezTo>
                  <a:pt x="989" y="554"/>
                  <a:pt x="989" y="554"/>
                  <a:pt x="989" y="554"/>
                </a:cubicBezTo>
                <a:lnTo>
                  <a:pt x="989" y="569"/>
                </a:lnTo>
                <a:close/>
                <a:moveTo>
                  <a:pt x="1190" y="642"/>
                </a:moveTo>
                <a:cubicBezTo>
                  <a:pt x="1192" y="642"/>
                  <a:pt x="1192" y="642"/>
                  <a:pt x="1192" y="642"/>
                </a:cubicBezTo>
                <a:cubicBezTo>
                  <a:pt x="1192" y="420"/>
                  <a:pt x="1192" y="420"/>
                  <a:pt x="1192" y="420"/>
                </a:cubicBezTo>
                <a:cubicBezTo>
                  <a:pt x="1190" y="420"/>
                  <a:pt x="1190" y="420"/>
                  <a:pt x="1190" y="420"/>
                </a:cubicBezTo>
                <a:lnTo>
                  <a:pt x="1190" y="642"/>
                </a:lnTo>
                <a:close/>
                <a:moveTo>
                  <a:pt x="1162" y="401"/>
                </a:moveTo>
                <a:cubicBezTo>
                  <a:pt x="1240" y="401"/>
                  <a:pt x="1240" y="401"/>
                  <a:pt x="1240" y="401"/>
                </a:cubicBezTo>
                <a:cubicBezTo>
                  <a:pt x="1240" y="399"/>
                  <a:pt x="1240" y="399"/>
                  <a:pt x="1240" y="399"/>
                </a:cubicBezTo>
                <a:cubicBezTo>
                  <a:pt x="1162" y="399"/>
                  <a:pt x="1162" y="399"/>
                  <a:pt x="1162" y="399"/>
                </a:cubicBezTo>
                <a:lnTo>
                  <a:pt x="1162" y="401"/>
                </a:lnTo>
                <a:close/>
                <a:moveTo>
                  <a:pt x="1207" y="622"/>
                </a:moveTo>
                <a:cubicBezTo>
                  <a:pt x="1210" y="622"/>
                  <a:pt x="1210" y="622"/>
                  <a:pt x="1210" y="622"/>
                </a:cubicBezTo>
                <a:cubicBezTo>
                  <a:pt x="1210" y="421"/>
                  <a:pt x="1210" y="421"/>
                  <a:pt x="1210" y="421"/>
                </a:cubicBezTo>
                <a:cubicBezTo>
                  <a:pt x="1207" y="421"/>
                  <a:pt x="1207" y="421"/>
                  <a:pt x="1207" y="421"/>
                </a:cubicBezTo>
                <a:lnTo>
                  <a:pt x="1207" y="622"/>
                </a:lnTo>
                <a:close/>
                <a:moveTo>
                  <a:pt x="1226" y="479"/>
                </a:moveTo>
                <a:cubicBezTo>
                  <a:pt x="1228" y="479"/>
                  <a:pt x="1228" y="479"/>
                  <a:pt x="1228" y="479"/>
                </a:cubicBezTo>
                <a:cubicBezTo>
                  <a:pt x="1228" y="421"/>
                  <a:pt x="1228" y="421"/>
                  <a:pt x="1228" y="421"/>
                </a:cubicBezTo>
                <a:cubicBezTo>
                  <a:pt x="1226" y="421"/>
                  <a:pt x="1226" y="421"/>
                  <a:pt x="1226" y="421"/>
                </a:cubicBezTo>
                <a:lnTo>
                  <a:pt x="1226" y="479"/>
                </a:lnTo>
                <a:close/>
                <a:moveTo>
                  <a:pt x="1171" y="653"/>
                </a:moveTo>
                <a:cubicBezTo>
                  <a:pt x="1174" y="653"/>
                  <a:pt x="1174" y="653"/>
                  <a:pt x="1174" y="653"/>
                </a:cubicBezTo>
                <a:cubicBezTo>
                  <a:pt x="1174" y="420"/>
                  <a:pt x="1174" y="420"/>
                  <a:pt x="1174" y="420"/>
                </a:cubicBezTo>
                <a:cubicBezTo>
                  <a:pt x="1171" y="420"/>
                  <a:pt x="1171" y="420"/>
                  <a:pt x="1171" y="420"/>
                </a:cubicBezTo>
                <a:lnTo>
                  <a:pt x="1171" y="653"/>
                </a:lnTo>
                <a:close/>
                <a:moveTo>
                  <a:pt x="1232" y="671"/>
                </a:moveTo>
                <a:cubicBezTo>
                  <a:pt x="1234" y="671"/>
                  <a:pt x="1234" y="671"/>
                  <a:pt x="1234" y="671"/>
                </a:cubicBezTo>
                <a:cubicBezTo>
                  <a:pt x="1234" y="512"/>
                  <a:pt x="1234" y="512"/>
                  <a:pt x="1234" y="512"/>
                </a:cubicBezTo>
                <a:cubicBezTo>
                  <a:pt x="1232" y="512"/>
                  <a:pt x="1232" y="512"/>
                  <a:pt x="1232" y="512"/>
                </a:cubicBezTo>
                <a:lnTo>
                  <a:pt x="1232" y="671"/>
                </a:lnTo>
                <a:close/>
                <a:moveTo>
                  <a:pt x="1357" y="670"/>
                </a:moveTo>
                <a:cubicBezTo>
                  <a:pt x="1359" y="670"/>
                  <a:pt x="1359" y="670"/>
                  <a:pt x="1359" y="670"/>
                </a:cubicBezTo>
                <a:cubicBezTo>
                  <a:pt x="1359" y="577"/>
                  <a:pt x="1359" y="577"/>
                  <a:pt x="1359" y="577"/>
                </a:cubicBezTo>
                <a:cubicBezTo>
                  <a:pt x="1357" y="577"/>
                  <a:pt x="1357" y="577"/>
                  <a:pt x="1357" y="577"/>
                </a:cubicBezTo>
                <a:lnTo>
                  <a:pt x="1357" y="670"/>
                </a:lnTo>
                <a:close/>
                <a:moveTo>
                  <a:pt x="1058" y="401"/>
                </a:moveTo>
                <a:cubicBezTo>
                  <a:pt x="1076" y="377"/>
                  <a:pt x="1102" y="374"/>
                  <a:pt x="1117" y="374"/>
                </a:cubicBezTo>
                <a:cubicBezTo>
                  <a:pt x="1118" y="374"/>
                  <a:pt x="1119" y="374"/>
                  <a:pt x="1120" y="374"/>
                </a:cubicBezTo>
                <a:cubicBezTo>
                  <a:pt x="1132" y="374"/>
                  <a:pt x="1142" y="375"/>
                  <a:pt x="1150" y="376"/>
                </a:cubicBezTo>
                <a:cubicBezTo>
                  <a:pt x="1158" y="377"/>
                  <a:pt x="1163" y="378"/>
                  <a:pt x="1163" y="378"/>
                </a:cubicBezTo>
                <a:cubicBezTo>
                  <a:pt x="1164" y="376"/>
                  <a:pt x="1164" y="376"/>
                  <a:pt x="1164" y="376"/>
                </a:cubicBezTo>
                <a:cubicBezTo>
                  <a:pt x="1164" y="376"/>
                  <a:pt x="1143" y="372"/>
                  <a:pt x="1120" y="372"/>
                </a:cubicBezTo>
                <a:cubicBezTo>
                  <a:pt x="1119" y="372"/>
                  <a:pt x="1118" y="372"/>
                  <a:pt x="1117" y="372"/>
                </a:cubicBezTo>
                <a:cubicBezTo>
                  <a:pt x="1102" y="372"/>
                  <a:pt x="1075" y="375"/>
                  <a:pt x="1056" y="399"/>
                </a:cubicBezTo>
                <a:cubicBezTo>
                  <a:pt x="1058" y="401"/>
                  <a:pt x="1058" y="401"/>
                  <a:pt x="1058" y="401"/>
                </a:cubicBezTo>
                <a:moveTo>
                  <a:pt x="1236" y="380"/>
                </a:moveTo>
                <a:cubicBezTo>
                  <a:pt x="1236" y="379"/>
                  <a:pt x="1236" y="379"/>
                  <a:pt x="1236" y="379"/>
                </a:cubicBezTo>
                <a:cubicBezTo>
                  <a:pt x="1236" y="380"/>
                  <a:pt x="1236" y="380"/>
                  <a:pt x="1236" y="380"/>
                </a:cubicBezTo>
                <a:cubicBezTo>
                  <a:pt x="1236" y="380"/>
                  <a:pt x="1236" y="380"/>
                  <a:pt x="1236" y="380"/>
                </a:cubicBezTo>
                <a:cubicBezTo>
                  <a:pt x="1236" y="379"/>
                  <a:pt x="1236" y="379"/>
                  <a:pt x="1236" y="379"/>
                </a:cubicBezTo>
                <a:cubicBezTo>
                  <a:pt x="1236" y="380"/>
                  <a:pt x="1236" y="380"/>
                  <a:pt x="1236" y="380"/>
                </a:cubicBezTo>
                <a:cubicBezTo>
                  <a:pt x="1237" y="380"/>
                  <a:pt x="1239" y="379"/>
                  <a:pt x="1250" y="378"/>
                </a:cubicBezTo>
                <a:cubicBezTo>
                  <a:pt x="1251" y="378"/>
                  <a:pt x="1251" y="378"/>
                  <a:pt x="1251" y="378"/>
                </a:cubicBezTo>
                <a:cubicBezTo>
                  <a:pt x="1256" y="378"/>
                  <a:pt x="1258" y="379"/>
                  <a:pt x="1260" y="380"/>
                </a:cubicBezTo>
                <a:cubicBezTo>
                  <a:pt x="1262" y="382"/>
                  <a:pt x="1264" y="383"/>
                  <a:pt x="1268" y="384"/>
                </a:cubicBezTo>
                <a:cubicBezTo>
                  <a:pt x="1273" y="385"/>
                  <a:pt x="1274" y="385"/>
                  <a:pt x="1276" y="386"/>
                </a:cubicBezTo>
                <a:cubicBezTo>
                  <a:pt x="1278" y="387"/>
                  <a:pt x="1281" y="388"/>
                  <a:pt x="1289" y="391"/>
                </a:cubicBezTo>
                <a:cubicBezTo>
                  <a:pt x="1305" y="398"/>
                  <a:pt x="1320" y="404"/>
                  <a:pt x="1328" y="404"/>
                </a:cubicBezTo>
                <a:cubicBezTo>
                  <a:pt x="1334" y="404"/>
                  <a:pt x="1336" y="404"/>
                  <a:pt x="1337" y="405"/>
                </a:cubicBezTo>
                <a:cubicBezTo>
                  <a:pt x="1339" y="405"/>
                  <a:pt x="1341" y="406"/>
                  <a:pt x="1347" y="408"/>
                </a:cubicBezTo>
                <a:cubicBezTo>
                  <a:pt x="1350" y="410"/>
                  <a:pt x="1352" y="410"/>
                  <a:pt x="1354" y="410"/>
                </a:cubicBezTo>
                <a:cubicBezTo>
                  <a:pt x="1357" y="410"/>
                  <a:pt x="1359" y="409"/>
                  <a:pt x="1363" y="409"/>
                </a:cubicBezTo>
                <a:cubicBezTo>
                  <a:pt x="1366" y="409"/>
                  <a:pt x="1370" y="410"/>
                  <a:pt x="1377" y="412"/>
                </a:cubicBezTo>
                <a:cubicBezTo>
                  <a:pt x="1396" y="417"/>
                  <a:pt x="1404" y="424"/>
                  <a:pt x="1414" y="428"/>
                </a:cubicBezTo>
                <a:cubicBezTo>
                  <a:pt x="1423" y="433"/>
                  <a:pt x="1422" y="433"/>
                  <a:pt x="1432" y="433"/>
                </a:cubicBezTo>
                <a:cubicBezTo>
                  <a:pt x="1433" y="434"/>
                  <a:pt x="1435" y="434"/>
                  <a:pt x="1436" y="434"/>
                </a:cubicBezTo>
                <a:cubicBezTo>
                  <a:pt x="1441" y="434"/>
                  <a:pt x="1445" y="433"/>
                  <a:pt x="1450" y="433"/>
                </a:cubicBezTo>
                <a:cubicBezTo>
                  <a:pt x="1454" y="433"/>
                  <a:pt x="1458" y="434"/>
                  <a:pt x="1463" y="435"/>
                </a:cubicBezTo>
                <a:cubicBezTo>
                  <a:pt x="1464" y="433"/>
                  <a:pt x="1464" y="433"/>
                  <a:pt x="1464" y="433"/>
                </a:cubicBezTo>
                <a:cubicBezTo>
                  <a:pt x="1459" y="431"/>
                  <a:pt x="1454" y="431"/>
                  <a:pt x="1450" y="431"/>
                </a:cubicBezTo>
                <a:cubicBezTo>
                  <a:pt x="1445" y="431"/>
                  <a:pt x="1440" y="431"/>
                  <a:pt x="1436" y="431"/>
                </a:cubicBezTo>
                <a:cubicBezTo>
                  <a:pt x="1435" y="431"/>
                  <a:pt x="1434" y="431"/>
                  <a:pt x="1432" y="431"/>
                </a:cubicBezTo>
                <a:cubicBezTo>
                  <a:pt x="1422" y="430"/>
                  <a:pt x="1424" y="431"/>
                  <a:pt x="1415" y="426"/>
                </a:cubicBezTo>
                <a:cubicBezTo>
                  <a:pt x="1405" y="422"/>
                  <a:pt x="1397" y="415"/>
                  <a:pt x="1377" y="409"/>
                </a:cubicBezTo>
                <a:cubicBezTo>
                  <a:pt x="1371" y="407"/>
                  <a:pt x="1366" y="407"/>
                  <a:pt x="1363" y="407"/>
                </a:cubicBezTo>
                <a:cubicBezTo>
                  <a:pt x="1359" y="407"/>
                  <a:pt x="1357" y="408"/>
                  <a:pt x="1354" y="408"/>
                </a:cubicBezTo>
                <a:cubicBezTo>
                  <a:pt x="1352" y="408"/>
                  <a:pt x="1350" y="407"/>
                  <a:pt x="1347" y="406"/>
                </a:cubicBezTo>
                <a:cubicBezTo>
                  <a:pt x="1342" y="404"/>
                  <a:pt x="1340" y="403"/>
                  <a:pt x="1338" y="403"/>
                </a:cubicBezTo>
                <a:cubicBezTo>
                  <a:pt x="1336" y="402"/>
                  <a:pt x="1334" y="402"/>
                  <a:pt x="1328" y="402"/>
                </a:cubicBezTo>
                <a:cubicBezTo>
                  <a:pt x="1321" y="402"/>
                  <a:pt x="1305" y="396"/>
                  <a:pt x="1290" y="389"/>
                </a:cubicBezTo>
                <a:cubicBezTo>
                  <a:pt x="1282" y="386"/>
                  <a:pt x="1279" y="385"/>
                  <a:pt x="1277" y="384"/>
                </a:cubicBezTo>
                <a:cubicBezTo>
                  <a:pt x="1274" y="383"/>
                  <a:pt x="1273" y="383"/>
                  <a:pt x="1269" y="382"/>
                </a:cubicBezTo>
                <a:cubicBezTo>
                  <a:pt x="1265" y="381"/>
                  <a:pt x="1263" y="380"/>
                  <a:pt x="1261" y="379"/>
                </a:cubicBezTo>
                <a:cubicBezTo>
                  <a:pt x="1259" y="377"/>
                  <a:pt x="1257" y="376"/>
                  <a:pt x="1251" y="376"/>
                </a:cubicBezTo>
                <a:cubicBezTo>
                  <a:pt x="1250" y="376"/>
                  <a:pt x="1250" y="376"/>
                  <a:pt x="1250" y="376"/>
                </a:cubicBezTo>
                <a:cubicBezTo>
                  <a:pt x="1237" y="377"/>
                  <a:pt x="1236" y="378"/>
                  <a:pt x="1235" y="378"/>
                </a:cubicBezTo>
                <a:cubicBezTo>
                  <a:pt x="1236" y="380"/>
                  <a:pt x="1236" y="380"/>
                  <a:pt x="1236" y="380"/>
                </a:cubicBezTo>
                <a:moveTo>
                  <a:pt x="1403" y="536"/>
                </a:moveTo>
                <a:cubicBezTo>
                  <a:pt x="1405" y="536"/>
                  <a:pt x="1405" y="536"/>
                  <a:pt x="1405" y="536"/>
                </a:cubicBezTo>
                <a:cubicBezTo>
                  <a:pt x="1405" y="526"/>
                  <a:pt x="1405" y="526"/>
                  <a:pt x="1405" y="526"/>
                </a:cubicBezTo>
                <a:cubicBezTo>
                  <a:pt x="1403" y="526"/>
                  <a:pt x="1403" y="526"/>
                  <a:pt x="1403" y="526"/>
                </a:cubicBezTo>
                <a:lnTo>
                  <a:pt x="1403" y="536"/>
                </a:lnTo>
                <a:close/>
                <a:moveTo>
                  <a:pt x="1477" y="602"/>
                </a:moveTo>
                <a:cubicBezTo>
                  <a:pt x="1479" y="602"/>
                  <a:pt x="1479" y="602"/>
                  <a:pt x="1479" y="602"/>
                </a:cubicBezTo>
                <a:cubicBezTo>
                  <a:pt x="1479" y="551"/>
                  <a:pt x="1479" y="551"/>
                  <a:pt x="1479" y="551"/>
                </a:cubicBezTo>
                <a:cubicBezTo>
                  <a:pt x="1477" y="551"/>
                  <a:pt x="1477" y="551"/>
                  <a:pt x="1477" y="551"/>
                </a:cubicBezTo>
                <a:lnTo>
                  <a:pt x="1477" y="602"/>
                </a:lnTo>
                <a:close/>
                <a:moveTo>
                  <a:pt x="1448" y="671"/>
                </a:moveTo>
                <a:cubicBezTo>
                  <a:pt x="1450" y="671"/>
                  <a:pt x="1450" y="671"/>
                  <a:pt x="1450" y="671"/>
                </a:cubicBezTo>
                <a:cubicBezTo>
                  <a:pt x="1450" y="638"/>
                  <a:pt x="1450" y="638"/>
                  <a:pt x="1450" y="638"/>
                </a:cubicBezTo>
                <a:cubicBezTo>
                  <a:pt x="1448" y="638"/>
                  <a:pt x="1448" y="638"/>
                  <a:pt x="1448" y="638"/>
                </a:cubicBezTo>
                <a:lnTo>
                  <a:pt x="1448" y="671"/>
                </a:lnTo>
                <a:close/>
                <a:moveTo>
                  <a:pt x="1552" y="654"/>
                </a:moveTo>
                <a:cubicBezTo>
                  <a:pt x="1554" y="654"/>
                  <a:pt x="1554" y="654"/>
                  <a:pt x="1554" y="654"/>
                </a:cubicBezTo>
                <a:cubicBezTo>
                  <a:pt x="1554" y="630"/>
                  <a:pt x="1554" y="630"/>
                  <a:pt x="1554" y="630"/>
                </a:cubicBezTo>
                <a:cubicBezTo>
                  <a:pt x="1552" y="630"/>
                  <a:pt x="1552" y="630"/>
                  <a:pt x="1552" y="630"/>
                </a:cubicBezTo>
                <a:lnTo>
                  <a:pt x="1552" y="654"/>
                </a:lnTo>
                <a:close/>
                <a:moveTo>
                  <a:pt x="1819" y="625"/>
                </a:moveTo>
                <a:cubicBezTo>
                  <a:pt x="1822" y="625"/>
                  <a:pt x="1822" y="625"/>
                  <a:pt x="1822" y="625"/>
                </a:cubicBezTo>
                <a:cubicBezTo>
                  <a:pt x="1822" y="532"/>
                  <a:pt x="1822" y="532"/>
                  <a:pt x="1822" y="532"/>
                </a:cubicBezTo>
                <a:cubicBezTo>
                  <a:pt x="1819" y="532"/>
                  <a:pt x="1819" y="532"/>
                  <a:pt x="1819" y="532"/>
                </a:cubicBezTo>
                <a:lnTo>
                  <a:pt x="1819" y="625"/>
                </a:lnTo>
                <a:close/>
                <a:moveTo>
                  <a:pt x="1853" y="530"/>
                </a:moveTo>
                <a:cubicBezTo>
                  <a:pt x="1874" y="530"/>
                  <a:pt x="1874" y="530"/>
                  <a:pt x="1874" y="530"/>
                </a:cubicBezTo>
                <a:cubicBezTo>
                  <a:pt x="1874" y="528"/>
                  <a:pt x="1874" y="528"/>
                  <a:pt x="1874" y="528"/>
                </a:cubicBezTo>
                <a:cubicBezTo>
                  <a:pt x="1853" y="528"/>
                  <a:pt x="1853" y="528"/>
                  <a:pt x="1853" y="528"/>
                </a:cubicBezTo>
                <a:lnTo>
                  <a:pt x="1853" y="530"/>
                </a:lnTo>
                <a:close/>
                <a:moveTo>
                  <a:pt x="1853" y="613"/>
                </a:moveTo>
                <a:cubicBezTo>
                  <a:pt x="1874" y="613"/>
                  <a:pt x="1874" y="613"/>
                  <a:pt x="1874" y="613"/>
                </a:cubicBezTo>
                <a:cubicBezTo>
                  <a:pt x="1874" y="611"/>
                  <a:pt x="1874" y="611"/>
                  <a:pt x="1874" y="611"/>
                </a:cubicBezTo>
                <a:cubicBezTo>
                  <a:pt x="1853" y="611"/>
                  <a:pt x="1853" y="611"/>
                  <a:pt x="1853" y="611"/>
                </a:cubicBezTo>
                <a:lnTo>
                  <a:pt x="1853" y="613"/>
                </a:lnTo>
                <a:close/>
                <a:moveTo>
                  <a:pt x="1910" y="471"/>
                </a:moveTo>
                <a:cubicBezTo>
                  <a:pt x="1998" y="471"/>
                  <a:pt x="1998" y="471"/>
                  <a:pt x="1998" y="471"/>
                </a:cubicBezTo>
                <a:cubicBezTo>
                  <a:pt x="1998" y="468"/>
                  <a:pt x="1998" y="468"/>
                  <a:pt x="1998" y="468"/>
                </a:cubicBezTo>
                <a:cubicBezTo>
                  <a:pt x="1910" y="468"/>
                  <a:pt x="1910" y="468"/>
                  <a:pt x="1910" y="468"/>
                </a:cubicBezTo>
                <a:lnTo>
                  <a:pt x="1910" y="471"/>
                </a:lnTo>
                <a:close/>
                <a:moveTo>
                  <a:pt x="1921" y="638"/>
                </a:moveTo>
                <a:cubicBezTo>
                  <a:pt x="1923" y="638"/>
                  <a:pt x="1923" y="638"/>
                  <a:pt x="1923" y="638"/>
                </a:cubicBezTo>
                <a:cubicBezTo>
                  <a:pt x="1923" y="469"/>
                  <a:pt x="1923" y="469"/>
                  <a:pt x="1923" y="469"/>
                </a:cubicBezTo>
                <a:cubicBezTo>
                  <a:pt x="1921" y="469"/>
                  <a:pt x="1921" y="469"/>
                  <a:pt x="1921" y="469"/>
                </a:cubicBezTo>
                <a:lnTo>
                  <a:pt x="1921" y="638"/>
                </a:lnTo>
                <a:close/>
                <a:moveTo>
                  <a:pt x="1984" y="470"/>
                </a:moveTo>
                <a:cubicBezTo>
                  <a:pt x="1984" y="637"/>
                  <a:pt x="1984" y="637"/>
                  <a:pt x="1984" y="637"/>
                </a:cubicBezTo>
                <a:cubicBezTo>
                  <a:pt x="1986" y="637"/>
                  <a:pt x="1986" y="637"/>
                  <a:pt x="1986" y="637"/>
                </a:cubicBezTo>
                <a:cubicBezTo>
                  <a:pt x="1986" y="470"/>
                  <a:pt x="1986" y="470"/>
                  <a:pt x="1986" y="470"/>
                </a:cubicBezTo>
                <a:moveTo>
                  <a:pt x="2076" y="570"/>
                </a:moveTo>
                <a:cubicBezTo>
                  <a:pt x="2078" y="570"/>
                  <a:pt x="2078" y="570"/>
                  <a:pt x="2078" y="570"/>
                </a:cubicBezTo>
                <a:cubicBezTo>
                  <a:pt x="2078" y="450"/>
                  <a:pt x="2078" y="450"/>
                  <a:pt x="2078" y="450"/>
                </a:cubicBezTo>
                <a:cubicBezTo>
                  <a:pt x="2076" y="450"/>
                  <a:pt x="2076" y="450"/>
                  <a:pt x="2076" y="450"/>
                </a:cubicBezTo>
                <a:lnTo>
                  <a:pt x="2076" y="570"/>
                </a:lnTo>
                <a:close/>
                <a:moveTo>
                  <a:pt x="2136" y="518"/>
                </a:moveTo>
                <a:cubicBezTo>
                  <a:pt x="2138" y="518"/>
                  <a:pt x="2138" y="518"/>
                  <a:pt x="2138" y="518"/>
                </a:cubicBezTo>
                <a:cubicBezTo>
                  <a:pt x="2138" y="482"/>
                  <a:pt x="2138" y="482"/>
                  <a:pt x="2138" y="482"/>
                </a:cubicBezTo>
                <a:cubicBezTo>
                  <a:pt x="2136" y="482"/>
                  <a:pt x="2136" y="482"/>
                  <a:pt x="2136" y="482"/>
                </a:cubicBezTo>
                <a:lnTo>
                  <a:pt x="2136" y="518"/>
                </a:lnTo>
                <a:close/>
                <a:moveTo>
                  <a:pt x="2179" y="618"/>
                </a:moveTo>
                <a:cubicBezTo>
                  <a:pt x="2181" y="618"/>
                  <a:pt x="2181" y="618"/>
                  <a:pt x="2181" y="618"/>
                </a:cubicBezTo>
                <a:cubicBezTo>
                  <a:pt x="2181" y="482"/>
                  <a:pt x="2181" y="482"/>
                  <a:pt x="2181" y="482"/>
                </a:cubicBezTo>
                <a:cubicBezTo>
                  <a:pt x="2179" y="482"/>
                  <a:pt x="2179" y="482"/>
                  <a:pt x="2179" y="482"/>
                </a:cubicBezTo>
                <a:lnTo>
                  <a:pt x="2179" y="618"/>
                </a:lnTo>
                <a:close/>
                <a:moveTo>
                  <a:pt x="2157" y="504"/>
                </a:moveTo>
                <a:cubicBezTo>
                  <a:pt x="2159" y="504"/>
                  <a:pt x="2159" y="504"/>
                  <a:pt x="2159" y="504"/>
                </a:cubicBezTo>
                <a:cubicBezTo>
                  <a:pt x="2159" y="482"/>
                  <a:pt x="2159" y="482"/>
                  <a:pt x="2159" y="482"/>
                </a:cubicBezTo>
                <a:cubicBezTo>
                  <a:pt x="2157" y="482"/>
                  <a:pt x="2157" y="482"/>
                  <a:pt x="2157" y="482"/>
                </a:cubicBezTo>
                <a:lnTo>
                  <a:pt x="2157" y="504"/>
                </a:lnTo>
                <a:close/>
                <a:moveTo>
                  <a:pt x="2323" y="622"/>
                </a:moveTo>
                <a:cubicBezTo>
                  <a:pt x="2325" y="622"/>
                  <a:pt x="2325" y="622"/>
                  <a:pt x="2325" y="622"/>
                </a:cubicBezTo>
                <a:cubicBezTo>
                  <a:pt x="2325" y="410"/>
                  <a:pt x="2325" y="410"/>
                  <a:pt x="2325" y="410"/>
                </a:cubicBezTo>
                <a:cubicBezTo>
                  <a:pt x="2323" y="410"/>
                  <a:pt x="2323" y="410"/>
                  <a:pt x="2323" y="410"/>
                </a:cubicBezTo>
                <a:lnTo>
                  <a:pt x="2323" y="622"/>
                </a:lnTo>
                <a:close/>
                <a:moveTo>
                  <a:pt x="2214" y="463"/>
                </a:moveTo>
                <a:cubicBezTo>
                  <a:pt x="2217" y="463"/>
                  <a:pt x="2217" y="463"/>
                  <a:pt x="2217" y="463"/>
                </a:cubicBezTo>
                <a:cubicBezTo>
                  <a:pt x="2217" y="397"/>
                  <a:pt x="2217" y="397"/>
                  <a:pt x="2217" y="397"/>
                </a:cubicBezTo>
                <a:cubicBezTo>
                  <a:pt x="2214" y="397"/>
                  <a:pt x="2214" y="397"/>
                  <a:pt x="2214" y="397"/>
                </a:cubicBezTo>
                <a:lnTo>
                  <a:pt x="2214" y="463"/>
                </a:lnTo>
                <a:close/>
                <a:moveTo>
                  <a:pt x="2688" y="671"/>
                </a:moveTo>
                <a:cubicBezTo>
                  <a:pt x="2690" y="671"/>
                  <a:pt x="2690" y="671"/>
                  <a:pt x="2690" y="671"/>
                </a:cubicBezTo>
                <a:cubicBezTo>
                  <a:pt x="2690" y="639"/>
                  <a:pt x="2690" y="639"/>
                  <a:pt x="2690" y="639"/>
                </a:cubicBezTo>
                <a:cubicBezTo>
                  <a:pt x="2688" y="639"/>
                  <a:pt x="2688" y="639"/>
                  <a:pt x="2688" y="639"/>
                </a:cubicBezTo>
                <a:lnTo>
                  <a:pt x="2688" y="671"/>
                </a:lnTo>
                <a:close/>
                <a:moveTo>
                  <a:pt x="2696" y="671"/>
                </a:moveTo>
                <a:cubicBezTo>
                  <a:pt x="2699" y="671"/>
                  <a:pt x="2699" y="671"/>
                  <a:pt x="2699" y="671"/>
                </a:cubicBezTo>
                <a:cubicBezTo>
                  <a:pt x="2699" y="639"/>
                  <a:pt x="2699" y="639"/>
                  <a:pt x="2699" y="639"/>
                </a:cubicBezTo>
                <a:cubicBezTo>
                  <a:pt x="2696" y="639"/>
                  <a:pt x="2696" y="639"/>
                  <a:pt x="2696" y="639"/>
                </a:cubicBezTo>
                <a:lnTo>
                  <a:pt x="2696" y="671"/>
                </a:lnTo>
                <a:close/>
                <a:moveTo>
                  <a:pt x="2484" y="654"/>
                </a:moveTo>
                <a:cubicBezTo>
                  <a:pt x="2504" y="654"/>
                  <a:pt x="2504" y="654"/>
                  <a:pt x="2504" y="654"/>
                </a:cubicBezTo>
                <a:cubicBezTo>
                  <a:pt x="2504" y="652"/>
                  <a:pt x="2504" y="652"/>
                  <a:pt x="2504" y="652"/>
                </a:cubicBezTo>
                <a:cubicBezTo>
                  <a:pt x="2484" y="652"/>
                  <a:pt x="2484" y="652"/>
                  <a:pt x="2484" y="652"/>
                </a:cubicBezTo>
                <a:lnTo>
                  <a:pt x="2484" y="654"/>
                </a:lnTo>
                <a:close/>
                <a:moveTo>
                  <a:pt x="3327" y="630"/>
                </a:moveTo>
                <a:cubicBezTo>
                  <a:pt x="3330" y="630"/>
                  <a:pt x="3330" y="630"/>
                  <a:pt x="3330" y="630"/>
                </a:cubicBezTo>
                <a:cubicBezTo>
                  <a:pt x="3330" y="552"/>
                  <a:pt x="3330" y="552"/>
                  <a:pt x="3330" y="552"/>
                </a:cubicBezTo>
                <a:cubicBezTo>
                  <a:pt x="3327" y="552"/>
                  <a:pt x="3327" y="552"/>
                  <a:pt x="3327" y="552"/>
                </a:cubicBezTo>
                <a:lnTo>
                  <a:pt x="3327" y="630"/>
                </a:lnTo>
                <a:close/>
                <a:moveTo>
                  <a:pt x="3597" y="645"/>
                </a:moveTo>
                <a:cubicBezTo>
                  <a:pt x="3845" y="645"/>
                  <a:pt x="3845" y="645"/>
                  <a:pt x="3845" y="645"/>
                </a:cubicBezTo>
                <a:cubicBezTo>
                  <a:pt x="3845" y="648"/>
                  <a:pt x="3845" y="648"/>
                  <a:pt x="3845" y="648"/>
                </a:cubicBezTo>
                <a:cubicBezTo>
                  <a:pt x="3859" y="648"/>
                  <a:pt x="3859" y="648"/>
                  <a:pt x="3859" y="648"/>
                </a:cubicBezTo>
                <a:cubicBezTo>
                  <a:pt x="3859" y="651"/>
                  <a:pt x="3859" y="651"/>
                  <a:pt x="3859" y="651"/>
                </a:cubicBezTo>
                <a:cubicBezTo>
                  <a:pt x="3861" y="651"/>
                  <a:pt x="3861" y="651"/>
                  <a:pt x="3861" y="651"/>
                </a:cubicBezTo>
                <a:cubicBezTo>
                  <a:pt x="3861" y="645"/>
                  <a:pt x="3861" y="645"/>
                  <a:pt x="3861" y="645"/>
                </a:cubicBezTo>
                <a:cubicBezTo>
                  <a:pt x="3847" y="645"/>
                  <a:pt x="3847" y="645"/>
                  <a:pt x="3847" y="645"/>
                </a:cubicBezTo>
                <a:cubicBezTo>
                  <a:pt x="3847" y="643"/>
                  <a:pt x="3847" y="643"/>
                  <a:pt x="3847" y="643"/>
                </a:cubicBezTo>
                <a:cubicBezTo>
                  <a:pt x="3597" y="643"/>
                  <a:pt x="3597" y="643"/>
                  <a:pt x="3597" y="643"/>
                </a:cubicBezTo>
                <a:cubicBezTo>
                  <a:pt x="3597" y="645"/>
                  <a:pt x="3597" y="645"/>
                  <a:pt x="3597" y="645"/>
                </a:cubicBezTo>
                <a:moveTo>
                  <a:pt x="3849" y="659"/>
                </a:moveTo>
                <a:cubicBezTo>
                  <a:pt x="4015" y="659"/>
                  <a:pt x="4015" y="659"/>
                  <a:pt x="4015" y="659"/>
                </a:cubicBezTo>
                <a:cubicBezTo>
                  <a:pt x="4015" y="657"/>
                  <a:pt x="4015" y="657"/>
                  <a:pt x="4015" y="657"/>
                </a:cubicBezTo>
                <a:cubicBezTo>
                  <a:pt x="3849" y="657"/>
                  <a:pt x="3849" y="657"/>
                  <a:pt x="3849" y="657"/>
                </a:cubicBezTo>
                <a:lnTo>
                  <a:pt x="3849" y="659"/>
                </a:lnTo>
                <a:close/>
                <a:moveTo>
                  <a:pt x="4031" y="657"/>
                </a:moveTo>
                <a:cubicBezTo>
                  <a:pt x="4034" y="657"/>
                  <a:pt x="4034" y="657"/>
                  <a:pt x="4034" y="657"/>
                </a:cubicBezTo>
                <a:cubicBezTo>
                  <a:pt x="4034" y="537"/>
                  <a:pt x="4034" y="537"/>
                  <a:pt x="4034" y="537"/>
                </a:cubicBezTo>
                <a:cubicBezTo>
                  <a:pt x="4031" y="537"/>
                  <a:pt x="4031" y="537"/>
                  <a:pt x="4031" y="537"/>
                </a:cubicBezTo>
                <a:lnTo>
                  <a:pt x="4031" y="657"/>
                </a:lnTo>
                <a:close/>
                <a:moveTo>
                  <a:pt x="4065" y="536"/>
                </a:moveTo>
                <a:cubicBezTo>
                  <a:pt x="4065" y="504"/>
                  <a:pt x="4065" y="504"/>
                  <a:pt x="4065" y="504"/>
                </a:cubicBezTo>
                <a:cubicBezTo>
                  <a:pt x="4078" y="501"/>
                  <a:pt x="4078" y="501"/>
                  <a:pt x="4078" y="501"/>
                </a:cubicBezTo>
                <a:cubicBezTo>
                  <a:pt x="4078" y="536"/>
                  <a:pt x="4078" y="536"/>
                  <a:pt x="4078" y="536"/>
                </a:cubicBezTo>
                <a:cubicBezTo>
                  <a:pt x="4081" y="536"/>
                  <a:pt x="4081" y="536"/>
                  <a:pt x="4081" y="536"/>
                </a:cubicBezTo>
                <a:cubicBezTo>
                  <a:pt x="4081" y="498"/>
                  <a:pt x="4081" y="498"/>
                  <a:pt x="4081" y="498"/>
                </a:cubicBezTo>
                <a:cubicBezTo>
                  <a:pt x="4063" y="502"/>
                  <a:pt x="4063" y="502"/>
                  <a:pt x="4063" y="502"/>
                </a:cubicBezTo>
                <a:cubicBezTo>
                  <a:pt x="4063" y="536"/>
                  <a:pt x="4063" y="536"/>
                  <a:pt x="4063" y="536"/>
                </a:cubicBezTo>
                <a:cubicBezTo>
                  <a:pt x="4065" y="536"/>
                  <a:pt x="4065" y="536"/>
                  <a:pt x="4065" y="536"/>
                </a:cubicBezTo>
                <a:moveTo>
                  <a:pt x="4048" y="536"/>
                </a:moveTo>
                <a:cubicBezTo>
                  <a:pt x="4051" y="536"/>
                  <a:pt x="4051" y="536"/>
                  <a:pt x="4051" y="536"/>
                </a:cubicBezTo>
                <a:cubicBezTo>
                  <a:pt x="4051" y="432"/>
                  <a:pt x="4051" y="432"/>
                  <a:pt x="4051" y="432"/>
                </a:cubicBezTo>
                <a:cubicBezTo>
                  <a:pt x="4048" y="432"/>
                  <a:pt x="4048" y="432"/>
                  <a:pt x="4048" y="432"/>
                </a:cubicBezTo>
                <a:lnTo>
                  <a:pt x="4048" y="536"/>
                </a:lnTo>
                <a:close/>
                <a:moveTo>
                  <a:pt x="4028" y="535"/>
                </a:moveTo>
                <a:cubicBezTo>
                  <a:pt x="4030" y="535"/>
                  <a:pt x="4030" y="535"/>
                  <a:pt x="4030" y="535"/>
                </a:cubicBezTo>
                <a:cubicBezTo>
                  <a:pt x="4030" y="474"/>
                  <a:pt x="4030" y="474"/>
                  <a:pt x="4030" y="474"/>
                </a:cubicBezTo>
                <a:cubicBezTo>
                  <a:pt x="4028" y="474"/>
                  <a:pt x="4028" y="474"/>
                  <a:pt x="4028" y="474"/>
                </a:cubicBezTo>
                <a:lnTo>
                  <a:pt x="4028" y="535"/>
                </a:lnTo>
                <a:close/>
                <a:moveTo>
                  <a:pt x="4030" y="438"/>
                </a:moveTo>
                <a:cubicBezTo>
                  <a:pt x="4049" y="435"/>
                  <a:pt x="4049" y="435"/>
                  <a:pt x="4049" y="435"/>
                </a:cubicBezTo>
                <a:cubicBezTo>
                  <a:pt x="4049" y="432"/>
                  <a:pt x="4049" y="432"/>
                  <a:pt x="4049" y="432"/>
                </a:cubicBezTo>
                <a:cubicBezTo>
                  <a:pt x="4029" y="435"/>
                  <a:pt x="4029" y="435"/>
                  <a:pt x="4029" y="435"/>
                </a:cubicBezTo>
                <a:moveTo>
                  <a:pt x="4115" y="657"/>
                </a:moveTo>
                <a:cubicBezTo>
                  <a:pt x="4117" y="657"/>
                  <a:pt x="4117" y="657"/>
                  <a:pt x="4117" y="657"/>
                </a:cubicBezTo>
                <a:cubicBezTo>
                  <a:pt x="4117" y="531"/>
                  <a:pt x="4117" y="531"/>
                  <a:pt x="4117" y="531"/>
                </a:cubicBezTo>
                <a:cubicBezTo>
                  <a:pt x="4115" y="531"/>
                  <a:pt x="4115" y="531"/>
                  <a:pt x="4115" y="531"/>
                </a:cubicBezTo>
                <a:lnTo>
                  <a:pt x="4115" y="657"/>
                </a:lnTo>
                <a:close/>
                <a:moveTo>
                  <a:pt x="4033" y="550"/>
                </a:moveTo>
                <a:cubicBezTo>
                  <a:pt x="4099" y="550"/>
                  <a:pt x="4099" y="550"/>
                  <a:pt x="4099" y="550"/>
                </a:cubicBezTo>
                <a:cubicBezTo>
                  <a:pt x="4099" y="548"/>
                  <a:pt x="4099" y="548"/>
                  <a:pt x="4099" y="548"/>
                </a:cubicBezTo>
                <a:cubicBezTo>
                  <a:pt x="4033" y="548"/>
                  <a:pt x="4033" y="548"/>
                  <a:pt x="4033" y="548"/>
                </a:cubicBezTo>
                <a:moveTo>
                  <a:pt x="4016" y="659"/>
                </a:moveTo>
                <a:cubicBezTo>
                  <a:pt x="4060" y="659"/>
                  <a:pt x="4060" y="659"/>
                  <a:pt x="4060" y="659"/>
                </a:cubicBezTo>
                <a:cubicBezTo>
                  <a:pt x="4060" y="662"/>
                  <a:pt x="4060" y="662"/>
                  <a:pt x="4060" y="662"/>
                </a:cubicBezTo>
                <a:cubicBezTo>
                  <a:pt x="4106" y="662"/>
                  <a:pt x="4106" y="662"/>
                  <a:pt x="4106" y="662"/>
                </a:cubicBezTo>
                <a:cubicBezTo>
                  <a:pt x="4106" y="666"/>
                  <a:pt x="4106" y="666"/>
                  <a:pt x="4106" y="666"/>
                </a:cubicBezTo>
                <a:cubicBezTo>
                  <a:pt x="4158" y="666"/>
                  <a:pt x="4158" y="666"/>
                  <a:pt x="4158" y="666"/>
                </a:cubicBezTo>
                <a:cubicBezTo>
                  <a:pt x="4158" y="664"/>
                  <a:pt x="4158" y="664"/>
                  <a:pt x="4158" y="664"/>
                </a:cubicBezTo>
                <a:cubicBezTo>
                  <a:pt x="4108" y="664"/>
                  <a:pt x="4108" y="664"/>
                  <a:pt x="4108" y="664"/>
                </a:cubicBezTo>
                <a:cubicBezTo>
                  <a:pt x="4108" y="659"/>
                  <a:pt x="4108" y="659"/>
                  <a:pt x="4108" y="659"/>
                </a:cubicBezTo>
                <a:cubicBezTo>
                  <a:pt x="4063" y="659"/>
                  <a:pt x="4063" y="659"/>
                  <a:pt x="4063" y="659"/>
                </a:cubicBezTo>
                <a:cubicBezTo>
                  <a:pt x="4063" y="656"/>
                  <a:pt x="4063" y="656"/>
                  <a:pt x="4063" y="656"/>
                </a:cubicBezTo>
                <a:cubicBezTo>
                  <a:pt x="4016" y="656"/>
                  <a:pt x="4016" y="656"/>
                  <a:pt x="4016" y="656"/>
                </a:cubicBezTo>
                <a:cubicBezTo>
                  <a:pt x="4016" y="659"/>
                  <a:pt x="4016" y="659"/>
                  <a:pt x="4016" y="659"/>
                </a:cubicBezTo>
                <a:moveTo>
                  <a:pt x="1465" y="456"/>
                </a:moveTo>
                <a:cubicBezTo>
                  <a:pt x="1465" y="422"/>
                  <a:pt x="1465" y="422"/>
                  <a:pt x="1465" y="422"/>
                </a:cubicBezTo>
                <a:cubicBezTo>
                  <a:pt x="1470" y="422"/>
                  <a:pt x="1470" y="422"/>
                  <a:pt x="1470" y="422"/>
                </a:cubicBezTo>
                <a:cubicBezTo>
                  <a:pt x="1470" y="415"/>
                  <a:pt x="1470" y="415"/>
                  <a:pt x="1470" y="415"/>
                </a:cubicBezTo>
                <a:cubicBezTo>
                  <a:pt x="1480" y="415"/>
                  <a:pt x="1480" y="415"/>
                  <a:pt x="1480" y="415"/>
                </a:cubicBezTo>
                <a:cubicBezTo>
                  <a:pt x="1484" y="422"/>
                  <a:pt x="1484" y="422"/>
                  <a:pt x="1484" y="422"/>
                </a:cubicBezTo>
                <a:cubicBezTo>
                  <a:pt x="1484" y="458"/>
                  <a:pt x="1484" y="458"/>
                  <a:pt x="1484" y="458"/>
                </a:cubicBezTo>
                <a:cubicBezTo>
                  <a:pt x="1486" y="458"/>
                  <a:pt x="1486" y="458"/>
                  <a:pt x="1486" y="458"/>
                </a:cubicBezTo>
                <a:cubicBezTo>
                  <a:pt x="1486" y="421"/>
                  <a:pt x="1486" y="421"/>
                  <a:pt x="1486" y="421"/>
                </a:cubicBezTo>
                <a:cubicBezTo>
                  <a:pt x="1481" y="413"/>
                  <a:pt x="1481" y="413"/>
                  <a:pt x="1481" y="413"/>
                </a:cubicBezTo>
                <a:cubicBezTo>
                  <a:pt x="1468" y="413"/>
                  <a:pt x="1468" y="413"/>
                  <a:pt x="1468" y="413"/>
                </a:cubicBezTo>
                <a:cubicBezTo>
                  <a:pt x="1468" y="419"/>
                  <a:pt x="1468" y="419"/>
                  <a:pt x="1468" y="419"/>
                </a:cubicBezTo>
                <a:cubicBezTo>
                  <a:pt x="1463" y="419"/>
                  <a:pt x="1463" y="419"/>
                  <a:pt x="1463" y="419"/>
                </a:cubicBezTo>
                <a:cubicBezTo>
                  <a:pt x="1463" y="456"/>
                  <a:pt x="1463" y="456"/>
                  <a:pt x="1463" y="456"/>
                </a:cubicBezTo>
                <a:cubicBezTo>
                  <a:pt x="1465" y="456"/>
                  <a:pt x="1465" y="456"/>
                  <a:pt x="1465" y="456"/>
                </a:cubicBezTo>
                <a:moveTo>
                  <a:pt x="1494" y="454"/>
                </a:moveTo>
                <a:cubicBezTo>
                  <a:pt x="1494" y="419"/>
                  <a:pt x="1494" y="419"/>
                  <a:pt x="1494" y="419"/>
                </a:cubicBezTo>
                <a:cubicBezTo>
                  <a:pt x="1506" y="419"/>
                  <a:pt x="1506" y="419"/>
                  <a:pt x="1506" y="419"/>
                </a:cubicBezTo>
                <a:cubicBezTo>
                  <a:pt x="1506" y="411"/>
                  <a:pt x="1506" y="411"/>
                  <a:pt x="1506" y="411"/>
                </a:cubicBezTo>
                <a:cubicBezTo>
                  <a:pt x="1515" y="411"/>
                  <a:pt x="1515" y="411"/>
                  <a:pt x="1515" y="411"/>
                </a:cubicBezTo>
                <a:cubicBezTo>
                  <a:pt x="1515" y="417"/>
                  <a:pt x="1515" y="417"/>
                  <a:pt x="1515" y="417"/>
                </a:cubicBezTo>
                <a:cubicBezTo>
                  <a:pt x="1515" y="418"/>
                  <a:pt x="1515" y="418"/>
                  <a:pt x="1515" y="418"/>
                </a:cubicBezTo>
                <a:cubicBezTo>
                  <a:pt x="1528" y="418"/>
                  <a:pt x="1528" y="418"/>
                  <a:pt x="1528" y="418"/>
                </a:cubicBezTo>
                <a:cubicBezTo>
                  <a:pt x="1528" y="462"/>
                  <a:pt x="1528" y="462"/>
                  <a:pt x="1528" y="462"/>
                </a:cubicBezTo>
                <a:cubicBezTo>
                  <a:pt x="1515" y="462"/>
                  <a:pt x="1515" y="462"/>
                  <a:pt x="1515" y="462"/>
                </a:cubicBezTo>
                <a:cubicBezTo>
                  <a:pt x="1515" y="464"/>
                  <a:pt x="1515" y="464"/>
                  <a:pt x="1515" y="464"/>
                </a:cubicBezTo>
                <a:cubicBezTo>
                  <a:pt x="1530" y="464"/>
                  <a:pt x="1530" y="464"/>
                  <a:pt x="1530" y="464"/>
                </a:cubicBezTo>
                <a:cubicBezTo>
                  <a:pt x="1530" y="416"/>
                  <a:pt x="1530" y="416"/>
                  <a:pt x="1530" y="416"/>
                </a:cubicBezTo>
                <a:cubicBezTo>
                  <a:pt x="1517" y="416"/>
                  <a:pt x="1517" y="416"/>
                  <a:pt x="1517" y="416"/>
                </a:cubicBezTo>
                <a:cubicBezTo>
                  <a:pt x="1517" y="410"/>
                  <a:pt x="1517" y="410"/>
                  <a:pt x="1517" y="410"/>
                </a:cubicBezTo>
                <a:cubicBezTo>
                  <a:pt x="1517" y="409"/>
                  <a:pt x="1517" y="409"/>
                  <a:pt x="1517" y="409"/>
                </a:cubicBezTo>
                <a:cubicBezTo>
                  <a:pt x="1504" y="409"/>
                  <a:pt x="1504" y="409"/>
                  <a:pt x="1504" y="409"/>
                </a:cubicBezTo>
                <a:cubicBezTo>
                  <a:pt x="1504" y="417"/>
                  <a:pt x="1504" y="417"/>
                  <a:pt x="1504" y="417"/>
                </a:cubicBezTo>
                <a:cubicBezTo>
                  <a:pt x="1491" y="417"/>
                  <a:pt x="1491" y="417"/>
                  <a:pt x="1491" y="417"/>
                </a:cubicBezTo>
                <a:cubicBezTo>
                  <a:pt x="1491" y="454"/>
                  <a:pt x="1491" y="454"/>
                  <a:pt x="1491" y="454"/>
                </a:cubicBezTo>
                <a:cubicBezTo>
                  <a:pt x="1494" y="454"/>
                  <a:pt x="1494" y="454"/>
                  <a:pt x="1494" y="454"/>
                </a:cubicBezTo>
                <a:moveTo>
                  <a:pt x="1523" y="417"/>
                </a:moveTo>
                <a:cubicBezTo>
                  <a:pt x="1523" y="398"/>
                  <a:pt x="1523" y="398"/>
                  <a:pt x="1523" y="398"/>
                </a:cubicBezTo>
                <a:cubicBezTo>
                  <a:pt x="1537" y="395"/>
                  <a:pt x="1537" y="395"/>
                  <a:pt x="1537" y="395"/>
                </a:cubicBezTo>
                <a:cubicBezTo>
                  <a:pt x="1537" y="439"/>
                  <a:pt x="1537" y="439"/>
                  <a:pt x="1537" y="439"/>
                </a:cubicBezTo>
                <a:cubicBezTo>
                  <a:pt x="1539" y="439"/>
                  <a:pt x="1539" y="439"/>
                  <a:pt x="1539" y="439"/>
                </a:cubicBezTo>
                <a:cubicBezTo>
                  <a:pt x="1539" y="393"/>
                  <a:pt x="1539" y="393"/>
                  <a:pt x="1539" y="393"/>
                </a:cubicBezTo>
                <a:cubicBezTo>
                  <a:pt x="1521" y="396"/>
                  <a:pt x="1521" y="396"/>
                  <a:pt x="1521" y="396"/>
                </a:cubicBezTo>
                <a:cubicBezTo>
                  <a:pt x="1521" y="417"/>
                  <a:pt x="1521" y="417"/>
                  <a:pt x="1521" y="417"/>
                </a:cubicBezTo>
                <a:cubicBezTo>
                  <a:pt x="1523" y="417"/>
                  <a:pt x="1523" y="417"/>
                  <a:pt x="1523" y="417"/>
                </a:cubicBezTo>
                <a:moveTo>
                  <a:pt x="1539" y="395"/>
                </a:moveTo>
                <a:cubicBezTo>
                  <a:pt x="1550" y="396"/>
                  <a:pt x="1550" y="396"/>
                  <a:pt x="1550" y="396"/>
                </a:cubicBezTo>
                <a:cubicBezTo>
                  <a:pt x="1550" y="437"/>
                  <a:pt x="1550" y="437"/>
                  <a:pt x="1550" y="437"/>
                </a:cubicBezTo>
                <a:cubicBezTo>
                  <a:pt x="1552" y="437"/>
                  <a:pt x="1552" y="437"/>
                  <a:pt x="1552" y="437"/>
                </a:cubicBezTo>
                <a:cubicBezTo>
                  <a:pt x="1552" y="394"/>
                  <a:pt x="1552" y="394"/>
                  <a:pt x="1552" y="394"/>
                </a:cubicBezTo>
                <a:cubicBezTo>
                  <a:pt x="1539" y="393"/>
                  <a:pt x="1539" y="393"/>
                  <a:pt x="1539" y="393"/>
                </a:cubicBezTo>
                <a:cubicBezTo>
                  <a:pt x="1539" y="395"/>
                  <a:pt x="1539" y="395"/>
                  <a:pt x="1539" y="395"/>
                </a:cubicBezTo>
                <a:moveTo>
                  <a:pt x="1475" y="510"/>
                </a:moveTo>
                <a:cubicBezTo>
                  <a:pt x="1475" y="497"/>
                  <a:pt x="1475" y="497"/>
                  <a:pt x="1475" y="497"/>
                </a:cubicBezTo>
                <a:cubicBezTo>
                  <a:pt x="1508" y="497"/>
                  <a:pt x="1508" y="497"/>
                  <a:pt x="1508" y="497"/>
                </a:cubicBezTo>
                <a:cubicBezTo>
                  <a:pt x="1508" y="509"/>
                  <a:pt x="1508" y="509"/>
                  <a:pt x="1508" y="509"/>
                </a:cubicBezTo>
                <a:cubicBezTo>
                  <a:pt x="1510" y="509"/>
                  <a:pt x="1510" y="509"/>
                  <a:pt x="1510" y="509"/>
                </a:cubicBezTo>
                <a:cubicBezTo>
                  <a:pt x="1510" y="495"/>
                  <a:pt x="1510" y="495"/>
                  <a:pt x="1510" y="495"/>
                </a:cubicBezTo>
                <a:cubicBezTo>
                  <a:pt x="1472" y="495"/>
                  <a:pt x="1472" y="495"/>
                  <a:pt x="1472" y="495"/>
                </a:cubicBezTo>
                <a:cubicBezTo>
                  <a:pt x="1472" y="510"/>
                  <a:pt x="1472" y="510"/>
                  <a:pt x="1472" y="510"/>
                </a:cubicBezTo>
                <a:cubicBezTo>
                  <a:pt x="1475" y="510"/>
                  <a:pt x="1475" y="510"/>
                  <a:pt x="1475" y="510"/>
                </a:cubicBezTo>
                <a:moveTo>
                  <a:pt x="1552" y="422"/>
                </a:moveTo>
                <a:cubicBezTo>
                  <a:pt x="1552" y="422"/>
                  <a:pt x="1569" y="418"/>
                  <a:pt x="1572" y="417"/>
                </a:cubicBezTo>
                <a:cubicBezTo>
                  <a:pt x="1572" y="417"/>
                  <a:pt x="1572" y="417"/>
                  <a:pt x="1572" y="417"/>
                </a:cubicBezTo>
                <a:cubicBezTo>
                  <a:pt x="1573" y="416"/>
                  <a:pt x="1574" y="416"/>
                  <a:pt x="1574" y="415"/>
                </a:cubicBezTo>
                <a:cubicBezTo>
                  <a:pt x="1575" y="415"/>
                  <a:pt x="1575" y="415"/>
                  <a:pt x="1576" y="414"/>
                </a:cubicBezTo>
                <a:cubicBezTo>
                  <a:pt x="1577" y="414"/>
                  <a:pt x="1580" y="413"/>
                  <a:pt x="1584" y="413"/>
                </a:cubicBezTo>
                <a:cubicBezTo>
                  <a:pt x="1590" y="412"/>
                  <a:pt x="1592" y="412"/>
                  <a:pt x="1594" y="412"/>
                </a:cubicBezTo>
                <a:cubicBezTo>
                  <a:pt x="1595" y="411"/>
                  <a:pt x="1597" y="411"/>
                  <a:pt x="1601" y="409"/>
                </a:cubicBezTo>
                <a:cubicBezTo>
                  <a:pt x="1611" y="405"/>
                  <a:pt x="1620" y="398"/>
                  <a:pt x="1624" y="396"/>
                </a:cubicBezTo>
                <a:cubicBezTo>
                  <a:pt x="1626" y="395"/>
                  <a:pt x="1631" y="391"/>
                  <a:pt x="1636" y="387"/>
                </a:cubicBezTo>
                <a:cubicBezTo>
                  <a:pt x="1640" y="384"/>
                  <a:pt x="1644" y="380"/>
                  <a:pt x="1644" y="380"/>
                </a:cubicBezTo>
                <a:cubicBezTo>
                  <a:pt x="1643" y="379"/>
                  <a:pt x="1643" y="379"/>
                  <a:pt x="1643" y="379"/>
                </a:cubicBezTo>
                <a:cubicBezTo>
                  <a:pt x="1644" y="380"/>
                  <a:pt x="1644" y="380"/>
                  <a:pt x="1644" y="380"/>
                </a:cubicBezTo>
                <a:cubicBezTo>
                  <a:pt x="1653" y="375"/>
                  <a:pt x="1669" y="373"/>
                  <a:pt x="1682" y="372"/>
                </a:cubicBezTo>
                <a:cubicBezTo>
                  <a:pt x="1691" y="371"/>
                  <a:pt x="1697" y="370"/>
                  <a:pt x="1703" y="370"/>
                </a:cubicBezTo>
                <a:cubicBezTo>
                  <a:pt x="1706" y="370"/>
                  <a:pt x="1709" y="370"/>
                  <a:pt x="1712" y="370"/>
                </a:cubicBezTo>
                <a:cubicBezTo>
                  <a:pt x="1725" y="372"/>
                  <a:pt x="1731" y="377"/>
                  <a:pt x="1738" y="380"/>
                </a:cubicBezTo>
                <a:cubicBezTo>
                  <a:pt x="1741" y="381"/>
                  <a:pt x="1742" y="382"/>
                  <a:pt x="1744" y="384"/>
                </a:cubicBezTo>
                <a:cubicBezTo>
                  <a:pt x="1745" y="385"/>
                  <a:pt x="1747" y="386"/>
                  <a:pt x="1751" y="388"/>
                </a:cubicBezTo>
                <a:cubicBezTo>
                  <a:pt x="1756" y="389"/>
                  <a:pt x="1759" y="391"/>
                  <a:pt x="1762" y="392"/>
                </a:cubicBezTo>
                <a:cubicBezTo>
                  <a:pt x="1765" y="394"/>
                  <a:pt x="1767" y="395"/>
                  <a:pt x="1767" y="395"/>
                </a:cubicBezTo>
                <a:cubicBezTo>
                  <a:pt x="1768" y="393"/>
                  <a:pt x="1768" y="393"/>
                  <a:pt x="1768" y="393"/>
                </a:cubicBezTo>
                <a:cubicBezTo>
                  <a:pt x="1768" y="393"/>
                  <a:pt x="1761" y="389"/>
                  <a:pt x="1752" y="386"/>
                </a:cubicBezTo>
                <a:cubicBezTo>
                  <a:pt x="1748" y="384"/>
                  <a:pt x="1746" y="383"/>
                  <a:pt x="1745" y="382"/>
                </a:cubicBezTo>
                <a:cubicBezTo>
                  <a:pt x="1744" y="381"/>
                  <a:pt x="1742" y="379"/>
                  <a:pt x="1739" y="378"/>
                </a:cubicBezTo>
                <a:cubicBezTo>
                  <a:pt x="1732" y="375"/>
                  <a:pt x="1726" y="370"/>
                  <a:pt x="1712" y="368"/>
                </a:cubicBezTo>
                <a:cubicBezTo>
                  <a:pt x="1709" y="368"/>
                  <a:pt x="1706" y="368"/>
                  <a:pt x="1703" y="368"/>
                </a:cubicBezTo>
                <a:cubicBezTo>
                  <a:pt x="1697" y="368"/>
                  <a:pt x="1691" y="369"/>
                  <a:pt x="1682" y="369"/>
                </a:cubicBezTo>
                <a:cubicBezTo>
                  <a:pt x="1669" y="371"/>
                  <a:pt x="1653" y="372"/>
                  <a:pt x="1643" y="378"/>
                </a:cubicBezTo>
                <a:cubicBezTo>
                  <a:pt x="1643" y="378"/>
                  <a:pt x="1643" y="378"/>
                  <a:pt x="1643" y="378"/>
                </a:cubicBezTo>
                <a:cubicBezTo>
                  <a:pt x="1642" y="378"/>
                  <a:pt x="1642" y="378"/>
                  <a:pt x="1642" y="378"/>
                </a:cubicBezTo>
                <a:cubicBezTo>
                  <a:pt x="1642" y="378"/>
                  <a:pt x="1639" y="382"/>
                  <a:pt x="1634" y="386"/>
                </a:cubicBezTo>
                <a:cubicBezTo>
                  <a:pt x="1630" y="389"/>
                  <a:pt x="1625" y="393"/>
                  <a:pt x="1623" y="394"/>
                </a:cubicBezTo>
                <a:cubicBezTo>
                  <a:pt x="1618" y="396"/>
                  <a:pt x="1610" y="403"/>
                  <a:pt x="1601" y="407"/>
                </a:cubicBezTo>
                <a:cubicBezTo>
                  <a:pt x="1596" y="409"/>
                  <a:pt x="1595" y="409"/>
                  <a:pt x="1593" y="410"/>
                </a:cubicBezTo>
                <a:cubicBezTo>
                  <a:pt x="1592" y="410"/>
                  <a:pt x="1590" y="410"/>
                  <a:pt x="1584" y="410"/>
                </a:cubicBezTo>
                <a:cubicBezTo>
                  <a:pt x="1578" y="411"/>
                  <a:pt x="1576" y="412"/>
                  <a:pt x="1574" y="413"/>
                </a:cubicBezTo>
                <a:cubicBezTo>
                  <a:pt x="1573" y="413"/>
                  <a:pt x="1573" y="413"/>
                  <a:pt x="1573" y="414"/>
                </a:cubicBezTo>
                <a:cubicBezTo>
                  <a:pt x="1572" y="414"/>
                  <a:pt x="1572" y="414"/>
                  <a:pt x="1572" y="414"/>
                </a:cubicBezTo>
                <a:cubicBezTo>
                  <a:pt x="1572" y="415"/>
                  <a:pt x="1572" y="415"/>
                  <a:pt x="1572" y="415"/>
                </a:cubicBezTo>
                <a:cubicBezTo>
                  <a:pt x="1572" y="414"/>
                  <a:pt x="1572" y="414"/>
                  <a:pt x="1572" y="414"/>
                </a:cubicBezTo>
                <a:cubicBezTo>
                  <a:pt x="1570" y="415"/>
                  <a:pt x="1565" y="417"/>
                  <a:pt x="1560" y="418"/>
                </a:cubicBezTo>
                <a:cubicBezTo>
                  <a:pt x="1556" y="419"/>
                  <a:pt x="1551" y="420"/>
                  <a:pt x="1551" y="420"/>
                </a:cubicBezTo>
                <a:cubicBezTo>
                  <a:pt x="1552" y="422"/>
                  <a:pt x="1552" y="422"/>
                  <a:pt x="1552" y="422"/>
                </a:cubicBezTo>
                <a:moveTo>
                  <a:pt x="1768" y="394"/>
                </a:moveTo>
                <a:cubicBezTo>
                  <a:pt x="1768" y="378"/>
                  <a:pt x="1768" y="378"/>
                  <a:pt x="1768" y="378"/>
                </a:cubicBezTo>
                <a:cubicBezTo>
                  <a:pt x="1789" y="378"/>
                  <a:pt x="1789" y="378"/>
                  <a:pt x="1789" y="378"/>
                </a:cubicBezTo>
                <a:cubicBezTo>
                  <a:pt x="1789" y="393"/>
                  <a:pt x="1789" y="393"/>
                  <a:pt x="1789" y="393"/>
                </a:cubicBezTo>
                <a:cubicBezTo>
                  <a:pt x="1791" y="393"/>
                  <a:pt x="1791" y="393"/>
                  <a:pt x="1791" y="393"/>
                </a:cubicBezTo>
                <a:cubicBezTo>
                  <a:pt x="1791" y="375"/>
                  <a:pt x="1791" y="375"/>
                  <a:pt x="1791" y="375"/>
                </a:cubicBezTo>
                <a:cubicBezTo>
                  <a:pt x="1765" y="375"/>
                  <a:pt x="1765" y="375"/>
                  <a:pt x="1765" y="375"/>
                </a:cubicBezTo>
                <a:cubicBezTo>
                  <a:pt x="1765" y="394"/>
                  <a:pt x="1765" y="394"/>
                  <a:pt x="1765" y="394"/>
                </a:cubicBezTo>
                <a:cubicBezTo>
                  <a:pt x="1768" y="394"/>
                  <a:pt x="1768" y="394"/>
                  <a:pt x="1768" y="394"/>
                </a:cubicBezTo>
                <a:moveTo>
                  <a:pt x="1854" y="435"/>
                </a:moveTo>
                <a:cubicBezTo>
                  <a:pt x="1854" y="403"/>
                  <a:pt x="1854" y="403"/>
                  <a:pt x="1854" y="403"/>
                </a:cubicBezTo>
                <a:cubicBezTo>
                  <a:pt x="1860" y="402"/>
                  <a:pt x="1860" y="402"/>
                  <a:pt x="1860" y="402"/>
                </a:cubicBezTo>
                <a:cubicBezTo>
                  <a:pt x="1881" y="403"/>
                  <a:pt x="1881" y="403"/>
                  <a:pt x="1881" y="403"/>
                </a:cubicBezTo>
                <a:cubicBezTo>
                  <a:pt x="1881" y="434"/>
                  <a:pt x="1881" y="434"/>
                  <a:pt x="1881" y="434"/>
                </a:cubicBezTo>
                <a:cubicBezTo>
                  <a:pt x="1883" y="434"/>
                  <a:pt x="1883" y="434"/>
                  <a:pt x="1883" y="434"/>
                </a:cubicBezTo>
                <a:cubicBezTo>
                  <a:pt x="1883" y="401"/>
                  <a:pt x="1883" y="401"/>
                  <a:pt x="1883" y="401"/>
                </a:cubicBezTo>
                <a:cubicBezTo>
                  <a:pt x="1860" y="399"/>
                  <a:pt x="1860" y="399"/>
                  <a:pt x="1860" y="399"/>
                </a:cubicBezTo>
                <a:cubicBezTo>
                  <a:pt x="1853" y="402"/>
                  <a:pt x="1853" y="402"/>
                  <a:pt x="1853" y="402"/>
                </a:cubicBezTo>
                <a:cubicBezTo>
                  <a:pt x="1852" y="402"/>
                  <a:pt x="1852" y="402"/>
                  <a:pt x="1852" y="402"/>
                </a:cubicBezTo>
                <a:cubicBezTo>
                  <a:pt x="1852" y="435"/>
                  <a:pt x="1852" y="435"/>
                  <a:pt x="1852" y="435"/>
                </a:cubicBezTo>
                <a:cubicBezTo>
                  <a:pt x="1854" y="435"/>
                  <a:pt x="1854" y="435"/>
                  <a:pt x="1854" y="435"/>
                </a:cubicBezTo>
                <a:moveTo>
                  <a:pt x="1810" y="401"/>
                </a:moveTo>
                <a:cubicBezTo>
                  <a:pt x="1809" y="400"/>
                  <a:pt x="1809" y="400"/>
                  <a:pt x="1809" y="400"/>
                </a:cubicBezTo>
                <a:cubicBezTo>
                  <a:pt x="1809" y="401"/>
                  <a:pt x="1809" y="401"/>
                  <a:pt x="1809" y="401"/>
                </a:cubicBezTo>
                <a:cubicBezTo>
                  <a:pt x="1810" y="401"/>
                  <a:pt x="1810" y="401"/>
                  <a:pt x="1810" y="401"/>
                </a:cubicBezTo>
                <a:cubicBezTo>
                  <a:pt x="1809" y="400"/>
                  <a:pt x="1809" y="400"/>
                  <a:pt x="1809" y="400"/>
                </a:cubicBezTo>
                <a:cubicBezTo>
                  <a:pt x="1809" y="401"/>
                  <a:pt x="1809" y="401"/>
                  <a:pt x="1809" y="401"/>
                </a:cubicBezTo>
                <a:cubicBezTo>
                  <a:pt x="1810" y="401"/>
                  <a:pt x="1811" y="401"/>
                  <a:pt x="1817" y="404"/>
                </a:cubicBezTo>
                <a:cubicBezTo>
                  <a:pt x="1819" y="405"/>
                  <a:pt x="1821" y="406"/>
                  <a:pt x="1822" y="407"/>
                </a:cubicBezTo>
                <a:cubicBezTo>
                  <a:pt x="1824" y="408"/>
                  <a:pt x="1825" y="409"/>
                  <a:pt x="1827" y="409"/>
                </a:cubicBezTo>
                <a:cubicBezTo>
                  <a:pt x="1829" y="409"/>
                  <a:pt x="1829" y="409"/>
                  <a:pt x="1829" y="409"/>
                </a:cubicBezTo>
                <a:cubicBezTo>
                  <a:pt x="1830" y="409"/>
                  <a:pt x="1832" y="409"/>
                  <a:pt x="1833" y="409"/>
                </a:cubicBezTo>
                <a:cubicBezTo>
                  <a:pt x="1837" y="409"/>
                  <a:pt x="1839" y="409"/>
                  <a:pt x="1844" y="410"/>
                </a:cubicBezTo>
                <a:cubicBezTo>
                  <a:pt x="1847" y="410"/>
                  <a:pt x="1849" y="411"/>
                  <a:pt x="1850" y="411"/>
                </a:cubicBezTo>
                <a:cubicBezTo>
                  <a:pt x="1852" y="411"/>
                  <a:pt x="1852" y="412"/>
                  <a:pt x="1852" y="412"/>
                </a:cubicBezTo>
                <a:cubicBezTo>
                  <a:pt x="1853" y="409"/>
                  <a:pt x="1853" y="409"/>
                  <a:pt x="1853" y="409"/>
                </a:cubicBezTo>
                <a:cubicBezTo>
                  <a:pt x="1853" y="409"/>
                  <a:pt x="1850" y="409"/>
                  <a:pt x="1844" y="408"/>
                </a:cubicBezTo>
                <a:cubicBezTo>
                  <a:pt x="1840" y="407"/>
                  <a:pt x="1837" y="406"/>
                  <a:pt x="1833" y="406"/>
                </a:cubicBezTo>
                <a:cubicBezTo>
                  <a:pt x="1832" y="406"/>
                  <a:pt x="1830" y="406"/>
                  <a:pt x="1829" y="406"/>
                </a:cubicBezTo>
                <a:cubicBezTo>
                  <a:pt x="1827" y="406"/>
                  <a:pt x="1827" y="406"/>
                  <a:pt x="1827" y="406"/>
                </a:cubicBezTo>
                <a:cubicBezTo>
                  <a:pt x="1825" y="406"/>
                  <a:pt x="1825" y="406"/>
                  <a:pt x="1823" y="405"/>
                </a:cubicBezTo>
                <a:cubicBezTo>
                  <a:pt x="1822" y="405"/>
                  <a:pt x="1821" y="403"/>
                  <a:pt x="1818" y="402"/>
                </a:cubicBezTo>
                <a:cubicBezTo>
                  <a:pt x="1812" y="399"/>
                  <a:pt x="1810" y="399"/>
                  <a:pt x="1809" y="399"/>
                </a:cubicBezTo>
                <a:cubicBezTo>
                  <a:pt x="1809" y="399"/>
                  <a:pt x="1809" y="399"/>
                  <a:pt x="1809" y="399"/>
                </a:cubicBezTo>
                <a:cubicBezTo>
                  <a:pt x="1810" y="401"/>
                  <a:pt x="1810" y="401"/>
                  <a:pt x="1810" y="401"/>
                </a:cubicBezTo>
                <a:moveTo>
                  <a:pt x="1828" y="408"/>
                </a:moveTo>
                <a:cubicBezTo>
                  <a:pt x="1828" y="392"/>
                  <a:pt x="1828" y="392"/>
                  <a:pt x="1828" y="392"/>
                </a:cubicBezTo>
                <a:cubicBezTo>
                  <a:pt x="1839" y="392"/>
                  <a:pt x="1839" y="392"/>
                  <a:pt x="1839" y="392"/>
                </a:cubicBezTo>
                <a:cubicBezTo>
                  <a:pt x="1839" y="389"/>
                  <a:pt x="1839" y="389"/>
                  <a:pt x="1839" y="389"/>
                </a:cubicBezTo>
                <a:cubicBezTo>
                  <a:pt x="1850" y="389"/>
                  <a:pt x="1850" y="389"/>
                  <a:pt x="1850" y="389"/>
                </a:cubicBezTo>
                <a:cubicBezTo>
                  <a:pt x="1850" y="393"/>
                  <a:pt x="1850" y="393"/>
                  <a:pt x="1850" y="393"/>
                </a:cubicBezTo>
                <a:cubicBezTo>
                  <a:pt x="1858" y="393"/>
                  <a:pt x="1858" y="393"/>
                  <a:pt x="1858" y="393"/>
                </a:cubicBezTo>
                <a:cubicBezTo>
                  <a:pt x="1858" y="401"/>
                  <a:pt x="1858" y="401"/>
                  <a:pt x="1858" y="401"/>
                </a:cubicBezTo>
                <a:cubicBezTo>
                  <a:pt x="1860" y="401"/>
                  <a:pt x="1860" y="401"/>
                  <a:pt x="1860" y="401"/>
                </a:cubicBezTo>
                <a:cubicBezTo>
                  <a:pt x="1860" y="392"/>
                  <a:pt x="1860" y="392"/>
                  <a:pt x="1860" y="392"/>
                </a:cubicBezTo>
                <a:cubicBezTo>
                  <a:pt x="1860" y="391"/>
                  <a:pt x="1860" y="391"/>
                  <a:pt x="1860" y="391"/>
                </a:cubicBezTo>
                <a:cubicBezTo>
                  <a:pt x="1852" y="391"/>
                  <a:pt x="1852" y="391"/>
                  <a:pt x="1852" y="391"/>
                </a:cubicBezTo>
                <a:cubicBezTo>
                  <a:pt x="1852" y="386"/>
                  <a:pt x="1852" y="386"/>
                  <a:pt x="1852" y="386"/>
                </a:cubicBezTo>
                <a:cubicBezTo>
                  <a:pt x="1837" y="386"/>
                  <a:pt x="1837" y="386"/>
                  <a:pt x="1837" y="386"/>
                </a:cubicBezTo>
                <a:cubicBezTo>
                  <a:pt x="1837" y="390"/>
                  <a:pt x="1837" y="390"/>
                  <a:pt x="1837" y="390"/>
                </a:cubicBezTo>
                <a:cubicBezTo>
                  <a:pt x="1826" y="390"/>
                  <a:pt x="1826" y="390"/>
                  <a:pt x="1826" y="390"/>
                </a:cubicBezTo>
                <a:cubicBezTo>
                  <a:pt x="1826" y="408"/>
                  <a:pt x="1826" y="408"/>
                  <a:pt x="1826" y="408"/>
                </a:cubicBezTo>
                <a:cubicBezTo>
                  <a:pt x="1828" y="408"/>
                  <a:pt x="1828" y="408"/>
                  <a:pt x="1828" y="408"/>
                </a:cubicBezTo>
                <a:moveTo>
                  <a:pt x="1859" y="427"/>
                </a:moveTo>
                <a:cubicBezTo>
                  <a:pt x="1861" y="427"/>
                  <a:pt x="1861" y="427"/>
                  <a:pt x="1861" y="427"/>
                </a:cubicBezTo>
                <a:cubicBezTo>
                  <a:pt x="1861" y="401"/>
                  <a:pt x="1861" y="401"/>
                  <a:pt x="1861" y="401"/>
                </a:cubicBezTo>
                <a:cubicBezTo>
                  <a:pt x="1859" y="401"/>
                  <a:pt x="1859" y="401"/>
                  <a:pt x="1859" y="401"/>
                </a:cubicBezTo>
                <a:lnTo>
                  <a:pt x="1859" y="427"/>
                </a:lnTo>
                <a:close/>
                <a:moveTo>
                  <a:pt x="1485" y="440"/>
                </a:moveTo>
                <a:cubicBezTo>
                  <a:pt x="1492" y="440"/>
                  <a:pt x="1492" y="440"/>
                  <a:pt x="1492" y="440"/>
                </a:cubicBezTo>
                <a:cubicBezTo>
                  <a:pt x="1492" y="438"/>
                  <a:pt x="1492" y="438"/>
                  <a:pt x="1492" y="438"/>
                </a:cubicBezTo>
                <a:cubicBezTo>
                  <a:pt x="1485" y="438"/>
                  <a:pt x="1485" y="438"/>
                  <a:pt x="1485" y="438"/>
                </a:cubicBezTo>
                <a:lnTo>
                  <a:pt x="1485" y="440"/>
                </a:lnTo>
                <a:close/>
                <a:moveTo>
                  <a:pt x="1603" y="510"/>
                </a:moveTo>
                <a:cubicBezTo>
                  <a:pt x="1603" y="501"/>
                  <a:pt x="1603" y="501"/>
                  <a:pt x="1603" y="501"/>
                </a:cubicBezTo>
                <a:cubicBezTo>
                  <a:pt x="1624" y="501"/>
                  <a:pt x="1624" y="501"/>
                  <a:pt x="1624" y="501"/>
                </a:cubicBezTo>
                <a:cubicBezTo>
                  <a:pt x="1624" y="517"/>
                  <a:pt x="1624" y="517"/>
                  <a:pt x="1624" y="517"/>
                </a:cubicBezTo>
                <a:cubicBezTo>
                  <a:pt x="1626" y="517"/>
                  <a:pt x="1626" y="517"/>
                  <a:pt x="1626" y="517"/>
                </a:cubicBezTo>
                <a:cubicBezTo>
                  <a:pt x="1626" y="499"/>
                  <a:pt x="1626" y="499"/>
                  <a:pt x="1626" y="499"/>
                </a:cubicBezTo>
                <a:cubicBezTo>
                  <a:pt x="1601" y="499"/>
                  <a:pt x="1601" y="499"/>
                  <a:pt x="1601" y="499"/>
                </a:cubicBezTo>
                <a:cubicBezTo>
                  <a:pt x="1601" y="510"/>
                  <a:pt x="1601" y="510"/>
                  <a:pt x="1601" y="510"/>
                </a:cubicBezTo>
                <a:cubicBezTo>
                  <a:pt x="1603" y="510"/>
                  <a:pt x="1603" y="510"/>
                  <a:pt x="1603" y="510"/>
                </a:cubicBezTo>
                <a:moveTo>
                  <a:pt x="1625" y="501"/>
                </a:moveTo>
                <a:cubicBezTo>
                  <a:pt x="1633" y="508"/>
                  <a:pt x="1633" y="508"/>
                  <a:pt x="1633" y="508"/>
                </a:cubicBezTo>
                <a:cubicBezTo>
                  <a:pt x="1633" y="544"/>
                  <a:pt x="1633" y="544"/>
                  <a:pt x="1633" y="544"/>
                </a:cubicBezTo>
                <a:cubicBezTo>
                  <a:pt x="1635" y="544"/>
                  <a:pt x="1635" y="544"/>
                  <a:pt x="1635" y="544"/>
                </a:cubicBezTo>
                <a:cubicBezTo>
                  <a:pt x="1635" y="507"/>
                  <a:pt x="1635" y="507"/>
                  <a:pt x="1635" y="507"/>
                </a:cubicBezTo>
                <a:cubicBezTo>
                  <a:pt x="1626" y="499"/>
                  <a:pt x="1626" y="499"/>
                  <a:pt x="1626" y="499"/>
                </a:cubicBezTo>
                <a:cubicBezTo>
                  <a:pt x="1625" y="501"/>
                  <a:pt x="1625" y="501"/>
                  <a:pt x="1625" y="501"/>
                </a:cubicBezTo>
                <a:moveTo>
                  <a:pt x="2022" y="519"/>
                </a:moveTo>
                <a:cubicBezTo>
                  <a:pt x="2022" y="440"/>
                  <a:pt x="2022" y="440"/>
                  <a:pt x="2022" y="440"/>
                </a:cubicBezTo>
                <a:cubicBezTo>
                  <a:pt x="2033" y="440"/>
                  <a:pt x="2033" y="440"/>
                  <a:pt x="2033" y="440"/>
                </a:cubicBezTo>
                <a:cubicBezTo>
                  <a:pt x="2033" y="433"/>
                  <a:pt x="2033" y="433"/>
                  <a:pt x="2033" y="433"/>
                </a:cubicBezTo>
                <a:cubicBezTo>
                  <a:pt x="2047" y="433"/>
                  <a:pt x="2047" y="433"/>
                  <a:pt x="2047" y="433"/>
                </a:cubicBezTo>
                <a:cubicBezTo>
                  <a:pt x="2047" y="431"/>
                  <a:pt x="2047" y="431"/>
                  <a:pt x="2047" y="431"/>
                </a:cubicBezTo>
                <a:cubicBezTo>
                  <a:pt x="2031" y="431"/>
                  <a:pt x="2031" y="431"/>
                  <a:pt x="2031" y="431"/>
                </a:cubicBezTo>
                <a:cubicBezTo>
                  <a:pt x="2031" y="438"/>
                  <a:pt x="2031" y="438"/>
                  <a:pt x="2031" y="438"/>
                </a:cubicBezTo>
                <a:cubicBezTo>
                  <a:pt x="2020" y="438"/>
                  <a:pt x="2020" y="438"/>
                  <a:pt x="2020" y="438"/>
                </a:cubicBezTo>
                <a:cubicBezTo>
                  <a:pt x="2020" y="519"/>
                  <a:pt x="2020" y="519"/>
                  <a:pt x="2020" y="519"/>
                </a:cubicBezTo>
                <a:cubicBezTo>
                  <a:pt x="2022" y="519"/>
                  <a:pt x="2022" y="519"/>
                  <a:pt x="2022" y="519"/>
                </a:cubicBezTo>
                <a:moveTo>
                  <a:pt x="2028" y="545"/>
                </a:moveTo>
                <a:cubicBezTo>
                  <a:pt x="2030" y="545"/>
                  <a:pt x="2030" y="545"/>
                  <a:pt x="2030" y="545"/>
                </a:cubicBezTo>
                <a:cubicBezTo>
                  <a:pt x="2030" y="465"/>
                  <a:pt x="2030" y="465"/>
                  <a:pt x="2030" y="465"/>
                </a:cubicBezTo>
                <a:cubicBezTo>
                  <a:pt x="2028" y="465"/>
                  <a:pt x="2028" y="465"/>
                  <a:pt x="2028" y="465"/>
                </a:cubicBezTo>
                <a:lnTo>
                  <a:pt x="2028" y="545"/>
                </a:lnTo>
                <a:close/>
                <a:moveTo>
                  <a:pt x="1883" y="420"/>
                </a:moveTo>
                <a:cubicBezTo>
                  <a:pt x="1883" y="420"/>
                  <a:pt x="1905" y="416"/>
                  <a:pt x="1911" y="415"/>
                </a:cubicBezTo>
                <a:cubicBezTo>
                  <a:pt x="1928" y="412"/>
                  <a:pt x="1938" y="411"/>
                  <a:pt x="1945" y="411"/>
                </a:cubicBezTo>
                <a:cubicBezTo>
                  <a:pt x="1957" y="411"/>
                  <a:pt x="1961" y="413"/>
                  <a:pt x="1969" y="415"/>
                </a:cubicBezTo>
                <a:cubicBezTo>
                  <a:pt x="1983" y="417"/>
                  <a:pt x="1990" y="417"/>
                  <a:pt x="2004" y="418"/>
                </a:cubicBezTo>
                <a:cubicBezTo>
                  <a:pt x="2007" y="419"/>
                  <a:pt x="2009" y="419"/>
                  <a:pt x="2011" y="419"/>
                </a:cubicBezTo>
                <a:cubicBezTo>
                  <a:pt x="2019" y="419"/>
                  <a:pt x="2021" y="417"/>
                  <a:pt x="2024" y="416"/>
                </a:cubicBezTo>
                <a:cubicBezTo>
                  <a:pt x="2026" y="416"/>
                  <a:pt x="2027" y="414"/>
                  <a:pt x="2029" y="413"/>
                </a:cubicBezTo>
                <a:cubicBezTo>
                  <a:pt x="2031" y="412"/>
                  <a:pt x="2033" y="411"/>
                  <a:pt x="2035" y="411"/>
                </a:cubicBezTo>
                <a:cubicBezTo>
                  <a:pt x="2036" y="411"/>
                  <a:pt x="2036" y="411"/>
                  <a:pt x="2036" y="411"/>
                </a:cubicBezTo>
                <a:cubicBezTo>
                  <a:pt x="2038" y="412"/>
                  <a:pt x="2041" y="412"/>
                  <a:pt x="2043" y="412"/>
                </a:cubicBezTo>
                <a:cubicBezTo>
                  <a:pt x="2045" y="412"/>
                  <a:pt x="2047" y="412"/>
                  <a:pt x="2047" y="412"/>
                </a:cubicBezTo>
                <a:cubicBezTo>
                  <a:pt x="2047" y="409"/>
                  <a:pt x="2047" y="409"/>
                  <a:pt x="2047" y="409"/>
                </a:cubicBezTo>
                <a:cubicBezTo>
                  <a:pt x="2047" y="409"/>
                  <a:pt x="2045" y="409"/>
                  <a:pt x="2043" y="409"/>
                </a:cubicBezTo>
                <a:cubicBezTo>
                  <a:pt x="2041" y="409"/>
                  <a:pt x="2038" y="409"/>
                  <a:pt x="2036" y="409"/>
                </a:cubicBezTo>
                <a:cubicBezTo>
                  <a:pt x="2035" y="409"/>
                  <a:pt x="2035" y="409"/>
                  <a:pt x="2035" y="409"/>
                </a:cubicBezTo>
                <a:cubicBezTo>
                  <a:pt x="2032" y="409"/>
                  <a:pt x="2030" y="410"/>
                  <a:pt x="2028" y="412"/>
                </a:cubicBezTo>
                <a:cubicBezTo>
                  <a:pt x="2026" y="413"/>
                  <a:pt x="2025" y="414"/>
                  <a:pt x="2023" y="414"/>
                </a:cubicBezTo>
                <a:cubicBezTo>
                  <a:pt x="2020" y="415"/>
                  <a:pt x="2019" y="417"/>
                  <a:pt x="2011" y="417"/>
                </a:cubicBezTo>
                <a:cubicBezTo>
                  <a:pt x="2009" y="417"/>
                  <a:pt x="2007" y="417"/>
                  <a:pt x="2004" y="416"/>
                </a:cubicBezTo>
                <a:cubicBezTo>
                  <a:pt x="1991" y="415"/>
                  <a:pt x="1983" y="415"/>
                  <a:pt x="1969" y="412"/>
                </a:cubicBezTo>
                <a:cubicBezTo>
                  <a:pt x="1961" y="411"/>
                  <a:pt x="1957" y="408"/>
                  <a:pt x="1945" y="408"/>
                </a:cubicBezTo>
                <a:cubicBezTo>
                  <a:pt x="1938" y="408"/>
                  <a:pt x="1927" y="409"/>
                  <a:pt x="1911" y="413"/>
                </a:cubicBezTo>
                <a:cubicBezTo>
                  <a:pt x="1908" y="413"/>
                  <a:pt x="1901" y="415"/>
                  <a:pt x="1894" y="416"/>
                </a:cubicBezTo>
                <a:cubicBezTo>
                  <a:pt x="1888" y="417"/>
                  <a:pt x="1882" y="418"/>
                  <a:pt x="1882" y="418"/>
                </a:cubicBezTo>
                <a:cubicBezTo>
                  <a:pt x="1883" y="420"/>
                  <a:pt x="1883" y="420"/>
                  <a:pt x="1883" y="420"/>
                </a:cubicBezTo>
                <a:moveTo>
                  <a:pt x="2084" y="402"/>
                </a:moveTo>
                <a:cubicBezTo>
                  <a:pt x="2087" y="397"/>
                  <a:pt x="2096" y="393"/>
                  <a:pt x="2102" y="392"/>
                </a:cubicBezTo>
                <a:cubicBezTo>
                  <a:pt x="2108" y="390"/>
                  <a:pt x="2112" y="389"/>
                  <a:pt x="2120" y="389"/>
                </a:cubicBezTo>
                <a:cubicBezTo>
                  <a:pt x="2128" y="388"/>
                  <a:pt x="2139" y="383"/>
                  <a:pt x="2142" y="381"/>
                </a:cubicBezTo>
                <a:cubicBezTo>
                  <a:pt x="2146" y="380"/>
                  <a:pt x="2157" y="372"/>
                  <a:pt x="2160" y="370"/>
                </a:cubicBezTo>
                <a:cubicBezTo>
                  <a:pt x="2161" y="368"/>
                  <a:pt x="2164" y="365"/>
                  <a:pt x="2168" y="362"/>
                </a:cubicBezTo>
                <a:cubicBezTo>
                  <a:pt x="2172" y="359"/>
                  <a:pt x="2176" y="356"/>
                  <a:pt x="2181" y="355"/>
                </a:cubicBezTo>
                <a:cubicBezTo>
                  <a:pt x="2186" y="354"/>
                  <a:pt x="2189" y="351"/>
                  <a:pt x="2193" y="348"/>
                </a:cubicBezTo>
                <a:cubicBezTo>
                  <a:pt x="2197" y="345"/>
                  <a:pt x="2201" y="343"/>
                  <a:pt x="2207" y="343"/>
                </a:cubicBezTo>
                <a:cubicBezTo>
                  <a:pt x="2209" y="343"/>
                  <a:pt x="2209" y="343"/>
                  <a:pt x="2209" y="343"/>
                </a:cubicBezTo>
                <a:cubicBezTo>
                  <a:pt x="2210" y="343"/>
                  <a:pt x="2211" y="343"/>
                  <a:pt x="2212" y="343"/>
                </a:cubicBezTo>
                <a:cubicBezTo>
                  <a:pt x="2214" y="343"/>
                  <a:pt x="2216" y="343"/>
                  <a:pt x="2217" y="342"/>
                </a:cubicBezTo>
                <a:cubicBezTo>
                  <a:pt x="2220" y="341"/>
                  <a:pt x="2220" y="340"/>
                  <a:pt x="2221" y="339"/>
                </a:cubicBezTo>
                <a:cubicBezTo>
                  <a:pt x="2222" y="338"/>
                  <a:pt x="2224" y="336"/>
                  <a:pt x="2227" y="336"/>
                </a:cubicBezTo>
                <a:cubicBezTo>
                  <a:pt x="2232" y="334"/>
                  <a:pt x="2235" y="331"/>
                  <a:pt x="2238" y="329"/>
                </a:cubicBezTo>
                <a:cubicBezTo>
                  <a:pt x="2239" y="328"/>
                  <a:pt x="2240" y="327"/>
                  <a:pt x="2241" y="326"/>
                </a:cubicBezTo>
                <a:cubicBezTo>
                  <a:pt x="2241" y="325"/>
                  <a:pt x="2242" y="325"/>
                  <a:pt x="2243" y="325"/>
                </a:cubicBezTo>
                <a:cubicBezTo>
                  <a:pt x="2246" y="325"/>
                  <a:pt x="2247" y="324"/>
                  <a:pt x="2248" y="324"/>
                </a:cubicBezTo>
                <a:cubicBezTo>
                  <a:pt x="2248" y="324"/>
                  <a:pt x="2250" y="323"/>
                  <a:pt x="2253" y="323"/>
                </a:cubicBezTo>
                <a:cubicBezTo>
                  <a:pt x="2255" y="323"/>
                  <a:pt x="2257" y="323"/>
                  <a:pt x="2260" y="323"/>
                </a:cubicBezTo>
                <a:cubicBezTo>
                  <a:pt x="2262" y="324"/>
                  <a:pt x="2264" y="324"/>
                  <a:pt x="2266" y="324"/>
                </a:cubicBezTo>
                <a:cubicBezTo>
                  <a:pt x="2278" y="324"/>
                  <a:pt x="2286" y="321"/>
                  <a:pt x="2290" y="321"/>
                </a:cubicBezTo>
                <a:cubicBezTo>
                  <a:pt x="2293" y="321"/>
                  <a:pt x="2297" y="319"/>
                  <a:pt x="2300" y="317"/>
                </a:cubicBezTo>
                <a:cubicBezTo>
                  <a:pt x="2303" y="316"/>
                  <a:pt x="2306" y="314"/>
                  <a:pt x="2308" y="313"/>
                </a:cubicBezTo>
                <a:cubicBezTo>
                  <a:pt x="2312" y="312"/>
                  <a:pt x="2317" y="309"/>
                  <a:pt x="2326" y="309"/>
                </a:cubicBezTo>
                <a:cubicBezTo>
                  <a:pt x="2328" y="309"/>
                  <a:pt x="2328" y="309"/>
                  <a:pt x="2328" y="309"/>
                </a:cubicBezTo>
                <a:cubicBezTo>
                  <a:pt x="2329" y="309"/>
                  <a:pt x="2330" y="309"/>
                  <a:pt x="2332" y="309"/>
                </a:cubicBezTo>
                <a:cubicBezTo>
                  <a:pt x="2340" y="309"/>
                  <a:pt x="2351" y="308"/>
                  <a:pt x="2358" y="308"/>
                </a:cubicBezTo>
                <a:cubicBezTo>
                  <a:pt x="2359" y="308"/>
                  <a:pt x="2360" y="308"/>
                  <a:pt x="2361" y="308"/>
                </a:cubicBezTo>
                <a:cubicBezTo>
                  <a:pt x="2364" y="308"/>
                  <a:pt x="2374" y="311"/>
                  <a:pt x="2383" y="313"/>
                </a:cubicBezTo>
                <a:cubicBezTo>
                  <a:pt x="2392" y="315"/>
                  <a:pt x="2401" y="318"/>
                  <a:pt x="2404" y="318"/>
                </a:cubicBezTo>
                <a:cubicBezTo>
                  <a:pt x="2409" y="319"/>
                  <a:pt x="2427" y="321"/>
                  <a:pt x="2434" y="323"/>
                </a:cubicBezTo>
                <a:cubicBezTo>
                  <a:pt x="2442" y="324"/>
                  <a:pt x="2459" y="325"/>
                  <a:pt x="2469" y="330"/>
                </a:cubicBezTo>
                <a:cubicBezTo>
                  <a:pt x="2480" y="335"/>
                  <a:pt x="2492" y="336"/>
                  <a:pt x="2499" y="338"/>
                </a:cubicBezTo>
                <a:cubicBezTo>
                  <a:pt x="2503" y="339"/>
                  <a:pt x="2511" y="339"/>
                  <a:pt x="2519" y="340"/>
                </a:cubicBezTo>
                <a:cubicBezTo>
                  <a:pt x="2528" y="341"/>
                  <a:pt x="2536" y="342"/>
                  <a:pt x="2540" y="343"/>
                </a:cubicBezTo>
                <a:cubicBezTo>
                  <a:pt x="2544" y="344"/>
                  <a:pt x="2547" y="344"/>
                  <a:pt x="2551" y="344"/>
                </a:cubicBezTo>
                <a:cubicBezTo>
                  <a:pt x="2554" y="344"/>
                  <a:pt x="2557" y="344"/>
                  <a:pt x="2561" y="344"/>
                </a:cubicBezTo>
                <a:cubicBezTo>
                  <a:pt x="2566" y="343"/>
                  <a:pt x="2574" y="342"/>
                  <a:pt x="2583" y="342"/>
                </a:cubicBezTo>
                <a:cubicBezTo>
                  <a:pt x="2587" y="342"/>
                  <a:pt x="2591" y="342"/>
                  <a:pt x="2595" y="343"/>
                </a:cubicBezTo>
                <a:cubicBezTo>
                  <a:pt x="2600" y="344"/>
                  <a:pt x="2604" y="344"/>
                  <a:pt x="2608" y="344"/>
                </a:cubicBezTo>
                <a:cubicBezTo>
                  <a:pt x="2615" y="344"/>
                  <a:pt x="2620" y="343"/>
                  <a:pt x="2620" y="343"/>
                </a:cubicBezTo>
                <a:cubicBezTo>
                  <a:pt x="2620" y="341"/>
                  <a:pt x="2620" y="341"/>
                  <a:pt x="2620" y="341"/>
                </a:cubicBezTo>
                <a:cubicBezTo>
                  <a:pt x="2620" y="341"/>
                  <a:pt x="2619" y="341"/>
                  <a:pt x="2616" y="341"/>
                </a:cubicBezTo>
                <a:cubicBezTo>
                  <a:pt x="2614" y="342"/>
                  <a:pt x="2611" y="342"/>
                  <a:pt x="2608" y="342"/>
                </a:cubicBezTo>
                <a:cubicBezTo>
                  <a:pt x="2604" y="342"/>
                  <a:pt x="2600" y="342"/>
                  <a:pt x="2596" y="341"/>
                </a:cubicBezTo>
                <a:cubicBezTo>
                  <a:pt x="2591" y="340"/>
                  <a:pt x="2587" y="340"/>
                  <a:pt x="2583" y="340"/>
                </a:cubicBezTo>
                <a:cubicBezTo>
                  <a:pt x="2574" y="340"/>
                  <a:pt x="2566" y="341"/>
                  <a:pt x="2561" y="342"/>
                </a:cubicBezTo>
                <a:cubicBezTo>
                  <a:pt x="2557" y="342"/>
                  <a:pt x="2554" y="342"/>
                  <a:pt x="2551" y="342"/>
                </a:cubicBezTo>
                <a:cubicBezTo>
                  <a:pt x="2548" y="342"/>
                  <a:pt x="2545" y="342"/>
                  <a:pt x="2541" y="341"/>
                </a:cubicBezTo>
                <a:cubicBezTo>
                  <a:pt x="2536" y="340"/>
                  <a:pt x="2528" y="339"/>
                  <a:pt x="2519" y="338"/>
                </a:cubicBezTo>
                <a:cubicBezTo>
                  <a:pt x="2511" y="337"/>
                  <a:pt x="2503" y="336"/>
                  <a:pt x="2500" y="336"/>
                </a:cubicBezTo>
                <a:cubicBezTo>
                  <a:pt x="2493" y="334"/>
                  <a:pt x="2481" y="333"/>
                  <a:pt x="2470" y="328"/>
                </a:cubicBezTo>
                <a:cubicBezTo>
                  <a:pt x="2460" y="322"/>
                  <a:pt x="2443" y="322"/>
                  <a:pt x="2435" y="320"/>
                </a:cubicBezTo>
                <a:cubicBezTo>
                  <a:pt x="2427" y="319"/>
                  <a:pt x="2409" y="317"/>
                  <a:pt x="2404" y="316"/>
                </a:cubicBezTo>
                <a:cubicBezTo>
                  <a:pt x="2402" y="316"/>
                  <a:pt x="2393" y="313"/>
                  <a:pt x="2383" y="311"/>
                </a:cubicBezTo>
                <a:cubicBezTo>
                  <a:pt x="2374" y="309"/>
                  <a:pt x="2365" y="306"/>
                  <a:pt x="2361" y="306"/>
                </a:cubicBezTo>
                <a:cubicBezTo>
                  <a:pt x="2360" y="306"/>
                  <a:pt x="2359" y="306"/>
                  <a:pt x="2358" y="306"/>
                </a:cubicBezTo>
                <a:cubicBezTo>
                  <a:pt x="2351" y="306"/>
                  <a:pt x="2340" y="307"/>
                  <a:pt x="2332" y="307"/>
                </a:cubicBezTo>
                <a:cubicBezTo>
                  <a:pt x="2330" y="307"/>
                  <a:pt x="2329" y="307"/>
                  <a:pt x="2328" y="307"/>
                </a:cubicBezTo>
                <a:cubicBezTo>
                  <a:pt x="2326" y="307"/>
                  <a:pt x="2326" y="307"/>
                  <a:pt x="2326" y="307"/>
                </a:cubicBezTo>
                <a:cubicBezTo>
                  <a:pt x="2317" y="307"/>
                  <a:pt x="2311" y="311"/>
                  <a:pt x="2307" y="311"/>
                </a:cubicBezTo>
                <a:cubicBezTo>
                  <a:pt x="2305" y="312"/>
                  <a:pt x="2302" y="314"/>
                  <a:pt x="2299" y="316"/>
                </a:cubicBezTo>
                <a:cubicBezTo>
                  <a:pt x="2296" y="317"/>
                  <a:pt x="2292" y="319"/>
                  <a:pt x="2290" y="319"/>
                </a:cubicBezTo>
                <a:cubicBezTo>
                  <a:pt x="2285" y="319"/>
                  <a:pt x="2278" y="321"/>
                  <a:pt x="2266" y="321"/>
                </a:cubicBezTo>
                <a:cubicBezTo>
                  <a:pt x="2264" y="321"/>
                  <a:pt x="2262" y="321"/>
                  <a:pt x="2260" y="321"/>
                </a:cubicBezTo>
                <a:cubicBezTo>
                  <a:pt x="2257" y="321"/>
                  <a:pt x="2255" y="321"/>
                  <a:pt x="2253" y="321"/>
                </a:cubicBezTo>
                <a:cubicBezTo>
                  <a:pt x="2249" y="321"/>
                  <a:pt x="2248" y="321"/>
                  <a:pt x="2247" y="322"/>
                </a:cubicBezTo>
                <a:cubicBezTo>
                  <a:pt x="2245" y="323"/>
                  <a:pt x="2245" y="323"/>
                  <a:pt x="2243" y="323"/>
                </a:cubicBezTo>
                <a:cubicBezTo>
                  <a:pt x="2242" y="323"/>
                  <a:pt x="2240" y="324"/>
                  <a:pt x="2239" y="324"/>
                </a:cubicBezTo>
                <a:cubicBezTo>
                  <a:pt x="2236" y="327"/>
                  <a:pt x="2234" y="332"/>
                  <a:pt x="2226" y="333"/>
                </a:cubicBezTo>
                <a:cubicBezTo>
                  <a:pt x="2222" y="335"/>
                  <a:pt x="2220" y="337"/>
                  <a:pt x="2219" y="338"/>
                </a:cubicBezTo>
                <a:cubicBezTo>
                  <a:pt x="2218" y="339"/>
                  <a:pt x="2218" y="340"/>
                  <a:pt x="2217" y="340"/>
                </a:cubicBezTo>
                <a:cubicBezTo>
                  <a:pt x="2216" y="341"/>
                  <a:pt x="2214" y="341"/>
                  <a:pt x="2212" y="341"/>
                </a:cubicBezTo>
                <a:cubicBezTo>
                  <a:pt x="2211" y="341"/>
                  <a:pt x="2210" y="341"/>
                  <a:pt x="2209" y="341"/>
                </a:cubicBezTo>
                <a:cubicBezTo>
                  <a:pt x="2207" y="341"/>
                  <a:pt x="2207" y="341"/>
                  <a:pt x="2207" y="341"/>
                </a:cubicBezTo>
                <a:cubicBezTo>
                  <a:pt x="2201" y="341"/>
                  <a:pt x="2196" y="343"/>
                  <a:pt x="2192" y="346"/>
                </a:cubicBezTo>
                <a:cubicBezTo>
                  <a:pt x="2188" y="349"/>
                  <a:pt x="2185" y="352"/>
                  <a:pt x="2181" y="353"/>
                </a:cubicBezTo>
                <a:cubicBezTo>
                  <a:pt x="2175" y="354"/>
                  <a:pt x="2171" y="357"/>
                  <a:pt x="2167" y="360"/>
                </a:cubicBezTo>
                <a:cubicBezTo>
                  <a:pt x="2163" y="364"/>
                  <a:pt x="2160" y="367"/>
                  <a:pt x="2158" y="368"/>
                </a:cubicBezTo>
                <a:cubicBezTo>
                  <a:pt x="2155" y="370"/>
                  <a:pt x="2144" y="378"/>
                  <a:pt x="2141" y="380"/>
                </a:cubicBezTo>
                <a:cubicBezTo>
                  <a:pt x="2138" y="381"/>
                  <a:pt x="2127" y="386"/>
                  <a:pt x="2119" y="386"/>
                </a:cubicBezTo>
                <a:cubicBezTo>
                  <a:pt x="2112" y="387"/>
                  <a:pt x="2108" y="388"/>
                  <a:pt x="2102" y="389"/>
                </a:cubicBezTo>
                <a:cubicBezTo>
                  <a:pt x="2096" y="391"/>
                  <a:pt x="2085" y="394"/>
                  <a:pt x="2082" y="401"/>
                </a:cubicBezTo>
                <a:cubicBezTo>
                  <a:pt x="2084" y="402"/>
                  <a:pt x="2084" y="402"/>
                  <a:pt x="2084" y="402"/>
                </a:cubicBezTo>
                <a:moveTo>
                  <a:pt x="2684" y="332"/>
                </a:moveTo>
                <a:cubicBezTo>
                  <a:pt x="2684" y="332"/>
                  <a:pt x="2686" y="332"/>
                  <a:pt x="2689" y="333"/>
                </a:cubicBezTo>
                <a:cubicBezTo>
                  <a:pt x="2692" y="333"/>
                  <a:pt x="2696" y="334"/>
                  <a:pt x="2699" y="335"/>
                </a:cubicBezTo>
                <a:cubicBezTo>
                  <a:pt x="2703" y="336"/>
                  <a:pt x="2704" y="337"/>
                  <a:pt x="2706" y="337"/>
                </a:cubicBezTo>
                <a:cubicBezTo>
                  <a:pt x="2707" y="338"/>
                  <a:pt x="2709" y="339"/>
                  <a:pt x="2712" y="341"/>
                </a:cubicBezTo>
                <a:cubicBezTo>
                  <a:pt x="2719" y="345"/>
                  <a:pt x="2724" y="345"/>
                  <a:pt x="2724" y="345"/>
                </a:cubicBezTo>
                <a:cubicBezTo>
                  <a:pt x="2724" y="345"/>
                  <a:pt x="2724" y="345"/>
                  <a:pt x="2724" y="345"/>
                </a:cubicBezTo>
                <a:cubicBezTo>
                  <a:pt x="2724" y="345"/>
                  <a:pt x="2724" y="345"/>
                  <a:pt x="2724" y="345"/>
                </a:cubicBezTo>
                <a:cubicBezTo>
                  <a:pt x="2735" y="339"/>
                  <a:pt x="2745" y="338"/>
                  <a:pt x="2752" y="338"/>
                </a:cubicBezTo>
                <a:cubicBezTo>
                  <a:pt x="2754" y="338"/>
                  <a:pt x="2756" y="338"/>
                  <a:pt x="2757" y="338"/>
                </a:cubicBezTo>
                <a:cubicBezTo>
                  <a:pt x="2758" y="338"/>
                  <a:pt x="2759" y="338"/>
                  <a:pt x="2759" y="338"/>
                </a:cubicBezTo>
                <a:cubicBezTo>
                  <a:pt x="2759" y="336"/>
                  <a:pt x="2759" y="336"/>
                  <a:pt x="2759" y="336"/>
                </a:cubicBezTo>
                <a:cubicBezTo>
                  <a:pt x="2759" y="336"/>
                  <a:pt x="2756" y="336"/>
                  <a:pt x="2752" y="336"/>
                </a:cubicBezTo>
                <a:cubicBezTo>
                  <a:pt x="2745" y="336"/>
                  <a:pt x="2734" y="337"/>
                  <a:pt x="2723" y="343"/>
                </a:cubicBezTo>
                <a:cubicBezTo>
                  <a:pt x="2724" y="344"/>
                  <a:pt x="2724" y="344"/>
                  <a:pt x="2724" y="344"/>
                </a:cubicBezTo>
                <a:cubicBezTo>
                  <a:pt x="2724" y="343"/>
                  <a:pt x="2724" y="343"/>
                  <a:pt x="2724" y="343"/>
                </a:cubicBezTo>
                <a:cubicBezTo>
                  <a:pt x="2723" y="343"/>
                  <a:pt x="2723" y="343"/>
                  <a:pt x="2723" y="343"/>
                </a:cubicBezTo>
                <a:cubicBezTo>
                  <a:pt x="2722" y="343"/>
                  <a:pt x="2718" y="342"/>
                  <a:pt x="2713" y="339"/>
                </a:cubicBezTo>
                <a:cubicBezTo>
                  <a:pt x="2710" y="337"/>
                  <a:pt x="2708" y="336"/>
                  <a:pt x="2707" y="335"/>
                </a:cubicBezTo>
                <a:cubicBezTo>
                  <a:pt x="2705" y="335"/>
                  <a:pt x="2704" y="334"/>
                  <a:pt x="2700" y="333"/>
                </a:cubicBezTo>
                <a:cubicBezTo>
                  <a:pt x="2692" y="331"/>
                  <a:pt x="2684" y="330"/>
                  <a:pt x="2684" y="330"/>
                </a:cubicBezTo>
                <a:cubicBezTo>
                  <a:pt x="2684" y="332"/>
                  <a:pt x="2684" y="332"/>
                  <a:pt x="2684" y="332"/>
                </a:cubicBezTo>
                <a:moveTo>
                  <a:pt x="2831" y="344"/>
                </a:moveTo>
                <a:cubicBezTo>
                  <a:pt x="2832" y="344"/>
                  <a:pt x="2832" y="344"/>
                  <a:pt x="2832" y="344"/>
                </a:cubicBezTo>
                <a:cubicBezTo>
                  <a:pt x="2833" y="344"/>
                  <a:pt x="2836" y="343"/>
                  <a:pt x="2840" y="343"/>
                </a:cubicBezTo>
                <a:cubicBezTo>
                  <a:pt x="2846" y="343"/>
                  <a:pt x="2853" y="344"/>
                  <a:pt x="2861" y="349"/>
                </a:cubicBezTo>
                <a:cubicBezTo>
                  <a:pt x="2862" y="349"/>
                  <a:pt x="2863" y="349"/>
                  <a:pt x="2864" y="349"/>
                </a:cubicBezTo>
                <a:cubicBezTo>
                  <a:pt x="2866" y="349"/>
                  <a:pt x="2868" y="349"/>
                  <a:pt x="2869" y="348"/>
                </a:cubicBezTo>
                <a:cubicBezTo>
                  <a:pt x="2871" y="347"/>
                  <a:pt x="2873" y="347"/>
                  <a:pt x="2874" y="347"/>
                </a:cubicBezTo>
                <a:cubicBezTo>
                  <a:pt x="2876" y="347"/>
                  <a:pt x="2877" y="346"/>
                  <a:pt x="2879" y="345"/>
                </a:cubicBezTo>
                <a:cubicBezTo>
                  <a:pt x="2881" y="345"/>
                  <a:pt x="2883" y="344"/>
                  <a:pt x="2886" y="344"/>
                </a:cubicBezTo>
                <a:cubicBezTo>
                  <a:pt x="2887" y="344"/>
                  <a:pt x="2889" y="344"/>
                  <a:pt x="2890" y="344"/>
                </a:cubicBezTo>
                <a:cubicBezTo>
                  <a:pt x="2899" y="346"/>
                  <a:pt x="2901" y="347"/>
                  <a:pt x="2906" y="349"/>
                </a:cubicBezTo>
                <a:cubicBezTo>
                  <a:pt x="2909" y="351"/>
                  <a:pt x="2909" y="351"/>
                  <a:pt x="2911" y="353"/>
                </a:cubicBezTo>
                <a:cubicBezTo>
                  <a:pt x="2912" y="354"/>
                  <a:pt x="2914" y="355"/>
                  <a:pt x="2919" y="357"/>
                </a:cubicBezTo>
                <a:cubicBezTo>
                  <a:pt x="2929" y="361"/>
                  <a:pt x="2931" y="359"/>
                  <a:pt x="2941" y="362"/>
                </a:cubicBezTo>
                <a:cubicBezTo>
                  <a:pt x="2951" y="365"/>
                  <a:pt x="2964" y="365"/>
                  <a:pt x="2972" y="367"/>
                </a:cubicBezTo>
                <a:cubicBezTo>
                  <a:pt x="2976" y="369"/>
                  <a:pt x="2977" y="369"/>
                  <a:pt x="2978" y="369"/>
                </a:cubicBezTo>
                <a:cubicBezTo>
                  <a:pt x="2980" y="370"/>
                  <a:pt x="2982" y="370"/>
                  <a:pt x="2990" y="371"/>
                </a:cubicBezTo>
                <a:cubicBezTo>
                  <a:pt x="2993" y="372"/>
                  <a:pt x="2995" y="372"/>
                  <a:pt x="2997" y="372"/>
                </a:cubicBezTo>
                <a:cubicBezTo>
                  <a:pt x="3004" y="372"/>
                  <a:pt x="3008" y="371"/>
                  <a:pt x="3012" y="371"/>
                </a:cubicBezTo>
                <a:cubicBezTo>
                  <a:pt x="3013" y="371"/>
                  <a:pt x="3014" y="371"/>
                  <a:pt x="3015" y="371"/>
                </a:cubicBezTo>
                <a:cubicBezTo>
                  <a:pt x="3016" y="371"/>
                  <a:pt x="3017" y="371"/>
                  <a:pt x="3018" y="371"/>
                </a:cubicBezTo>
                <a:cubicBezTo>
                  <a:pt x="3021" y="371"/>
                  <a:pt x="3025" y="370"/>
                  <a:pt x="3028" y="368"/>
                </a:cubicBezTo>
                <a:cubicBezTo>
                  <a:pt x="3031" y="367"/>
                  <a:pt x="3034" y="366"/>
                  <a:pt x="3036" y="366"/>
                </a:cubicBezTo>
                <a:cubicBezTo>
                  <a:pt x="3037" y="366"/>
                  <a:pt x="3037" y="366"/>
                  <a:pt x="3037" y="366"/>
                </a:cubicBezTo>
                <a:cubicBezTo>
                  <a:pt x="3042" y="367"/>
                  <a:pt x="3049" y="367"/>
                  <a:pt x="3052" y="367"/>
                </a:cubicBezTo>
                <a:cubicBezTo>
                  <a:pt x="3052" y="367"/>
                  <a:pt x="3052" y="367"/>
                  <a:pt x="3052" y="367"/>
                </a:cubicBezTo>
                <a:cubicBezTo>
                  <a:pt x="3053" y="367"/>
                  <a:pt x="3055" y="368"/>
                  <a:pt x="3057" y="369"/>
                </a:cubicBezTo>
                <a:cubicBezTo>
                  <a:pt x="3059" y="370"/>
                  <a:pt x="3061" y="372"/>
                  <a:pt x="3061" y="374"/>
                </a:cubicBezTo>
                <a:cubicBezTo>
                  <a:pt x="3062" y="375"/>
                  <a:pt x="3062" y="375"/>
                  <a:pt x="3062" y="375"/>
                </a:cubicBezTo>
                <a:cubicBezTo>
                  <a:pt x="3062" y="375"/>
                  <a:pt x="3062" y="375"/>
                  <a:pt x="3062" y="375"/>
                </a:cubicBezTo>
                <a:cubicBezTo>
                  <a:pt x="3066" y="377"/>
                  <a:pt x="3070" y="378"/>
                  <a:pt x="3074" y="379"/>
                </a:cubicBezTo>
                <a:cubicBezTo>
                  <a:pt x="3078" y="380"/>
                  <a:pt x="3081" y="380"/>
                  <a:pt x="3082" y="381"/>
                </a:cubicBezTo>
                <a:cubicBezTo>
                  <a:pt x="3083" y="379"/>
                  <a:pt x="3083" y="379"/>
                  <a:pt x="3083" y="379"/>
                </a:cubicBezTo>
                <a:cubicBezTo>
                  <a:pt x="3081" y="378"/>
                  <a:pt x="3078" y="378"/>
                  <a:pt x="3074" y="377"/>
                </a:cubicBezTo>
                <a:cubicBezTo>
                  <a:pt x="3071" y="376"/>
                  <a:pt x="3067" y="375"/>
                  <a:pt x="3063" y="373"/>
                </a:cubicBezTo>
                <a:cubicBezTo>
                  <a:pt x="3062" y="374"/>
                  <a:pt x="3062" y="374"/>
                  <a:pt x="3062" y="374"/>
                </a:cubicBezTo>
                <a:cubicBezTo>
                  <a:pt x="3064" y="373"/>
                  <a:pt x="3064" y="373"/>
                  <a:pt x="3064" y="373"/>
                </a:cubicBezTo>
                <a:cubicBezTo>
                  <a:pt x="3063" y="371"/>
                  <a:pt x="3060" y="368"/>
                  <a:pt x="3058" y="367"/>
                </a:cubicBezTo>
                <a:cubicBezTo>
                  <a:pt x="3056" y="366"/>
                  <a:pt x="3055" y="366"/>
                  <a:pt x="3054" y="365"/>
                </a:cubicBezTo>
                <a:cubicBezTo>
                  <a:pt x="3053" y="365"/>
                  <a:pt x="3053" y="365"/>
                  <a:pt x="3052" y="365"/>
                </a:cubicBezTo>
                <a:cubicBezTo>
                  <a:pt x="3049" y="365"/>
                  <a:pt x="3042" y="364"/>
                  <a:pt x="3037" y="364"/>
                </a:cubicBezTo>
                <a:cubicBezTo>
                  <a:pt x="3036" y="364"/>
                  <a:pt x="3036" y="364"/>
                  <a:pt x="3036" y="364"/>
                </a:cubicBezTo>
                <a:cubicBezTo>
                  <a:pt x="3033" y="364"/>
                  <a:pt x="3030" y="365"/>
                  <a:pt x="3027" y="366"/>
                </a:cubicBezTo>
                <a:cubicBezTo>
                  <a:pt x="3024" y="368"/>
                  <a:pt x="3021" y="369"/>
                  <a:pt x="3018" y="369"/>
                </a:cubicBezTo>
                <a:cubicBezTo>
                  <a:pt x="3017" y="369"/>
                  <a:pt x="3016" y="369"/>
                  <a:pt x="3016" y="369"/>
                </a:cubicBezTo>
                <a:cubicBezTo>
                  <a:pt x="3014" y="368"/>
                  <a:pt x="3013" y="368"/>
                  <a:pt x="3012" y="368"/>
                </a:cubicBezTo>
                <a:cubicBezTo>
                  <a:pt x="3007" y="368"/>
                  <a:pt x="3004" y="370"/>
                  <a:pt x="2997" y="370"/>
                </a:cubicBezTo>
                <a:cubicBezTo>
                  <a:pt x="2995" y="370"/>
                  <a:pt x="2993" y="370"/>
                  <a:pt x="2990" y="369"/>
                </a:cubicBezTo>
                <a:cubicBezTo>
                  <a:pt x="2982" y="368"/>
                  <a:pt x="2980" y="368"/>
                  <a:pt x="2979" y="367"/>
                </a:cubicBezTo>
                <a:cubicBezTo>
                  <a:pt x="2978" y="367"/>
                  <a:pt x="2977" y="366"/>
                  <a:pt x="2973" y="365"/>
                </a:cubicBezTo>
                <a:cubicBezTo>
                  <a:pt x="2964" y="362"/>
                  <a:pt x="2951" y="363"/>
                  <a:pt x="2941" y="360"/>
                </a:cubicBezTo>
                <a:cubicBezTo>
                  <a:pt x="2931" y="357"/>
                  <a:pt x="2929" y="359"/>
                  <a:pt x="2920" y="355"/>
                </a:cubicBezTo>
                <a:cubicBezTo>
                  <a:pt x="2915" y="353"/>
                  <a:pt x="2913" y="352"/>
                  <a:pt x="2912" y="351"/>
                </a:cubicBezTo>
                <a:cubicBezTo>
                  <a:pt x="2911" y="350"/>
                  <a:pt x="2910" y="349"/>
                  <a:pt x="2907" y="347"/>
                </a:cubicBezTo>
                <a:cubicBezTo>
                  <a:pt x="2902" y="345"/>
                  <a:pt x="2899" y="344"/>
                  <a:pt x="2891" y="342"/>
                </a:cubicBezTo>
                <a:cubicBezTo>
                  <a:pt x="2889" y="342"/>
                  <a:pt x="2888" y="342"/>
                  <a:pt x="2886" y="342"/>
                </a:cubicBezTo>
                <a:cubicBezTo>
                  <a:pt x="2883" y="342"/>
                  <a:pt x="2881" y="342"/>
                  <a:pt x="2878" y="343"/>
                </a:cubicBezTo>
                <a:cubicBezTo>
                  <a:pt x="2876" y="344"/>
                  <a:pt x="2875" y="345"/>
                  <a:pt x="2874" y="345"/>
                </a:cubicBezTo>
                <a:cubicBezTo>
                  <a:pt x="2872" y="345"/>
                  <a:pt x="2870" y="345"/>
                  <a:pt x="2869" y="346"/>
                </a:cubicBezTo>
                <a:cubicBezTo>
                  <a:pt x="2867" y="347"/>
                  <a:pt x="2865" y="347"/>
                  <a:pt x="2864" y="347"/>
                </a:cubicBezTo>
                <a:cubicBezTo>
                  <a:pt x="2862" y="347"/>
                  <a:pt x="2862" y="347"/>
                  <a:pt x="2862" y="347"/>
                </a:cubicBezTo>
                <a:cubicBezTo>
                  <a:pt x="2854" y="342"/>
                  <a:pt x="2846" y="341"/>
                  <a:pt x="2840" y="341"/>
                </a:cubicBezTo>
                <a:cubicBezTo>
                  <a:pt x="2834" y="341"/>
                  <a:pt x="2831" y="342"/>
                  <a:pt x="2831" y="342"/>
                </a:cubicBezTo>
                <a:cubicBezTo>
                  <a:pt x="2831" y="344"/>
                  <a:pt x="2831" y="344"/>
                  <a:pt x="2831" y="344"/>
                </a:cubicBezTo>
                <a:moveTo>
                  <a:pt x="3127" y="391"/>
                </a:moveTo>
                <a:cubicBezTo>
                  <a:pt x="3127" y="391"/>
                  <a:pt x="3141" y="387"/>
                  <a:pt x="3149" y="382"/>
                </a:cubicBezTo>
                <a:cubicBezTo>
                  <a:pt x="3155" y="378"/>
                  <a:pt x="3155" y="378"/>
                  <a:pt x="3162" y="374"/>
                </a:cubicBezTo>
                <a:cubicBezTo>
                  <a:pt x="3170" y="371"/>
                  <a:pt x="3173" y="367"/>
                  <a:pt x="3178" y="365"/>
                </a:cubicBezTo>
                <a:cubicBezTo>
                  <a:pt x="3181" y="365"/>
                  <a:pt x="3183" y="362"/>
                  <a:pt x="3185" y="360"/>
                </a:cubicBezTo>
                <a:cubicBezTo>
                  <a:pt x="3187" y="358"/>
                  <a:pt x="3189" y="356"/>
                  <a:pt x="3192" y="356"/>
                </a:cubicBezTo>
                <a:cubicBezTo>
                  <a:pt x="3194" y="356"/>
                  <a:pt x="3197" y="355"/>
                  <a:pt x="3199" y="354"/>
                </a:cubicBezTo>
                <a:cubicBezTo>
                  <a:pt x="3201" y="353"/>
                  <a:pt x="3203" y="352"/>
                  <a:pt x="3207" y="352"/>
                </a:cubicBezTo>
                <a:cubicBezTo>
                  <a:pt x="3207" y="352"/>
                  <a:pt x="3208" y="352"/>
                  <a:pt x="3209" y="352"/>
                </a:cubicBezTo>
                <a:cubicBezTo>
                  <a:pt x="3213" y="353"/>
                  <a:pt x="3213" y="353"/>
                  <a:pt x="3214" y="353"/>
                </a:cubicBezTo>
                <a:cubicBezTo>
                  <a:pt x="3215" y="354"/>
                  <a:pt x="3217" y="355"/>
                  <a:pt x="3223" y="355"/>
                </a:cubicBezTo>
                <a:cubicBezTo>
                  <a:pt x="3232" y="356"/>
                  <a:pt x="3239" y="357"/>
                  <a:pt x="3245" y="357"/>
                </a:cubicBezTo>
                <a:cubicBezTo>
                  <a:pt x="3246" y="357"/>
                  <a:pt x="3247" y="357"/>
                  <a:pt x="3248" y="357"/>
                </a:cubicBezTo>
                <a:cubicBezTo>
                  <a:pt x="3257" y="356"/>
                  <a:pt x="3267" y="352"/>
                  <a:pt x="3273" y="353"/>
                </a:cubicBezTo>
                <a:cubicBezTo>
                  <a:pt x="3279" y="352"/>
                  <a:pt x="3284" y="354"/>
                  <a:pt x="3293" y="354"/>
                </a:cubicBezTo>
                <a:cubicBezTo>
                  <a:pt x="3301" y="354"/>
                  <a:pt x="3308" y="351"/>
                  <a:pt x="3314" y="350"/>
                </a:cubicBezTo>
                <a:cubicBezTo>
                  <a:pt x="3317" y="350"/>
                  <a:pt x="3323" y="347"/>
                  <a:pt x="3329" y="344"/>
                </a:cubicBezTo>
                <a:cubicBezTo>
                  <a:pt x="3335" y="341"/>
                  <a:pt x="3342" y="338"/>
                  <a:pt x="3347" y="338"/>
                </a:cubicBezTo>
                <a:cubicBezTo>
                  <a:pt x="3348" y="338"/>
                  <a:pt x="3348" y="338"/>
                  <a:pt x="3348" y="338"/>
                </a:cubicBezTo>
                <a:cubicBezTo>
                  <a:pt x="3349" y="339"/>
                  <a:pt x="3350" y="339"/>
                  <a:pt x="3351" y="339"/>
                </a:cubicBezTo>
                <a:cubicBezTo>
                  <a:pt x="3361" y="339"/>
                  <a:pt x="3371" y="335"/>
                  <a:pt x="3377" y="335"/>
                </a:cubicBezTo>
                <a:cubicBezTo>
                  <a:pt x="3377" y="335"/>
                  <a:pt x="3377" y="335"/>
                  <a:pt x="3377" y="335"/>
                </a:cubicBezTo>
                <a:cubicBezTo>
                  <a:pt x="3378" y="335"/>
                  <a:pt x="3379" y="335"/>
                  <a:pt x="3380" y="335"/>
                </a:cubicBezTo>
                <a:cubicBezTo>
                  <a:pt x="3382" y="335"/>
                  <a:pt x="3383" y="335"/>
                  <a:pt x="3384" y="334"/>
                </a:cubicBezTo>
                <a:cubicBezTo>
                  <a:pt x="3386" y="334"/>
                  <a:pt x="3388" y="333"/>
                  <a:pt x="3393" y="333"/>
                </a:cubicBezTo>
                <a:cubicBezTo>
                  <a:pt x="3403" y="332"/>
                  <a:pt x="3407" y="329"/>
                  <a:pt x="3411" y="329"/>
                </a:cubicBezTo>
                <a:cubicBezTo>
                  <a:pt x="3411" y="329"/>
                  <a:pt x="3411" y="329"/>
                  <a:pt x="3411" y="329"/>
                </a:cubicBezTo>
                <a:cubicBezTo>
                  <a:pt x="3412" y="329"/>
                  <a:pt x="3412" y="329"/>
                  <a:pt x="3412" y="329"/>
                </a:cubicBezTo>
                <a:cubicBezTo>
                  <a:pt x="3414" y="329"/>
                  <a:pt x="3416" y="328"/>
                  <a:pt x="3418" y="326"/>
                </a:cubicBezTo>
                <a:cubicBezTo>
                  <a:pt x="3421" y="325"/>
                  <a:pt x="3424" y="323"/>
                  <a:pt x="3429" y="323"/>
                </a:cubicBezTo>
                <a:cubicBezTo>
                  <a:pt x="3434" y="322"/>
                  <a:pt x="3437" y="320"/>
                  <a:pt x="3438" y="318"/>
                </a:cubicBezTo>
                <a:cubicBezTo>
                  <a:pt x="3440" y="316"/>
                  <a:pt x="3440" y="315"/>
                  <a:pt x="3444" y="315"/>
                </a:cubicBezTo>
                <a:cubicBezTo>
                  <a:pt x="3447" y="315"/>
                  <a:pt x="3449" y="314"/>
                  <a:pt x="3452" y="313"/>
                </a:cubicBezTo>
                <a:cubicBezTo>
                  <a:pt x="3454" y="311"/>
                  <a:pt x="3457" y="310"/>
                  <a:pt x="3461" y="310"/>
                </a:cubicBezTo>
                <a:cubicBezTo>
                  <a:pt x="3463" y="310"/>
                  <a:pt x="3465" y="310"/>
                  <a:pt x="3467" y="311"/>
                </a:cubicBezTo>
                <a:cubicBezTo>
                  <a:pt x="3471" y="312"/>
                  <a:pt x="3474" y="312"/>
                  <a:pt x="3478" y="312"/>
                </a:cubicBezTo>
                <a:cubicBezTo>
                  <a:pt x="3488" y="312"/>
                  <a:pt x="3496" y="309"/>
                  <a:pt x="3496" y="309"/>
                </a:cubicBezTo>
                <a:cubicBezTo>
                  <a:pt x="3495" y="307"/>
                  <a:pt x="3495" y="307"/>
                  <a:pt x="3495" y="307"/>
                </a:cubicBezTo>
                <a:cubicBezTo>
                  <a:pt x="3495" y="307"/>
                  <a:pt x="3495" y="307"/>
                  <a:pt x="3494" y="307"/>
                </a:cubicBezTo>
                <a:cubicBezTo>
                  <a:pt x="3491" y="308"/>
                  <a:pt x="3485" y="310"/>
                  <a:pt x="3478" y="310"/>
                </a:cubicBezTo>
                <a:cubicBezTo>
                  <a:pt x="3475" y="310"/>
                  <a:pt x="3471" y="310"/>
                  <a:pt x="3468" y="309"/>
                </a:cubicBezTo>
                <a:cubicBezTo>
                  <a:pt x="3465" y="308"/>
                  <a:pt x="3463" y="308"/>
                  <a:pt x="3461" y="308"/>
                </a:cubicBezTo>
                <a:cubicBezTo>
                  <a:pt x="3456" y="308"/>
                  <a:pt x="3453" y="309"/>
                  <a:pt x="3451" y="311"/>
                </a:cubicBezTo>
                <a:cubicBezTo>
                  <a:pt x="3448" y="312"/>
                  <a:pt x="3447" y="313"/>
                  <a:pt x="3444" y="313"/>
                </a:cubicBezTo>
                <a:cubicBezTo>
                  <a:pt x="3440" y="313"/>
                  <a:pt x="3438" y="315"/>
                  <a:pt x="3437" y="316"/>
                </a:cubicBezTo>
                <a:cubicBezTo>
                  <a:pt x="3435" y="318"/>
                  <a:pt x="3433" y="319"/>
                  <a:pt x="3428" y="320"/>
                </a:cubicBezTo>
                <a:cubicBezTo>
                  <a:pt x="3423" y="321"/>
                  <a:pt x="3420" y="323"/>
                  <a:pt x="3417" y="324"/>
                </a:cubicBezTo>
                <a:cubicBezTo>
                  <a:pt x="3415" y="326"/>
                  <a:pt x="3413" y="327"/>
                  <a:pt x="3412" y="327"/>
                </a:cubicBezTo>
                <a:cubicBezTo>
                  <a:pt x="3411" y="327"/>
                  <a:pt x="3411" y="327"/>
                  <a:pt x="3411" y="327"/>
                </a:cubicBezTo>
                <a:cubicBezTo>
                  <a:pt x="3411" y="327"/>
                  <a:pt x="3411" y="327"/>
                  <a:pt x="3411" y="327"/>
                </a:cubicBezTo>
                <a:cubicBezTo>
                  <a:pt x="3406" y="327"/>
                  <a:pt x="3403" y="330"/>
                  <a:pt x="3392" y="331"/>
                </a:cubicBezTo>
                <a:cubicBezTo>
                  <a:pt x="3388" y="331"/>
                  <a:pt x="3385" y="332"/>
                  <a:pt x="3384" y="332"/>
                </a:cubicBezTo>
                <a:cubicBezTo>
                  <a:pt x="3382" y="332"/>
                  <a:pt x="3382" y="333"/>
                  <a:pt x="3380" y="333"/>
                </a:cubicBezTo>
                <a:cubicBezTo>
                  <a:pt x="3379" y="333"/>
                  <a:pt x="3379" y="333"/>
                  <a:pt x="3377" y="332"/>
                </a:cubicBezTo>
                <a:cubicBezTo>
                  <a:pt x="3377" y="332"/>
                  <a:pt x="3377" y="332"/>
                  <a:pt x="3377" y="332"/>
                </a:cubicBezTo>
                <a:cubicBezTo>
                  <a:pt x="3370" y="332"/>
                  <a:pt x="3360" y="336"/>
                  <a:pt x="3351" y="336"/>
                </a:cubicBezTo>
                <a:cubicBezTo>
                  <a:pt x="3350" y="336"/>
                  <a:pt x="3349" y="336"/>
                  <a:pt x="3348" y="336"/>
                </a:cubicBezTo>
                <a:cubicBezTo>
                  <a:pt x="3347" y="336"/>
                  <a:pt x="3347" y="336"/>
                  <a:pt x="3347" y="336"/>
                </a:cubicBezTo>
                <a:cubicBezTo>
                  <a:pt x="3341" y="336"/>
                  <a:pt x="3334" y="339"/>
                  <a:pt x="3328" y="342"/>
                </a:cubicBezTo>
                <a:cubicBezTo>
                  <a:pt x="3322" y="345"/>
                  <a:pt x="3316" y="348"/>
                  <a:pt x="3313" y="348"/>
                </a:cubicBezTo>
                <a:cubicBezTo>
                  <a:pt x="3307" y="349"/>
                  <a:pt x="3301" y="352"/>
                  <a:pt x="3293" y="352"/>
                </a:cubicBezTo>
                <a:cubicBezTo>
                  <a:pt x="3285" y="352"/>
                  <a:pt x="3279" y="350"/>
                  <a:pt x="3273" y="350"/>
                </a:cubicBezTo>
                <a:cubicBezTo>
                  <a:pt x="3266" y="350"/>
                  <a:pt x="3256" y="354"/>
                  <a:pt x="3248" y="355"/>
                </a:cubicBezTo>
                <a:cubicBezTo>
                  <a:pt x="3247" y="355"/>
                  <a:pt x="3246" y="355"/>
                  <a:pt x="3245" y="355"/>
                </a:cubicBezTo>
                <a:cubicBezTo>
                  <a:pt x="3239" y="355"/>
                  <a:pt x="3233" y="354"/>
                  <a:pt x="3223" y="353"/>
                </a:cubicBezTo>
                <a:cubicBezTo>
                  <a:pt x="3217" y="352"/>
                  <a:pt x="3216" y="352"/>
                  <a:pt x="3215" y="351"/>
                </a:cubicBezTo>
                <a:cubicBezTo>
                  <a:pt x="3214" y="351"/>
                  <a:pt x="3213" y="350"/>
                  <a:pt x="3209" y="350"/>
                </a:cubicBezTo>
                <a:cubicBezTo>
                  <a:pt x="3208" y="350"/>
                  <a:pt x="3207" y="350"/>
                  <a:pt x="3207" y="350"/>
                </a:cubicBezTo>
                <a:cubicBezTo>
                  <a:pt x="3203" y="350"/>
                  <a:pt x="3200" y="351"/>
                  <a:pt x="3198" y="352"/>
                </a:cubicBezTo>
                <a:cubicBezTo>
                  <a:pt x="3196" y="353"/>
                  <a:pt x="3194" y="353"/>
                  <a:pt x="3191" y="354"/>
                </a:cubicBezTo>
                <a:cubicBezTo>
                  <a:pt x="3188" y="354"/>
                  <a:pt x="3186" y="356"/>
                  <a:pt x="3184" y="358"/>
                </a:cubicBezTo>
                <a:cubicBezTo>
                  <a:pt x="3181" y="361"/>
                  <a:pt x="3180" y="363"/>
                  <a:pt x="3177" y="363"/>
                </a:cubicBezTo>
                <a:cubicBezTo>
                  <a:pt x="3172" y="365"/>
                  <a:pt x="3168" y="369"/>
                  <a:pt x="3161" y="372"/>
                </a:cubicBezTo>
                <a:cubicBezTo>
                  <a:pt x="3154" y="376"/>
                  <a:pt x="3153" y="377"/>
                  <a:pt x="3148" y="380"/>
                </a:cubicBezTo>
                <a:cubicBezTo>
                  <a:pt x="3144" y="382"/>
                  <a:pt x="3139" y="384"/>
                  <a:pt x="3134" y="386"/>
                </a:cubicBezTo>
                <a:cubicBezTo>
                  <a:pt x="3130" y="388"/>
                  <a:pt x="3126" y="389"/>
                  <a:pt x="3126" y="389"/>
                </a:cubicBezTo>
                <a:cubicBezTo>
                  <a:pt x="3127" y="391"/>
                  <a:pt x="3127" y="391"/>
                  <a:pt x="3127" y="391"/>
                </a:cubicBezTo>
                <a:moveTo>
                  <a:pt x="3598" y="282"/>
                </a:moveTo>
                <a:cubicBezTo>
                  <a:pt x="3602" y="282"/>
                  <a:pt x="3626" y="284"/>
                  <a:pt x="3636" y="289"/>
                </a:cubicBezTo>
                <a:cubicBezTo>
                  <a:pt x="3646" y="293"/>
                  <a:pt x="3660" y="298"/>
                  <a:pt x="3666" y="304"/>
                </a:cubicBezTo>
                <a:cubicBezTo>
                  <a:pt x="3672" y="310"/>
                  <a:pt x="3672" y="314"/>
                  <a:pt x="3688" y="318"/>
                </a:cubicBezTo>
                <a:cubicBezTo>
                  <a:pt x="3703" y="323"/>
                  <a:pt x="3716" y="325"/>
                  <a:pt x="3727" y="335"/>
                </a:cubicBezTo>
                <a:cubicBezTo>
                  <a:pt x="3732" y="341"/>
                  <a:pt x="3735" y="342"/>
                  <a:pt x="3737" y="344"/>
                </a:cubicBezTo>
                <a:cubicBezTo>
                  <a:pt x="3739" y="345"/>
                  <a:pt x="3741" y="346"/>
                  <a:pt x="3746" y="349"/>
                </a:cubicBezTo>
                <a:cubicBezTo>
                  <a:pt x="3756" y="355"/>
                  <a:pt x="3770" y="367"/>
                  <a:pt x="3777" y="372"/>
                </a:cubicBezTo>
                <a:cubicBezTo>
                  <a:pt x="3783" y="377"/>
                  <a:pt x="3795" y="382"/>
                  <a:pt x="3795" y="382"/>
                </a:cubicBezTo>
                <a:cubicBezTo>
                  <a:pt x="3796" y="380"/>
                  <a:pt x="3796" y="380"/>
                  <a:pt x="3796" y="380"/>
                </a:cubicBezTo>
                <a:cubicBezTo>
                  <a:pt x="3796" y="380"/>
                  <a:pt x="3793" y="379"/>
                  <a:pt x="3790" y="377"/>
                </a:cubicBezTo>
                <a:cubicBezTo>
                  <a:pt x="3786" y="375"/>
                  <a:pt x="3781" y="372"/>
                  <a:pt x="3778" y="370"/>
                </a:cubicBezTo>
                <a:cubicBezTo>
                  <a:pt x="3771" y="365"/>
                  <a:pt x="3758" y="354"/>
                  <a:pt x="3747" y="347"/>
                </a:cubicBezTo>
                <a:cubicBezTo>
                  <a:pt x="3742" y="344"/>
                  <a:pt x="3740" y="343"/>
                  <a:pt x="3738" y="342"/>
                </a:cubicBezTo>
                <a:cubicBezTo>
                  <a:pt x="3736" y="341"/>
                  <a:pt x="3734" y="339"/>
                  <a:pt x="3728" y="334"/>
                </a:cubicBezTo>
                <a:cubicBezTo>
                  <a:pt x="3717" y="323"/>
                  <a:pt x="3704" y="320"/>
                  <a:pt x="3688" y="316"/>
                </a:cubicBezTo>
                <a:cubicBezTo>
                  <a:pt x="3673" y="312"/>
                  <a:pt x="3674" y="309"/>
                  <a:pt x="3667" y="303"/>
                </a:cubicBezTo>
                <a:cubicBezTo>
                  <a:pt x="3661" y="296"/>
                  <a:pt x="3647" y="291"/>
                  <a:pt x="3637" y="287"/>
                </a:cubicBezTo>
                <a:cubicBezTo>
                  <a:pt x="3627" y="282"/>
                  <a:pt x="3602" y="280"/>
                  <a:pt x="3598" y="280"/>
                </a:cubicBezTo>
                <a:cubicBezTo>
                  <a:pt x="3598" y="282"/>
                  <a:pt x="3598" y="282"/>
                  <a:pt x="3598" y="282"/>
                </a:cubicBezTo>
                <a:moveTo>
                  <a:pt x="3718" y="393"/>
                </a:moveTo>
                <a:cubicBezTo>
                  <a:pt x="3753" y="393"/>
                  <a:pt x="3753" y="393"/>
                  <a:pt x="3753" y="393"/>
                </a:cubicBezTo>
                <a:cubicBezTo>
                  <a:pt x="3753" y="390"/>
                  <a:pt x="3753" y="390"/>
                  <a:pt x="3753" y="390"/>
                </a:cubicBezTo>
                <a:cubicBezTo>
                  <a:pt x="3718" y="390"/>
                  <a:pt x="3718" y="390"/>
                  <a:pt x="3718" y="390"/>
                </a:cubicBezTo>
                <a:lnTo>
                  <a:pt x="3718" y="393"/>
                </a:lnTo>
                <a:close/>
                <a:moveTo>
                  <a:pt x="3718" y="398"/>
                </a:moveTo>
                <a:cubicBezTo>
                  <a:pt x="3752" y="398"/>
                  <a:pt x="3752" y="398"/>
                  <a:pt x="3752" y="398"/>
                </a:cubicBezTo>
                <a:cubicBezTo>
                  <a:pt x="3752" y="396"/>
                  <a:pt x="3752" y="396"/>
                  <a:pt x="3752" y="396"/>
                </a:cubicBezTo>
                <a:cubicBezTo>
                  <a:pt x="3718" y="396"/>
                  <a:pt x="3718" y="396"/>
                  <a:pt x="3718" y="396"/>
                </a:cubicBezTo>
                <a:lnTo>
                  <a:pt x="3718" y="398"/>
                </a:lnTo>
                <a:close/>
                <a:moveTo>
                  <a:pt x="3718" y="405"/>
                </a:moveTo>
                <a:cubicBezTo>
                  <a:pt x="3752" y="405"/>
                  <a:pt x="3752" y="405"/>
                  <a:pt x="3752" y="405"/>
                </a:cubicBezTo>
                <a:cubicBezTo>
                  <a:pt x="3752" y="403"/>
                  <a:pt x="3752" y="403"/>
                  <a:pt x="3752" y="403"/>
                </a:cubicBezTo>
                <a:cubicBezTo>
                  <a:pt x="3718" y="403"/>
                  <a:pt x="3718" y="403"/>
                  <a:pt x="3718" y="403"/>
                </a:cubicBezTo>
                <a:lnTo>
                  <a:pt x="3718" y="405"/>
                </a:lnTo>
                <a:close/>
                <a:moveTo>
                  <a:pt x="4088" y="436"/>
                </a:moveTo>
                <a:cubicBezTo>
                  <a:pt x="4075" y="433"/>
                  <a:pt x="4075" y="433"/>
                  <a:pt x="4075" y="433"/>
                </a:cubicBezTo>
                <a:cubicBezTo>
                  <a:pt x="4075" y="501"/>
                  <a:pt x="4075" y="501"/>
                  <a:pt x="4075" y="501"/>
                </a:cubicBezTo>
                <a:cubicBezTo>
                  <a:pt x="4078" y="501"/>
                  <a:pt x="4078" y="501"/>
                  <a:pt x="4078" y="501"/>
                </a:cubicBezTo>
                <a:cubicBezTo>
                  <a:pt x="4078" y="436"/>
                  <a:pt x="4078" y="436"/>
                  <a:pt x="4078" y="436"/>
                </a:cubicBezTo>
                <a:cubicBezTo>
                  <a:pt x="4088" y="438"/>
                  <a:pt x="4088" y="438"/>
                  <a:pt x="4088" y="438"/>
                </a:cubicBezTo>
                <a:cubicBezTo>
                  <a:pt x="4088" y="436"/>
                  <a:pt x="4088" y="436"/>
                  <a:pt x="4088" y="436"/>
                </a:cubicBezTo>
                <a:moveTo>
                  <a:pt x="3105" y="378"/>
                </a:moveTo>
                <a:cubicBezTo>
                  <a:pt x="3105" y="379"/>
                  <a:pt x="3105" y="379"/>
                  <a:pt x="3105" y="379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9"/>
                  <a:pt x="3105" y="379"/>
                  <a:pt x="3105" y="379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8"/>
                  <a:pt x="3103" y="378"/>
                  <a:pt x="3097" y="378"/>
                </a:cubicBezTo>
                <a:cubicBezTo>
                  <a:pt x="3087" y="377"/>
                  <a:pt x="3081" y="374"/>
                  <a:pt x="3078" y="371"/>
                </a:cubicBezTo>
                <a:cubicBezTo>
                  <a:pt x="3076" y="369"/>
                  <a:pt x="3075" y="368"/>
                  <a:pt x="3074" y="367"/>
                </a:cubicBezTo>
                <a:cubicBezTo>
                  <a:pt x="3073" y="366"/>
                  <a:pt x="3073" y="366"/>
                  <a:pt x="3073" y="366"/>
                </a:cubicBezTo>
                <a:cubicBezTo>
                  <a:pt x="3073" y="365"/>
                  <a:pt x="3073" y="365"/>
                  <a:pt x="3073" y="365"/>
                </a:cubicBezTo>
                <a:cubicBezTo>
                  <a:pt x="3072" y="366"/>
                  <a:pt x="3072" y="366"/>
                  <a:pt x="3072" y="366"/>
                </a:cubicBezTo>
                <a:cubicBezTo>
                  <a:pt x="3072" y="367"/>
                  <a:pt x="3072" y="367"/>
                  <a:pt x="3072" y="367"/>
                </a:cubicBezTo>
                <a:cubicBezTo>
                  <a:pt x="3085" y="367"/>
                  <a:pt x="3085" y="367"/>
                  <a:pt x="3085" y="367"/>
                </a:cubicBezTo>
                <a:cubicBezTo>
                  <a:pt x="3085" y="366"/>
                  <a:pt x="3085" y="366"/>
                  <a:pt x="3085" y="366"/>
                </a:cubicBezTo>
                <a:cubicBezTo>
                  <a:pt x="3084" y="366"/>
                  <a:pt x="3084" y="366"/>
                  <a:pt x="3084" y="366"/>
                </a:cubicBezTo>
                <a:cubicBezTo>
                  <a:pt x="3084" y="366"/>
                  <a:pt x="3085" y="368"/>
                  <a:pt x="3086" y="370"/>
                </a:cubicBezTo>
                <a:cubicBezTo>
                  <a:pt x="3087" y="372"/>
                  <a:pt x="3089" y="374"/>
                  <a:pt x="3092" y="374"/>
                </a:cubicBezTo>
                <a:cubicBezTo>
                  <a:pt x="3095" y="375"/>
                  <a:pt x="3100" y="376"/>
                  <a:pt x="3102" y="376"/>
                </a:cubicBezTo>
                <a:cubicBezTo>
                  <a:pt x="3104" y="376"/>
                  <a:pt x="3105" y="376"/>
                  <a:pt x="3105" y="376"/>
                </a:cubicBezTo>
                <a:cubicBezTo>
                  <a:pt x="3105" y="373"/>
                  <a:pt x="3105" y="373"/>
                  <a:pt x="3105" y="373"/>
                </a:cubicBezTo>
                <a:cubicBezTo>
                  <a:pt x="3105" y="373"/>
                  <a:pt x="3104" y="373"/>
                  <a:pt x="3102" y="373"/>
                </a:cubicBezTo>
                <a:cubicBezTo>
                  <a:pt x="3100" y="373"/>
                  <a:pt x="3095" y="373"/>
                  <a:pt x="3093" y="372"/>
                </a:cubicBezTo>
                <a:cubicBezTo>
                  <a:pt x="3091" y="372"/>
                  <a:pt x="3089" y="370"/>
                  <a:pt x="3088" y="368"/>
                </a:cubicBezTo>
                <a:cubicBezTo>
                  <a:pt x="3087" y="368"/>
                  <a:pt x="3087" y="367"/>
                  <a:pt x="3086" y="366"/>
                </a:cubicBezTo>
                <a:cubicBezTo>
                  <a:pt x="3086" y="365"/>
                  <a:pt x="3086" y="365"/>
                  <a:pt x="3086" y="365"/>
                </a:cubicBezTo>
                <a:cubicBezTo>
                  <a:pt x="3086" y="365"/>
                  <a:pt x="3086" y="365"/>
                  <a:pt x="3086" y="365"/>
                </a:cubicBezTo>
                <a:cubicBezTo>
                  <a:pt x="3070" y="365"/>
                  <a:pt x="3070" y="365"/>
                  <a:pt x="3070" y="365"/>
                </a:cubicBezTo>
                <a:cubicBezTo>
                  <a:pt x="3071" y="366"/>
                  <a:pt x="3071" y="366"/>
                  <a:pt x="3071" y="366"/>
                </a:cubicBezTo>
                <a:cubicBezTo>
                  <a:pt x="3071" y="366"/>
                  <a:pt x="3077" y="379"/>
                  <a:pt x="3096" y="380"/>
                </a:cubicBezTo>
                <a:cubicBezTo>
                  <a:pt x="3103" y="380"/>
                  <a:pt x="3105" y="380"/>
                  <a:pt x="3105" y="380"/>
                </a:cubicBezTo>
                <a:cubicBezTo>
                  <a:pt x="3105" y="380"/>
                  <a:pt x="3105" y="380"/>
                  <a:pt x="3105" y="380"/>
                </a:cubicBezTo>
                <a:cubicBezTo>
                  <a:pt x="3105" y="378"/>
                  <a:pt x="3105" y="378"/>
                  <a:pt x="3105" y="378"/>
                </a:cubicBezTo>
                <a:moveTo>
                  <a:pt x="3086" y="369"/>
                </a:moveTo>
                <a:cubicBezTo>
                  <a:pt x="3106" y="369"/>
                  <a:pt x="3106" y="369"/>
                  <a:pt x="3106" y="369"/>
                </a:cubicBezTo>
                <a:cubicBezTo>
                  <a:pt x="3106" y="367"/>
                  <a:pt x="3106" y="367"/>
                  <a:pt x="3106" y="367"/>
                </a:cubicBezTo>
                <a:cubicBezTo>
                  <a:pt x="3086" y="367"/>
                  <a:pt x="3086" y="367"/>
                  <a:pt x="3086" y="367"/>
                </a:cubicBezTo>
                <a:moveTo>
                  <a:pt x="3083" y="375"/>
                </a:moveTo>
                <a:cubicBezTo>
                  <a:pt x="3079" y="392"/>
                  <a:pt x="3079" y="392"/>
                  <a:pt x="3079" y="392"/>
                </a:cubicBezTo>
                <a:cubicBezTo>
                  <a:pt x="3081" y="393"/>
                  <a:pt x="3081" y="393"/>
                  <a:pt x="3081" y="393"/>
                </a:cubicBezTo>
                <a:cubicBezTo>
                  <a:pt x="3085" y="375"/>
                  <a:pt x="3085" y="375"/>
                  <a:pt x="3085" y="375"/>
                </a:cubicBezTo>
                <a:moveTo>
                  <a:pt x="3097" y="379"/>
                </a:moveTo>
                <a:cubicBezTo>
                  <a:pt x="3097" y="399"/>
                  <a:pt x="3097" y="399"/>
                  <a:pt x="3097" y="399"/>
                </a:cubicBezTo>
                <a:cubicBezTo>
                  <a:pt x="3099" y="399"/>
                  <a:pt x="3099" y="399"/>
                  <a:pt x="3099" y="399"/>
                </a:cubicBezTo>
                <a:cubicBezTo>
                  <a:pt x="3099" y="379"/>
                  <a:pt x="3099" y="379"/>
                  <a:pt x="3099" y="379"/>
                </a:cubicBezTo>
                <a:moveTo>
                  <a:pt x="2658" y="526"/>
                </a:moveTo>
                <a:cubicBezTo>
                  <a:pt x="2632" y="545"/>
                  <a:pt x="2632" y="545"/>
                  <a:pt x="2632" y="545"/>
                </a:cubicBezTo>
                <a:cubicBezTo>
                  <a:pt x="2634" y="547"/>
                  <a:pt x="2634" y="547"/>
                  <a:pt x="2634" y="547"/>
                </a:cubicBezTo>
                <a:cubicBezTo>
                  <a:pt x="2659" y="528"/>
                  <a:pt x="2659" y="528"/>
                  <a:pt x="2659" y="528"/>
                </a:cubicBezTo>
                <a:moveTo>
                  <a:pt x="2247" y="357"/>
                </a:moveTo>
                <a:cubicBezTo>
                  <a:pt x="2247" y="352"/>
                  <a:pt x="2247" y="352"/>
                  <a:pt x="2247" y="352"/>
                </a:cubicBezTo>
                <a:cubicBezTo>
                  <a:pt x="2256" y="352"/>
                  <a:pt x="2256" y="352"/>
                  <a:pt x="2256" y="352"/>
                </a:cubicBezTo>
                <a:cubicBezTo>
                  <a:pt x="2256" y="347"/>
                  <a:pt x="2256" y="347"/>
                  <a:pt x="2256" y="347"/>
                </a:cubicBezTo>
                <a:cubicBezTo>
                  <a:pt x="2268" y="347"/>
                  <a:pt x="2268" y="347"/>
                  <a:pt x="2268" y="347"/>
                </a:cubicBezTo>
                <a:cubicBezTo>
                  <a:pt x="2276" y="355"/>
                  <a:pt x="2276" y="355"/>
                  <a:pt x="2276" y="355"/>
                </a:cubicBezTo>
                <a:cubicBezTo>
                  <a:pt x="2306" y="355"/>
                  <a:pt x="2306" y="355"/>
                  <a:pt x="2306" y="355"/>
                </a:cubicBezTo>
                <a:cubicBezTo>
                  <a:pt x="2306" y="364"/>
                  <a:pt x="2306" y="364"/>
                  <a:pt x="2306" y="364"/>
                </a:cubicBezTo>
                <a:cubicBezTo>
                  <a:pt x="2308" y="364"/>
                  <a:pt x="2308" y="364"/>
                  <a:pt x="2308" y="364"/>
                </a:cubicBezTo>
                <a:cubicBezTo>
                  <a:pt x="2308" y="353"/>
                  <a:pt x="2308" y="353"/>
                  <a:pt x="2308" y="353"/>
                </a:cubicBezTo>
                <a:cubicBezTo>
                  <a:pt x="2277" y="353"/>
                  <a:pt x="2277" y="353"/>
                  <a:pt x="2277" y="353"/>
                </a:cubicBezTo>
                <a:cubicBezTo>
                  <a:pt x="2269" y="345"/>
                  <a:pt x="2269" y="345"/>
                  <a:pt x="2269" y="345"/>
                </a:cubicBezTo>
                <a:cubicBezTo>
                  <a:pt x="2253" y="345"/>
                  <a:pt x="2253" y="345"/>
                  <a:pt x="2253" y="345"/>
                </a:cubicBezTo>
                <a:cubicBezTo>
                  <a:pt x="2253" y="349"/>
                  <a:pt x="2253" y="349"/>
                  <a:pt x="2253" y="349"/>
                </a:cubicBezTo>
                <a:cubicBezTo>
                  <a:pt x="2245" y="349"/>
                  <a:pt x="2245" y="349"/>
                  <a:pt x="2245" y="349"/>
                </a:cubicBezTo>
                <a:cubicBezTo>
                  <a:pt x="2245" y="357"/>
                  <a:pt x="2245" y="357"/>
                  <a:pt x="2245" y="357"/>
                </a:cubicBezTo>
                <a:cubicBezTo>
                  <a:pt x="2247" y="357"/>
                  <a:pt x="2247" y="357"/>
                  <a:pt x="2247" y="357"/>
                </a:cubicBezTo>
                <a:moveTo>
                  <a:pt x="2077" y="464"/>
                </a:moveTo>
                <a:cubicBezTo>
                  <a:pt x="2142" y="464"/>
                  <a:pt x="2142" y="464"/>
                  <a:pt x="2142" y="464"/>
                </a:cubicBezTo>
                <a:cubicBezTo>
                  <a:pt x="2142" y="462"/>
                  <a:pt x="2142" y="462"/>
                  <a:pt x="2142" y="462"/>
                </a:cubicBezTo>
                <a:cubicBezTo>
                  <a:pt x="2077" y="462"/>
                  <a:pt x="2077" y="462"/>
                  <a:pt x="2077" y="462"/>
                </a:cubicBezTo>
                <a:lnTo>
                  <a:pt x="2077" y="464"/>
                </a:lnTo>
                <a:close/>
                <a:moveTo>
                  <a:pt x="2141" y="470"/>
                </a:moveTo>
                <a:cubicBezTo>
                  <a:pt x="2144" y="470"/>
                  <a:pt x="2144" y="470"/>
                  <a:pt x="2144" y="470"/>
                </a:cubicBezTo>
                <a:cubicBezTo>
                  <a:pt x="2144" y="450"/>
                  <a:pt x="2144" y="450"/>
                  <a:pt x="2144" y="450"/>
                </a:cubicBezTo>
                <a:cubicBezTo>
                  <a:pt x="2141" y="450"/>
                  <a:pt x="2141" y="450"/>
                  <a:pt x="2141" y="450"/>
                </a:cubicBezTo>
                <a:lnTo>
                  <a:pt x="2141" y="470"/>
                </a:lnTo>
                <a:close/>
                <a:moveTo>
                  <a:pt x="1683" y="551"/>
                </a:moveTo>
                <a:cubicBezTo>
                  <a:pt x="1686" y="551"/>
                  <a:pt x="1686" y="551"/>
                  <a:pt x="1686" y="551"/>
                </a:cubicBezTo>
                <a:cubicBezTo>
                  <a:pt x="1686" y="511"/>
                  <a:pt x="1686" y="511"/>
                  <a:pt x="1686" y="511"/>
                </a:cubicBezTo>
                <a:cubicBezTo>
                  <a:pt x="1683" y="511"/>
                  <a:pt x="1683" y="511"/>
                  <a:pt x="1683" y="511"/>
                </a:cubicBezTo>
                <a:lnTo>
                  <a:pt x="1683" y="551"/>
                </a:lnTo>
                <a:close/>
                <a:moveTo>
                  <a:pt x="1697" y="629"/>
                </a:moveTo>
                <a:cubicBezTo>
                  <a:pt x="1699" y="629"/>
                  <a:pt x="1699" y="629"/>
                  <a:pt x="1699" y="629"/>
                </a:cubicBezTo>
                <a:cubicBezTo>
                  <a:pt x="1699" y="569"/>
                  <a:pt x="1699" y="569"/>
                  <a:pt x="1699" y="569"/>
                </a:cubicBezTo>
                <a:cubicBezTo>
                  <a:pt x="1697" y="569"/>
                  <a:pt x="1697" y="569"/>
                  <a:pt x="1697" y="569"/>
                </a:cubicBezTo>
                <a:lnTo>
                  <a:pt x="1697" y="629"/>
                </a:lnTo>
                <a:close/>
                <a:moveTo>
                  <a:pt x="3244" y="620"/>
                </a:moveTo>
                <a:cubicBezTo>
                  <a:pt x="3246" y="620"/>
                  <a:pt x="3246" y="620"/>
                  <a:pt x="3246" y="620"/>
                </a:cubicBezTo>
                <a:cubicBezTo>
                  <a:pt x="3246" y="431"/>
                  <a:pt x="3246" y="431"/>
                  <a:pt x="3246" y="431"/>
                </a:cubicBezTo>
                <a:cubicBezTo>
                  <a:pt x="3244" y="431"/>
                  <a:pt x="3244" y="431"/>
                  <a:pt x="3244" y="431"/>
                </a:cubicBezTo>
                <a:lnTo>
                  <a:pt x="3244" y="620"/>
                </a:lnTo>
                <a:close/>
                <a:moveTo>
                  <a:pt x="3249" y="620"/>
                </a:moveTo>
                <a:cubicBezTo>
                  <a:pt x="3251" y="620"/>
                  <a:pt x="3251" y="620"/>
                  <a:pt x="3251" y="620"/>
                </a:cubicBezTo>
                <a:cubicBezTo>
                  <a:pt x="3251" y="431"/>
                  <a:pt x="3251" y="431"/>
                  <a:pt x="3251" y="431"/>
                </a:cubicBezTo>
                <a:cubicBezTo>
                  <a:pt x="3249" y="431"/>
                  <a:pt x="3249" y="431"/>
                  <a:pt x="3249" y="431"/>
                </a:cubicBezTo>
                <a:lnTo>
                  <a:pt x="3249" y="620"/>
                </a:lnTo>
                <a:close/>
                <a:moveTo>
                  <a:pt x="3255" y="620"/>
                </a:moveTo>
                <a:cubicBezTo>
                  <a:pt x="3257" y="620"/>
                  <a:pt x="3257" y="620"/>
                  <a:pt x="3257" y="620"/>
                </a:cubicBezTo>
                <a:cubicBezTo>
                  <a:pt x="3257" y="431"/>
                  <a:pt x="3257" y="431"/>
                  <a:pt x="3257" y="431"/>
                </a:cubicBezTo>
                <a:cubicBezTo>
                  <a:pt x="3255" y="431"/>
                  <a:pt x="3255" y="431"/>
                  <a:pt x="3255" y="431"/>
                </a:cubicBezTo>
                <a:lnTo>
                  <a:pt x="3255" y="620"/>
                </a:lnTo>
                <a:close/>
                <a:moveTo>
                  <a:pt x="3260" y="620"/>
                </a:moveTo>
                <a:cubicBezTo>
                  <a:pt x="3262" y="620"/>
                  <a:pt x="3262" y="620"/>
                  <a:pt x="3262" y="620"/>
                </a:cubicBezTo>
                <a:cubicBezTo>
                  <a:pt x="3262" y="431"/>
                  <a:pt x="3262" y="431"/>
                  <a:pt x="3262" y="431"/>
                </a:cubicBezTo>
                <a:cubicBezTo>
                  <a:pt x="3260" y="431"/>
                  <a:pt x="3260" y="431"/>
                  <a:pt x="3260" y="431"/>
                </a:cubicBezTo>
                <a:lnTo>
                  <a:pt x="3260" y="620"/>
                </a:lnTo>
                <a:close/>
                <a:moveTo>
                  <a:pt x="3266" y="620"/>
                </a:moveTo>
                <a:cubicBezTo>
                  <a:pt x="3268" y="620"/>
                  <a:pt x="3268" y="620"/>
                  <a:pt x="3268" y="620"/>
                </a:cubicBezTo>
                <a:cubicBezTo>
                  <a:pt x="3268" y="431"/>
                  <a:pt x="3268" y="431"/>
                  <a:pt x="3268" y="431"/>
                </a:cubicBezTo>
                <a:cubicBezTo>
                  <a:pt x="3266" y="431"/>
                  <a:pt x="3266" y="431"/>
                  <a:pt x="3266" y="431"/>
                </a:cubicBezTo>
                <a:lnTo>
                  <a:pt x="3266" y="620"/>
                </a:lnTo>
                <a:close/>
                <a:moveTo>
                  <a:pt x="1044" y="619"/>
                </a:moveTo>
                <a:cubicBezTo>
                  <a:pt x="1044" y="619"/>
                  <a:pt x="1020" y="609"/>
                  <a:pt x="995" y="599"/>
                </a:cubicBezTo>
                <a:cubicBezTo>
                  <a:pt x="983" y="594"/>
                  <a:pt x="970" y="589"/>
                  <a:pt x="960" y="586"/>
                </a:cubicBezTo>
                <a:cubicBezTo>
                  <a:pt x="949" y="582"/>
                  <a:pt x="941" y="579"/>
                  <a:pt x="938" y="579"/>
                </a:cubicBezTo>
                <a:cubicBezTo>
                  <a:pt x="938" y="581"/>
                  <a:pt x="938" y="581"/>
                  <a:pt x="938" y="581"/>
                </a:cubicBezTo>
                <a:cubicBezTo>
                  <a:pt x="941" y="581"/>
                  <a:pt x="949" y="584"/>
                  <a:pt x="959" y="588"/>
                </a:cubicBezTo>
                <a:cubicBezTo>
                  <a:pt x="974" y="593"/>
                  <a:pt x="995" y="602"/>
                  <a:pt x="1012" y="608"/>
                </a:cubicBezTo>
                <a:cubicBezTo>
                  <a:pt x="1030" y="615"/>
                  <a:pt x="1043" y="621"/>
                  <a:pt x="1043" y="621"/>
                </a:cubicBezTo>
                <a:cubicBezTo>
                  <a:pt x="1044" y="619"/>
                  <a:pt x="1044" y="619"/>
                  <a:pt x="1044" y="619"/>
                </a:cubicBezTo>
                <a:moveTo>
                  <a:pt x="4000" y="497"/>
                </a:moveTo>
                <a:cubicBezTo>
                  <a:pt x="4024" y="497"/>
                  <a:pt x="4024" y="497"/>
                  <a:pt x="4024" y="497"/>
                </a:cubicBezTo>
                <a:cubicBezTo>
                  <a:pt x="4024" y="495"/>
                  <a:pt x="4024" y="495"/>
                  <a:pt x="4024" y="495"/>
                </a:cubicBezTo>
                <a:cubicBezTo>
                  <a:pt x="4000" y="495"/>
                  <a:pt x="4000" y="495"/>
                  <a:pt x="4000" y="495"/>
                </a:cubicBezTo>
                <a:lnTo>
                  <a:pt x="4000" y="497"/>
                </a:lnTo>
                <a:close/>
                <a:moveTo>
                  <a:pt x="4000" y="502"/>
                </a:moveTo>
                <a:cubicBezTo>
                  <a:pt x="4025" y="502"/>
                  <a:pt x="4025" y="502"/>
                  <a:pt x="4025" y="502"/>
                </a:cubicBezTo>
                <a:cubicBezTo>
                  <a:pt x="4025" y="500"/>
                  <a:pt x="4025" y="500"/>
                  <a:pt x="4025" y="500"/>
                </a:cubicBezTo>
                <a:cubicBezTo>
                  <a:pt x="4000" y="500"/>
                  <a:pt x="4000" y="500"/>
                  <a:pt x="4000" y="500"/>
                </a:cubicBezTo>
                <a:lnTo>
                  <a:pt x="4000" y="502"/>
                </a:lnTo>
                <a:close/>
                <a:moveTo>
                  <a:pt x="4000" y="507"/>
                </a:moveTo>
                <a:cubicBezTo>
                  <a:pt x="4025" y="507"/>
                  <a:pt x="4025" y="507"/>
                  <a:pt x="4025" y="507"/>
                </a:cubicBezTo>
                <a:cubicBezTo>
                  <a:pt x="4025" y="504"/>
                  <a:pt x="4025" y="504"/>
                  <a:pt x="4025" y="504"/>
                </a:cubicBezTo>
                <a:cubicBezTo>
                  <a:pt x="4000" y="504"/>
                  <a:pt x="4000" y="504"/>
                  <a:pt x="4000" y="504"/>
                </a:cubicBezTo>
                <a:lnTo>
                  <a:pt x="4000" y="507"/>
                </a:lnTo>
                <a:close/>
                <a:moveTo>
                  <a:pt x="4000" y="511"/>
                </a:moveTo>
                <a:cubicBezTo>
                  <a:pt x="4024" y="511"/>
                  <a:pt x="4024" y="511"/>
                  <a:pt x="4024" y="511"/>
                </a:cubicBezTo>
                <a:cubicBezTo>
                  <a:pt x="4024" y="509"/>
                  <a:pt x="4024" y="509"/>
                  <a:pt x="4024" y="509"/>
                </a:cubicBezTo>
                <a:cubicBezTo>
                  <a:pt x="4000" y="509"/>
                  <a:pt x="4000" y="509"/>
                  <a:pt x="4000" y="509"/>
                </a:cubicBezTo>
                <a:lnTo>
                  <a:pt x="4000" y="511"/>
                </a:lnTo>
                <a:close/>
                <a:moveTo>
                  <a:pt x="4000" y="516"/>
                </a:moveTo>
                <a:cubicBezTo>
                  <a:pt x="4024" y="516"/>
                  <a:pt x="4024" y="516"/>
                  <a:pt x="4024" y="516"/>
                </a:cubicBezTo>
                <a:cubicBezTo>
                  <a:pt x="4024" y="514"/>
                  <a:pt x="4024" y="514"/>
                  <a:pt x="4024" y="514"/>
                </a:cubicBezTo>
                <a:cubicBezTo>
                  <a:pt x="4000" y="514"/>
                  <a:pt x="4000" y="514"/>
                  <a:pt x="4000" y="514"/>
                </a:cubicBezTo>
                <a:lnTo>
                  <a:pt x="4000" y="516"/>
                </a:lnTo>
                <a:close/>
                <a:moveTo>
                  <a:pt x="4001" y="521"/>
                </a:moveTo>
                <a:cubicBezTo>
                  <a:pt x="4024" y="521"/>
                  <a:pt x="4024" y="521"/>
                  <a:pt x="4024" y="521"/>
                </a:cubicBezTo>
                <a:cubicBezTo>
                  <a:pt x="4024" y="518"/>
                  <a:pt x="4024" y="518"/>
                  <a:pt x="4024" y="518"/>
                </a:cubicBezTo>
                <a:cubicBezTo>
                  <a:pt x="4001" y="518"/>
                  <a:pt x="4001" y="518"/>
                  <a:pt x="4001" y="518"/>
                </a:cubicBezTo>
                <a:lnTo>
                  <a:pt x="4001" y="521"/>
                </a:lnTo>
                <a:close/>
                <a:moveTo>
                  <a:pt x="3999" y="525"/>
                </a:moveTo>
                <a:cubicBezTo>
                  <a:pt x="4024" y="525"/>
                  <a:pt x="4024" y="525"/>
                  <a:pt x="4024" y="525"/>
                </a:cubicBezTo>
                <a:cubicBezTo>
                  <a:pt x="4024" y="523"/>
                  <a:pt x="4024" y="523"/>
                  <a:pt x="4024" y="523"/>
                </a:cubicBezTo>
                <a:cubicBezTo>
                  <a:pt x="3999" y="523"/>
                  <a:pt x="3999" y="523"/>
                  <a:pt x="3999" y="523"/>
                </a:cubicBezTo>
                <a:lnTo>
                  <a:pt x="3999" y="525"/>
                </a:lnTo>
                <a:close/>
                <a:moveTo>
                  <a:pt x="3999" y="530"/>
                </a:moveTo>
                <a:cubicBezTo>
                  <a:pt x="4024" y="530"/>
                  <a:pt x="4024" y="530"/>
                  <a:pt x="4024" y="530"/>
                </a:cubicBezTo>
                <a:cubicBezTo>
                  <a:pt x="4024" y="528"/>
                  <a:pt x="4024" y="528"/>
                  <a:pt x="4024" y="528"/>
                </a:cubicBezTo>
                <a:cubicBezTo>
                  <a:pt x="3999" y="528"/>
                  <a:pt x="3999" y="528"/>
                  <a:pt x="3999" y="528"/>
                </a:cubicBezTo>
                <a:lnTo>
                  <a:pt x="3999" y="530"/>
                </a:lnTo>
                <a:close/>
                <a:moveTo>
                  <a:pt x="4000" y="535"/>
                </a:moveTo>
                <a:cubicBezTo>
                  <a:pt x="4024" y="535"/>
                  <a:pt x="4024" y="535"/>
                  <a:pt x="4024" y="535"/>
                </a:cubicBezTo>
                <a:cubicBezTo>
                  <a:pt x="4024" y="532"/>
                  <a:pt x="4024" y="532"/>
                  <a:pt x="4024" y="532"/>
                </a:cubicBezTo>
                <a:cubicBezTo>
                  <a:pt x="4000" y="532"/>
                  <a:pt x="4000" y="532"/>
                  <a:pt x="4000" y="532"/>
                </a:cubicBezTo>
                <a:lnTo>
                  <a:pt x="4000" y="535"/>
                </a:lnTo>
                <a:close/>
                <a:moveTo>
                  <a:pt x="3454" y="623"/>
                </a:moveTo>
                <a:cubicBezTo>
                  <a:pt x="3456" y="623"/>
                  <a:pt x="3456" y="623"/>
                  <a:pt x="3456" y="623"/>
                </a:cubicBezTo>
                <a:cubicBezTo>
                  <a:pt x="3456" y="404"/>
                  <a:pt x="3456" y="404"/>
                  <a:pt x="3456" y="404"/>
                </a:cubicBezTo>
                <a:cubicBezTo>
                  <a:pt x="3454" y="404"/>
                  <a:pt x="3454" y="404"/>
                  <a:pt x="3454" y="404"/>
                </a:cubicBezTo>
                <a:lnTo>
                  <a:pt x="3454" y="623"/>
                </a:lnTo>
                <a:close/>
                <a:moveTo>
                  <a:pt x="3360" y="554"/>
                </a:moveTo>
                <a:cubicBezTo>
                  <a:pt x="3340" y="554"/>
                  <a:pt x="3340" y="554"/>
                  <a:pt x="3340" y="554"/>
                </a:cubicBezTo>
                <a:cubicBezTo>
                  <a:pt x="3340" y="625"/>
                  <a:pt x="3340" y="625"/>
                  <a:pt x="3340" y="625"/>
                </a:cubicBezTo>
                <a:cubicBezTo>
                  <a:pt x="3342" y="625"/>
                  <a:pt x="3342" y="625"/>
                  <a:pt x="3342" y="625"/>
                </a:cubicBezTo>
                <a:cubicBezTo>
                  <a:pt x="3342" y="556"/>
                  <a:pt x="3342" y="556"/>
                  <a:pt x="3342" y="556"/>
                </a:cubicBezTo>
                <a:cubicBezTo>
                  <a:pt x="3360" y="556"/>
                  <a:pt x="3360" y="556"/>
                  <a:pt x="3360" y="556"/>
                </a:cubicBezTo>
                <a:cubicBezTo>
                  <a:pt x="3360" y="554"/>
                  <a:pt x="3360" y="554"/>
                  <a:pt x="3360" y="554"/>
                </a:cubicBezTo>
                <a:moveTo>
                  <a:pt x="2263" y="427"/>
                </a:moveTo>
                <a:cubicBezTo>
                  <a:pt x="2310" y="427"/>
                  <a:pt x="2310" y="427"/>
                  <a:pt x="2310" y="427"/>
                </a:cubicBezTo>
                <a:cubicBezTo>
                  <a:pt x="2310" y="424"/>
                  <a:pt x="2310" y="424"/>
                  <a:pt x="2310" y="424"/>
                </a:cubicBezTo>
                <a:cubicBezTo>
                  <a:pt x="2263" y="424"/>
                  <a:pt x="2263" y="424"/>
                  <a:pt x="2263" y="424"/>
                </a:cubicBezTo>
                <a:lnTo>
                  <a:pt x="2263" y="427"/>
                </a:lnTo>
                <a:close/>
                <a:moveTo>
                  <a:pt x="2316" y="387"/>
                </a:moveTo>
                <a:cubicBezTo>
                  <a:pt x="2316" y="382"/>
                  <a:pt x="2316" y="382"/>
                  <a:pt x="2316" y="382"/>
                </a:cubicBezTo>
                <a:cubicBezTo>
                  <a:pt x="2325" y="382"/>
                  <a:pt x="2325" y="382"/>
                  <a:pt x="2325" y="382"/>
                </a:cubicBezTo>
                <a:cubicBezTo>
                  <a:pt x="2325" y="378"/>
                  <a:pt x="2325" y="378"/>
                  <a:pt x="2325" y="378"/>
                </a:cubicBezTo>
                <a:cubicBezTo>
                  <a:pt x="2337" y="378"/>
                  <a:pt x="2337" y="378"/>
                  <a:pt x="2337" y="378"/>
                </a:cubicBezTo>
                <a:cubicBezTo>
                  <a:pt x="2344" y="385"/>
                  <a:pt x="2344" y="385"/>
                  <a:pt x="2344" y="385"/>
                </a:cubicBezTo>
                <a:cubicBezTo>
                  <a:pt x="2346" y="384"/>
                  <a:pt x="2346" y="384"/>
                  <a:pt x="2346" y="384"/>
                </a:cubicBezTo>
                <a:cubicBezTo>
                  <a:pt x="2338" y="376"/>
                  <a:pt x="2338" y="376"/>
                  <a:pt x="2338" y="376"/>
                </a:cubicBezTo>
                <a:cubicBezTo>
                  <a:pt x="2322" y="376"/>
                  <a:pt x="2322" y="376"/>
                  <a:pt x="2322" y="376"/>
                </a:cubicBezTo>
                <a:cubicBezTo>
                  <a:pt x="2322" y="380"/>
                  <a:pt x="2322" y="380"/>
                  <a:pt x="2322" y="380"/>
                </a:cubicBezTo>
                <a:cubicBezTo>
                  <a:pt x="2314" y="380"/>
                  <a:pt x="2314" y="380"/>
                  <a:pt x="2314" y="380"/>
                </a:cubicBezTo>
                <a:cubicBezTo>
                  <a:pt x="2314" y="387"/>
                  <a:pt x="2314" y="387"/>
                  <a:pt x="2314" y="387"/>
                </a:cubicBezTo>
                <a:cubicBezTo>
                  <a:pt x="2316" y="387"/>
                  <a:pt x="2316" y="387"/>
                  <a:pt x="2316" y="387"/>
                </a:cubicBezTo>
                <a:moveTo>
                  <a:pt x="2398" y="362"/>
                </a:moveTo>
                <a:cubicBezTo>
                  <a:pt x="2398" y="357"/>
                  <a:pt x="2398" y="357"/>
                  <a:pt x="2398" y="357"/>
                </a:cubicBezTo>
                <a:cubicBezTo>
                  <a:pt x="2406" y="357"/>
                  <a:pt x="2406" y="357"/>
                  <a:pt x="2406" y="357"/>
                </a:cubicBezTo>
                <a:cubicBezTo>
                  <a:pt x="2406" y="353"/>
                  <a:pt x="2406" y="353"/>
                  <a:pt x="2406" y="353"/>
                </a:cubicBezTo>
                <a:cubicBezTo>
                  <a:pt x="2418" y="353"/>
                  <a:pt x="2418" y="353"/>
                  <a:pt x="2418" y="353"/>
                </a:cubicBezTo>
                <a:cubicBezTo>
                  <a:pt x="2426" y="360"/>
                  <a:pt x="2426" y="360"/>
                  <a:pt x="2426" y="360"/>
                </a:cubicBezTo>
                <a:cubicBezTo>
                  <a:pt x="2427" y="359"/>
                  <a:pt x="2427" y="359"/>
                  <a:pt x="2427" y="359"/>
                </a:cubicBezTo>
                <a:cubicBezTo>
                  <a:pt x="2419" y="351"/>
                  <a:pt x="2419" y="351"/>
                  <a:pt x="2419" y="351"/>
                </a:cubicBezTo>
                <a:cubicBezTo>
                  <a:pt x="2404" y="351"/>
                  <a:pt x="2404" y="351"/>
                  <a:pt x="2404" y="351"/>
                </a:cubicBezTo>
                <a:cubicBezTo>
                  <a:pt x="2404" y="355"/>
                  <a:pt x="2404" y="355"/>
                  <a:pt x="2404" y="355"/>
                </a:cubicBezTo>
                <a:cubicBezTo>
                  <a:pt x="2395" y="355"/>
                  <a:pt x="2395" y="355"/>
                  <a:pt x="2395" y="355"/>
                </a:cubicBezTo>
                <a:cubicBezTo>
                  <a:pt x="2395" y="362"/>
                  <a:pt x="2395" y="362"/>
                  <a:pt x="2395" y="362"/>
                </a:cubicBezTo>
                <a:cubicBezTo>
                  <a:pt x="2398" y="362"/>
                  <a:pt x="2398" y="362"/>
                  <a:pt x="2398" y="362"/>
                </a:cubicBezTo>
                <a:moveTo>
                  <a:pt x="2501" y="413"/>
                </a:moveTo>
                <a:cubicBezTo>
                  <a:pt x="2501" y="408"/>
                  <a:pt x="2501" y="408"/>
                  <a:pt x="2501" y="408"/>
                </a:cubicBezTo>
                <a:cubicBezTo>
                  <a:pt x="2510" y="408"/>
                  <a:pt x="2510" y="408"/>
                  <a:pt x="2510" y="408"/>
                </a:cubicBezTo>
                <a:cubicBezTo>
                  <a:pt x="2510" y="403"/>
                  <a:pt x="2510" y="403"/>
                  <a:pt x="2510" y="403"/>
                </a:cubicBezTo>
                <a:cubicBezTo>
                  <a:pt x="2522" y="403"/>
                  <a:pt x="2522" y="403"/>
                  <a:pt x="2522" y="403"/>
                </a:cubicBezTo>
                <a:cubicBezTo>
                  <a:pt x="2530" y="411"/>
                  <a:pt x="2530" y="411"/>
                  <a:pt x="2530" y="411"/>
                </a:cubicBezTo>
                <a:cubicBezTo>
                  <a:pt x="2531" y="409"/>
                  <a:pt x="2531" y="409"/>
                  <a:pt x="2531" y="409"/>
                </a:cubicBezTo>
                <a:cubicBezTo>
                  <a:pt x="2523" y="401"/>
                  <a:pt x="2523" y="401"/>
                  <a:pt x="2523" y="401"/>
                </a:cubicBezTo>
                <a:cubicBezTo>
                  <a:pt x="2507" y="401"/>
                  <a:pt x="2507" y="401"/>
                  <a:pt x="2507" y="401"/>
                </a:cubicBezTo>
                <a:cubicBezTo>
                  <a:pt x="2507" y="406"/>
                  <a:pt x="2507" y="406"/>
                  <a:pt x="2507" y="406"/>
                </a:cubicBezTo>
                <a:cubicBezTo>
                  <a:pt x="2499" y="406"/>
                  <a:pt x="2499" y="406"/>
                  <a:pt x="2499" y="406"/>
                </a:cubicBezTo>
                <a:cubicBezTo>
                  <a:pt x="2499" y="413"/>
                  <a:pt x="2499" y="413"/>
                  <a:pt x="2499" y="413"/>
                </a:cubicBezTo>
                <a:cubicBezTo>
                  <a:pt x="2501" y="413"/>
                  <a:pt x="2501" y="413"/>
                  <a:pt x="2501" y="413"/>
                </a:cubicBezTo>
                <a:moveTo>
                  <a:pt x="982" y="492"/>
                </a:moveTo>
                <a:cubicBezTo>
                  <a:pt x="1032" y="492"/>
                  <a:pt x="1032" y="492"/>
                  <a:pt x="1032" y="492"/>
                </a:cubicBezTo>
                <a:cubicBezTo>
                  <a:pt x="1032" y="490"/>
                  <a:pt x="1032" y="490"/>
                  <a:pt x="1032" y="490"/>
                </a:cubicBezTo>
                <a:cubicBezTo>
                  <a:pt x="982" y="490"/>
                  <a:pt x="982" y="490"/>
                  <a:pt x="982" y="490"/>
                </a:cubicBezTo>
                <a:lnTo>
                  <a:pt x="982" y="492"/>
                </a:lnTo>
                <a:close/>
                <a:moveTo>
                  <a:pt x="790" y="665"/>
                </a:moveTo>
                <a:cubicBezTo>
                  <a:pt x="792" y="665"/>
                  <a:pt x="792" y="665"/>
                  <a:pt x="792" y="665"/>
                </a:cubicBezTo>
                <a:cubicBezTo>
                  <a:pt x="792" y="654"/>
                  <a:pt x="792" y="654"/>
                  <a:pt x="792" y="654"/>
                </a:cubicBezTo>
                <a:cubicBezTo>
                  <a:pt x="790" y="654"/>
                  <a:pt x="790" y="654"/>
                  <a:pt x="790" y="654"/>
                </a:cubicBezTo>
                <a:lnTo>
                  <a:pt x="790" y="665"/>
                </a:lnTo>
                <a:close/>
                <a:moveTo>
                  <a:pt x="809" y="665"/>
                </a:moveTo>
                <a:cubicBezTo>
                  <a:pt x="811" y="665"/>
                  <a:pt x="811" y="665"/>
                  <a:pt x="811" y="665"/>
                </a:cubicBezTo>
                <a:cubicBezTo>
                  <a:pt x="811" y="653"/>
                  <a:pt x="811" y="653"/>
                  <a:pt x="811" y="653"/>
                </a:cubicBezTo>
                <a:cubicBezTo>
                  <a:pt x="809" y="653"/>
                  <a:pt x="809" y="653"/>
                  <a:pt x="809" y="653"/>
                </a:cubicBezTo>
                <a:lnTo>
                  <a:pt x="809" y="665"/>
                </a:lnTo>
                <a:close/>
                <a:moveTo>
                  <a:pt x="827" y="665"/>
                </a:moveTo>
                <a:cubicBezTo>
                  <a:pt x="829" y="665"/>
                  <a:pt x="829" y="665"/>
                  <a:pt x="829" y="665"/>
                </a:cubicBezTo>
                <a:cubicBezTo>
                  <a:pt x="829" y="654"/>
                  <a:pt x="829" y="654"/>
                  <a:pt x="829" y="654"/>
                </a:cubicBezTo>
                <a:cubicBezTo>
                  <a:pt x="827" y="654"/>
                  <a:pt x="827" y="654"/>
                  <a:pt x="827" y="654"/>
                </a:cubicBezTo>
                <a:lnTo>
                  <a:pt x="827" y="665"/>
                </a:lnTo>
                <a:close/>
                <a:moveTo>
                  <a:pt x="844" y="665"/>
                </a:moveTo>
                <a:cubicBezTo>
                  <a:pt x="846" y="665"/>
                  <a:pt x="846" y="665"/>
                  <a:pt x="846" y="665"/>
                </a:cubicBezTo>
                <a:cubicBezTo>
                  <a:pt x="846" y="654"/>
                  <a:pt x="846" y="654"/>
                  <a:pt x="846" y="654"/>
                </a:cubicBezTo>
                <a:cubicBezTo>
                  <a:pt x="844" y="654"/>
                  <a:pt x="844" y="654"/>
                  <a:pt x="844" y="654"/>
                </a:cubicBezTo>
                <a:lnTo>
                  <a:pt x="844" y="665"/>
                </a:lnTo>
                <a:close/>
                <a:moveTo>
                  <a:pt x="526" y="463"/>
                </a:moveTo>
                <a:cubicBezTo>
                  <a:pt x="590" y="463"/>
                  <a:pt x="590" y="463"/>
                  <a:pt x="590" y="463"/>
                </a:cubicBezTo>
                <a:cubicBezTo>
                  <a:pt x="609" y="468"/>
                  <a:pt x="609" y="468"/>
                  <a:pt x="609" y="468"/>
                </a:cubicBezTo>
                <a:cubicBezTo>
                  <a:pt x="610" y="466"/>
                  <a:pt x="610" y="466"/>
                  <a:pt x="610" y="466"/>
                </a:cubicBezTo>
                <a:cubicBezTo>
                  <a:pt x="590" y="460"/>
                  <a:pt x="590" y="460"/>
                  <a:pt x="590" y="460"/>
                </a:cubicBezTo>
                <a:cubicBezTo>
                  <a:pt x="526" y="460"/>
                  <a:pt x="526" y="460"/>
                  <a:pt x="526" y="460"/>
                </a:cubicBezTo>
                <a:cubicBezTo>
                  <a:pt x="526" y="463"/>
                  <a:pt x="526" y="463"/>
                  <a:pt x="526" y="463"/>
                </a:cubicBezTo>
                <a:moveTo>
                  <a:pt x="630" y="463"/>
                </a:moveTo>
                <a:cubicBezTo>
                  <a:pt x="699" y="463"/>
                  <a:pt x="699" y="463"/>
                  <a:pt x="699" y="463"/>
                </a:cubicBezTo>
                <a:cubicBezTo>
                  <a:pt x="717" y="467"/>
                  <a:pt x="717" y="467"/>
                  <a:pt x="717" y="467"/>
                </a:cubicBezTo>
                <a:cubicBezTo>
                  <a:pt x="718" y="465"/>
                  <a:pt x="718" y="465"/>
                  <a:pt x="718" y="465"/>
                </a:cubicBezTo>
                <a:cubicBezTo>
                  <a:pt x="699" y="460"/>
                  <a:pt x="699" y="460"/>
                  <a:pt x="699" y="460"/>
                </a:cubicBezTo>
                <a:cubicBezTo>
                  <a:pt x="630" y="460"/>
                  <a:pt x="630" y="460"/>
                  <a:pt x="630" y="460"/>
                </a:cubicBezTo>
                <a:cubicBezTo>
                  <a:pt x="630" y="463"/>
                  <a:pt x="630" y="463"/>
                  <a:pt x="630" y="463"/>
                </a:cubicBezTo>
                <a:moveTo>
                  <a:pt x="4145" y="656"/>
                </a:moveTo>
                <a:cubicBezTo>
                  <a:pt x="4145" y="556"/>
                  <a:pt x="4145" y="556"/>
                  <a:pt x="4145" y="556"/>
                </a:cubicBezTo>
                <a:cubicBezTo>
                  <a:pt x="4208" y="556"/>
                  <a:pt x="4208" y="556"/>
                  <a:pt x="4208" y="556"/>
                </a:cubicBezTo>
                <a:cubicBezTo>
                  <a:pt x="4208" y="554"/>
                  <a:pt x="4208" y="554"/>
                  <a:pt x="4208" y="554"/>
                </a:cubicBezTo>
                <a:cubicBezTo>
                  <a:pt x="4142" y="554"/>
                  <a:pt x="4142" y="554"/>
                  <a:pt x="4142" y="554"/>
                </a:cubicBezTo>
                <a:cubicBezTo>
                  <a:pt x="4142" y="656"/>
                  <a:pt x="4142" y="656"/>
                  <a:pt x="4142" y="656"/>
                </a:cubicBezTo>
                <a:cubicBezTo>
                  <a:pt x="4145" y="656"/>
                  <a:pt x="4145" y="656"/>
                  <a:pt x="4145" y="656"/>
                </a:cubicBezTo>
                <a:moveTo>
                  <a:pt x="4032" y="654"/>
                </a:moveTo>
                <a:cubicBezTo>
                  <a:pt x="4047" y="654"/>
                  <a:pt x="4047" y="654"/>
                  <a:pt x="4047" y="654"/>
                </a:cubicBezTo>
                <a:cubicBezTo>
                  <a:pt x="4047" y="650"/>
                  <a:pt x="4047" y="650"/>
                  <a:pt x="4047" y="650"/>
                </a:cubicBezTo>
                <a:cubicBezTo>
                  <a:pt x="4065" y="650"/>
                  <a:pt x="4065" y="650"/>
                  <a:pt x="4065" y="650"/>
                </a:cubicBezTo>
                <a:cubicBezTo>
                  <a:pt x="4065" y="654"/>
                  <a:pt x="4065" y="654"/>
                  <a:pt x="4065" y="654"/>
                </a:cubicBezTo>
                <a:cubicBezTo>
                  <a:pt x="4110" y="654"/>
                  <a:pt x="4110" y="654"/>
                  <a:pt x="4110" y="654"/>
                </a:cubicBezTo>
                <a:cubicBezTo>
                  <a:pt x="4110" y="658"/>
                  <a:pt x="4110" y="658"/>
                  <a:pt x="4110" y="658"/>
                </a:cubicBezTo>
                <a:cubicBezTo>
                  <a:pt x="4154" y="658"/>
                  <a:pt x="4154" y="658"/>
                  <a:pt x="4154" y="658"/>
                </a:cubicBezTo>
                <a:cubicBezTo>
                  <a:pt x="4154" y="656"/>
                  <a:pt x="4154" y="656"/>
                  <a:pt x="4154" y="656"/>
                </a:cubicBezTo>
                <a:cubicBezTo>
                  <a:pt x="4112" y="656"/>
                  <a:pt x="4112" y="656"/>
                  <a:pt x="4112" y="656"/>
                </a:cubicBezTo>
                <a:cubicBezTo>
                  <a:pt x="4112" y="652"/>
                  <a:pt x="4112" y="652"/>
                  <a:pt x="4112" y="652"/>
                </a:cubicBezTo>
                <a:cubicBezTo>
                  <a:pt x="4067" y="652"/>
                  <a:pt x="4067" y="652"/>
                  <a:pt x="4067" y="652"/>
                </a:cubicBezTo>
                <a:cubicBezTo>
                  <a:pt x="4067" y="647"/>
                  <a:pt x="4067" y="647"/>
                  <a:pt x="4067" y="647"/>
                </a:cubicBezTo>
                <a:cubicBezTo>
                  <a:pt x="4045" y="647"/>
                  <a:pt x="4045" y="647"/>
                  <a:pt x="4045" y="647"/>
                </a:cubicBezTo>
                <a:cubicBezTo>
                  <a:pt x="4045" y="652"/>
                  <a:pt x="4045" y="652"/>
                  <a:pt x="4045" y="652"/>
                </a:cubicBezTo>
                <a:cubicBezTo>
                  <a:pt x="4032" y="652"/>
                  <a:pt x="4032" y="652"/>
                  <a:pt x="4032" y="652"/>
                </a:cubicBezTo>
                <a:cubicBezTo>
                  <a:pt x="4032" y="654"/>
                  <a:pt x="4032" y="654"/>
                  <a:pt x="4032" y="654"/>
                </a:cubicBezTo>
                <a:moveTo>
                  <a:pt x="3945" y="478"/>
                </a:moveTo>
                <a:cubicBezTo>
                  <a:pt x="3950" y="477"/>
                  <a:pt x="3955" y="477"/>
                  <a:pt x="3960" y="477"/>
                </a:cubicBezTo>
                <a:cubicBezTo>
                  <a:pt x="3970" y="477"/>
                  <a:pt x="3980" y="478"/>
                  <a:pt x="3987" y="479"/>
                </a:cubicBezTo>
                <a:cubicBezTo>
                  <a:pt x="3995" y="480"/>
                  <a:pt x="3999" y="482"/>
                  <a:pt x="3999" y="482"/>
                </a:cubicBezTo>
                <a:cubicBezTo>
                  <a:pt x="4000" y="480"/>
                  <a:pt x="4000" y="480"/>
                  <a:pt x="4000" y="480"/>
                </a:cubicBezTo>
                <a:cubicBezTo>
                  <a:pt x="4000" y="479"/>
                  <a:pt x="3981" y="475"/>
                  <a:pt x="3960" y="475"/>
                </a:cubicBezTo>
                <a:cubicBezTo>
                  <a:pt x="3955" y="475"/>
                  <a:pt x="3950" y="475"/>
                  <a:pt x="3944" y="476"/>
                </a:cubicBezTo>
                <a:cubicBezTo>
                  <a:pt x="3945" y="478"/>
                  <a:pt x="3945" y="478"/>
                  <a:pt x="3945" y="478"/>
                </a:cubicBezTo>
                <a:moveTo>
                  <a:pt x="3945" y="502"/>
                </a:moveTo>
                <a:cubicBezTo>
                  <a:pt x="3950" y="501"/>
                  <a:pt x="3955" y="501"/>
                  <a:pt x="3960" y="501"/>
                </a:cubicBezTo>
                <a:cubicBezTo>
                  <a:pt x="3971" y="501"/>
                  <a:pt x="3981" y="502"/>
                  <a:pt x="3988" y="503"/>
                </a:cubicBezTo>
                <a:cubicBezTo>
                  <a:pt x="3995" y="504"/>
                  <a:pt x="4000" y="505"/>
                  <a:pt x="4000" y="505"/>
                </a:cubicBezTo>
                <a:cubicBezTo>
                  <a:pt x="4000" y="503"/>
                  <a:pt x="4000" y="503"/>
                  <a:pt x="4000" y="503"/>
                </a:cubicBezTo>
                <a:cubicBezTo>
                  <a:pt x="4000" y="503"/>
                  <a:pt x="3982" y="498"/>
                  <a:pt x="3960" y="498"/>
                </a:cubicBezTo>
                <a:cubicBezTo>
                  <a:pt x="3955" y="498"/>
                  <a:pt x="3950" y="499"/>
                  <a:pt x="3945" y="499"/>
                </a:cubicBezTo>
                <a:cubicBezTo>
                  <a:pt x="3945" y="502"/>
                  <a:pt x="3945" y="502"/>
                  <a:pt x="3945" y="502"/>
                </a:cubicBezTo>
                <a:moveTo>
                  <a:pt x="3945" y="523"/>
                </a:moveTo>
                <a:cubicBezTo>
                  <a:pt x="3950" y="523"/>
                  <a:pt x="3955" y="522"/>
                  <a:pt x="3960" y="522"/>
                </a:cubicBezTo>
                <a:cubicBezTo>
                  <a:pt x="3970" y="522"/>
                  <a:pt x="3980" y="524"/>
                  <a:pt x="3987" y="525"/>
                </a:cubicBezTo>
                <a:cubicBezTo>
                  <a:pt x="3995" y="526"/>
                  <a:pt x="3999" y="527"/>
                  <a:pt x="3999" y="527"/>
                </a:cubicBezTo>
                <a:cubicBezTo>
                  <a:pt x="4000" y="525"/>
                  <a:pt x="4000" y="525"/>
                  <a:pt x="4000" y="525"/>
                </a:cubicBezTo>
                <a:cubicBezTo>
                  <a:pt x="4000" y="525"/>
                  <a:pt x="3981" y="520"/>
                  <a:pt x="3960" y="520"/>
                </a:cubicBezTo>
                <a:cubicBezTo>
                  <a:pt x="3955" y="520"/>
                  <a:pt x="3950" y="521"/>
                  <a:pt x="3944" y="521"/>
                </a:cubicBezTo>
                <a:cubicBezTo>
                  <a:pt x="3945" y="523"/>
                  <a:pt x="3945" y="523"/>
                  <a:pt x="3945" y="523"/>
                </a:cubicBezTo>
                <a:moveTo>
                  <a:pt x="3945" y="547"/>
                </a:moveTo>
                <a:cubicBezTo>
                  <a:pt x="3950" y="547"/>
                  <a:pt x="3955" y="547"/>
                  <a:pt x="3960" y="547"/>
                </a:cubicBezTo>
                <a:cubicBezTo>
                  <a:pt x="3970" y="547"/>
                  <a:pt x="3980" y="548"/>
                  <a:pt x="3987" y="549"/>
                </a:cubicBezTo>
                <a:cubicBezTo>
                  <a:pt x="3995" y="550"/>
                  <a:pt x="3999" y="551"/>
                  <a:pt x="3999" y="551"/>
                </a:cubicBezTo>
                <a:cubicBezTo>
                  <a:pt x="4000" y="549"/>
                  <a:pt x="4000" y="549"/>
                  <a:pt x="4000" y="549"/>
                </a:cubicBezTo>
                <a:cubicBezTo>
                  <a:pt x="4000" y="549"/>
                  <a:pt x="3981" y="544"/>
                  <a:pt x="3960" y="544"/>
                </a:cubicBezTo>
                <a:cubicBezTo>
                  <a:pt x="3955" y="544"/>
                  <a:pt x="3950" y="545"/>
                  <a:pt x="3945" y="545"/>
                </a:cubicBezTo>
                <a:cubicBezTo>
                  <a:pt x="3945" y="547"/>
                  <a:pt x="3945" y="547"/>
                  <a:pt x="3945" y="547"/>
                </a:cubicBezTo>
                <a:moveTo>
                  <a:pt x="3945" y="572"/>
                </a:moveTo>
                <a:cubicBezTo>
                  <a:pt x="3949" y="572"/>
                  <a:pt x="3952" y="572"/>
                  <a:pt x="3956" y="572"/>
                </a:cubicBezTo>
                <a:cubicBezTo>
                  <a:pt x="3968" y="572"/>
                  <a:pt x="3978" y="573"/>
                  <a:pt x="3986" y="574"/>
                </a:cubicBezTo>
                <a:cubicBezTo>
                  <a:pt x="3994" y="575"/>
                  <a:pt x="3999" y="576"/>
                  <a:pt x="3999" y="576"/>
                </a:cubicBezTo>
                <a:cubicBezTo>
                  <a:pt x="4000" y="574"/>
                  <a:pt x="4000" y="574"/>
                  <a:pt x="4000" y="574"/>
                </a:cubicBezTo>
                <a:cubicBezTo>
                  <a:pt x="4000" y="574"/>
                  <a:pt x="3979" y="569"/>
                  <a:pt x="3956" y="569"/>
                </a:cubicBezTo>
                <a:cubicBezTo>
                  <a:pt x="3952" y="569"/>
                  <a:pt x="3948" y="570"/>
                  <a:pt x="3944" y="570"/>
                </a:cubicBezTo>
                <a:cubicBezTo>
                  <a:pt x="3945" y="572"/>
                  <a:pt x="3945" y="572"/>
                  <a:pt x="3945" y="572"/>
                </a:cubicBezTo>
                <a:moveTo>
                  <a:pt x="3836" y="460"/>
                </a:moveTo>
                <a:cubicBezTo>
                  <a:pt x="3848" y="455"/>
                  <a:pt x="3863" y="453"/>
                  <a:pt x="3876" y="453"/>
                </a:cubicBezTo>
                <a:cubicBezTo>
                  <a:pt x="3884" y="453"/>
                  <a:pt x="3892" y="454"/>
                  <a:pt x="3898" y="455"/>
                </a:cubicBezTo>
                <a:cubicBezTo>
                  <a:pt x="3903" y="455"/>
                  <a:pt x="3907" y="456"/>
                  <a:pt x="3907" y="456"/>
                </a:cubicBezTo>
                <a:cubicBezTo>
                  <a:pt x="3907" y="454"/>
                  <a:pt x="3907" y="454"/>
                  <a:pt x="3907" y="454"/>
                </a:cubicBezTo>
                <a:cubicBezTo>
                  <a:pt x="3907" y="454"/>
                  <a:pt x="3893" y="451"/>
                  <a:pt x="3876" y="451"/>
                </a:cubicBezTo>
                <a:cubicBezTo>
                  <a:pt x="3862" y="451"/>
                  <a:pt x="3847" y="453"/>
                  <a:pt x="3835" y="458"/>
                </a:cubicBezTo>
                <a:cubicBezTo>
                  <a:pt x="3836" y="460"/>
                  <a:pt x="3836" y="460"/>
                  <a:pt x="3836" y="460"/>
                </a:cubicBezTo>
                <a:moveTo>
                  <a:pt x="3835" y="489"/>
                </a:moveTo>
                <a:cubicBezTo>
                  <a:pt x="3849" y="485"/>
                  <a:pt x="3867" y="484"/>
                  <a:pt x="3881" y="484"/>
                </a:cubicBezTo>
                <a:cubicBezTo>
                  <a:pt x="3889" y="484"/>
                  <a:pt x="3895" y="484"/>
                  <a:pt x="3899" y="484"/>
                </a:cubicBezTo>
                <a:cubicBezTo>
                  <a:pt x="3904" y="485"/>
                  <a:pt x="3907" y="485"/>
                  <a:pt x="3907" y="485"/>
                </a:cubicBezTo>
                <a:cubicBezTo>
                  <a:pt x="3907" y="483"/>
                  <a:pt x="3907" y="483"/>
                  <a:pt x="3907" y="483"/>
                </a:cubicBezTo>
                <a:cubicBezTo>
                  <a:pt x="3907" y="483"/>
                  <a:pt x="3896" y="481"/>
                  <a:pt x="3881" y="481"/>
                </a:cubicBezTo>
                <a:cubicBezTo>
                  <a:pt x="3867" y="482"/>
                  <a:pt x="3849" y="483"/>
                  <a:pt x="3835" y="487"/>
                </a:cubicBezTo>
                <a:cubicBezTo>
                  <a:pt x="3835" y="489"/>
                  <a:pt x="3835" y="489"/>
                  <a:pt x="3835" y="489"/>
                </a:cubicBezTo>
                <a:moveTo>
                  <a:pt x="3835" y="508"/>
                </a:moveTo>
                <a:cubicBezTo>
                  <a:pt x="3848" y="504"/>
                  <a:pt x="3865" y="503"/>
                  <a:pt x="3878" y="503"/>
                </a:cubicBezTo>
                <a:cubicBezTo>
                  <a:pt x="3886" y="503"/>
                  <a:pt x="3893" y="504"/>
                  <a:pt x="3899" y="504"/>
                </a:cubicBezTo>
                <a:cubicBezTo>
                  <a:pt x="3904" y="504"/>
                  <a:pt x="3907" y="504"/>
                  <a:pt x="3907" y="504"/>
                </a:cubicBezTo>
                <a:cubicBezTo>
                  <a:pt x="3907" y="502"/>
                  <a:pt x="3907" y="502"/>
                  <a:pt x="3907" y="502"/>
                </a:cubicBezTo>
                <a:cubicBezTo>
                  <a:pt x="3907" y="502"/>
                  <a:pt x="3894" y="501"/>
                  <a:pt x="3878" y="501"/>
                </a:cubicBezTo>
                <a:cubicBezTo>
                  <a:pt x="3865" y="501"/>
                  <a:pt x="3848" y="502"/>
                  <a:pt x="3835" y="505"/>
                </a:cubicBezTo>
                <a:cubicBezTo>
                  <a:pt x="3835" y="508"/>
                  <a:pt x="3835" y="508"/>
                  <a:pt x="3835" y="508"/>
                </a:cubicBezTo>
                <a:moveTo>
                  <a:pt x="3836" y="514"/>
                </a:moveTo>
                <a:cubicBezTo>
                  <a:pt x="3849" y="510"/>
                  <a:pt x="3865" y="509"/>
                  <a:pt x="3879" y="509"/>
                </a:cubicBezTo>
                <a:cubicBezTo>
                  <a:pt x="3887" y="509"/>
                  <a:pt x="3894" y="510"/>
                  <a:pt x="3899" y="510"/>
                </a:cubicBezTo>
                <a:cubicBezTo>
                  <a:pt x="3904" y="510"/>
                  <a:pt x="3907" y="511"/>
                  <a:pt x="3907" y="511"/>
                </a:cubicBezTo>
                <a:cubicBezTo>
                  <a:pt x="3907" y="508"/>
                  <a:pt x="3907" y="508"/>
                  <a:pt x="3907" y="508"/>
                </a:cubicBezTo>
                <a:cubicBezTo>
                  <a:pt x="3907" y="508"/>
                  <a:pt x="3895" y="507"/>
                  <a:pt x="3879" y="507"/>
                </a:cubicBezTo>
                <a:cubicBezTo>
                  <a:pt x="3865" y="507"/>
                  <a:pt x="3848" y="508"/>
                  <a:pt x="3835" y="511"/>
                </a:cubicBezTo>
                <a:cubicBezTo>
                  <a:pt x="3836" y="514"/>
                  <a:pt x="3836" y="514"/>
                  <a:pt x="3836" y="514"/>
                </a:cubicBezTo>
                <a:moveTo>
                  <a:pt x="3836" y="535"/>
                </a:moveTo>
                <a:cubicBezTo>
                  <a:pt x="3849" y="531"/>
                  <a:pt x="3865" y="530"/>
                  <a:pt x="3879" y="530"/>
                </a:cubicBezTo>
                <a:cubicBezTo>
                  <a:pt x="3887" y="530"/>
                  <a:pt x="3894" y="531"/>
                  <a:pt x="3899" y="531"/>
                </a:cubicBezTo>
                <a:cubicBezTo>
                  <a:pt x="3904" y="531"/>
                  <a:pt x="3907" y="531"/>
                  <a:pt x="3907" y="531"/>
                </a:cubicBezTo>
                <a:cubicBezTo>
                  <a:pt x="3907" y="529"/>
                  <a:pt x="3907" y="529"/>
                  <a:pt x="3907" y="529"/>
                </a:cubicBezTo>
                <a:cubicBezTo>
                  <a:pt x="3907" y="529"/>
                  <a:pt x="3895" y="528"/>
                  <a:pt x="3879" y="528"/>
                </a:cubicBezTo>
                <a:cubicBezTo>
                  <a:pt x="3865" y="528"/>
                  <a:pt x="3849" y="529"/>
                  <a:pt x="3835" y="532"/>
                </a:cubicBezTo>
                <a:cubicBezTo>
                  <a:pt x="3836" y="535"/>
                  <a:pt x="3836" y="535"/>
                  <a:pt x="3836" y="535"/>
                </a:cubicBezTo>
                <a:moveTo>
                  <a:pt x="3836" y="540"/>
                </a:moveTo>
                <a:cubicBezTo>
                  <a:pt x="3849" y="537"/>
                  <a:pt x="3865" y="536"/>
                  <a:pt x="3879" y="536"/>
                </a:cubicBezTo>
                <a:cubicBezTo>
                  <a:pt x="3887" y="536"/>
                  <a:pt x="3894" y="536"/>
                  <a:pt x="3899" y="537"/>
                </a:cubicBezTo>
                <a:cubicBezTo>
                  <a:pt x="3904" y="537"/>
                  <a:pt x="3907" y="537"/>
                  <a:pt x="3907" y="537"/>
                </a:cubicBezTo>
                <a:cubicBezTo>
                  <a:pt x="3908" y="535"/>
                  <a:pt x="3908" y="535"/>
                  <a:pt x="3908" y="535"/>
                </a:cubicBezTo>
                <a:cubicBezTo>
                  <a:pt x="3908" y="535"/>
                  <a:pt x="3895" y="534"/>
                  <a:pt x="3879" y="534"/>
                </a:cubicBezTo>
                <a:cubicBezTo>
                  <a:pt x="3865" y="534"/>
                  <a:pt x="3849" y="535"/>
                  <a:pt x="3836" y="538"/>
                </a:cubicBezTo>
                <a:cubicBezTo>
                  <a:pt x="3836" y="540"/>
                  <a:pt x="3836" y="540"/>
                  <a:pt x="3836" y="540"/>
                </a:cubicBezTo>
                <a:moveTo>
                  <a:pt x="3836" y="555"/>
                </a:moveTo>
                <a:cubicBezTo>
                  <a:pt x="3849" y="552"/>
                  <a:pt x="3865" y="551"/>
                  <a:pt x="3879" y="551"/>
                </a:cubicBezTo>
                <a:cubicBezTo>
                  <a:pt x="3887" y="551"/>
                  <a:pt x="3894" y="551"/>
                  <a:pt x="3899" y="551"/>
                </a:cubicBezTo>
                <a:cubicBezTo>
                  <a:pt x="3904" y="552"/>
                  <a:pt x="3907" y="552"/>
                  <a:pt x="3907" y="552"/>
                </a:cubicBezTo>
                <a:cubicBezTo>
                  <a:pt x="3908" y="550"/>
                  <a:pt x="3908" y="550"/>
                  <a:pt x="3908" y="550"/>
                </a:cubicBezTo>
                <a:cubicBezTo>
                  <a:pt x="3908" y="550"/>
                  <a:pt x="3895" y="549"/>
                  <a:pt x="3879" y="549"/>
                </a:cubicBezTo>
                <a:cubicBezTo>
                  <a:pt x="3865" y="549"/>
                  <a:pt x="3849" y="549"/>
                  <a:pt x="3835" y="553"/>
                </a:cubicBezTo>
                <a:cubicBezTo>
                  <a:pt x="3836" y="555"/>
                  <a:pt x="3836" y="555"/>
                  <a:pt x="3836" y="555"/>
                </a:cubicBezTo>
                <a:moveTo>
                  <a:pt x="3836" y="568"/>
                </a:moveTo>
                <a:cubicBezTo>
                  <a:pt x="3849" y="565"/>
                  <a:pt x="3865" y="564"/>
                  <a:pt x="3879" y="564"/>
                </a:cubicBezTo>
                <a:cubicBezTo>
                  <a:pt x="3887" y="564"/>
                  <a:pt x="3894" y="564"/>
                  <a:pt x="3899" y="565"/>
                </a:cubicBezTo>
                <a:cubicBezTo>
                  <a:pt x="3904" y="565"/>
                  <a:pt x="3907" y="565"/>
                  <a:pt x="3907" y="565"/>
                </a:cubicBezTo>
                <a:cubicBezTo>
                  <a:pt x="3908" y="563"/>
                  <a:pt x="3908" y="563"/>
                  <a:pt x="3908" y="563"/>
                </a:cubicBezTo>
                <a:cubicBezTo>
                  <a:pt x="3908" y="563"/>
                  <a:pt x="3895" y="562"/>
                  <a:pt x="3879" y="562"/>
                </a:cubicBezTo>
                <a:cubicBezTo>
                  <a:pt x="3865" y="562"/>
                  <a:pt x="3849" y="563"/>
                  <a:pt x="3836" y="566"/>
                </a:cubicBezTo>
                <a:cubicBezTo>
                  <a:pt x="3836" y="568"/>
                  <a:pt x="3836" y="568"/>
                  <a:pt x="3836" y="568"/>
                </a:cubicBezTo>
                <a:moveTo>
                  <a:pt x="3836" y="588"/>
                </a:moveTo>
                <a:cubicBezTo>
                  <a:pt x="3849" y="585"/>
                  <a:pt x="3866" y="584"/>
                  <a:pt x="3879" y="584"/>
                </a:cubicBezTo>
                <a:cubicBezTo>
                  <a:pt x="3887" y="584"/>
                  <a:pt x="3894" y="584"/>
                  <a:pt x="3899" y="585"/>
                </a:cubicBezTo>
                <a:cubicBezTo>
                  <a:pt x="3905" y="585"/>
                  <a:pt x="3908" y="585"/>
                  <a:pt x="3908" y="585"/>
                </a:cubicBezTo>
                <a:cubicBezTo>
                  <a:pt x="3908" y="583"/>
                  <a:pt x="3908" y="583"/>
                  <a:pt x="3908" y="583"/>
                </a:cubicBezTo>
                <a:cubicBezTo>
                  <a:pt x="3908" y="583"/>
                  <a:pt x="3895" y="582"/>
                  <a:pt x="3879" y="582"/>
                </a:cubicBezTo>
                <a:cubicBezTo>
                  <a:pt x="3866" y="582"/>
                  <a:pt x="3849" y="583"/>
                  <a:pt x="3836" y="586"/>
                </a:cubicBezTo>
                <a:cubicBezTo>
                  <a:pt x="3836" y="588"/>
                  <a:pt x="3836" y="588"/>
                  <a:pt x="3836" y="588"/>
                </a:cubicBezTo>
                <a:moveTo>
                  <a:pt x="3964" y="452"/>
                </a:moveTo>
                <a:cubicBezTo>
                  <a:pt x="3966" y="452"/>
                  <a:pt x="3966" y="452"/>
                  <a:pt x="3966" y="452"/>
                </a:cubicBezTo>
                <a:cubicBezTo>
                  <a:pt x="3966" y="418"/>
                  <a:pt x="3966" y="418"/>
                  <a:pt x="3966" y="418"/>
                </a:cubicBezTo>
                <a:cubicBezTo>
                  <a:pt x="3964" y="418"/>
                  <a:pt x="3964" y="418"/>
                  <a:pt x="3964" y="418"/>
                </a:cubicBezTo>
                <a:lnTo>
                  <a:pt x="3964" y="452"/>
                </a:lnTo>
                <a:close/>
                <a:moveTo>
                  <a:pt x="3985" y="453"/>
                </a:moveTo>
                <a:cubicBezTo>
                  <a:pt x="3987" y="453"/>
                  <a:pt x="3987" y="453"/>
                  <a:pt x="3987" y="453"/>
                </a:cubicBezTo>
                <a:cubicBezTo>
                  <a:pt x="3987" y="439"/>
                  <a:pt x="3987" y="439"/>
                  <a:pt x="3987" y="439"/>
                </a:cubicBezTo>
                <a:cubicBezTo>
                  <a:pt x="3985" y="439"/>
                  <a:pt x="3985" y="439"/>
                  <a:pt x="3985" y="439"/>
                </a:cubicBezTo>
                <a:lnTo>
                  <a:pt x="3985" y="453"/>
                </a:lnTo>
                <a:close/>
                <a:moveTo>
                  <a:pt x="3949" y="452"/>
                </a:moveTo>
                <a:cubicBezTo>
                  <a:pt x="3952" y="452"/>
                  <a:pt x="3952" y="452"/>
                  <a:pt x="3952" y="452"/>
                </a:cubicBezTo>
                <a:cubicBezTo>
                  <a:pt x="3952" y="437"/>
                  <a:pt x="3952" y="437"/>
                  <a:pt x="3952" y="437"/>
                </a:cubicBezTo>
                <a:cubicBezTo>
                  <a:pt x="3949" y="437"/>
                  <a:pt x="3949" y="437"/>
                  <a:pt x="3949" y="437"/>
                </a:cubicBezTo>
                <a:lnTo>
                  <a:pt x="3949" y="452"/>
                </a:lnTo>
                <a:close/>
                <a:moveTo>
                  <a:pt x="3914" y="444"/>
                </a:moveTo>
                <a:cubicBezTo>
                  <a:pt x="3917" y="444"/>
                  <a:pt x="3917" y="444"/>
                  <a:pt x="3917" y="444"/>
                </a:cubicBezTo>
                <a:cubicBezTo>
                  <a:pt x="3917" y="429"/>
                  <a:pt x="3917" y="429"/>
                  <a:pt x="3917" y="429"/>
                </a:cubicBezTo>
                <a:cubicBezTo>
                  <a:pt x="3914" y="429"/>
                  <a:pt x="3914" y="429"/>
                  <a:pt x="3914" y="429"/>
                </a:cubicBezTo>
                <a:lnTo>
                  <a:pt x="3914" y="444"/>
                </a:lnTo>
                <a:close/>
                <a:moveTo>
                  <a:pt x="3892" y="439"/>
                </a:moveTo>
                <a:cubicBezTo>
                  <a:pt x="3894" y="439"/>
                  <a:pt x="3894" y="439"/>
                  <a:pt x="3894" y="439"/>
                </a:cubicBezTo>
                <a:cubicBezTo>
                  <a:pt x="3894" y="395"/>
                  <a:pt x="3894" y="395"/>
                  <a:pt x="3894" y="395"/>
                </a:cubicBezTo>
                <a:cubicBezTo>
                  <a:pt x="3892" y="395"/>
                  <a:pt x="3892" y="395"/>
                  <a:pt x="3892" y="395"/>
                </a:cubicBezTo>
                <a:lnTo>
                  <a:pt x="3892" y="439"/>
                </a:lnTo>
                <a:close/>
                <a:moveTo>
                  <a:pt x="4094" y="484"/>
                </a:moveTo>
                <a:cubicBezTo>
                  <a:pt x="4103" y="484"/>
                  <a:pt x="4103" y="484"/>
                  <a:pt x="4103" y="484"/>
                </a:cubicBezTo>
                <a:cubicBezTo>
                  <a:pt x="4103" y="489"/>
                  <a:pt x="4103" y="489"/>
                  <a:pt x="4103" y="489"/>
                </a:cubicBezTo>
                <a:cubicBezTo>
                  <a:pt x="4113" y="489"/>
                  <a:pt x="4113" y="489"/>
                  <a:pt x="4113" y="489"/>
                </a:cubicBezTo>
                <a:cubicBezTo>
                  <a:pt x="4113" y="504"/>
                  <a:pt x="4113" y="504"/>
                  <a:pt x="4113" y="504"/>
                </a:cubicBezTo>
                <a:cubicBezTo>
                  <a:pt x="4124" y="515"/>
                  <a:pt x="4124" y="515"/>
                  <a:pt x="4124" y="515"/>
                </a:cubicBezTo>
                <a:cubicBezTo>
                  <a:pt x="4124" y="517"/>
                  <a:pt x="4124" y="517"/>
                  <a:pt x="4124" y="517"/>
                </a:cubicBezTo>
                <a:cubicBezTo>
                  <a:pt x="4126" y="517"/>
                  <a:pt x="4126" y="517"/>
                  <a:pt x="4126" y="517"/>
                </a:cubicBezTo>
                <a:cubicBezTo>
                  <a:pt x="4126" y="514"/>
                  <a:pt x="4126" y="514"/>
                  <a:pt x="4126" y="514"/>
                </a:cubicBezTo>
                <a:cubicBezTo>
                  <a:pt x="4126" y="514"/>
                  <a:pt x="4126" y="514"/>
                  <a:pt x="4126" y="514"/>
                </a:cubicBezTo>
                <a:cubicBezTo>
                  <a:pt x="4115" y="503"/>
                  <a:pt x="4115" y="503"/>
                  <a:pt x="4115" y="503"/>
                </a:cubicBezTo>
                <a:cubicBezTo>
                  <a:pt x="4115" y="487"/>
                  <a:pt x="4115" y="487"/>
                  <a:pt x="4115" y="487"/>
                </a:cubicBezTo>
                <a:cubicBezTo>
                  <a:pt x="4105" y="487"/>
                  <a:pt x="4105" y="487"/>
                  <a:pt x="4105" y="487"/>
                </a:cubicBezTo>
                <a:cubicBezTo>
                  <a:pt x="4105" y="482"/>
                  <a:pt x="4105" y="482"/>
                  <a:pt x="4105" y="482"/>
                </a:cubicBezTo>
                <a:cubicBezTo>
                  <a:pt x="4094" y="482"/>
                  <a:pt x="4094" y="482"/>
                  <a:pt x="4094" y="482"/>
                </a:cubicBezTo>
                <a:cubicBezTo>
                  <a:pt x="4094" y="484"/>
                  <a:pt x="4094" y="484"/>
                  <a:pt x="4094" y="484"/>
                </a:cubicBezTo>
                <a:moveTo>
                  <a:pt x="4142" y="548"/>
                </a:moveTo>
                <a:cubicBezTo>
                  <a:pt x="4144" y="548"/>
                  <a:pt x="4144" y="548"/>
                  <a:pt x="4144" y="548"/>
                </a:cubicBezTo>
                <a:cubicBezTo>
                  <a:pt x="4144" y="500"/>
                  <a:pt x="4144" y="500"/>
                  <a:pt x="4144" y="500"/>
                </a:cubicBezTo>
                <a:cubicBezTo>
                  <a:pt x="4142" y="500"/>
                  <a:pt x="4142" y="500"/>
                  <a:pt x="4142" y="500"/>
                </a:cubicBezTo>
                <a:lnTo>
                  <a:pt x="4142" y="548"/>
                </a:lnTo>
                <a:close/>
                <a:moveTo>
                  <a:pt x="4147" y="548"/>
                </a:moveTo>
                <a:cubicBezTo>
                  <a:pt x="4149" y="548"/>
                  <a:pt x="4149" y="548"/>
                  <a:pt x="4149" y="548"/>
                </a:cubicBezTo>
                <a:cubicBezTo>
                  <a:pt x="4149" y="500"/>
                  <a:pt x="4149" y="500"/>
                  <a:pt x="4149" y="500"/>
                </a:cubicBezTo>
                <a:cubicBezTo>
                  <a:pt x="4147" y="500"/>
                  <a:pt x="4147" y="500"/>
                  <a:pt x="4147" y="500"/>
                </a:cubicBezTo>
                <a:lnTo>
                  <a:pt x="4147" y="548"/>
                </a:lnTo>
                <a:close/>
                <a:moveTo>
                  <a:pt x="3986" y="658"/>
                </a:moveTo>
                <a:cubicBezTo>
                  <a:pt x="3986" y="667"/>
                  <a:pt x="3986" y="667"/>
                  <a:pt x="3986" y="667"/>
                </a:cubicBezTo>
                <a:cubicBezTo>
                  <a:pt x="4079" y="667"/>
                  <a:pt x="4079" y="667"/>
                  <a:pt x="4079" y="667"/>
                </a:cubicBezTo>
                <a:cubicBezTo>
                  <a:pt x="4079" y="665"/>
                  <a:pt x="4079" y="665"/>
                  <a:pt x="4079" y="665"/>
                </a:cubicBezTo>
                <a:cubicBezTo>
                  <a:pt x="3988" y="665"/>
                  <a:pt x="3988" y="665"/>
                  <a:pt x="3988" y="665"/>
                </a:cubicBezTo>
                <a:cubicBezTo>
                  <a:pt x="3988" y="658"/>
                  <a:pt x="3988" y="658"/>
                  <a:pt x="3988" y="658"/>
                </a:cubicBezTo>
                <a:cubicBezTo>
                  <a:pt x="3986" y="658"/>
                  <a:pt x="3986" y="658"/>
                  <a:pt x="3986" y="658"/>
                </a:cubicBezTo>
                <a:moveTo>
                  <a:pt x="4043" y="429"/>
                </a:moveTo>
                <a:cubicBezTo>
                  <a:pt x="4058" y="426"/>
                  <a:pt x="4058" y="426"/>
                  <a:pt x="4058" y="426"/>
                </a:cubicBezTo>
                <a:cubicBezTo>
                  <a:pt x="4080" y="431"/>
                  <a:pt x="4080" y="431"/>
                  <a:pt x="4080" y="431"/>
                </a:cubicBezTo>
                <a:cubicBezTo>
                  <a:pt x="4081" y="429"/>
                  <a:pt x="4081" y="429"/>
                  <a:pt x="4081" y="429"/>
                </a:cubicBezTo>
                <a:cubicBezTo>
                  <a:pt x="4058" y="424"/>
                  <a:pt x="4058" y="424"/>
                  <a:pt x="4058" y="424"/>
                </a:cubicBezTo>
                <a:cubicBezTo>
                  <a:pt x="4043" y="427"/>
                  <a:pt x="4043" y="427"/>
                  <a:pt x="4043" y="427"/>
                </a:cubicBezTo>
                <a:cubicBezTo>
                  <a:pt x="4043" y="429"/>
                  <a:pt x="4043" y="429"/>
                  <a:pt x="4043" y="429"/>
                </a:cubicBezTo>
                <a:moveTo>
                  <a:pt x="4064" y="467"/>
                </a:moveTo>
                <a:cubicBezTo>
                  <a:pt x="4066" y="467"/>
                  <a:pt x="4066" y="467"/>
                  <a:pt x="4066" y="467"/>
                </a:cubicBezTo>
                <a:cubicBezTo>
                  <a:pt x="4066" y="427"/>
                  <a:pt x="4066" y="427"/>
                  <a:pt x="4066" y="427"/>
                </a:cubicBezTo>
                <a:cubicBezTo>
                  <a:pt x="4064" y="427"/>
                  <a:pt x="4064" y="427"/>
                  <a:pt x="4064" y="427"/>
                </a:cubicBezTo>
                <a:lnTo>
                  <a:pt x="4064" y="467"/>
                </a:lnTo>
                <a:close/>
                <a:moveTo>
                  <a:pt x="3792" y="643"/>
                </a:moveTo>
                <a:cubicBezTo>
                  <a:pt x="3794" y="643"/>
                  <a:pt x="3794" y="643"/>
                  <a:pt x="3794" y="643"/>
                </a:cubicBezTo>
                <a:cubicBezTo>
                  <a:pt x="3794" y="623"/>
                  <a:pt x="3794" y="623"/>
                  <a:pt x="3794" y="623"/>
                </a:cubicBezTo>
                <a:cubicBezTo>
                  <a:pt x="3792" y="623"/>
                  <a:pt x="3792" y="623"/>
                  <a:pt x="3792" y="623"/>
                </a:cubicBezTo>
                <a:lnTo>
                  <a:pt x="3792" y="643"/>
                </a:lnTo>
                <a:close/>
                <a:moveTo>
                  <a:pt x="3794" y="636"/>
                </a:moveTo>
                <a:cubicBezTo>
                  <a:pt x="3847" y="636"/>
                  <a:pt x="3847" y="636"/>
                  <a:pt x="3847" y="636"/>
                </a:cubicBezTo>
                <a:cubicBezTo>
                  <a:pt x="3847" y="629"/>
                  <a:pt x="3847" y="629"/>
                  <a:pt x="3847" y="629"/>
                </a:cubicBezTo>
                <a:cubicBezTo>
                  <a:pt x="3813" y="629"/>
                  <a:pt x="3813" y="629"/>
                  <a:pt x="3813" y="629"/>
                </a:cubicBezTo>
                <a:cubicBezTo>
                  <a:pt x="3813" y="635"/>
                  <a:pt x="3813" y="635"/>
                  <a:pt x="3813" y="635"/>
                </a:cubicBezTo>
                <a:cubicBezTo>
                  <a:pt x="3815" y="635"/>
                  <a:pt x="3815" y="635"/>
                  <a:pt x="3815" y="635"/>
                </a:cubicBezTo>
                <a:cubicBezTo>
                  <a:pt x="3815" y="631"/>
                  <a:pt x="3815" y="631"/>
                  <a:pt x="3815" y="631"/>
                </a:cubicBezTo>
                <a:cubicBezTo>
                  <a:pt x="3845" y="631"/>
                  <a:pt x="3845" y="631"/>
                  <a:pt x="3845" y="631"/>
                </a:cubicBezTo>
                <a:cubicBezTo>
                  <a:pt x="3845" y="634"/>
                  <a:pt x="3845" y="634"/>
                  <a:pt x="3845" y="634"/>
                </a:cubicBezTo>
                <a:cubicBezTo>
                  <a:pt x="3794" y="634"/>
                  <a:pt x="3794" y="634"/>
                  <a:pt x="3794" y="634"/>
                </a:cubicBezTo>
                <a:cubicBezTo>
                  <a:pt x="3794" y="636"/>
                  <a:pt x="3794" y="636"/>
                  <a:pt x="3794" y="636"/>
                </a:cubicBezTo>
                <a:moveTo>
                  <a:pt x="3858" y="657"/>
                </a:moveTo>
                <a:cubicBezTo>
                  <a:pt x="3858" y="667"/>
                  <a:pt x="3858" y="667"/>
                  <a:pt x="3858" y="667"/>
                </a:cubicBezTo>
                <a:cubicBezTo>
                  <a:pt x="3987" y="667"/>
                  <a:pt x="3987" y="667"/>
                  <a:pt x="3987" y="667"/>
                </a:cubicBezTo>
                <a:cubicBezTo>
                  <a:pt x="3987" y="665"/>
                  <a:pt x="3987" y="665"/>
                  <a:pt x="3987" y="665"/>
                </a:cubicBezTo>
                <a:cubicBezTo>
                  <a:pt x="3860" y="665"/>
                  <a:pt x="3860" y="665"/>
                  <a:pt x="3860" y="665"/>
                </a:cubicBezTo>
                <a:cubicBezTo>
                  <a:pt x="3860" y="657"/>
                  <a:pt x="3860" y="657"/>
                  <a:pt x="3860" y="657"/>
                </a:cubicBezTo>
                <a:cubicBezTo>
                  <a:pt x="3858" y="657"/>
                  <a:pt x="3858" y="657"/>
                  <a:pt x="3858" y="657"/>
                </a:cubicBezTo>
                <a:moveTo>
                  <a:pt x="3837" y="447"/>
                </a:moveTo>
                <a:cubicBezTo>
                  <a:pt x="3837" y="340"/>
                  <a:pt x="3837" y="340"/>
                  <a:pt x="3837" y="340"/>
                </a:cubicBezTo>
                <a:cubicBezTo>
                  <a:pt x="3844" y="332"/>
                  <a:pt x="3844" y="332"/>
                  <a:pt x="3844" y="332"/>
                </a:cubicBezTo>
                <a:cubicBezTo>
                  <a:pt x="3853" y="341"/>
                  <a:pt x="3853" y="341"/>
                  <a:pt x="3853" y="341"/>
                </a:cubicBezTo>
                <a:cubicBezTo>
                  <a:pt x="3853" y="440"/>
                  <a:pt x="3853" y="440"/>
                  <a:pt x="3853" y="440"/>
                </a:cubicBezTo>
                <a:cubicBezTo>
                  <a:pt x="3856" y="440"/>
                  <a:pt x="3856" y="440"/>
                  <a:pt x="3856" y="440"/>
                </a:cubicBezTo>
                <a:cubicBezTo>
                  <a:pt x="3856" y="340"/>
                  <a:pt x="3856" y="340"/>
                  <a:pt x="3856" y="340"/>
                </a:cubicBezTo>
                <a:cubicBezTo>
                  <a:pt x="3844" y="329"/>
                  <a:pt x="3844" y="329"/>
                  <a:pt x="3844" y="329"/>
                </a:cubicBezTo>
                <a:cubicBezTo>
                  <a:pt x="3835" y="339"/>
                  <a:pt x="3835" y="339"/>
                  <a:pt x="3835" y="339"/>
                </a:cubicBezTo>
                <a:cubicBezTo>
                  <a:pt x="3835" y="447"/>
                  <a:pt x="3835" y="447"/>
                  <a:pt x="3835" y="447"/>
                </a:cubicBezTo>
                <a:cubicBezTo>
                  <a:pt x="3837" y="447"/>
                  <a:pt x="3837" y="447"/>
                  <a:pt x="3837" y="447"/>
                </a:cubicBezTo>
                <a:moveTo>
                  <a:pt x="3843" y="333"/>
                </a:moveTo>
                <a:cubicBezTo>
                  <a:pt x="3848" y="343"/>
                  <a:pt x="3848" y="343"/>
                  <a:pt x="3848" y="343"/>
                </a:cubicBezTo>
                <a:cubicBezTo>
                  <a:pt x="3848" y="443"/>
                  <a:pt x="3848" y="443"/>
                  <a:pt x="3848" y="443"/>
                </a:cubicBezTo>
                <a:cubicBezTo>
                  <a:pt x="3850" y="443"/>
                  <a:pt x="3850" y="443"/>
                  <a:pt x="3850" y="443"/>
                </a:cubicBezTo>
                <a:cubicBezTo>
                  <a:pt x="3850" y="343"/>
                  <a:pt x="3850" y="343"/>
                  <a:pt x="3850" y="343"/>
                </a:cubicBezTo>
                <a:cubicBezTo>
                  <a:pt x="3845" y="332"/>
                  <a:pt x="3845" y="332"/>
                  <a:pt x="3845" y="332"/>
                </a:cubicBezTo>
                <a:cubicBezTo>
                  <a:pt x="3843" y="333"/>
                  <a:pt x="3843" y="333"/>
                  <a:pt x="3843" y="333"/>
                </a:cubicBezTo>
                <a:moveTo>
                  <a:pt x="3801" y="565"/>
                </a:moveTo>
                <a:cubicBezTo>
                  <a:pt x="3801" y="355"/>
                  <a:pt x="3801" y="355"/>
                  <a:pt x="3801" y="355"/>
                </a:cubicBezTo>
                <a:cubicBezTo>
                  <a:pt x="3809" y="344"/>
                  <a:pt x="3809" y="344"/>
                  <a:pt x="3809" y="344"/>
                </a:cubicBezTo>
                <a:cubicBezTo>
                  <a:pt x="3814" y="352"/>
                  <a:pt x="3814" y="352"/>
                  <a:pt x="3814" y="352"/>
                </a:cubicBezTo>
                <a:cubicBezTo>
                  <a:pt x="3814" y="576"/>
                  <a:pt x="3814" y="576"/>
                  <a:pt x="3814" y="576"/>
                </a:cubicBezTo>
                <a:cubicBezTo>
                  <a:pt x="3816" y="576"/>
                  <a:pt x="3816" y="576"/>
                  <a:pt x="3816" y="576"/>
                </a:cubicBezTo>
                <a:cubicBezTo>
                  <a:pt x="3816" y="351"/>
                  <a:pt x="3816" y="351"/>
                  <a:pt x="3816" y="351"/>
                </a:cubicBezTo>
                <a:cubicBezTo>
                  <a:pt x="3809" y="340"/>
                  <a:pt x="3809" y="340"/>
                  <a:pt x="3809" y="340"/>
                </a:cubicBezTo>
                <a:cubicBezTo>
                  <a:pt x="3799" y="354"/>
                  <a:pt x="3799" y="354"/>
                  <a:pt x="3799" y="354"/>
                </a:cubicBezTo>
                <a:cubicBezTo>
                  <a:pt x="3799" y="565"/>
                  <a:pt x="3799" y="565"/>
                  <a:pt x="3799" y="565"/>
                </a:cubicBezTo>
                <a:cubicBezTo>
                  <a:pt x="3801" y="565"/>
                  <a:pt x="3801" y="565"/>
                  <a:pt x="3801" y="565"/>
                </a:cubicBezTo>
                <a:moveTo>
                  <a:pt x="3814" y="603"/>
                </a:moveTo>
                <a:cubicBezTo>
                  <a:pt x="3836" y="603"/>
                  <a:pt x="3836" y="603"/>
                  <a:pt x="3836" y="603"/>
                </a:cubicBezTo>
                <a:cubicBezTo>
                  <a:pt x="3836" y="600"/>
                  <a:pt x="3836" y="600"/>
                  <a:pt x="3836" y="600"/>
                </a:cubicBezTo>
                <a:cubicBezTo>
                  <a:pt x="3814" y="600"/>
                  <a:pt x="3814" y="600"/>
                  <a:pt x="3814" y="600"/>
                </a:cubicBezTo>
                <a:lnTo>
                  <a:pt x="3814" y="603"/>
                </a:lnTo>
                <a:close/>
                <a:moveTo>
                  <a:pt x="3835" y="586"/>
                </a:moveTo>
                <a:cubicBezTo>
                  <a:pt x="3820" y="586"/>
                  <a:pt x="3820" y="586"/>
                  <a:pt x="3820" y="586"/>
                </a:cubicBezTo>
                <a:cubicBezTo>
                  <a:pt x="3820" y="593"/>
                  <a:pt x="3820" y="593"/>
                  <a:pt x="3820" y="593"/>
                </a:cubicBezTo>
                <a:cubicBezTo>
                  <a:pt x="3818" y="593"/>
                  <a:pt x="3818" y="593"/>
                  <a:pt x="3818" y="593"/>
                </a:cubicBezTo>
                <a:cubicBezTo>
                  <a:pt x="3818" y="602"/>
                  <a:pt x="3818" y="602"/>
                  <a:pt x="3818" y="602"/>
                </a:cubicBezTo>
                <a:cubicBezTo>
                  <a:pt x="3820" y="602"/>
                  <a:pt x="3820" y="602"/>
                  <a:pt x="3820" y="602"/>
                </a:cubicBezTo>
                <a:cubicBezTo>
                  <a:pt x="3820" y="595"/>
                  <a:pt x="3820" y="595"/>
                  <a:pt x="3820" y="595"/>
                </a:cubicBezTo>
                <a:cubicBezTo>
                  <a:pt x="3822" y="595"/>
                  <a:pt x="3822" y="595"/>
                  <a:pt x="3822" y="595"/>
                </a:cubicBezTo>
                <a:cubicBezTo>
                  <a:pt x="3822" y="588"/>
                  <a:pt x="3822" y="588"/>
                  <a:pt x="3822" y="588"/>
                </a:cubicBezTo>
                <a:cubicBezTo>
                  <a:pt x="3835" y="588"/>
                  <a:pt x="3835" y="588"/>
                  <a:pt x="3835" y="588"/>
                </a:cubicBezTo>
                <a:cubicBezTo>
                  <a:pt x="3835" y="586"/>
                  <a:pt x="3835" y="586"/>
                  <a:pt x="3835" y="586"/>
                </a:cubicBezTo>
                <a:moveTo>
                  <a:pt x="3814" y="580"/>
                </a:moveTo>
                <a:cubicBezTo>
                  <a:pt x="3827" y="580"/>
                  <a:pt x="3827" y="580"/>
                  <a:pt x="3827" y="580"/>
                </a:cubicBezTo>
                <a:cubicBezTo>
                  <a:pt x="3827" y="587"/>
                  <a:pt x="3827" y="587"/>
                  <a:pt x="3827" y="587"/>
                </a:cubicBezTo>
                <a:cubicBezTo>
                  <a:pt x="3829" y="587"/>
                  <a:pt x="3829" y="587"/>
                  <a:pt x="3829" y="587"/>
                </a:cubicBezTo>
                <a:cubicBezTo>
                  <a:pt x="3829" y="577"/>
                  <a:pt x="3829" y="577"/>
                  <a:pt x="3829" y="577"/>
                </a:cubicBezTo>
                <a:cubicBezTo>
                  <a:pt x="3814" y="577"/>
                  <a:pt x="3814" y="577"/>
                  <a:pt x="3814" y="577"/>
                </a:cubicBezTo>
                <a:cubicBezTo>
                  <a:pt x="3814" y="580"/>
                  <a:pt x="3814" y="580"/>
                  <a:pt x="3814" y="580"/>
                </a:cubicBezTo>
                <a:moveTo>
                  <a:pt x="3800" y="356"/>
                </a:moveTo>
                <a:cubicBezTo>
                  <a:pt x="3815" y="356"/>
                  <a:pt x="3815" y="356"/>
                  <a:pt x="3815" y="356"/>
                </a:cubicBezTo>
                <a:cubicBezTo>
                  <a:pt x="3820" y="354"/>
                  <a:pt x="3820" y="354"/>
                  <a:pt x="3820" y="354"/>
                </a:cubicBezTo>
                <a:cubicBezTo>
                  <a:pt x="3835" y="354"/>
                  <a:pt x="3835" y="354"/>
                  <a:pt x="3835" y="354"/>
                </a:cubicBezTo>
                <a:cubicBezTo>
                  <a:pt x="3847" y="353"/>
                  <a:pt x="3847" y="353"/>
                  <a:pt x="3847" y="353"/>
                </a:cubicBezTo>
                <a:cubicBezTo>
                  <a:pt x="3853" y="356"/>
                  <a:pt x="3853" y="356"/>
                  <a:pt x="3853" y="356"/>
                </a:cubicBezTo>
                <a:cubicBezTo>
                  <a:pt x="3853" y="356"/>
                  <a:pt x="3853" y="356"/>
                  <a:pt x="3853" y="356"/>
                </a:cubicBezTo>
                <a:cubicBezTo>
                  <a:pt x="3866" y="356"/>
                  <a:pt x="3866" y="356"/>
                  <a:pt x="3866" y="356"/>
                </a:cubicBezTo>
                <a:cubicBezTo>
                  <a:pt x="3866" y="354"/>
                  <a:pt x="3866" y="354"/>
                  <a:pt x="3866" y="354"/>
                </a:cubicBezTo>
                <a:cubicBezTo>
                  <a:pt x="3854" y="354"/>
                  <a:pt x="3854" y="354"/>
                  <a:pt x="3854" y="354"/>
                </a:cubicBezTo>
                <a:cubicBezTo>
                  <a:pt x="3848" y="351"/>
                  <a:pt x="3848" y="351"/>
                  <a:pt x="3848" y="351"/>
                </a:cubicBezTo>
                <a:cubicBezTo>
                  <a:pt x="3848" y="351"/>
                  <a:pt x="3848" y="351"/>
                  <a:pt x="3848" y="351"/>
                </a:cubicBezTo>
                <a:cubicBezTo>
                  <a:pt x="3835" y="352"/>
                  <a:pt x="3835" y="352"/>
                  <a:pt x="3835" y="352"/>
                </a:cubicBezTo>
                <a:cubicBezTo>
                  <a:pt x="3820" y="352"/>
                  <a:pt x="3820" y="352"/>
                  <a:pt x="3820" y="352"/>
                </a:cubicBezTo>
                <a:cubicBezTo>
                  <a:pt x="3815" y="354"/>
                  <a:pt x="3815" y="354"/>
                  <a:pt x="3815" y="354"/>
                </a:cubicBezTo>
                <a:cubicBezTo>
                  <a:pt x="3800" y="354"/>
                  <a:pt x="3800" y="354"/>
                  <a:pt x="3800" y="354"/>
                </a:cubicBezTo>
                <a:cubicBezTo>
                  <a:pt x="3800" y="356"/>
                  <a:pt x="3800" y="356"/>
                  <a:pt x="3800" y="356"/>
                </a:cubicBezTo>
                <a:moveTo>
                  <a:pt x="3800" y="361"/>
                </a:moveTo>
                <a:cubicBezTo>
                  <a:pt x="3815" y="361"/>
                  <a:pt x="3815" y="361"/>
                  <a:pt x="3815" y="361"/>
                </a:cubicBezTo>
                <a:cubicBezTo>
                  <a:pt x="3820" y="359"/>
                  <a:pt x="3820" y="359"/>
                  <a:pt x="3820" y="359"/>
                </a:cubicBezTo>
                <a:cubicBezTo>
                  <a:pt x="3835" y="359"/>
                  <a:pt x="3835" y="359"/>
                  <a:pt x="3835" y="359"/>
                </a:cubicBezTo>
                <a:cubicBezTo>
                  <a:pt x="3848" y="358"/>
                  <a:pt x="3848" y="358"/>
                  <a:pt x="3848" y="358"/>
                </a:cubicBezTo>
                <a:cubicBezTo>
                  <a:pt x="3853" y="361"/>
                  <a:pt x="3853" y="361"/>
                  <a:pt x="3853" y="361"/>
                </a:cubicBezTo>
                <a:cubicBezTo>
                  <a:pt x="3853" y="361"/>
                  <a:pt x="3853" y="361"/>
                  <a:pt x="3853" y="361"/>
                </a:cubicBezTo>
                <a:cubicBezTo>
                  <a:pt x="3866" y="361"/>
                  <a:pt x="3866" y="361"/>
                  <a:pt x="3866" y="361"/>
                </a:cubicBezTo>
                <a:cubicBezTo>
                  <a:pt x="3866" y="359"/>
                  <a:pt x="3866" y="359"/>
                  <a:pt x="3866" y="359"/>
                </a:cubicBezTo>
                <a:cubicBezTo>
                  <a:pt x="3854" y="359"/>
                  <a:pt x="3854" y="359"/>
                  <a:pt x="3854" y="359"/>
                </a:cubicBezTo>
                <a:cubicBezTo>
                  <a:pt x="3848" y="356"/>
                  <a:pt x="3848" y="356"/>
                  <a:pt x="3848" y="356"/>
                </a:cubicBezTo>
                <a:cubicBezTo>
                  <a:pt x="3848" y="356"/>
                  <a:pt x="3848" y="356"/>
                  <a:pt x="3848" y="356"/>
                </a:cubicBezTo>
                <a:cubicBezTo>
                  <a:pt x="3835" y="357"/>
                  <a:pt x="3835" y="357"/>
                  <a:pt x="3835" y="357"/>
                </a:cubicBezTo>
                <a:cubicBezTo>
                  <a:pt x="3820" y="357"/>
                  <a:pt x="3820" y="357"/>
                  <a:pt x="3820" y="357"/>
                </a:cubicBezTo>
                <a:cubicBezTo>
                  <a:pt x="3815" y="359"/>
                  <a:pt x="3815" y="359"/>
                  <a:pt x="3815" y="359"/>
                </a:cubicBezTo>
                <a:cubicBezTo>
                  <a:pt x="3800" y="359"/>
                  <a:pt x="3800" y="359"/>
                  <a:pt x="3800" y="359"/>
                </a:cubicBezTo>
                <a:cubicBezTo>
                  <a:pt x="3800" y="361"/>
                  <a:pt x="3800" y="361"/>
                  <a:pt x="3800" y="361"/>
                </a:cubicBezTo>
                <a:moveTo>
                  <a:pt x="3783" y="624"/>
                </a:moveTo>
                <a:cubicBezTo>
                  <a:pt x="3785" y="624"/>
                  <a:pt x="3785" y="624"/>
                  <a:pt x="3785" y="624"/>
                </a:cubicBezTo>
                <a:cubicBezTo>
                  <a:pt x="3785" y="593"/>
                  <a:pt x="3785" y="593"/>
                  <a:pt x="3785" y="593"/>
                </a:cubicBezTo>
                <a:cubicBezTo>
                  <a:pt x="3783" y="593"/>
                  <a:pt x="3783" y="593"/>
                  <a:pt x="3783" y="593"/>
                </a:cubicBezTo>
                <a:lnTo>
                  <a:pt x="3783" y="624"/>
                </a:lnTo>
                <a:close/>
                <a:moveTo>
                  <a:pt x="3686" y="665"/>
                </a:moveTo>
                <a:cubicBezTo>
                  <a:pt x="3711" y="665"/>
                  <a:pt x="3711" y="665"/>
                  <a:pt x="3711" y="665"/>
                </a:cubicBezTo>
                <a:cubicBezTo>
                  <a:pt x="3711" y="661"/>
                  <a:pt x="3711" y="661"/>
                  <a:pt x="3711" y="661"/>
                </a:cubicBezTo>
                <a:cubicBezTo>
                  <a:pt x="3841" y="661"/>
                  <a:pt x="3841" y="661"/>
                  <a:pt x="3841" y="661"/>
                </a:cubicBezTo>
                <a:cubicBezTo>
                  <a:pt x="3841" y="670"/>
                  <a:pt x="3841" y="670"/>
                  <a:pt x="3841" y="670"/>
                </a:cubicBezTo>
                <a:cubicBezTo>
                  <a:pt x="3843" y="670"/>
                  <a:pt x="3843" y="670"/>
                  <a:pt x="3843" y="670"/>
                </a:cubicBezTo>
                <a:cubicBezTo>
                  <a:pt x="3843" y="659"/>
                  <a:pt x="3843" y="659"/>
                  <a:pt x="3843" y="659"/>
                </a:cubicBezTo>
                <a:cubicBezTo>
                  <a:pt x="3708" y="659"/>
                  <a:pt x="3708" y="659"/>
                  <a:pt x="3708" y="659"/>
                </a:cubicBezTo>
                <a:cubicBezTo>
                  <a:pt x="3708" y="663"/>
                  <a:pt x="3708" y="663"/>
                  <a:pt x="3708" y="663"/>
                </a:cubicBezTo>
                <a:cubicBezTo>
                  <a:pt x="3686" y="663"/>
                  <a:pt x="3686" y="663"/>
                  <a:pt x="3686" y="663"/>
                </a:cubicBezTo>
                <a:cubicBezTo>
                  <a:pt x="3686" y="665"/>
                  <a:pt x="3686" y="665"/>
                  <a:pt x="3686" y="665"/>
                </a:cubicBezTo>
                <a:moveTo>
                  <a:pt x="3678" y="655"/>
                </a:moveTo>
                <a:cubicBezTo>
                  <a:pt x="3812" y="655"/>
                  <a:pt x="3812" y="655"/>
                  <a:pt x="3812" y="655"/>
                </a:cubicBezTo>
                <a:cubicBezTo>
                  <a:pt x="3812" y="653"/>
                  <a:pt x="3812" y="653"/>
                  <a:pt x="3812" y="653"/>
                </a:cubicBezTo>
                <a:cubicBezTo>
                  <a:pt x="3678" y="653"/>
                  <a:pt x="3678" y="653"/>
                  <a:pt x="3678" y="653"/>
                </a:cubicBezTo>
                <a:lnTo>
                  <a:pt x="3678" y="655"/>
                </a:lnTo>
                <a:close/>
                <a:moveTo>
                  <a:pt x="3810" y="660"/>
                </a:moveTo>
                <a:cubicBezTo>
                  <a:pt x="3813" y="660"/>
                  <a:pt x="3813" y="660"/>
                  <a:pt x="3813" y="660"/>
                </a:cubicBezTo>
                <a:cubicBezTo>
                  <a:pt x="3813" y="643"/>
                  <a:pt x="3813" y="643"/>
                  <a:pt x="3813" y="643"/>
                </a:cubicBezTo>
                <a:cubicBezTo>
                  <a:pt x="3810" y="643"/>
                  <a:pt x="3810" y="643"/>
                  <a:pt x="3810" y="643"/>
                </a:cubicBezTo>
                <a:lnTo>
                  <a:pt x="3810" y="660"/>
                </a:lnTo>
                <a:close/>
                <a:moveTo>
                  <a:pt x="3688" y="643"/>
                </a:moveTo>
                <a:cubicBezTo>
                  <a:pt x="3688" y="626"/>
                  <a:pt x="3688" y="626"/>
                  <a:pt x="3688" y="626"/>
                </a:cubicBezTo>
                <a:cubicBezTo>
                  <a:pt x="3700" y="626"/>
                  <a:pt x="3700" y="626"/>
                  <a:pt x="3700" y="626"/>
                </a:cubicBezTo>
                <a:cubicBezTo>
                  <a:pt x="3700" y="643"/>
                  <a:pt x="3700" y="643"/>
                  <a:pt x="3700" y="643"/>
                </a:cubicBezTo>
                <a:cubicBezTo>
                  <a:pt x="3702" y="643"/>
                  <a:pt x="3702" y="643"/>
                  <a:pt x="3702" y="643"/>
                </a:cubicBezTo>
                <a:cubicBezTo>
                  <a:pt x="3702" y="623"/>
                  <a:pt x="3702" y="623"/>
                  <a:pt x="3702" y="623"/>
                </a:cubicBezTo>
                <a:cubicBezTo>
                  <a:pt x="3686" y="623"/>
                  <a:pt x="3686" y="623"/>
                  <a:pt x="3686" y="623"/>
                </a:cubicBezTo>
                <a:cubicBezTo>
                  <a:pt x="3686" y="643"/>
                  <a:pt x="3686" y="643"/>
                  <a:pt x="3686" y="643"/>
                </a:cubicBezTo>
                <a:cubicBezTo>
                  <a:pt x="3688" y="643"/>
                  <a:pt x="3688" y="643"/>
                  <a:pt x="3688" y="643"/>
                </a:cubicBezTo>
                <a:moveTo>
                  <a:pt x="3657" y="636"/>
                </a:moveTo>
                <a:cubicBezTo>
                  <a:pt x="3687" y="636"/>
                  <a:pt x="3687" y="636"/>
                  <a:pt x="3687" y="636"/>
                </a:cubicBezTo>
                <a:cubicBezTo>
                  <a:pt x="3687" y="633"/>
                  <a:pt x="3687" y="633"/>
                  <a:pt x="3687" y="633"/>
                </a:cubicBezTo>
                <a:cubicBezTo>
                  <a:pt x="3657" y="633"/>
                  <a:pt x="3657" y="633"/>
                  <a:pt x="3657" y="633"/>
                </a:cubicBezTo>
                <a:lnTo>
                  <a:pt x="3657" y="636"/>
                </a:lnTo>
                <a:close/>
                <a:moveTo>
                  <a:pt x="3702" y="636"/>
                </a:moveTo>
                <a:cubicBezTo>
                  <a:pt x="3733" y="636"/>
                  <a:pt x="3733" y="636"/>
                  <a:pt x="3733" y="636"/>
                </a:cubicBezTo>
                <a:cubicBezTo>
                  <a:pt x="3733" y="633"/>
                  <a:pt x="3733" y="633"/>
                  <a:pt x="3733" y="633"/>
                </a:cubicBezTo>
                <a:cubicBezTo>
                  <a:pt x="3702" y="633"/>
                  <a:pt x="3702" y="633"/>
                  <a:pt x="3702" y="633"/>
                </a:cubicBezTo>
                <a:lnTo>
                  <a:pt x="3702" y="636"/>
                </a:lnTo>
                <a:close/>
                <a:moveTo>
                  <a:pt x="3732" y="644"/>
                </a:moveTo>
                <a:cubicBezTo>
                  <a:pt x="3734" y="644"/>
                  <a:pt x="3734" y="644"/>
                  <a:pt x="3734" y="644"/>
                </a:cubicBezTo>
                <a:cubicBezTo>
                  <a:pt x="3734" y="621"/>
                  <a:pt x="3734" y="621"/>
                  <a:pt x="3734" y="621"/>
                </a:cubicBezTo>
                <a:cubicBezTo>
                  <a:pt x="3732" y="621"/>
                  <a:pt x="3732" y="621"/>
                  <a:pt x="3732" y="621"/>
                </a:cubicBezTo>
                <a:lnTo>
                  <a:pt x="3732" y="644"/>
                </a:lnTo>
                <a:close/>
                <a:moveTo>
                  <a:pt x="3744" y="644"/>
                </a:moveTo>
                <a:cubicBezTo>
                  <a:pt x="3746" y="644"/>
                  <a:pt x="3746" y="644"/>
                  <a:pt x="3746" y="644"/>
                </a:cubicBezTo>
                <a:cubicBezTo>
                  <a:pt x="3746" y="622"/>
                  <a:pt x="3746" y="622"/>
                  <a:pt x="3746" y="622"/>
                </a:cubicBezTo>
                <a:cubicBezTo>
                  <a:pt x="3744" y="622"/>
                  <a:pt x="3744" y="622"/>
                  <a:pt x="3744" y="622"/>
                </a:cubicBezTo>
                <a:lnTo>
                  <a:pt x="3744" y="644"/>
                </a:lnTo>
                <a:close/>
                <a:moveTo>
                  <a:pt x="3745" y="636"/>
                </a:moveTo>
                <a:cubicBezTo>
                  <a:pt x="3793" y="636"/>
                  <a:pt x="3793" y="636"/>
                  <a:pt x="3793" y="636"/>
                </a:cubicBezTo>
                <a:cubicBezTo>
                  <a:pt x="3793" y="634"/>
                  <a:pt x="3793" y="634"/>
                  <a:pt x="3793" y="634"/>
                </a:cubicBezTo>
                <a:cubicBezTo>
                  <a:pt x="3745" y="634"/>
                  <a:pt x="3745" y="634"/>
                  <a:pt x="3745" y="634"/>
                </a:cubicBezTo>
                <a:lnTo>
                  <a:pt x="3745" y="636"/>
                </a:lnTo>
                <a:close/>
                <a:moveTo>
                  <a:pt x="3597" y="628"/>
                </a:moveTo>
                <a:cubicBezTo>
                  <a:pt x="3614" y="628"/>
                  <a:pt x="3614" y="628"/>
                  <a:pt x="3614" y="628"/>
                </a:cubicBezTo>
                <a:cubicBezTo>
                  <a:pt x="3624" y="621"/>
                  <a:pt x="3624" y="621"/>
                  <a:pt x="3624" y="621"/>
                </a:cubicBezTo>
                <a:cubicBezTo>
                  <a:pt x="3655" y="621"/>
                  <a:pt x="3655" y="621"/>
                  <a:pt x="3655" y="621"/>
                </a:cubicBezTo>
                <a:cubicBezTo>
                  <a:pt x="3655" y="643"/>
                  <a:pt x="3655" y="643"/>
                  <a:pt x="3655" y="643"/>
                </a:cubicBezTo>
                <a:cubicBezTo>
                  <a:pt x="3658" y="643"/>
                  <a:pt x="3658" y="643"/>
                  <a:pt x="3658" y="643"/>
                </a:cubicBezTo>
                <a:cubicBezTo>
                  <a:pt x="3658" y="618"/>
                  <a:pt x="3658" y="618"/>
                  <a:pt x="3658" y="618"/>
                </a:cubicBezTo>
                <a:cubicBezTo>
                  <a:pt x="3623" y="618"/>
                  <a:pt x="3623" y="618"/>
                  <a:pt x="3623" y="618"/>
                </a:cubicBezTo>
                <a:cubicBezTo>
                  <a:pt x="3613" y="626"/>
                  <a:pt x="3613" y="626"/>
                  <a:pt x="3613" y="626"/>
                </a:cubicBezTo>
                <a:cubicBezTo>
                  <a:pt x="3597" y="626"/>
                  <a:pt x="3597" y="626"/>
                  <a:pt x="3597" y="626"/>
                </a:cubicBezTo>
                <a:cubicBezTo>
                  <a:pt x="3597" y="628"/>
                  <a:pt x="3597" y="628"/>
                  <a:pt x="3597" y="628"/>
                </a:cubicBezTo>
                <a:moveTo>
                  <a:pt x="3597" y="634"/>
                </a:moveTo>
                <a:cubicBezTo>
                  <a:pt x="3622" y="634"/>
                  <a:pt x="3622" y="634"/>
                  <a:pt x="3622" y="634"/>
                </a:cubicBezTo>
                <a:cubicBezTo>
                  <a:pt x="3622" y="644"/>
                  <a:pt x="3622" y="644"/>
                  <a:pt x="3622" y="644"/>
                </a:cubicBezTo>
                <a:cubicBezTo>
                  <a:pt x="3624" y="644"/>
                  <a:pt x="3624" y="644"/>
                  <a:pt x="3624" y="644"/>
                </a:cubicBezTo>
                <a:cubicBezTo>
                  <a:pt x="3624" y="632"/>
                  <a:pt x="3624" y="632"/>
                  <a:pt x="3624" y="632"/>
                </a:cubicBezTo>
                <a:cubicBezTo>
                  <a:pt x="3597" y="632"/>
                  <a:pt x="3597" y="632"/>
                  <a:pt x="3597" y="632"/>
                </a:cubicBezTo>
                <a:cubicBezTo>
                  <a:pt x="3597" y="634"/>
                  <a:pt x="3597" y="634"/>
                  <a:pt x="3597" y="634"/>
                </a:cubicBezTo>
                <a:moveTo>
                  <a:pt x="3751" y="385"/>
                </a:moveTo>
                <a:cubicBezTo>
                  <a:pt x="3753" y="385"/>
                  <a:pt x="3753" y="385"/>
                  <a:pt x="3753" y="385"/>
                </a:cubicBezTo>
                <a:cubicBezTo>
                  <a:pt x="3753" y="375"/>
                  <a:pt x="3753" y="375"/>
                  <a:pt x="3753" y="375"/>
                </a:cubicBezTo>
                <a:cubicBezTo>
                  <a:pt x="3751" y="375"/>
                  <a:pt x="3751" y="375"/>
                  <a:pt x="3751" y="375"/>
                </a:cubicBezTo>
                <a:lnTo>
                  <a:pt x="3751" y="385"/>
                </a:lnTo>
                <a:close/>
                <a:moveTo>
                  <a:pt x="3745" y="385"/>
                </a:moveTo>
                <a:cubicBezTo>
                  <a:pt x="3747" y="385"/>
                  <a:pt x="3747" y="385"/>
                  <a:pt x="3747" y="385"/>
                </a:cubicBezTo>
                <a:cubicBezTo>
                  <a:pt x="3747" y="375"/>
                  <a:pt x="3747" y="375"/>
                  <a:pt x="3747" y="375"/>
                </a:cubicBezTo>
                <a:cubicBezTo>
                  <a:pt x="3745" y="375"/>
                  <a:pt x="3745" y="375"/>
                  <a:pt x="3745" y="375"/>
                </a:cubicBezTo>
                <a:lnTo>
                  <a:pt x="3745" y="385"/>
                </a:lnTo>
                <a:close/>
                <a:moveTo>
                  <a:pt x="3739" y="385"/>
                </a:moveTo>
                <a:cubicBezTo>
                  <a:pt x="3741" y="385"/>
                  <a:pt x="3741" y="385"/>
                  <a:pt x="3741" y="385"/>
                </a:cubicBezTo>
                <a:cubicBezTo>
                  <a:pt x="3741" y="374"/>
                  <a:pt x="3741" y="374"/>
                  <a:pt x="3741" y="374"/>
                </a:cubicBezTo>
                <a:cubicBezTo>
                  <a:pt x="3739" y="374"/>
                  <a:pt x="3739" y="374"/>
                  <a:pt x="3739" y="374"/>
                </a:cubicBezTo>
                <a:lnTo>
                  <a:pt x="3739" y="385"/>
                </a:lnTo>
                <a:close/>
                <a:moveTo>
                  <a:pt x="3735" y="385"/>
                </a:moveTo>
                <a:cubicBezTo>
                  <a:pt x="3737" y="385"/>
                  <a:pt x="3737" y="385"/>
                  <a:pt x="3737" y="385"/>
                </a:cubicBezTo>
                <a:cubicBezTo>
                  <a:pt x="3737" y="375"/>
                  <a:pt x="3737" y="375"/>
                  <a:pt x="3737" y="375"/>
                </a:cubicBezTo>
                <a:cubicBezTo>
                  <a:pt x="3735" y="375"/>
                  <a:pt x="3735" y="375"/>
                  <a:pt x="3735" y="375"/>
                </a:cubicBezTo>
                <a:lnTo>
                  <a:pt x="3735" y="385"/>
                </a:lnTo>
                <a:close/>
                <a:moveTo>
                  <a:pt x="3730" y="385"/>
                </a:moveTo>
                <a:cubicBezTo>
                  <a:pt x="3732" y="385"/>
                  <a:pt x="3732" y="385"/>
                  <a:pt x="3732" y="385"/>
                </a:cubicBezTo>
                <a:cubicBezTo>
                  <a:pt x="3732" y="377"/>
                  <a:pt x="3732" y="377"/>
                  <a:pt x="3732" y="377"/>
                </a:cubicBezTo>
                <a:cubicBezTo>
                  <a:pt x="3730" y="377"/>
                  <a:pt x="3730" y="377"/>
                  <a:pt x="3730" y="377"/>
                </a:cubicBezTo>
                <a:lnTo>
                  <a:pt x="3730" y="385"/>
                </a:lnTo>
                <a:close/>
                <a:moveTo>
                  <a:pt x="3727" y="385"/>
                </a:moveTo>
                <a:cubicBezTo>
                  <a:pt x="3729" y="385"/>
                  <a:pt x="3729" y="385"/>
                  <a:pt x="3729" y="385"/>
                </a:cubicBezTo>
                <a:cubicBezTo>
                  <a:pt x="3729" y="375"/>
                  <a:pt x="3729" y="375"/>
                  <a:pt x="3729" y="375"/>
                </a:cubicBezTo>
                <a:cubicBezTo>
                  <a:pt x="3727" y="375"/>
                  <a:pt x="3727" y="375"/>
                  <a:pt x="3727" y="375"/>
                </a:cubicBezTo>
                <a:lnTo>
                  <a:pt x="3727" y="385"/>
                </a:lnTo>
                <a:close/>
                <a:moveTo>
                  <a:pt x="3722" y="386"/>
                </a:moveTo>
                <a:cubicBezTo>
                  <a:pt x="3724" y="386"/>
                  <a:pt x="3724" y="386"/>
                  <a:pt x="3724" y="386"/>
                </a:cubicBezTo>
                <a:cubicBezTo>
                  <a:pt x="3724" y="375"/>
                  <a:pt x="3724" y="375"/>
                  <a:pt x="3724" y="375"/>
                </a:cubicBezTo>
                <a:cubicBezTo>
                  <a:pt x="3722" y="375"/>
                  <a:pt x="3722" y="375"/>
                  <a:pt x="3722" y="375"/>
                </a:cubicBezTo>
                <a:lnTo>
                  <a:pt x="3722" y="386"/>
                </a:lnTo>
                <a:close/>
                <a:moveTo>
                  <a:pt x="3714" y="377"/>
                </a:moveTo>
                <a:cubicBezTo>
                  <a:pt x="3714" y="385"/>
                  <a:pt x="3714" y="385"/>
                  <a:pt x="3714" y="385"/>
                </a:cubicBezTo>
                <a:cubicBezTo>
                  <a:pt x="3710" y="392"/>
                  <a:pt x="3710" y="392"/>
                  <a:pt x="3710" y="392"/>
                </a:cubicBezTo>
                <a:cubicBezTo>
                  <a:pt x="3708" y="392"/>
                  <a:pt x="3708" y="392"/>
                  <a:pt x="3708" y="392"/>
                </a:cubicBezTo>
                <a:cubicBezTo>
                  <a:pt x="3707" y="392"/>
                  <a:pt x="3707" y="392"/>
                  <a:pt x="3707" y="392"/>
                </a:cubicBezTo>
                <a:cubicBezTo>
                  <a:pt x="3705" y="411"/>
                  <a:pt x="3705" y="411"/>
                  <a:pt x="3705" y="411"/>
                </a:cubicBezTo>
                <a:cubicBezTo>
                  <a:pt x="3702" y="415"/>
                  <a:pt x="3702" y="415"/>
                  <a:pt x="3702" y="415"/>
                </a:cubicBezTo>
                <a:cubicBezTo>
                  <a:pt x="3702" y="416"/>
                  <a:pt x="3702" y="416"/>
                  <a:pt x="3702" y="416"/>
                </a:cubicBezTo>
                <a:cubicBezTo>
                  <a:pt x="3702" y="449"/>
                  <a:pt x="3702" y="449"/>
                  <a:pt x="3702" y="449"/>
                </a:cubicBezTo>
                <a:cubicBezTo>
                  <a:pt x="3705" y="449"/>
                  <a:pt x="3705" y="449"/>
                  <a:pt x="3705" y="449"/>
                </a:cubicBezTo>
                <a:cubicBezTo>
                  <a:pt x="3704" y="416"/>
                  <a:pt x="3704" y="416"/>
                  <a:pt x="3704" y="416"/>
                </a:cubicBezTo>
                <a:cubicBezTo>
                  <a:pt x="3707" y="412"/>
                  <a:pt x="3707" y="412"/>
                  <a:pt x="3707" y="412"/>
                </a:cubicBezTo>
                <a:cubicBezTo>
                  <a:pt x="3707" y="412"/>
                  <a:pt x="3707" y="412"/>
                  <a:pt x="3707" y="412"/>
                </a:cubicBezTo>
                <a:cubicBezTo>
                  <a:pt x="3709" y="394"/>
                  <a:pt x="3709" y="394"/>
                  <a:pt x="3709" y="394"/>
                </a:cubicBezTo>
                <a:cubicBezTo>
                  <a:pt x="3711" y="394"/>
                  <a:pt x="3711" y="394"/>
                  <a:pt x="3711" y="394"/>
                </a:cubicBezTo>
                <a:cubicBezTo>
                  <a:pt x="3712" y="394"/>
                  <a:pt x="3712" y="394"/>
                  <a:pt x="3712" y="394"/>
                </a:cubicBezTo>
                <a:cubicBezTo>
                  <a:pt x="3716" y="386"/>
                  <a:pt x="3716" y="386"/>
                  <a:pt x="3716" y="386"/>
                </a:cubicBezTo>
                <a:cubicBezTo>
                  <a:pt x="3716" y="377"/>
                  <a:pt x="3716" y="377"/>
                  <a:pt x="3716" y="377"/>
                </a:cubicBezTo>
                <a:cubicBezTo>
                  <a:pt x="3714" y="377"/>
                  <a:pt x="3714" y="377"/>
                  <a:pt x="3714" y="377"/>
                </a:cubicBezTo>
                <a:moveTo>
                  <a:pt x="3718" y="491"/>
                </a:moveTo>
                <a:cubicBezTo>
                  <a:pt x="3753" y="491"/>
                  <a:pt x="3753" y="491"/>
                  <a:pt x="3753" y="491"/>
                </a:cubicBezTo>
                <a:cubicBezTo>
                  <a:pt x="3753" y="488"/>
                  <a:pt x="3753" y="488"/>
                  <a:pt x="3753" y="488"/>
                </a:cubicBezTo>
                <a:cubicBezTo>
                  <a:pt x="3718" y="488"/>
                  <a:pt x="3718" y="488"/>
                  <a:pt x="3718" y="488"/>
                </a:cubicBezTo>
                <a:lnTo>
                  <a:pt x="3718" y="491"/>
                </a:lnTo>
                <a:close/>
                <a:moveTo>
                  <a:pt x="3718" y="385"/>
                </a:moveTo>
                <a:cubicBezTo>
                  <a:pt x="3720" y="385"/>
                  <a:pt x="3720" y="385"/>
                  <a:pt x="3720" y="385"/>
                </a:cubicBezTo>
                <a:cubicBezTo>
                  <a:pt x="3720" y="375"/>
                  <a:pt x="3720" y="375"/>
                  <a:pt x="3720" y="375"/>
                </a:cubicBezTo>
                <a:cubicBezTo>
                  <a:pt x="3718" y="375"/>
                  <a:pt x="3718" y="375"/>
                  <a:pt x="3718" y="375"/>
                </a:cubicBezTo>
                <a:lnTo>
                  <a:pt x="3718" y="385"/>
                </a:lnTo>
                <a:close/>
                <a:moveTo>
                  <a:pt x="3731" y="500"/>
                </a:moveTo>
                <a:cubicBezTo>
                  <a:pt x="3753" y="500"/>
                  <a:pt x="3753" y="500"/>
                  <a:pt x="3753" y="500"/>
                </a:cubicBezTo>
                <a:cubicBezTo>
                  <a:pt x="3753" y="498"/>
                  <a:pt x="3753" y="498"/>
                  <a:pt x="3753" y="498"/>
                </a:cubicBezTo>
                <a:cubicBezTo>
                  <a:pt x="3731" y="498"/>
                  <a:pt x="3731" y="498"/>
                  <a:pt x="3731" y="498"/>
                </a:cubicBezTo>
                <a:lnTo>
                  <a:pt x="3731" y="500"/>
                </a:lnTo>
                <a:close/>
                <a:moveTo>
                  <a:pt x="3719" y="554"/>
                </a:moveTo>
                <a:cubicBezTo>
                  <a:pt x="3741" y="554"/>
                  <a:pt x="3741" y="554"/>
                  <a:pt x="3741" y="554"/>
                </a:cubicBezTo>
                <a:cubicBezTo>
                  <a:pt x="3741" y="551"/>
                  <a:pt x="3741" y="551"/>
                  <a:pt x="3741" y="551"/>
                </a:cubicBezTo>
                <a:cubicBezTo>
                  <a:pt x="3719" y="551"/>
                  <a:pt x="3719" y="551"/>
                  <a:pt x="3719" y="551"/>
                </a:cubicBezTo>
                <a:lnTo>
                  <a:pt x="3719" y="554"/>
                </a:lnTo>
                <a:close/>
                <a:moveTo>
                  <a:pt x="3730" y="558"/>
                </a:moveTo>
                <a:cubicBezTo>
                  <a:pt x="3752" y="558"/>
                  <a:pt x="3752" y="558"/>
                  <a:pt x="3752" y="558"/>
                </a:cubicBezTo>
                <a:cubicBezTo>
                  <a:pt x="3752" y="556"/>
                  <a:pt x="3752" y="556"/>
                  <a:pt x="3752" y="556"/>
                </a:cubicBezTo>
                <a:cubicBezTo>
                  <a:pt x="3730" y="556"/>
                  <a:pt x="3730" y="556"/>
                  <a:pt x="3730" y="556"/>
                </a:cubicBezTo>
                <a:lnTo>
                  <a:pt x="3730" y="558"/>
                </a:lnTo>
                <a:close/>
                <a:moveTo>
                  <a:pt x="3719" y="589"/>
                </a:moveTo>
                <a:cubicBezTo>
                  <a:pt x="3752" y="589"/>
                  <a:pt x="3752" y="589"/>
                  <a:pt x="3752" y="589"/>
                </a:cubicBezTo>
                <a:cubicBezTo>
                  <a:pt x="3752" y="586"/>
                  <a:pt x="3752" y="586"/>
                  <a:pt x="3752" y="586"/>
                </a:cubicBezTo>
                <a:cubicBezTo>
                  <a:pt x="3719" y="586"/>
                  <a:pt x="3719" y="586"/>
                  <a:pt x="3719" y="586"/>
                </a:cubicBezTo>
                <a:lnTo>
                  <a:pt x="3719" y="589"/>
                </a:lnTo>
                <a:close/>
                <a:moveTo>
                  <a:pt x="3719" y="594"/>
                </a:moveTo>
                <a:cubicBezTo>
                  <a:pt x="3748" y="594"/>
                  <a:pt x="3748" y="594"/>
                  <a:pt x="3748" y="594"/>
                </a:cubicBezTo>
                <a:cubicBezTo>
                  <a:pt x="3748" y="591"/>
                  <a:pt x="3748" y="591"/>
                  <a:pt x="3748" y="591"/>
                </a:cubicBezTo>
                <a:cubicBezTo>
                  <a:pt x="3719" y="591"/>
                  <a:pt x="3719" y="591"/>
                  <a:pt x="3719" y="591"/>
                </a:cubicBezTo>
                <a:lnTo>
                  <a:pt x="3719" y="594"/>
                </a:lnTo>
                <a:close/>
                <a:moveTo>
                  <a:pt x="3757" y="616"/>
                </a:moveTo>
                <a:cubicBezTo>
                  <a:pt x="3759" y="616"/>
                  <a:pt x="3759" y="616"/>
                  <a:pt x="3759" y="616"/>
                </a:cubicBezTo>
                <a:cubicBezTo>
                  <a:pt x="3759" y="420"/>
                  <a:pt x="3759" y="420"/>
                  <a:pt x="3759" y="420"/>
                </a:cubicBezTo>
                <a:cubicBezTo>
                  <a:pt x="3757" y="420"/>
                  <a:pt x="3757" y="420"/>
                  <a:pt x="3757" y="420"/>
                </a:cubicBezTo>
                <a:lnTo>
                  <a:pt x="3757" y="616"/>
                </a:lnTo>
                <a:close/>
                <a:moveTo>
                  <a:pt x="3710" y="607"/>
                </a:moveTo>
                <a:cubicBezTo>
                  <a:pt x="3713" y="607"/>
                  <a:pt x="3713" y="607"/>
                  <a:pt x="3713" y="607"/>
                </a:cubicBezTo>
                <a:cubicBezTo>
                  <a:pt x="3713" y="474"/>
                  <a:pt x="3713" y="474"/>
                  <a:pt x="3713" y="474"/>
                </a:cubicBezTo>
                <a:cubicBezTo>
                  <a:pt x="3710" y="474"/>
                  <a:pt x="3710" y="474"/>
                  <a:pt x="3710" y="474"/>
                </a:cubicBezTo>
                <a:lnTo>
                  <a:pt x="3710" y="607"/>
                </a:lnTo>
                <a:close/>
                <a:moveTo>
                  <a:pt x="3772" y="526"/>
                </a:moveTo>
                <a:cubicBezTo>
                  <a:pt x="3782" y="526"/>
                  <a:pt x="3782" y="526"/>
                  <a:pt x="3782" y="526"/>
                </a:cubicBezTo>
                <a:cubicBezTo>
                  <a:pt x="3782" y="565"/>
                  <a:pt x="3782" y="565"/>
                  <a:pt x="3782" y="565"/>
                </a:cubicBezTo>
                <a:cubicBezTo>
                  <a:pt x="3785" y="565"/>
                  <a:pt x="3785" y="565"/>
                  <a:pt x="3785" y="565"/>
                </a:cubicBezTo>
                <a:cubicBezTo>
                  <a:pt x="3785" y="524"/>
                  <a:pt x="3785" y="524"/>
                  <a:pt x="3785" y="524"/>
                </a:cubicBezTo>
                <a:cubicBezTo>
                  <a:pt x="3772" y="524"/>
                  <a:pt x="3772" y="524"/>
                  <a:pt x="3772" y="524"/>
                </a:cubicBezTo>
                <a:cubicBezTo>
                  <a:pt x="3772" y="526"/>
                  <a:pt x="3772" y="526"/>
                  <a:pt x="3772" y="526"/>
                </a:cubicBezTo>
                <a:moveTo>
                  <a:pt x="3784" y="497"/>
                </a:moveTo>
                <a:cubicBezTo>
                  <a:pt x="3784" y="456"/>
                  <a:pt x="3784" y="456"/>
                  <a:pt x="3784" y="456"/>
                </a:cubicBezTo>
                <a:cubicBezTo>
                  <a:pt x="3796" y="456"/>
                  <a:pt x="3796" y="456"/>
                  <a:pt x="3796" y="456"/>
                </a:cubicBezTo>
                <a:cubicBezTo>
                  <a:pt x="3796" y="454"/>
                  <a:pt x="3796" y="454"/>
                  <a:pt x="3796" y="454"/>
                </a:cubicBezTo>
                <a:cubicBezTo>
                  <a:pt x="3781" y="454"/>
                  <a:pt x="3781" y="454"/>
                  <a:pt x="3781" y="454"/>
                </a:cubicBezTo>
                <a:cubicBezTo>
                  <a:pt x="3781" y="497"/>
                  <a:pt x="3781" y="497"/>
                  <a:pt x="3781" y="497"/>
                </a:cubicBezTo>
                <a:cubicBezTo>
                  <a:pt x="3784" y="497"/>
                  <a:pt x="3784" y="497"/>
                  <a:pt x="3784" y="497"/>
                </a:cubicBezTo>
                <a:moveTo>
                  <a:pt x="3773" y="499"/>
                </a:moveTo>
                <a:cubicBezTo>
                  <a:pt x="3788" y="499"/>
                  <a:pt x="3788" y="499"/>
                  <a:pt x="3788" y="499"/>
                </a:cubicBezTo>
                <a:cubicBezTo>
                  <a:pt x="3788" y="513"/>
                  <a:pt x="3788" y="513"/>
                  <a:pt x="3788" y="513"/>
                </a:cubicBezTo>
                <a:cubicBezTo>
                  <a:pt x="3796" y="513"/>
                  <a:pt x="3796" y="513"/>
                  <a:pt x="3796" y="513"/>
                </a:cubicBezTo>
                <a:cubicBezTo>
                  <a:pt x="3796" y="511"/>
                  <a:pt x="3796" y="511"/>
                  <a:pt x="3796" y="511"/>
                </a:cubicBezTo>
                <a:cubicBezTo>
                  <a:pt x="3790" y="511"/>
                  <a:pt x="3790" y="511"/>
                  <a:pt x="3790" y="511"/>
                </a:cubicBezTo>
                <a:cubicBezTo>
                  <a:pt x="3790" y="496"/>
                  <a:pt x="3790" y="496"/>
                  <a:pt x="3790" y="496"/>
                </a:cubicBezTo>
                <a:cubicBezTo>
                  <a:pt x="3773" y="496"/>
                  <a:pt x="3773" y="496"/>
                  <a:pt x="3773" y="496"/>
                </a:cubicBezTo>
                <a:cubicBezTo>
                  <a:pt x="3773" y="499"/>
                  <a:pt x="3773" y="499"/>
                  <a:pt x="3773" y="499"/>
                </a:cubicBezTo>
                <a:moveTo>
                  <a:pt x="3772" y="566"/>
                </a:moveTo>
                <a:cubicBezTo>
                  <a:pt x="3788" y="566"/>
                  <a:pt x="3788" y="566"/>
                  <a:pt x="3788" y="566"/>
                </a:cubicBezTo>
                <a:cubicBezTo>
                  <a:pt x="3788" y="580"/>
                  <a:pt x="3788" y="580"/>
                  <a:pt x="3788" y="580"/>
                </a:cubicBezTo>
                <a:cubicBezTo>
                  <a:pt x="3793" y="580"/>
                  <a:pt x="3793" y="580"/>
                  <a:pt x="3793" y="580"/>
                </a:cubicBezTo>
                <a:cubicBezTo>
                  <a:pt x="3793" y="578"/>
                  <a:pt x="3793" y="578"/>
                  <a:pt x="3793" y="578"/>
                </a:cubicBezTo>
                <a:cubicBezTo>
                  <a:pt x="3790" y="578"/>
                  <a:pt x="3790" y="578"/>
                  <a:pt x="3790" y="578"/>
                </a:cubicBezTo>
                <a:cubicBezTo>
                  <a:pt x="3790" y="564"/>
                  <a:pt x="3790" y="564"/>
                  <a:pt x="3790" y="564"/>
                </a:cubicBezTo>
                <a:cubicBezTo>
                  <a:pt x="3772" y="564"/>
                  <a:pt x="3772" y="564"/>
                  <a:pt x="3772" y="564"/>
                </a:cubicBezTo>
                <a:cubicBezTo>
                  <a:pt x="3772" y="566"/>
                  <a:pt x="3772" y="566"/>
                  <a:pt x="3772" y="566"/>
                </a:cubicBezTo>
                <a:moveTo>
                  <a:pt x="3770" y="435"/>
                </a:moveTo>
                <a:cubicBezTo>
                  <a:pt x="3775" y="435"/>
                  <a:pt x="3775" y="435"/>
                  <a:pt x="3775" y="435"/>
                </a:cubicBezTo>
                <a:cubicBezTo>
                  <a:pt x="3778" y="432"/>
                  <a:pt x="3778" y="432"/>
                  <a:pt x="3778" y="432"/>
                </a:cubicBezTo>
                <a:cubicBezTo>
                  <a:pt x="3782" y="436"/>
                  <a:pt x="3782" y="436"/>
                  <a:pt x="3782" y="436"/>
                </a:cubicBezTo>
                <a:cubicBezTo>
                  <a:pt x="3782" y="436"/>
                  <a:pt x="3782" y="436"/>
                  <a:pt x="3782" y="436"/>
                </a:cubicBezTo>
                <a:cubicBezTo>
                  <a:pt x="3787" y="436"/>
                  <a:pt x="3787" y="436"/>
                  <a:pt x="3787" y="436"/>
                </a:cubicBezTo>
                <a:cubicBezTo>
                  <a:pt x="3787" y="442"/>
                  <a:pt x="3787" y="442"/>
                  <a:pt x="3787" y="442"/>
                </a:cubicBezTo>
                <a:cubicBezTo>
                  <a:pt x="3795" y="442"/>
                  <a:pt x="3795" y="442"/>
                  <a:pt x="3795" y="442"/>
                </a:cubicBezTo>
                <a:cubicBezTo>
                  <a:pt x="3795" y="440"/>
                  <a:pt x="3795" y="440"/>
                  <a:pt x="3795" y="440"/>
                </a:cubicBezTo>
                <a:cubicBezTo>
                  <a:pt x="3789" y="440"/>
                  <a:pt x="3789" y="440"/>
                  <a:pt x="3789" y="440"/>
                </a:cubicBezTo>
                <a:cubicBezTo>
                  <a:pt x="3789" y="434"/>
                  <a:pt x="3789" y="434"/>
                  <a:pt x="3789" y="434"/>
                </a:cubicBezTo>
                <a:cubicBezTo>
                  <a:pt x="3783" y="434"/>
                  <a:pt x="3783" y="434"/>
                  <a:pt x="3783" y="434"/>
                </a:cubicBezTo>
                <a:cubicBezTo>
                  <a:pt x="3779" y="430"/>
                  <a:pt x="3779" y="430"/>
                  <a:pt x="3779" y="430"/>
                </a:cubicBezTo>
                <a:cubicBezTo>
                  <a:pt x="3778" y="429"/>
                  <a:pt x="3778" y="429"/>
                  <a:pt x="3778" y="429"/>
                </a:cubicBezTo>
                <a:cubicBezTo>
                  <a:pt x="3775" y="433"/>
                  <a:pt x="3775" y="433"/>
                  <a:pt x="3775" y="433"/>
                </a:cubicBezTo>
                <a:cubicBezTo>
                  <a:pt x="3770" y="433"/>
                  <a:pt x="3770" y="433"/>
                  <a:pt x="3770" y="433"/>
                </a:cubicBezTo>
                <a:cubicBezTo>
                  <a:pt x="3770" y="435"/>
                  <a:pt x="3770" y="435"/>
                  <a:pt x="3770" y="435"/>
                </a:cubicBezTo>
                <a:moveTo>
                  <a:pt x="3713" y="418"/>
                </a:moveTo>
                <a:cubicBezTo>
                  <a:pt x="3715" y="418"/>
                  <a:pt x="3715" y="418"/>
                  <a:pt x="3715" y="418"/>
                </a:cubicBezTo>
                <a:cubicBezTo>
                  <a:pt x="3715" y="387"/>
                  <a:pt x="3715" y="387"/>
                  <a:pt x="3715" y="387"/>
                </a:cubicBezTo>
                <a:cubicBezTo>
                  <a:pt x="3713" y="387"/>
                  <a:pt x="3713" y="387"/>
                  <a:pt x="3713" y="387"/>
                </a:cubicBezTo>
                <a:lnTo>
                  <a:pt x="3713" y="418"/>
                </a:lnTo>
                <a:close/>
                <a:moveTo>
                  <a:pt x="3807" y="323"/>
                </a:moveTo>
                <a:cubicBezTo>
                  <a:pt x="3823" y="318"/>
                  <a:pt x="3823" y="318"/>
                  <a:pt x="3823" y="318"/>
                </a:cubicBezTo>
                <a:cubicBezTo>
                  <a:pt x="3855" y="321"/>
                  <a:pt x="3855" y="321"/>
                  <a:pt x="3855" y="321"/>
                </a:cubicBezTo>
                <a:cubicBezTo>
                  <a:pt x="3855" y="318"/>
                  <a:pt x="3855" y="318"/>
                  <a:pt x="3855" y="318"/>
                </a:cubicBezTo>
                <a:cubicBezTo>
                  <a:pt x="3823" y="316"/>
                  <a:pt x="3823" y="316"/>
                  <a:pt x="3823" y="316"/>
                </a:cubicBezTo>
                <a:cubicBezTo>
                  <a:pt x="3807" y="321"/>
                  <a:pt x="3807" y="321"/>
                  <a:pt x="3807" y="321"/>
                </a:cubicBezTo>
                <a:cubicBezTo>
                  <a:pt x="3807" y="323"/>
                  <a:pt x="3807" y="323"/>
                  <a:pt x="3807" y="323"/>
                </a:cubicBezTo>
                <a:moveTo>
                  <a:pt x="3718" y="439"/>
                </a:moveTo>
                <a:cubicBezTo>
                  <a:pt x="3752" y="439"/>
                  <a:pt x="3752" y="439"/>
                  <a:pt x="3752" y="439"/>
                </a:cubicBezTo>
                <a:cubicBezTo>
                  <a:pt x="3752" y="437"/>
                  <a:pt x="3752" y="437"/>
                  <a:pt x="3752" y="437"/>
                </a:cubicBezTo>
                <a:cubicBezTo>
                  <a:pt x="3718" y="437"/>
                  <a:pt x="3718" y="437"/>
                  <a:pt x="3718" y="437"/>
                </a:cubicBezTo>
                <a:lnTo>
                  <a:pt x="3718" y="439"/>
                </a:lnTo>
                <a:close/>
                <a:moveTo>
                  <a:pt x="3730" y="449"/>
                </a:moveTo>
                <a:cubicBezTo>
                  <a:pt x="3752" y="449"/>
                  <a:pt x="3752" y="449"/>
                  <a:pt x="3752" y="449"/>
                </a:cubicBezTo>
                <a:cubicBezTo>
                  <a:pt x="3752" y="447"/>
                  <a:pt x="3752" y="447"/>
                  <a:pt x="3752" y="447"/>
                </a:cubicBezTo>
                <a:cubicBezTo>
                  <a:pt x="3730" y="447"/>
                  <a:pt x="3730" y="447"/>
                  <a:pt x="3730" y="447"/>
                </a:cubicBezTo>
                <a:lnTo>
                  <a:pt x="3730" y="449"/>
                </a:lnTo>
                <a:close/>
                <a:moveTo>
                  <a:pt x="3763" y="549"/>
                </a:moveTo>
                <a:cubicBezTo>
                  <a:pt x="3765" y="549"/>
                  <a:pt x="3765" y="549"/>
                  <a:pt x="3765" y="549"/>
                </a:cubicBezTo>
                <a:cubicBezTo>
                  <a:pt x="3765" y="416"/>
                  <a:pt x="3765" y="416"/>
                  <a:pt x="3765" y="416"/>
                </a:cubicBezTo>
                <a:cubicBezTo>
                  <a:pt x="3763" y="416"/>
                  <a:pt x="3763" y="416"/>
                  <a:pt x="3763" y="416"/>
                </a:cubicBezTo>
                <a:lnTo>
                  <a:pt x="3763" y="549"/>
                </a:lnTo>
                <a:close/>
                <a:moveTo>
                  <a:pt x="3762" y="606"/>
                </a:moveTo>
                <a:cubicBezTo>
                  <a:pt x="3764" y="606"/>
                  <a:pt x="3764" y="606"/>
                  <a:pt x="3764" y="606"/>
                </a:cubicBezTo>
                <a:cubicBezTo>
                  <a:pt x="3764" y="560"/>
                  <a:pt x="3764" y="560"/>
                  <a:pt x="3764" y="560"/>
                </a:cubicBezTo>
                <a:cubicBezTo>
                  <a:pt x="3762" y="560"/>
                  <a:pt x="3762" y="560"/>
                  <a:pt x="3762" y="560"/>
                </a:cubicBezTo>
                <a:lnTo>
                  <a:pt x="3762" y="606"/>
                </a:lnTo>
                <a:close/>
                <a:moveTo>
                  <a:pt x="3886" y="607"/>
                </a:moveTo>
                <a:cubicBezTo>
                  <a:pt x="3888" y="607"/>
                  <a:pt x="3888" y="607"/>
                  <a:pt x="3888" y="607"/>
                </a:cubicBezTo>
                <a:cubicBezTo>
                  <a:pt x="3888" y="440"/>
                  <a:pt x="3888" y="440"/>
                  <a:pt x="3888" y="440"/>
                </a:cubicBezTo>
                <a:cubicBezTo>
                  <a:pt x="3886" y="440"/>
                  <a:pt x="3886" y="440"/>
                  <a:pt x="3886" y="440"/>
                </a:cubicBezTo>
                <a:lnTo>
                  <a:pt x="3886" y="607"/>
                </a:lnTo>
                <a:close/>
                <a:moveTo>
                  <a:pt x="3860" y="607"/>
                </a:moveTo>
                <a:cubicBezTo>
                  <a:pt x="3862" y="607"/>
                  <a:pt x="3862" y="607"/>
                  <a:pt x="3862" y="607"/>
                </a:cubicBezTo>
                <a:cubicBezTo>
                  <a:pt x="3862" y="439"/>
                  <a:pt x="3862" y="439"/>
                  <a:pt x="3862" y="439"/>
                </a:cubicBezTo>
                <a:cubicBezTo>
                  <a:pt x="3860" y="439"/>
                  <a:pt x="3860" y="439"/>
                  <a:pt x="3860" y="439"/>
                </a:cubicBezTo>
                <a:lnTo>
                  <a:pt x="3860" y="607"/>
                </a:lnTo>
                <a:close/>
                <a:moveTo>
                  <a:pt x="3879" y="629"/>
                </a:moveTo>
                <a:cubicBezTo>
                  <a:pt x="4000" y="629"/>
                  <a:pt x="4000" y="629"/>
                  <a:pt x="4000" y="629"/>
                </a:cubicBezTo>
                <a:cubicBezTo>
                  <a:pt x="4000" y="627"/>
                  <a:pt x="4000" y="627"/>
                  <a:pt x="4000" y="627"/>
                </a:cubicBezTo>
                <a:cubicBezTo>
                  <a:pt x="3879" y="627"/>
                  <a:pt x="3879" y="627"/>
                  <a:pt x="3879" y="627"/>
                </a:cubicBezTo>
                <a:lnTo>
                  <a:pt x="3879" y="629"/>
                </a:lnTo>
                <a:close/>
                <a:moveTo>
                  <a:pt x="4000" y="564"/>
                </a:moveTo>
                <a:cubicBezTo>
                  <a:pt x="4016" y="564"/>
                  <a:pt x="4016" y="564"/>
                  <a:pt x="4016" y="564"/>
                </a:cubicBezTo>
                <a:cubicBezTo>
                  <a:pt x="4016" y="562"/>
                  <a:pt x="4016" y="562"/>
                  <a:pt x="4016" y="562"/>
                </a:cubicBezTo>
                <a:cubicBezTo>
                  <a:pt x="4000" y="562"/>
                  <a:pt x="4000" y="562"/>
                  <a:pt x="4000" y="562"/>
                </a:cubicBezTo>
                <a:lnTo>
                  <a:pt x="4000" y="564"/>
                </a:lnTo>
                <a:close/>
                <a:moveTo>
                  <a:pt x="3676" y="534"/>
                </a:moveTo>
                <a:cubicBezTo>
                  <a:pt x="3678" y="534"/>
                  <a:pt x="3678" y="534"/>
                  <a:pt x="3678" y="534"/>
                </a:cubicBezTo>
                <a:cubicBezTo>
                  <a:pt x="3678" y="451"/>
                  <a:pt x="3678" y="451"/>
                  <a:pt x="3678" y="451"/>
                </a:cubicBezTo>
                <a:cubicBezTo>
                  <a:pt x="3676" y="451"/>
                  <a:pt x="3676" y="451"/>
                  <a:pt x="3676" y="451"/>
                </a:cubicBezTo>
                <a:lnTo>
                  <a:pt x="3676" y="534"/>
                </a:lnTo>
                <a:close/>
                <a:moveTo>
                  <a:pt x="3676" y="453"/>
                </a:moveTo>
                <a:cubicBezTo>
                  <a:pt x="3676" y="537"/>
                  <a:pt x="3676" y="537"/>
                  <a:pt x="3676" y="537"/>
                </a:cubicBezTo>
                <a:cubicBezTo>
                  <a:pt x="3680" y="537"/>
                  <a:pt x="3680" y="537"/>
                  <a:pt x="3680" y="537"/>
                </a:cubicBezTo>
                <a:cubicBezTo>
                  <a:pt x="3680" y="586"/>
                  <a:pt x="3680" y="586"/>
                  <a:pt x="3680" y="586"/>
                </a:cubicBezTo>
                <a:cubicBezTo>
                  <a:pt x="3694" y="586"/>
                  <a:pt x="3694" y="586"/>
                  <a:pt x="3694" y="586"/>
                </a:cubicBezTo>
                <a:cubicBezTo>
                  <a:pt x="3694" y="584"/>
                  <a:pt x="3694" y="584"/>
                  <a:pt x="3694" y="584"/>
                </a:cubicBezTo>
                <a:cubicBezTo>
                  <a:pt x="3683" y="584"/>
                  <a:pt x="3683" y="584"/>
                  <a:pt x="3683" y="584"/>
                </a:cubicBezTo>
                <a:cubicBezTo>
                  <a:pt x="3683" y="535"/>
                  <a:pt x="3683" y="535"/>
                  <a:pt x="3683" y="535"/>
                </a:cubicBezTo>
                <a:cubicBezTo>
                  <a:pt x="3678" y="535"/>
                  <a:pt x="3678" y="535"/>
                  <a:pt x="3678" y="535"/>
                </a:cubicBezTo>
                <a:cubicBezTo>
                  <a:pt x="3678" y="453"/>
                  <a:pt x="3678" y="453"/>
                  <a:pt x="3678" y="453"/>
                </a:cubicBezTo>
                <a:cubicBezTo>
                  <a:pt x="3676" y="453"/>
                  <a:pt x="3676" y="453"/>
                  <a:pt x="3676" y="453"/>
                </a:cubicBezTo>
                <a:moveTo>
                  <a:pt x="3642" y="476"/>
                </a:moveTo>
                <a:cubicBezTo>
                  <a:pt x="3644" y="476"/>
                  <a:pt x="3644" y="476"/>
                  <a:pt x="3644" y="476"/>
                </a:cubicBezTo>
                <a:cubicBezTo>
                  <a:pt x="3644" y="433"/>
                  <a:pt x="3644" y="433"/>
                  <a:pt x="3644" y="433"/>
                </a:cubicBezTo>
                <a:cubicBezTo>
                  <a:pt x="3642" y="433"/>
                  <a:pt x="3642" y="433"/>
                  <a:pt x="3642" y="433"/>
                </a:cubicBezTo>
                <a:lnTo>
                  <a:pt x="3642" y="476"/>
                </a:lnTo>
                <a:close/>
                <a:moveTo>
                  <a:pt x="3652" y="476"/>
                </a:moveTo>
                <a:cubicBezTo>
                  <a:pt x="3655" y="476"/>
                  <a:pt x="3655" y="476"/>
                  <a:pt x="3655" y="476"/>
                </a:cubicBezTo>
                <a:cubicBezTo>
                  <a:pt x="3655" y="433"/>
                  <a:pt x="3655" y="433"/>
                  <a:pt x="3655" y="433"/>
                </a:cubicBezTo>
                <a:cubicBezTo>
                  <a:pt x="3652" y="433"/>
                  <a:pt x="3652" y="433"/>
                  <a:pt x="3652" y="433"/>
                </a:cubicBezTo>
                <a:lnTo>
                  <a:pt x="3652" y="476"/>
                </a:lnTo>
                <a:close/>
                <a:moveTo>
                  <a:pt x="3597" y="490"/>
                </a:moveTo>
                <a:cubicBezTo>
                  <a:pt x="3612" y="486"/>
                  <a:pt x="3612" y="486"/>
                  <a:pt x="3612" y="486"/>
                </a:cubicBezTo>
                <a:cubicBezTo>
                  <a:pt x="3661" y="486"/>
                  <a:pt x="3661" y="486"/>
                  <a:pt x="3661" y="486"/>
                </a:cubicBezTo>
                <a:cubicBezTo>
                  <a:pt x="3661" y="484"/>
                  <a:pt x="3661" y="484"/>
                  <a:pt x="3661" y="484"/>
                </a:cubicBezTo>
                <a:cubicBezTo>
                  <a:pt x="3611" y="484"/>
                  <a:pt x="3611" y="484"/>
                  <a:pt x="3611" y="484"/>
                </a:cubicBezTo>
                <a:cubicBezTo>
                  <a:pt x="3597" y="488"/>
                  <a:pt x="3597" y="488"/>
                  <a:pt x="3597" y="488"/>
                </a:cubicBezTo>
                <a:cubicBezTo>
                  <a:pt x="3597" y="490"/>
                  <a:pt x="3597" y="490"/>
                  <a:pt x="3597" y="490"/>
                </a:cubicBezTo>
                <a:moveTo>
                  <a:pt x="3670" y="626"/>
                </a:moveTo>
                <a:cubicBezTo>
                  <a:pt x="3672" y="626"/>
                  <a:pt x="3672" y="626"/>
                  <a:pt x="3672" y="626"/>
                </a:cubicBezTo>
                <a:cubicBezTo>
                  <a:pt x="3672" y="572"/>
                  <a:pt x="3672" y="572"/>
                  <a:pt x="3672" y="572"/>
                </a:cubicBezTo>
                <a:cubicBezTo>
                  <a:pt x="3670" y="572"/>
                  <a:pt x="3670" y="572"/>
                  <a:pt x="3670" y="572"/>
                </a:cubicBezTo>
                <a:lnTo>
                  <a:pt x="3670" y="626"/>
                </a:lnTo>
                <a:close/>
                <a:moveTo>
                  <a:pt x="3662" y="573"/>
                </a:moveTo>
                <a:cubicBezTo>
                  <a:pt x="3682" y="573"/>
                  <a:pt x="3682" y="573"/>
                  <a:pt x="3682" y="573"/>
                </a:cubicBezTo>
                <a:cubicBezTo>
                  <a:pt x="3682" y="571"/>
                  <a:pt x="3682" y="571"/>
                  <a:pt x="3682" y="571"/>
                </a:cubicBezTo>
                <a:cubicBezTo>
                  <a:pt x="3662" y="571"/>
                  <a:pt x="3662" y="571"/>
                  <a:pt x="3662" y="571"/>
                </a:cubicBezTo>
                <a:lnTo>
                  <a:pt x="3662" y="573"/>
                </a:lnTo>
                <a:close/>
                <a:moveTo>
                  <a:pt x="3560" y="7"/>
                </a:moveTo>
                <a:cubicBezTo>
                  <a:pt x="3561" y="9"/>
                  <a:pt x="3563" y="15"/>
                  <a:pt x="3564" y="19"/>
                </a:cubicBezTo>
                <a:cubicBezTo>
                  <a:pt x="3565" y="24"/>
                  <a:pt x="3565" y="28"/>
                  <a:pt x="3565" y="28"/>
                </a:cubicBezTo>
                <a:cubicBezTo>
                  <a:pt x="3568" y="28"/>
                  <a:pt x="3568" y="28"/>
                  <a:pt x="3568" y="28"/>
                </a:cubicBezTo>
                <a:cubicBezTo>
                  <a:pt x="3568" y="28"/>
                  <a:pt x="3567" y="23"/>
                  <a:pt x="3566" y="19"/>
                </a:cubicBezTo>
                <a:cubicBezTo>
                  <a:pt x="3565" y="14"/>
                  <a:pt x="3564" y="9"/>
                  <a:pt x="3561" y="6"/>
                </a:cubicBezTo>
                <a:cubicBezTo>
                  <a:pt x="3560" y="7"/>
                  <a:pt x="3560" y="7"/>
                  <a:pt x="3560" y="7"/>
                </a:cubicBezTo>
                <a:moveTo>
                  <a:pt x="3556" y="9"/>
                </a:moveTo>
                <a:cubicBezTo>
                  <a:pt x="3559" y="13"/>
                  <a:pt x="3559" y="22"/>
                  <a:pt x="3559" y="25"/>
                </a:cubicBezTo>
                <a:cubicBezTo>
                  <a:pt x="3559" y="26"/>
                  <a:pt x="3559" y="27"/>
                  <a:pt x="3559" y="27"/>
                </a:cubicBezTo>
                <a:cubicBezTo>
                  <a:pt x="3562" y="27"/>
                  <a:pt x="3562" y="27"/>
                  <a:pt x="3562" y="27"/>
                </a:cubicBezTo>
                <a:cubicBezTo>
                  <a:pt x="3562" y="27"/>
                  <a:pt x="3562" y="26"/>
                  <a:pt x="3562" y="25"/>
                </a:cubicBezTo>
                <a:cubicBezTo>
                  <a:pt x="3562" y="22"/>
                  <a:pt x="3561" y="13"/>
                  <a:pt x="3558" y="8"/>
                </a:cubicBezTo>
                <a:cubicBezTo>
                  <a:pt x="3556" y="9"/>
                  <a:pt x="3556" y="9"/>
                  <a:pt x="3556" y="9"/>
                </a:cubicBezTo>
                <a:moveTo>
                  <a:pt x="3551" y="8"/>
                </a:moveTo>
                <a:cubicBezTo>
                  <a:pt x="3553" y="10"/>
                  <a:pt x="3554" y="14"/>
                  <a:pt x="3554" y="17"/>
                </a:cubicBezTo>
                <a:cubicBezTo>
                  <a:pt x="3555" y="21"/>
                  <a:pt x="3555" y="24"/>
                  <a:pt x="3555" y="26"/>
                </a:cubicBezTo>
                <a:cubicBezTo>
                  <a:pt x="3555" y="27"/>
                  <a:pt x="3555" y="27"/>
                  <a:pt x="3555" y="27"/>
                </a:cubicBezTo>
                <a:cubicBezTo>
                  <a:pt x="3557" y="27"/>
                  <a:pt x="3557" y="27"/>
                  <a:pt x="3557" y="27"/>
                </a:cubicBezTo>
                <a:cubicBezTo>
                  <a:pt x="3557" y="26"/>
                  <a:pt x="3557" y="26"/>
                  <a:pt x="3557" y="26"/>
                </a:cubicBezTo>
                <a:cubicBezTo>
                  <a:pt x="3557" y="24"/>
                  <a:pt x="3557" y="21"/>
                  <a:pt x="3556" y="17"/>
                </a:cubicBezTo>
                <a:cubicBezTo>
                  <a:pt x="3556" y="13"/>
                  <a:pt x="3555" y="9"/>
                  <a:pt x="3553" y="7"/>
                </a:cubicBezTo>
                <a:cubicBezTo>
                  <a:pt x="3551" y="8"/>
                  <a:pt x="3551" y="8"/>
                  <a:pt x="3551" y="8"/>
                </a:cubicBezTo>
                <a:moveTo>
                  <a:pt x="3547" y="9"/>
                </a:moveTo>
                <a:cubicBezTo>
                  <a:pt x="3548" y="11"/>
                  <a:pt x="3548" y="15"/>
                  <a:pt x="3548" y="19"/>
                </a:cubicBezTo>
                <a:cubicBezTo>
                  <a:pt x="3549" y="22"/>
                  <a:pt x="3549" y="25"/>
                  <a:pt x="3549" y="25"/>
                </a:cubicBezTo>
                <a:cubicBezTo>
                  <a:pt x="3551" y="25"/>
                  <a:pt x="3551" y="25"/>
                  <a:pt x="3551" y="25"/>
                </a:cubicBezTo>
                <a:cubicBezTo>
                  <a:pt x="3551" y="25"/>
                  <a:pt x="3550" y="14"/>
                  <a:pt x="3549" y="8"/>
                </a:cubicBezTo>
                <a:cubicBezTo>
                  <a:pt x="3547" y="9"/>
                  <a:pt x="3547" y="9"/>
                  <a:pt x="3547" y="9"/>
                </a:cubicBezTo>
                <a:moveTo>
                  <a:pt x="3543" y="8"/>
                </a:moveTo>
                <a:cubicBezTo>
                  <a:pt x="3543" y="11"/>
                  <a:pt x="3544" y="15"/>
                  <a:pt x="3544" y="18"/>
                </a:cubicBezTo>
                <a:cubicBezTo>
                  <a:pt x="3544" y="22"/>
                  <a:pt x="3544" y="25"/>
                  <a:pt x="3544" y="25"/>
                </a:cubicBezTo>
                <a:cubicBezTo>
                  <a:pt x="3547" y="25"/>
                  <a:pt x="3547" y="25"/>
                  <a:pt x="3547" y="25"/>
                </a:cubicBezTo>
                <a:cubicBezTo>
                  <a:pt x="3547" y="25"/>
                  <a:pt x="3546" y="13"/>
                  <a:pt x="3545" y="8"/>
                </a:cubicBezTo>
                <a:cubicBezTo>
                  <a:pt x="3543" y="8"/>
                  <a:pt x="3543" y="8"/>
                  <a:pt x="3543" y="8"/>
                </a:cubicBezTo>
                <a:moveTo>
                  <a:pt x="3537" y="4"/>
                </a:moveTo>
                <a:cubicBezTo>
                  <a:pt x="3538" y="7"/>
                  <a:pt x="3539" y="13"/>
                  <a:pt x="3539" y="17"/>
                </a:cubicBezTo>
                <a:cubicBezTo>
                  <a:pt x="3540" y="21"/>
                  <a:pt x="3540" y="25"/>
                  <a:pt x="3540" y="25"/>
                </a:cubicBezTo>
                <a:cubicBezTo>
                  <a:pt x="3542" y="25"/>
                  <a:pt x="3542" y="25"/>
                  <a:pt x="3542" y="25"/>
                </a:cubicBezTo>
                <a:cubicBezTo>
                  <a:pt x="3542" y="25"/>
                  <a:pt x="3542" y="11"/>
                  <a:pt x="3539" y="3"/>
                </a:cubicBezTo>
                <a:cubicBezTo>
                  <a:pt x="3537" y="4"/>
                  <a:pt x="3537" y="4"/>
                  <a:pt x="3537" y="4"/>
                </a:cubicBezTo>
                <a:moveTo>
                  <a:pt x="3503" y="68"/>
                </a:moveTo>
                <a:cubicBezTo>
                  <a:pt x="3515" y="60"/>
                  <a:pt x="3515" y="60"/>
                  <a:pt x="3515" y="60"/>
                </a:cubicBezTo>
                <a:cubicBezTo>
                  <a:pt x="3514" y="58"/>
                  <a:pt x="3514" y="58"/>
                  <a:pt x="3514" y="58"/>
                </a:cubicBezTo>
                <a:cubicBezTo>
                  <a:pt x="3502" y="66"/>
                  <a:pt x="3502" y="66"/>
                  <a:pt x="3502" y="66"/>
                </a:cubicBezTo>
                <a:moveTo>
                  <a:pt x="3512" y="35"/>
                </a:moveTo>
                <a:cubicBezTo>
                  <a:pt x="3524" y="30"/>
                  <a:pt x="3524" y="30"/>
                  <a:pt x="3524" y="30"/>
                </a:cubicBezTo>
                <a:cubicBezTo>
                  <a:pt x="3523" y="28"/>
                  <a:pt x="3523" y="28"/>
                  <a:pt x="3523" y="28"/>
                </a:cubicBezTo>
                <a:cubicBezTo>
                  <a:pt x="3511" y="33"/>
                  <a:pt x="3511" y="33"/>
                  <a:pt x="3511" y="33"/>
                </a:cubicBezTo>
                <a:moveTo>
                  <a:pt x="3519" y="670"/>
                </a:moveTo>
                <a:cubicBezTo>
                  <a:pt x="3519" y="178"/>
                  <a:pt x="3519" y="178"/>
                  <a:pt x="3519" y="178"/>
                </a:cubicBezTo>
                <a:cubicBezTo>
                  <a:pt x="3518" y="178"/>
                  <a:pt x="3518" y="178"/>
                  <a:pt x="3518" y="178"/>
                </a:cubicBezTo>
                <a:cubicBezTo>
                  <a:pt x="3519" y="178"/>
                  <a:pt x="3519" y="178"/>
                  <a:pt x="3519" y="178"/>
                </a:cubicBezTo>
                <a:cubicBezTo>
                  <a:pt x="3521" y="108"/>
                  <a:pt x="3521" y="108"/>
                  <a:pt x="3521" y="108"/>
                </a:cubicBezTo>
                <a:cubicBezTo>
                  <a:pt x="3520" y="108"/>
                  <a:pt x="3520" y="108"/>
                  <a:pt x="3520" y="108"/>
                </a:cubicBezTo>
                <a:cubicBezTo>
                  <a:pt x="3521" y="108"/>
                  <a:pt x="3521" y="108"/>
                  <a:pt x="3521" y="108"/>
                </a:cubicBezTo>
                <a:cubicBezTo>
                  <a:pt x="3522" y="74"/>
                  <a:pt x="3522" y="74"/>
                  <a:pt x="3522" y="74"/>
                </a:cubicBezTo>
                <a:cubicBezTo>
                  <a:pt x="3524" y="72"/>
                  <a:pt x="3524" y="72"/>
                  <a:pt x="3524" y="72"/>
                </a:cubicBezTo>
                <a:cubicBezTo>
                  <a:pt x="3525" y="72"/>
                  <a:pt x="3525" y="72"/>
                  <a:pt x="3525" y="72"/>
                </a:cubicBezTo>
                <a:cubicBezTo>
                  <a:pt x="3528" y="46"/>
                  <a:pt x="3528" y="46"/>
                  <a:pt x="3528" y="46"/>
                </a:cubicBezTo>
                <a:cubicBezTo>
                  <a:pt x="3532" y="44"/>
                  <a:pt x="3532" y="44"/>
                  <a:pt x="3532" y="44"/>
                </a:cubicBezTo>
                <a:cubicBezTo>
                  <a:pt x="3538" y="45"/>
                  <a:pt x="3538" y="45"/>
                  <a:pt x="3538" y="45"/>
                </a:cubicBezTo>
                <a:cubicBezTo>
                  <a:pt x="3539" y="43"/>
                  <a:pt x="3539" y="43"/>
                  <a:pt x="3539" y="43"/>
                </a:cubicBezTo>
                <a:cubicBezTo>
                  <a:pt x="3532" y="42"/>
                  <a:pt x="3532" y="42"/>
                  <a:pt x="3532" y="42"/>
                </a:cubicBezTo>
                <a:cubicBezTo>
                  <a:pt x="3532" y="42"/>
                  <a:pt x="3532" y="42"/>
                  <a:pt x="3532" y="42"/>
                </a:cubicBezTo>
                <a:cubicBezTo>
                  <a:pt x="3527" y="44"/>
                  <a:pt x="3527" y="44"/>
                  <a:pt x="3527" y="44"/>
                </a:cubicBezTo>
                <a:cubicBezTo>
                  <a:pt x="3526" y="44"/>
                  <a:pt x="3526" y="44"/>
                  <a:pt x="3526" y="44"/>
                </a:cubicBezTo>
                <a:cubicBezTo>
                  <a:pt x="3523" y="71"/>
                  <a:pt x="3523" y="71"/>
                  <a:pt x="3523" y="71"/>
                </a:cubicBezTo>
                <a:cubicBezTo>
                  <a:pt x="3521" y="73"/>
                  <a:pt x="3521" y="73"/>
                  <a:pt x="3521" y="73"/>
                </a:cubicBezTo>
                <a:cubicBezTo>
                  <a:pt x="3520" y="73"/>
                  <a:pt x="3520" y="73"/>
                  <a:pt x="3520" y="73"/>
                </a:cubicBezTo>
                <a:cubicBezTo>
                  <a:pt x="3518" y="108"/>
                  <a:pt x="3518" y="108"/>
                  <a:pt x="3518" y="108"/>
                </a:cubicBezTo>
                <a:cubicBezTo>
                  <a:pt x="3516" y="178"/>
                  <a:pt x="3516" y="178"/>
                  <a:pt x="3516" y="178"/>
                </a:cubicBezTo>
                <a:cubicBezTo>
                  <a:pt x="3516" y="670"/>
                  <a:pt x="3516" y="670"/>
                  <a:pt x="3516" y="670"/>
                </a:cubicBezTo>
                <a:cubicBezTo>
                  <a:pt x="3519" y="670"/>
                  <a:pt x="3519" y="670"/>
                  <a:pt x="3519" y="670"/>
                </a:cubicBezTo>
                <a:moveTo>
                  <a:pt x="3545" y="100"/>
                </a:moveTo>
                <a:cubicBezTo>
                  <a:pt x="3545" y="59"/>
                  <a:pt x="3545" y="59"/>
                  <a:pt x="3545" y="59"/>
                </a:cubicBezTo>
                <a:cubicBezTo>
                  <a:pt x="3580" y="62"/>
                  <a:pt x="3580" y="62"/>
                  <a:pt x="3580" y="62"/>
                </a:cubicBezTo>
                <a:cubicBezTo>
                  <a:pt x="3589" y="66"/>
                  <a:pt x="3589" y="66"/>
                  <a:pt x="3589" y="66"/>
                </a:cubicBezTo>
                <a:cubicBezTo>
                  <a:pt x="3590" y="64"/>
                  <a:pt x="3590" y="64"/>
                  <a:pt x="3590" y="64"/>
                </a:cubicBezTo>
                <a:cubicBezTo>
                  <a:pt x="3581" y="60"/>
                  <a:pt x="3581" y="60"/>
                  <a:pt x="3581" y="60"/>
                </a:cubicBezTo>
                <a:cubicBezTo>
                  <a:pt x="3542" y="56"/>
                  <a:pt x="3542" y="56"/>
                  <a:pt x="3542" y="56"/>
                </a:cubicBezTo>
                <a:cubicBezTo>
                  <a:pt x="3542" y="100"/>
                  <a:pt x="3542" y="100"/>
                  <a:pt x="3542" y="100"/>
                </a:cubicBezTo>
                <a:cubicBezTo>
                  <a:pt x="3545" y="100"/>
                  <a:pt x="3545" y="100"/>
                  <a:pt x="3545" y="100"/>
                </a:cubicBezTo>
                <a:moveTo>
                  <a:pt x="3537" y="37"/>
                </a:moveTo>
                <a:cubicBezTo>
                  <a:pt x="3577" y="41"/>
                  <a:pt x="3577" y="41"/>
                  <a:pt x="3577" y="41"/>
                </a:cubicBezTo>
                <a:cubicBezTo>
                  <a:pt x="3578" y="39"/>
                  <a:pt x="3578" y="39"/>
                  <a:pt x="3578" y="39"/>
                </a:cubicBezTo>
                <a:cubicBezTo>
                  <a:pt x="3537" y="35"/>
                  <a:pt x="3537" y="35"/>
                  <a:pt x="3537" y="35"/>
                </a:cubicBezTo>
                <a:moveTo>
                  <a:pt x="3507" y="51"/>
                </a:moveTo>
                <a:cubicBezTo>
                  <a:pt x="3522" y="40"/>
                  <a:pt x="3522" y="40"/>
                  <a:pt x="3522" y="40"/>
                </a:cubicBezTo>
                <a:cubicBezTo>
                  <a:pt x="3532" y="40"/>
                  <a:pt x="3532" y="40"/>
                  <a:pt x="3532" y="40"/>
                </a:cubicBezTo>
                <a:cubicBezTo>
                  <a:pt x="3532" y="40"/>
                  <a:pt x="3532" y="40"/>
                  <a:pt x="3532" y="40"/>
                </a:cubicBezTo>
                <a:cubicBezTo>
                  <a:pt x="3537" y="36"/>
                  <a:pt x="3537" y="36"/>
                  <a:pt x="3537" y="36"/>
                </a:cubicBezTo>
                <a:cubicBezTo>
                  <a:pt x="3536" y="35"/>
                  <a:pt x="3536" y="35"/>
                  <a:pt x="3536" y="35"/>
                </a:cubicBezTo>
                <a:cubicBezTo>
                  <a:pt x="3532" y="38"/>
                  <a:pt x="3532" y="38"/>
                  <a:pt x="3532" y="38"/>
                </a:cubicBezTo>
                <a:cubicBezTo>
                  <a:pt x="3522" y="38"/>
                  <a:pt x="3522" y="38"/>
                  <a:pt x="3522" y="38"/>
                </a:cubicBezTo>
                <a:cubicBezTo>
                  <a:pt x="3521" y="38"/>
                  <a:pt x="3521" y="38"/>
                  <a:pt x="3521" y="38"/>
                </a:cubicBezTo>
                <a:cubicBezTo>
                  <a:pt x="3506" y="50"/>
                  <a:pt x="3506" y="50"/>
                  <a:pt x="3506" y="50"/>
                </a:cubicBezTo>
                <a:cubicBezTo>
                  <a:pt x="3507" y="51"/>
                  <a:pt x="3507" y="51"/>
                  <a:pt x="3507" y="51"/>
                </a:cubicBezTo>
                <a:moveTo>
                  <a:pt x="3577" y="37"/>
                </a:moveTo>
                <a:cubicBezTo>
                  <a:pt x="3583" y="38"/>
                  <a:pt x="3583" y="38"/>
                  <a:pt x="3583" y="38"/>
                </a:cubicBezTo>
                <a:cubicBezTo>
                  <a:pt x="3584" y="36"/>
                  <a:pt x="3584" y="36"/>
                  <a:pt x="3584" y="36"/>
                </a:cubicBezTo>
                <a:cubicBezTo>
                  <a:pt x="3577" y="34"/>
                  <a:pt x="3577" y="34"/>
                  <a:pt x="3577" y="34"/>
                </a:cubicBezTo>
                <a:moveTo>
                  <a:pt x="3524" y="31"/>
                </a:moveTo>
                <a:cubicBezTo>
                  <a:pt x="3536" y="32"/>
                  <a:pt x="3536" y="32"/>
                  <a:pt x="3536" y="32"/>
                </a:cubicBezTo>
                <a:cubicBezTo>
                  <a:pt x="3536" y="29"/>
                  <a:pt x="3536" y="29"/>
                  <a:pt x="3536" y="29"/>
                </a:cubicBezTo>
                <a:cubicBezTo>
                  <a:pt x="3524" y="29"/>
                  <a:pt x="3524" y="29"/>
                  <a:pt x="3524" y="29"/>
                </a:cubicBezTo>
                <a:moveTo>
                  <a:pt x="3571" y="50"/>
                </a:moveTo>
                <a:cubicBezTo>
                  <a:pt x="3574" y="50"/>
                  <a:pt x="3574" y="50"/>
                  <a:pt x="3574" y="50"/>
                </a:cubicBezTo>
                <a:cubicBezTo>
                  <a:pt x="3574" y="41"/>
                  <a:pt x="3574" y="41"/>
                  <a:pt x="3574" y="41"/>
                </a:cubicBezTo>
                <a:cubicBezTo>
                  <a:pt x="3571" y="41"/>
                  <a:pt x="3571" y="41"/>
                  <a:pt x="3571" y="41"/>
                </a:cubicBezTo>
                <a:lnTo>
                  <a:pt x="3571" y="50"/>
                </a:lnTo>
                <a:close/>
                <a:moveTo>
                  <a:pt x="3566" y="59"/>
                </a:moveTo>
                <a:cubicBezTo>
                  <a:pt x="3568" y="59"/>
                  <a:pt x="3568" y="59"/>
                  <a:pt x="3568" y="59"/>
                </a:cubicBezTo>
                <a:cubicBezTo>
                  <a:pt x="3568" y="40"/>
                  <a:pt x="3568" y="40"/>
                  <a:pt x="3568" y="40"/>
                </a:cubicBezTo>
                <a:cubicBezTo>
                  <a:pt x="3566" y="40"/>
                  <a:pt x="3566" y="40"/>
                  <a:pt x="3566" y="40"/>
                </a:cubicBezTo>
                <a:lnTo>
                  <a:pt x="3566" y="59"/>
                </a:lnTo>
                <a:close/>
                <a:moveTo>
                  <a:pt x="3545" y="49"/>
                </a:moveTo>
                <a:cubicBezTo>
                  <a:pt x="3548" y="49"/>
                  <a:pt x="3548" y="49"/>
                  <a:pt x="3548" y="49"/>
                </a:cubicBezTo>
                <a:cubicBezTo>
                  <a:pt x="3548" y="30"/>
                  <a:pt x="3548" y="30"/>
                  <a:pt x="3548" y="30"/>
                </a:cubicBezTo>
                <a:cubicBezTo>
                  <a:pt x="3545" y="30"/>
                  <a:pt x="3545" y="30"/>
                  <a:pt x="3545" y="30"/>
                </a:cubicBezTo>
                <a:lnTo>
                  <a:pt x="3545" y="49"/>
                </a:lnTo>
                <a:close/>
                <a:moveTo>
                  <a:pt x="3496" y="282"/>
                </a:moveTo>
                <a:cubicBezTo>
                  <a:pt x="3509" y="276"/>
                  <a:pt x="3509" y="276"/>
                  <a:pt x="3509" y="276"/>
                </a:cubicBezTo>
                <a:cubicBezTo>
                  <a:pt x="3514" y="274"/>
                  <a:pt x="3514" y="274"/>
                  <a:pt x="3514" y="274"/>
                </a:cubicBezTo>
                <a:cubicBezTo>
                  <a:pt x="3519" y="273"/>
                  <a:pt x="3519" y="273"/>
                  <a:pt x="3519" y="273"/>
                </a:cubicBezTo>
                <a:cubicBezTo>
                  <a:pt x="3519" y="273"/>
                  <a:pt x="3519" y="273"/>
                  <a:pt x="3519" y="273"/>
                </a:cubicBezTo>
                <a:cubicBezTo>
                  <a:pt x="3522" y="272"/>
                  <a:pt x="3522" y="272"/>
                  <a:pt x="3522" y="272"/>
                </a:cubicBezTo>
                <a:cubicBezTo>
                  <a:pt x="3536" y="273"/>
                  <a:pt x="3536" y="273"/>
                  <a:pt x="3536" y="273"/>
                </a:cubicBezTo>
                <a:cubicBezTo>
                  <a:pt x="3536" y="272"/>
                  <a:pt x="3536" y="272"/>
                  <a:pt x="3536" y="272"/>
                </a:cubicBezTo>
                <a:cubicBezTo>
                  <a:pt x="3536" y="273"/>
                  <a:pt x="3536" y="273"/>
                  <a:pt x="3536" y="273"/>
                </a:cubicBezTo>
                <a:cubicBezTo>
                  <a:pt x="3539" y="273"/>
                  <a:pt x="3539" y="273"/>
                  <a:pt x="3539" y="273"/>
                </a:cubicBezTo>
                <a:cubicBezTo>
                  <a:pt x="3540" y="273"/>
                  <a:pt x="3540" y="273"/>
                  <a:pt x="3540" y="273"/>
                </a:cubicBezTo>
                <a:cubicBezTo>
                  <a:pt x="3542" y="272"/>
                  <a:pt x="3542" y="272"/>
                  <a:pt x="3542" y="272"/>
                </a:cubicBezTo>
                <a:cubicBezTo>
                  <a:pt x="3580" y="274"/>
                  <a:pt x="3580" y="274"/>
                  <a:pt x="3580" y="274"/>
                </a:cubicBezTo>
                <a:cubicBezTo>
                  <a:pt x="3597" y="276"/>
                  <a:pt x="3597" y="276"/>
                  <a:pt x="3597" y="276"/>
                </a:cubicBezTo>
                <a:cubicBezTo>
                  <a:pt x="3597" y="274"/>
                  <a:pt x="3597" y="274"/>
                  <a:pt x="3597" y="274"/>
                </a:cubicBezTo>
                <a:cubicBezTo>
                  <a:pt x="3581" y="272"/>
                  <a:pt x="3581" y="272"/>
                  <a:pt x="3581" y="272"/>
                </a:cubicBezTo>
                <a:cubicBezTo>
                  <a:pt x="3542" y="270"/>
                  <a:pt x="3542" y="270"/>
                  <a:pt x="3542" y="270"/>
                </a:cubicBezTo>
                <a:cubicBezTo>
                  <a:pt x="3539" y="271"/>
                  <a:pt x="3539" y="271"/>
                  <a:pt x="3539" y="271"/>
                </a:cubicBezTo>
                <a:cubicBezTo>
                  <a:pt x="3536" y="270"/>
                  <a:pt x="3536" y="270"/>
                  <a:pt x="3536" y="270"/>
                </a:cubicBezTo>
                <a:cubicBezTo>
                  <a:pt x="3536" y="270"/>
                  <a:pt x="3536" y="270"/>
                  <a:pt x="3536" y="270"/>
                </a:cubicBezTo>
                <a:cubicBezTo>
                  <a:pt x="3522" y="270"/>
                  <a:pt x="3522" y="270"/>
                  <a:pt x="3522" y="270"/>
                </a:cubicBezTo>
                <a:cubicBezTo>
                  <a:pt x="3518" y="271"/>
                  <a:pt x="3518" y="271"/>
                  <a:pt x="3518" y="271"/>
                </a:cubicBezTo>
                <a:cubicBezTo>
                  <a:pt x="3514" y="272"/>
                  <a:pt x="3514" y="272"/>
                  <a:pt x="3514" y="272"/>
                </a:cubicBezTo>
                <a:cubicBezTo>
                  <a:pt x="3514" y="272"/>
                  <a:pt x="3514" y="272"/>
                  <a:pt x="3514" y="272"/>
                </a:cubicBezTo>
                <a:cubicBezTo>
                  <a:pt x="3508" y="274"/>
                  <a:pt x="3508" y="274"/>
                  <a:pt x="3508" y="274"/>
                </a:cubicBezTo>
                <a:cubicBezTo>
                  <a:pt x="3509" y="275"/>
                  <a:pt x="3509" y="275"/>
                  <a:pt x="3509" y="275"/>
                </a:cubicBezTo>
                <a:cubicBezTo>
                  <a:pt x="3508" y="274"/>
                  <a:pt x="3508" y="274"/>
                  <a:pt x="3508" y="274"/>
                </a:cubicBezTo>
                <a:cubicBezTo>
                  <a:pt x="3495" y="280"/>
                  <a:pt x="3495" y="280"/>
                  <a:pt x="3495" y="280"/>
                </a:cubicBezTo>
                <a:cubicBezTo>
                  <a:pt x="3496" y="282"/>
                  <a:pt x="3496" y="282"/>
                  <a:pt x="3496" y="282"/>
                </a:cubicBezTo>
                <a:moveTo>
                  <a:pt x="3496" y="622"/>
                </a:moveTo>
                <a:cubicBezTo>
                  <a:pt x="3510" y="622"/>
                  <a:pt x="3510" y="622"/>
                  <a:pt x="3510" y="622"/>
                </a:cubicBezTo>
                <a:cubicBezTo>
                  <a:pt x="3518" y="620"/>
                  <a:pt x="3518" y="620"/>
                  <a:pt x="3518" y="620"/>
                </a:cubicBezTo>
                <a:cubicBezTo>
                  <a:pt x="3581" y="620"/>
                  <a:pt x="3581" y="620"/>
                  <a:pt x="3581" y="620"/>
                </a:cubicBezTo>
                <a:cubicBezTo>
                  <a:pt x="3581" y="617"/>
                  <a:pt x="3581" y="617"/>
                  <a:pt x="3581" y="617"/>
                </a:cubicBezTo>
                <a:cubicBezTo>
                  <a:pt x="3518" y="617"/>
                  <a:pt x="3518" y="617"/>
                  <a:pt x="3518" y="617"/>
                </a:cubicBezTo>
                <a:cubicBezTo>
                  <a:pt x="3509" y="619"/>
                  <a:pt x="3509" y="619"/>
                  <a:pt x="3509" y="619"/>
                </a:cubicBezTo>
                <a:cubicBezTo>
                  <a:pt x="3496" y="619"/>
                  <a:pt x="3496" y="619"/>
                  <a:pt x="3496" y="619"/>
                </a:cubicBezTo>
                <a:cubicBezTo>
                  <a:pt x="3496" y="622"/>
                  <a:pt x="3496" y="622"/>
                  <a:pt x="3496" y="622"/>
                </a:cubicBezTo>
                <a:moveTo>
                  <a:pt x="3545" y="629"/>
                </a:moveTo>
                <a:cubicBezTo>
                  <a:pt x="3580" y="629"/>
                  <a:pt x="3580" y="629"/>
                  <a:pt x="3580" y="629"/>
                </a:cubicBezTo>
                <a:cubicBezTo>
                  <a:pt x="3580" y="626"/>
                  <a:pt x="3580" y="626"/>
                  <a:pt x="3580" y="626"/>
                </a:cubicBezTo>
                <a:cubicBezTo>
                  <a:pt x="3545" y="626"/>
                  <a:pt x="3545" y="626"/>
                  <a:pt x="3545" y="626"/>
                </a:cubicBezTo>
                <a:lnTo>
                  <a:pt x="3545" y="629"/>
                </a:lnTo>
                <a:close/>
                <a:moveTo>
                  <a:pt x="3544" y="619"/>
                </a:moveTo>
                <a:cubicBezTo>
                  <a:pt x="3544" y="646"/>
                  <a:pt x="3544" y="646"/>
                  <a:pt x="3544" y="646"/>
                </a:cubicBezTo>
                <a:cubicBezTo>
                  <a:pt x="3596" y="646"/>
                  <a:pt x="3596" y="646"/>
                  <a:pt x="3596" y="646"/>
                </a:cubicBezTo>
                <a:cubicBezTo>
                  <a:pt x="3596" y="643"/>
                  <a:pt x="3596" y="643"/>
                  <a:pt x="3596" y="643"/>
                </a:cubicBezTo>
                <a:cubicBezTo>
                  <a:pt x="3546" y="643"/>
                  <a:pt x="3546" y="643"/>
                  <a:pt x="3546" y="643"/>
                </a:cubicBezTo>
                <a:cubicBezTo>
                  <a:pt x="3546" y="619"/>
                  <a:pt x="3546" y="619"/>
                  <a:pt x="3546" y="619"/>
                </a:cubicBezTo>
                <a:cubicBezTo>
                  <a:pt x="3544" y="619"/>
                  <a:pt x="3544" y="619"/>
                  <a:pt x="3544" y="619"/>
                </a:cubicBezTo>
                <a:moveTo>
                  <a:pt x="3545" y="637"/>
                </a:moveTo>
                <a:cubicBezTo>
                  <a:pt x="3581" y="637"/>
                  <a:pt x="3581" y="637"/>
                  <a:pt x="3581" y="637"/>
                </a:cubicBezTo>
                <a:cubicBezTo>
                  <a:pt x="3581" y="634"/>
                  <a:pt x="3581" y="634"/>
                  <a:pt x="3581" y="634"/>
                </a:cubicBezTo>
                <a:cubicBezTo>
                  <a:pt x="3545" y="634"/>
                  <a:pt x="3545" y="634"/>
                  <a:pt x="3545" y="634"/>
                </a:cubicBezTo>
                <a:lnTo>
                  <a:pt x="3545" y="637"/>
                </a:lnTo>
                <a:close/>
                <a:moveTo>
                  <a:pt x="3554" y="661"/>
                </a:moveTo>
                <a:cubicBezTo>
                  <a:pt x="3680" y="661"/>
                  <a:pt x="3680" y="661"/>
                  <a:pt x="3680" y="661"/>
                </a:cubicBezTo>
                <a:cubicBezTo>
                  <a:pt x="3680" y="659"/>
                  <a:pt x="3680" y="659"/>
                  <a:pt x="3680" y="659"/>
                </a:cubicBezTo>
                <a:cubicBezTo>
                  <a:pt x="3554" y="659"/>
                  <a:pt x="3554" y="659"/>
                  <a:pt x="3554" y="659"/>
                </a:cubicBezTo>
                <a:lnTo>
                  <a:pt x="3554" y="661"/>
                </a:lnTo>
                <a:close/>
                <a:moveTo>
                  <a:pt x="3480" y="637"/>
                </a:moveTo>
                <a:cubicBezTo>
                  <a:pt x="3496" y="637"/>
                  <a:pt x="3496" y="637"/>
                  <a:pt x="3496" y="637"/>
                </a:cubicBezTo>
                <a:cubicBezTo>
                  <a:pt x="3496" y="634"/>
                  <a:pt x="3496" y="634"/>
                  <a:pt x="3496" y="634"/>
                </a:cubicBezTo>
                <a:cubicBezTo>
                  <a:pt x="3480" y="634"/>
                  <a:pt x="3480" y="634"/>
                  <a:pt x="3480" y="634"/>
                </a:cubicBezTo>
                <a:lnTo>
                  <a:pt x="3480" y="637"/>
                </a:lnTo>
                <a:close/>
                <a:moveTo>
                  <a:pt x="3480" y="647"/>
                </a:moveTo>
                <a:cubicBezTo>
                  <a:pt x="3496" y="647"/>
                  <a:pt x="3496" y="647"/>
                  <a:pt x="3496" y="647"/>
                </a:cubicBezTo>
                <a:cubicBezTo>
                  <a:pt x="3496" y="644"/>
                  <a:pt x="3496" y="644"/>
                  <a:pt x="3496" y="644"/>
                </a:cubicBezTo>
                <a:cubicBezTo>
                  <a:pt x="3480" y="644"/>
                  <a:pt x="3480" y="644"/>
                  <a:pt x="3480" y="644"/>
                </a:cubicBezTo>
                <a:lnTo>
                  <a:pt x="3480" y="647"/>
                </a:lnTo>
                <a:close/>
                <a:moveTo>
                  <a:pt x="3480" y="657"/>
                </a:moveTo>
                <a:cubicBezTo>
                  <a:pt x="3496" y="657"/>
                  <a:pt x="3496" y="657"/>
                  <a:pt x="3496" y="657"/>
                </a:cubicBezTo>
                <a:cubicBezTo>
                  <a:pt x="3496" y="654"/>
                  <a:pt x="3496" y="654"/>
                  <a:pt x="3496" y="654"/>
                </a:cubicBezTo>
                <a:cubicBezTo>
                  <a:pt x="3480" y="654"/>
                  <a:pt x="3480" y="654"/>
                  <a:pt x="3480" y="654"/>
                </a:cubicBezTo>
                <a:lnTo>
                  <a:pt x="3480" y="657"/>
                </a:lnTo>
                <a:close/>
                <a:moveTo>
                  <a:pt x="3420" y="666"/>
                </a:moveTo>
                <a:cubicBezTo>
                  <a:pt x="3447" y="666"/>
                  <a:pt x="3447" y="666"/>
                  <a:pt x="3447" y="666"/>
                </a:cubicBezTo>
                <a:cubicBezTo>
                  <a:pt x="3447" y="664"/>
                  <a:pt x="3447" y="664"/>
                  <a:pt x="3447" y="664"/>
                </a:cubicBezTo>
                <a:cubicBezTo>
                  <a:pt x="3420" y="664"/>
                  <a:pt x="3420" y="664"/>
                  <a:pt x="3420" y="664"/>
                </a:cubicBezTo>
                <a:lnTo>
                  <a:pt x="3420" y="666"/>
                </a:lnTo>
                <a:close/>
                <a:moveTo>
                  <a:pt x="3363" y="425"/>
                </a:moveTo>
                <a:cubicBezTo>
                  <a:pt x="3371" y="420"/>
                  <a:pt x="3371" y="420"/>
                  <a:pt x="3371" y="420"/>
                </a:cubicBezTo>
                <a:cubicBezTo>
                  <a:pt x="3394" y="420"/>
                  <a:pt x="3394" y="420"/>
                  <a:pt x="3394" y="420"/>
                </a:cubicBezTo>
                <a:cubicBezTo>
                  <a:pt x="3394" y="418"/>
                  <a:pt x="3394" y="418"/>
                  <a:pt x="3394" y="418"/>
                </a:cubicBezTo>
                <a:cubicBezTo>
                  <a:pt x="3370" y="418"/>
                  <a:pt x="3370" y="418"/>
                  <a:pt x="3370" y="418"/>
                </a:cubicBezTo>
                <a:cubicBezTo>
                  <a:pt x="3361" y="423"/>
                  <a:pt x="3361" y="423"/>
                  <a:pt x="3361" y="423"/>
                </a:cubicBezTo>
                <a:cubicBezTo>
                  <a:pt x="3363" y="425"/>
                  <a:pt x="3363" y="425"/>
                  <a:pt x="3363" y="425"/>
                </a:cubicBezTo>
                <a:moveTo>
                  <a:pt x="3434" y="629"/>
                </a:moveTo>
                <a:cubicBezTo>
                  <a:pt x="3436" y="629"/>
                  <a:pt x="3436" y="629"/>
                  <a:pt x="3436" y="629"/>
                </a:cubicBezTo>
                <a:cubicBezTo>
                  <a:pt x="3436" y="412"/>
                  <a:pt x="3436" y="412"/>
                  <a:pt x="3436" y="412"/>
                </a:cubicBezTo>
                <a:cubicBezTo>
                  <a:pt x="3434" y="412"/>
                  <a:pt x="3434" y="412"/>
                  <a:pt x="3434" y="412"/>
                </a:cubicBezTo>
                <a:lnTo>
                  <a:pt x="3434" y="629"/>
                </a:lnTo>
                <a:close/>
                <a:moveTo>
                  <a:pt x="3427" y="665"/>
                </a:moveTo>
                <a:cubicBezTo>
                  <a:pt x="3427" y="640"/>
                  <a:pt x="3427" y="640"/>
                  <a:pt x="3427" y="640"/>
                </a:cubicBezTo>
                <a:cubicBezTo>
                  <a:pt x="3447" y="640"/>
                  <a:pt x="3447" y="640"/>
                  <a:pt x="3447" y="640"/>
                </a:cubicBezTo>
                <a:cubicBezTo>
                  <a:pt x="3447" y="638"/>
                  <a:pt x="3447" y="638"/>
                  <a:pt x="3447" y="638"/>
                </a:cubicBezTo>
                <a:cubicBezTo>
                  <a:pt x="3425" y="638"/>
                  <a:pt x="3425" y="638"/>
                  <a:pt x="3425" y="638"/>
                </a:cubicBezTo>
                <a:cubicBezTo>
                  <a:pt x="3425" y="665"/>
                  <a:pt x="3425" y="665"/>
                  <a:pt x="3425" y="665"/>
                </a:cubicBezTo>
                <a:cubicBezTo>
                  <a:pt x="3427" y="665"/>
                  <a:pt x="3427" y="665"/>
                  <a:pt x="3427" y="665"/>
                </a:cubicBezTo>
                <a:moveTo>
                  <a:pt x="3271" y="620"/>
                </a:moveTo>
                <a:cubicBezTo>
                  <a:pt x="3273" y="620"/>
                  <a:pt x="3273" y="620"/>
                  <a:pt x="3273" y="620"/>
                </a:cubicBezTo>
                <a:cubicBezTo>
                  <a:pt x="3273" y="431"/>
                  <a:pt x="3273" y="431"/>
                  <a:pt x="3273" y="431"/>
                </a:cubicBezTo>
                <a:cubicBezTo>
                  <a:pt x="3271" y="431"/>
                  <a:pt x="3271" y="431"/>
                  <a:pt x="3271" y="431"/>
                </a:cubicBezTo>
                <a:lnTo>
                  <a:pt x="3271" y="620"/>
                </a:lnTo>
                <a:close/>
                <a:moveTo>
                  <a:pt x="3276" y="620"/>
                </a:moveTo>
                <a:cubicBezTo>
                  <a:pt x="3279" y="620"/>
                  <a:pt x="3279" y="620"/>
                  <a:pt x="3279" y="620"/>
                </a:cubicBezTo>
                <a:cubicBezTo>
                  <a:pt x="3279" y="431"/>
                  <a:pt x="3279" y="431"/>
                  <a:pt x="3279" y="431"/>
                </a:cubicBezTo>
                <a:cubicBezTo>
                  <a:pt x="3276" y="431"/>
                  <a:pt x="3276" y="431"/>
                  <a:pt x="3276" y="431"/>
                </a:cubicBezTo>
                <a:lnTo>
                  <a:pt x="3276" y="620"/>
                </a:lnTo>
                <a:close/>
                <a:moveTo>
                  <a:pt x="3282" y="620"/>
                </a:moveTo>
                <a:cubicBezTo>
                  <a:pt x="3284" y="620"/>
                  <a:pt x="3284" y="620"/>
                  <a:pt x="3284" y="620"/>
                </a:cubicBezTo>
                <a:cubicBezTo>
                  <a:pt x="3284" y="431"/>
                  <a:pt x="3284" y="431"/>
                  <a:pt x="3284" y="431"/>
                </a:cubicBezTo>
                <a:cubicBezTo>
                  <a:pt x="3282" y="431"/>
                  <a:pt x="3282" y="431"/>
                  <a:pt x="3282" y="431"/>
                </a:cubicBezTo>
                <a:lnTo>
                  <a:pt x="3282" y="620"/>
                </a:lnTo>
                <a:close/>
                <a:moveTo>
                  <a:pt x="3287" y="620"/>
                </a:moveTo>
                <a:cubicBezTo>
                  <a:pt x="3289" y="620"/>
                  <a:pt x="3289" y="620"/>
                  <a:pt x="3289" y="620"/>
                </a:cubicBezTo>
                <a:cubicBezTo>
                  <a:pt x="3289" y="431"/>
                  <a:pt x="3289" y="431"/>
                  <a:pt x="3289" y="431"/>
                </a:cubicBezTo>
                <a:cubicBezTo>
                  <a:pt x="3287" y="431"/>
                  <a:pt x="3287" y="431"/>
                  <a:pt x="3287" y="431"/>
                </a:cubicBezTo>
                <a:lnTo>
                  <a:pt x="3287" y="620"/>
                </a:lnTo>
                <a:close/>
                <a:moveTo>
                  <a:pt x="3293" y="620"/>
                </a:moveTo>
                <a:cubicBezTo>
                  <a:pt x="3295" y="620"/>
                  <a:pt x="3295" y="620"/>
                  <a:pt x="3295" y="620"/>
                </a:cubicBezTo>
                <a:cubicBezTo>
                  <a:pt x="3295" y="431"/>
                  <a:pt x="3295" y="431"/>
                  <a:pt x="3295" y="431"/>
                </a:cubicBezTo>
                <a:cubicBezTo>
                  <a:pt x="3293" y="431"/>
                  <a:pt x="3293" y="431"/>
                  <a:pt x="3293" y="431"/>
                </a:cubicBezTo>
                <a:lnTo>
                  <a:pt x="3293" y="620"/>
                </a:lnTo>
                <a:close/>
                <a:moveTo>
                  <a:pt x="3298" y="620"/>
                </a:moveTo>
                <a:cubicBezTo>
                  <a:pt x="3300" y="620"/>
                  <a:pt x="3300" y="620"/>
                  <a:pt x="3300" y="620"/>
                </a:cubicBezTo>
                <a:cubicBezTo>
                  <a:pt x="3300" y="431"/>
                  <a:pt x="3300" y="431"/>
                  <a:pt x="3300" y="431"/>
                </a:cubicBezTo>
                <a:cubicBezTo>
                  <a:pt x="3298" y="431"/>
                  <a:pt x="3298" y="431"/>
                  <a:pt x="3298" y="431"/>
                </a:cubicBezTo>
                <a:lnTo>
                  <a:pt x="3298" y="620"/>
                </a:lnTo>
                <a:close/>
                <a:moveTo>
                  <a:pt x="3303" y="620"/>
                </a:moveTo>
                <a:cubicBezTo>
                  <a:pt x="3306" y="620"/>
                  <a:pt x="3306" y="620"/>
                  <a:pt x="3306" y="620"/>
                </a:cubicBezTo>
                <a:cubicBezTo>
                  <a:pt x="3306" y="431"/>
                  <a:pt x="3306" y="431"/>
                  <a:pt x="3306" y="431"/>
                </a:cubicBezTo>
                <a:cubicBezTo>
                  <a:pt x="3303" y="431"/>
                  <a:pt x="3303" y="431"/>
                  <a:pt x="3303" y="431"/>
                </a:cubicBezTo>
                <a:lnTo>
                  <a:pt x="3303" y="620"/>
                </a:lnTo>
                <a:close/>
                <a:moveTo>
                  <a:pt x="3220" y="647"/>
                </a:moveTo>
                <a:cubicBezTo>
                  <a:pt x="3232" y="642"/>
                  <a:pt x="3232" y="642"/>
                  <a:pt x="3232" y="642"/>
                </a:cubicBezTo>
                <a:cubicBezTo>
                  <a:pt x="3353" y="642"/>
                  <a:pt x="3353" y="642"/>
                  <a:pt x="3353" y="642"/>
                </a:cubicBezTo>
                <a:cubicBezTo>
                  <a:pt x="3353" y="640"/>
                  <a:pt x="3353" y="640"/>
                  <a:pt x="3353" y="640"/>
                </a:cubicBezTo>
                <a:cubicBezTo>
                  <a:pt x="3232" y="640"/>
                  <a:pt x="3232" y="640"/>
                  <a:pt x="3232" y="640"/>
                </a:cubicBezTo>
                <a:cubicBezTo>
                  <a:pt x="3219" y="645"/>
                  <a:pt x="3219" y="645"/>
                  <a:pt x="3219" y="645"/>
                </a:cubicBezTo>
                <a:cubicBezTo>
                  <a:pt x="3220" y="647"/>
                  <a:pt x="3220" y="647"/>
                  <a:pt x="3220" y="647"/>
                </a:cubicBezTo>
                <a:moveTo>
                  <a:pt x="3220" y="653"/>
                </a:moveTo>
                <a:cubicBezTo>
                  <a:pt x="3233" y="648"/>
                  <a:pt x="3233" y="648"/>
                  <a:pt x="3233" y="648"/>
                </a:cubicBezTo>
                <a:cubicBezTo>
                  <a:pt x="3353" y="648"/>
                  <a:pt x="3353" y="648"/>
                  <a:pt x="3353" y="648"/>
                </a:cubicBezTo>
                <a:cubicBezTo>
                  <a:pt x="3353" y="646"/>
                  <a:pt x="3353" y="646"/>
                  <a:pt x="3353" y="646"/>
                </a:cubicBezTo>
                <a:cubicBezTo>
                  <a:pt x="3232" y="646"/>
                  <a:pt x="3232" y="646"/>
                  <a:pt x="3232" y="646"/>
                </a:cubicBezTo>
                <a:cubicBezTo>
                  <a:pt x="3219" y="651"/>
                  <a:pt x="3219" y="651"/>
                  <a:pt x="3219" y="651"/>
                </a:cubicBezTo>
                <a:cubicBezTo>
                  <a:pt x="3220" y="653"/>
                  <a:pt x="3220" y="653"/>
                  <a:pt x="3220" y="653"/>
                </a:cubicBezTo>
                <a:moveTo>
                  <a:pt x="3234" y="659"/>
                </a:moveTo>
                <a:cubicBezTo>
                  <a:pt x="3355" y="659"/>
                  <a:pt x="3355" y="659"/>
                  <a:pt x="3355" y="659"/>
                </a:cubicBezTo>
                <a:cubicBezTo>
                  <a:pt x="3355" y="656"/>
                  <a:pt x="3355" y="656"/>
                  <a:pt x="3355" y="656"/>
                </a:cubicBezTo>
                <a:cubicBezTo>
                  <a:pt x="3234" y="656"/>
                  <a:pt x="3234" y="656"/>
                  <a:pt x="3234" y="656"/>
                </a:cubicBezTo>
                <a:lnTo>
                  <a:pt x="3234" y="659"/>
                </a:lnTo>
                <a:close/>
                <a:moveTo>
                  <a:pt x="3327" y="671"/>
                </a:moveTo>
                <a:cubicBezTo>
                  <a:pt x="3329" y="671"/>
                  <a:pt x="3329" y="671"/>
                  <a:pt x="3329" y="671"/>
                </a:cubicBezTo>
                <a:cubicBezTo>
                  <a:pt x="3329" y="659"/>
                  <a:pt x="3329" y="659"/>
                  <a:pt x="3329" y="659"/>
                </a:cubicBezTo>
                <a:cubicBezTo>
                  <a:pt x="3327" y="659"/>
                  <a:pt x="3327" y="659"/>
                  <a:pt x="3327" y="659"/>
                </a:cubicBezTo>
                <a:lnTo>
                  <a:pt x="3327" y="671"/>
                </a:lnTo>
                <a:close/>
                <a:moveTo>
                  <a:pt x="3273" y="636"/>
                </a:moveTo>
                <a:cubicBezTo>
                  <a:pt x="3352" y="636"/>
                  <a:pt x="3352" y="636"/>
                  <a:pt x="3352" y="636"/>
                </a:cubicBezTo>
                <a:cubicBezTo>
                  <a:pt x="3352" y="634"/>
                  <a:pt x="3352" y="634"/>
                  <a:pt x="3352" y="634"/>
                </a:cubicBezTo>
                <a:cubicBezTo>
                  <a:pt x="3273" y="634"/>
                  <a:pt x="3273" y="634"/>
                  <a:pt x="3273" y="634"/>
                </a:cubicBezTo>
                <a:lnTo>
                  <a:pt x="3273" y="636"/>
                </a:lnTo>
                <a:close/>
                <a:moveTo>
                  <a:pt x="3348" y="523"/>
                </a:moveTo>
                <a:cubicBezTo>
                  <a:pt x="3348" y="481"/>
                  <a:pt x="3348" y="481"/>
                  <a:pt x="3348" y="481"/>
                </a:cubicBezTo>
                <a:cubicBezTo>
                  <a:pt x="3363" y="464"/>
                  <a:pt x="3363" y="464"/>
                  <a:pt x="3363" y="464"/>
                </a:cubicBezTo>
                <a:cubicBezTo>
                  <a:pt x="3361" y="462"/>
                  <a:pt x="3361" y="462"/>
                  <a:pt x="3361" y="462"/>
                </a:cubicBezTo>
                <a:cubicBezTo>
                  <a:pt x="3346" y="480"/>
                  <a:pt x="3346" y="480"/>
                  <a:pt x="3346" y="480"/>
                </a:cubicBezTo>
                <a:cubicBezTo>
                  <a:pt x="3346" y="523"/>
                  <a:pt x="3346" y="523"/>
                  <a:pt x="3346" y="523"/>
                </a:cubicBezTo>
                <a:cubicBezTo>
                  <a:pt x="3348" y="523"/>
                  <a:pt x="3348" y="523"/>
                  <a:pt x="3348" y="523"/>
                </a:cubicBezTo>
                <a:moveTo>
                  <a:pt x="3347" y="483"/>
                </a:moveTo>
                <a:cubicBezTo>
                  <a:pt x="3361" y="482"/>
                  <a:pt x="3361" y="482"/>
                  <a:pt x="3361" y="482"/>
                </a:cubicBezTo>
                <a:cubicBezTo>
                  <a:pt x="3361" y="480"/>
                  <a:pt x="3361" y="480"/>
                  <a:pt x="3361" y="480"/>
                </a:cubicBezTo>
                <a:cubicBezTo>
                  <a:pt x="3347" y="481"/>
                  <a:pt x="3347" y="481"/>
                  <a:pt x="3347" y="481"/>
                </a:cubicBezTo>
                <a:moveTo>
                  <a:pt x="3346" y="504"/>
                </a:moveTo>
                <a:cubicBezTo>
                  <a:pt x="3361" y="503"/>
                  <a:pt x="3361" y="503"/>
                  <a:pt x="3361" y="503"/>
                </a:cubicBezTo>
                <a:cubicBezTo>
                  <a:pt x="3361" y="500"/>
                  <a:pt x="3361" y="500"/>
                  <a:pt x="3361" y="500"/>
                </a:cubicBezTo>
                <a:cubicBezTo>
                  <a:pt x="3346" y="502"/>
                  <a:pt x="3346" y="502"/>
                  <a:pt x="3346" y="502"/>
                </a:cubicBezTo>
                <a:moveTo>
                  <a:pt x="3495" y="432"/>
                </a:moveTo>
                <a:cubicBezTo>
                  <a:pt x="3509" y="426"/>
                  <a:pt x="3509" y="426"/>
                  <a:pt x="3509" y="426"/>
                </a:cubicBezTo>
                <a:cubicBezTo>
                  <a:pt x="3514" y="423"/>
                  <a:pt x="3514" y="423"/>
                  <a:pt x="3514" y="423"/>
                </a:cubicBezTo>
                <a:cubicBezTo>
                  <a:pt x="3518" y="423"/>
                  <a:pt x="3518" y="423"/>
                  <a:pt x="3518" y="423"/>
                </a:cubicBezTo>
                <a:cubicBezTo>
                  <a:pt x="3518" y="423"/>
                  <a:pt x="3518" y="423"/>
                  <a:pt x="3518" y="423"/>
                </a:cubicBezTo>
                <a:cubicBezTo>
                  <a:pt x="3522" y="422"/>
                  <a:pt x="3522" y="422"/>
                  <a:pt x="3522" y="422"/>
                </a:cubicBezTo>
                <a:cubicBezTo>
                  <a:pt x="3536" y="422"/>
                  <a:pt x="3536" y="422"/>
                  <a:pt x="3536" y="422"/>
                </a:cubicBezTo>
                <a:cubicBezTo>
                  <a:pt x="3542" y="422"/>
                  <a:pt x="3542" y="422"/>
                  <a:pt x="3542" y="422"/>
                </a:cubicBezTo>
                <a:cubicBezTo>
                  <a:pt x="3580" y="424"/>
                  <a:pt x="3580" y="424"/>
                  <a:pt x="3580" y="424"/>
                </a:cubicBezTo>
                <a:cubicBezTo>
                  <a:pt x="3597" y="426"/>
                  <a:pt x="3597" y="426"/>
                  <a:pt x="3597" y="426"/>
                </a:cubicBezTo>
                <a:cubicBezTo>
                  <a:pt x="3597" y="424"/>
                  <a:pt x="3597" y="424"/>
                  <a:pt x="3597" y="424"/>
                </a:cubicBezTo>
                <a:cubicBezTo>
                  <a:pt x="3580" y="422"/>
                  <a:pt x="3580" y="422"/>
                  <a:pt x="3580" y="422"/>
                </a:cubicBezTo>
                <a:cubicBezTo>
                  <a:pt x="3542" y="420"/>
                  <a:pt x="3542" y="420"/>
                  <a:pt x="3542" y="420"/>
                </a:cubicBezTo>
                <a:cubicBezTo>
                  <a:pt x="3536" y="420"/>
                  <a:pt x="3536" y="420"/>
                  <a:pt x="3536" y="420"/>
                </a:cubicBezTo>
                <a:cubicBezTo>
                  <a:pt x="3521" y="419"/>
                  <a:pt x="3521" y="419"/>
                  <a:pt x="3521" y="419"/>
                </a:cubicBezTo>
                <a:cubicBezTo>
                  <a:pt x="3518" y="420"/>
                  <a:pt x="3518" y="420"/>
                  <a:pt x="3518" y="420"/>
                </a:cubicBezTo>
                <a:cubicBezTo>
                  <a:pt x="3513" y="421"/>
                  <a:pt x="3513" y="421"/>
                  <a:pt x="3513" y="421"/>
                </a:cubicBezTo>
                <a:cubicBezTo>
                  <a:pt x="3513" y="421"/>
                  <a:pt x="3513" y="421"/>
                  <a:pt x="3513" y="421"/>
                </a:cubicBezTo>
                <a:cubicBezTo>
                  <a:pt x="3508" y="424"/>
                  <a:pt x="3508" y="424"/>
                  <a:pt x="3508" y="424"/>
                </a:cubicBezTo>
                <a:cubicBezTo>
                  <a:pt x="3494" y="430"/>
                  <a:pt x="3494" y="430"/>
                  <a:pt x="3494" y="430"/>
                </a:cubicBezTo>
                <a:cubicBezTo>
                  <a:pt x="3495" y="432"/>
                  <a:pt x="3495" y="432"/>
                  <a:pt x="3495" y="432"/>
                </a:cubicBezTo>
                <a:moveTo>
                  <a:pt x="3541" y="355"/>
                </a:moveTo>
                <a:cubicBezTo>
                  <a:pt x="3543" y="355"/>
                  <a:pt x="3543" y="355"/>
                  <a:pt x="3543" y="355"/>
                </a:cubicBezTo>
                <a:cubicBezTo>
                  <a:pt x="3543" y="272"/>
                  <a:pt x="3543" y="272"/>
                  <a:pt x="3543" y="272"/>
                </a:cubicBezTo>
                <a:cubicBezTo>
                  <a:pt x="3541" y="272"/>
                  <a:pt x="3541" y="272"/>
                  <a:pt x="3541" y="272"/>
                </a:cubicBezTo>
                <a:lnTo>
                  <a:pt x="3541" y="355"/>
                </a:lnTo>
                <a:close/>
                <a:moveTo>
                  <a:pt x="3546" y="421"/>
                </a:moveTo>
                <a:cubicBezTo>
                  <a:pt x="3548" y="421"/>
                  <a:pt x="3548" y="421"/>
                  <a:pt x="3548" y="421"/>
                </a:cubicBezTo>
                <a:cubicBezTo>
                  <a:pt x="3548" y="338"/>
                  <a:pt x="3548" y="338"/>
                  <a:pt x="3548" y="338"/>
                </a:cubicBezTo>
                <a:cubicBezTo>
                  <a:pt x="3546" y="338"/>
                  <a:pt x="3546" y="338"/>
                  <a:pt x="3546" y="338"/>
                </a:cubicBezTo>
                <a:lnTo>
                  <a:pt x="3546" y="421"/>
                </a:lnTo>
                <a:close/>
                <a:moveTo>
                  <a:pt x="3573" y="506"/>
                </a:moveTo>
                <a:cubicBezTo>
                  <a:pt x="3575" y="506"/>
                  <a:pt x="3575" y="506"/>
                  <a:pt x="3575" y="506"/>
                </a:cubicBezTo>
                <a:cubicBezTo>
                  <a:pt x="3575" y="423"/>
                  <a:pt x="3575" y="423"/>
                  <a:pt x="3575" y="423"/>
                </a:cubicBezTo>
                <a:cubicBezTo>
                  <a:pt x="3573" y="423"/>
                  <a:pt x="3573" y="423"/>
                  <a:pt x="3573" y="423"/>
                </a:cubicBezTo>
                <a:lnTo>
                  <a:pt x="3573" y="506"/>
                </a:lnTo>
                <a:close/>
                <a:moveTo>
                  <a:pt x="3551" y="617"/>
                </a:moveTo>
                <a:cubicBezTo>
                  <a:pt x="3553" y="617"/>
                  <a:pt x="3553" y="617"/>
                  <a:pt x="3553" y="617"/>
                </a:cubicBezTo>
                <a:cubicBezTo>
                  <a:pt x="3553" y="534"/>
                  <a:pt x="3553" y="534"/>
                  <a:pt x="3553" y="534"/>
                </a:cubicBezTo>
                <a:cubicBezTo>
                  <a:pt x="3551" y="534"/>
                  <a:pt x="3551" y="534"/>
                  <a:pt x="3551" y="534"/>
                </a:cubicBezTo>
                <a:lnTo>
                  <a:pt x="3551" y="617"/>
                </a:lnTo>
                <a:close/>
                <a:moveTo>
                  <a:pt x="3574" y="225"/>
                </a:moveTo>
                <a:cubicBezTo>
                  <a:pt x="3576" y="225"/>
                  <a:pt x="3576" y="225"/>
                  <a:pt x="3576" y="225"/>
                </a:cubicBezTo>
                <a:cubicBezTo>
                  <a:pt x="3576" y="178"/>
                  <a:pt x="3576" y="178"/>
                  <a:pt x="3576" y="178"/>
                </a:cubicBezTo>
                <a:cubicBezTo>
                  <a:pt x="3574" y="178"/>
                  <a:pt x="3574" y="178"/>
                  <a:pt x="3574" y="178"/>
                </a:cubicBezTo>
                <a:lnTo>
                  <a:pt x="3574" y="225"/>
                </a:lnTo>
                <a:close/>
                <a:moveTo>
                  <a:pt x="3568" y="194"/>
                </a:moveTo>
                <a:cubicBezTo>
                  <a:pt x="3570" y="194"/>
                  <a:pt x="3570" y="194"/>
                  <a:pt x="3570" y="194"/>
                </a:cubicBezTo>
                <a:cubicBezTo>
                  <a:pt x="3570" y="178"/>
                  <a:pt x="3570" y="178"/>
                  <a:pt x="3570" y="178"/>
                </a:cubicBezTo>
                <a:cubicBezTo>
                  <a:pt x="3568" y="178"/>
                  <a:pt x="3568" y="178"/>
                  <a:pt x="3568" y="178"/>
                </a:cubicBezTo>
                <a:lnTo>
                  <a:pt x="3568" y="194"/>
                </a:lnTo>
                <a:close/>
                <a:moveTo>
                  <a:pt x="3545" y="175"/>
                </a:moveTo>
                <a:cubicBezTo>
                  <a:pt x="3547" y="175"/>
                  <a:pt x="3547" y="175"/>
                  <a:pt x="3547" y="175"/>
                </a:cubicBezTo>
                <a:cubicBezTo>
                  <a:pt x="3547" y="139"/>
                  <a:pt x="3547" y="139"/>
                  <a:pt x="3547" y="139"/>
                </a:cubicBezTo>
                <a:cubicBezTo>
                  <a:pt x="3545" y="139"/>
                  <a:pt x="3545" y="139"/>
                  <a:pt x="3545" y="139"/>
                </a:cubicBezTo>
                <a:lnTo>
                  <a:pt x="3545" y="175"/>
                </a:lnTo>
                <a:close/>
                <a:moveTo>
                  <a:pt x="3549" y="186"/>
                </a:moveTo>
                <a:cubicBezTo>
                  <a:pt x="3551" y="186"/>
                  <a:pt x="3551" y="186"/>
                  <a:pt x="3551" y="186"/>
                </a:cubicBezTo>
                <a:cubicBezTo>
                  <a:pt x="3551" y="169"/>
                  <a:pt x="3551" y="169"/>
                  <a:pt x="3551" y="169"/>
                </a:cubicBezTo>
                <a:cubicBezTo>
                  <a:pt x="3549" y="169"/>
                  <a:pt x="3549" y="169"/>
                  <a:pt x="3549" y="169"/>
                </a:cubicBezTo>
                <a:lnTo>
                  <a:pt x="3549" y="186"/>
                </a:lnTo>
                <a:close/>
                <a:moveTo>
                  <a:pt x="3547" y="296"/>
                </a:moveTo>
                <a:cubicBezTo>
                  <a:pt x="3549" y="296"/>
                  <a:pt x="3549" y="296"/>
                  <a:pt x="3549" y="296"/>
                </a:cubicBezTo>
                <a:cubicBezTo>
                  <a:pt x="3549" y="264"/>
                  <a:pt x="3549" y="264"/>
                  <a:pt x="3549" y="264"/>
                </a:cubicBezTo>
                <a:cubicBezTo>
                  <a:pt x="3547" y="264"/>
                  <a:pt x="3547" y="264"/>
                  <a:pt x="3547" y="264"/>
                </a:cubicBezTo>
                <a:lnTo>
                  <a:pt x="3547" y="296"/>
                </a:lnTo>
                <a:close/>
                <a:moveTo>
                  <a:pt x="3597" y="497"/>
                </a:moveTo>
                <a:cubicBezTo>
                  <a:pt x="3612" y="493"/>
                  <a:pt x="3612" y="493"/>
                  <a:pt x="3612" y="493"/>
                </a:cubicBezTo>
                <a:cubicBezTo>
                  <a:pt x="3661" y="493"/>
                  <a:pt x="3661" y="493"/>
                  <a:pt x="3661" y="493"/>
                </a:cubicBezTo>
                <a:cubicBezTo>
                  <a:pt x="3661" y="491"/>
                  <a:pt x="3661" y="491"/>
                  <a:pt x="3661" y="491"/>
                </a:cubicBezTo>
                <a:cubicBezTo>
                  <a:pt x="3611" y="491"/>
                  <a:pt x="3611" y="491"/>
                  <a:pt x="3611" y="491"/>
                </a:cubicBezTo>
                <a:cubicBezTo>
                  <a:pt x="3597" y="494"/>
                  <a:pt x="3597" y="494"/>
                  <a:pt x="3597" y="494"/>
                </a:cubicBezTo>
                <a:cubicBezTo>
                  <a:pt x="3597" y="497"/>
                  <a:pt x="3597" y="497"/>
                  <a:pt x="3597" y="497"/>
                </a:cubicBezTo>
                <a:moveTo>
                  <a:pt x="3597" y="504"/>
                </a:moveTo>
                <a:cubicBezTo>
                  <a:pt x="3612" y="500"/>
                  <a:pt x="3612" y="500"/>
                  <a:pt x="3612" y="500"/>
                </a:cubicBezTo>
                <a:cubicBezTo>
                  <a:pt x="3661" y="500"/>
                  <a:pt x="3661" y="500"/>
                  <a:pt x="3661" y="500"/>
                </a:cubicBezTo>
                <a:cubicBezTo>
                  <a:pt x="3661" y="498"/>
                  <a:pt x="3661" y="498"/>
                  <a:pt x="3661" y="498"/>
                </a:cubicBezTo>
                <a:cubicBezTo>
                  <a:pt x="3611" y="498"/>
                  <a:pt x="3611" y="498"/>
                  <a:pt x="3611" y="498"/>
                </a:cubicBezTo>
                <a:cubicBezTo>
                  <a:pt x="3597" y="502"/>
                  <a:pt x="3597" y="502"/>
                  <a:pt x="3597" y="502"/>
                </a:cubicBezTo>
                <a:cubicBezTo>
                  <a:pt x="3597" y="504"/>
                  <a:pt x="3597" y="504"/>
                  <a:pt x="3597" y="504"/>
                </a:cubicBezTo>
                <a:moveTo>
                  <a:pt x="3597" y="511"/>
                </a:moveTo>
                <a:cubicBezTo>
                  <a:pt x="3612" y="508"/>
                  <a:pt x="3612" y="508"/>
                  <a:pt x="3612" y="508"/>
                </a:cubicBezTo>
                <a:cubicBezTo>
                  <a:pt x="3661" y="508"/>
                  <a:pt x="3661" y="508"/>
                  <a:pt x="3661" y="508"/>
                </a:cubicBezTo>
                <a:cubicBezTo>
                  <a:pt x="3661" y="505"/>
                  <a:pt x="3661" y="505"/>
                  <a:pt x="3661" y="505"/>
                </a:cubicBezTo>
                <a:cubicBezTo>
                  <a:pt x="3611" y="505"/>
                  <a:pt x="3611" y="505"/>
                  <a:pt x="3611" y="505"/>
                </a:cubicBezTo>
                <a:cubicBezTo>
                  <a:pt x="3597" y="509"/>
                  <a:pt x="3597" y="509"/>
                  <a:pt x="3597" y="509"/>
                </a:cubicBezTo>
                <a:cubicBezTo>
                  <a:pt x="3597" y="511"/>
                  <a:pt x="3597" y="511"/>
                  <a:pt x="3597" y="511"/>
                </a:cubicBezTo>
                <a:moveTo>
                  <a:pt x="3597" y="519"/>
                </a:moveTo>
                <a:cubicBezTo>
                  <a:pt x="3612" y="515"/>
                  <a:pt x="3612" y="515"/>
                  <a:pt x="3612" y="515"/>
                </a:cubicBezTo>
                <a:cubicBezTo>
                  <a:pt x="3661" y="515"/>
                  <a:pt x="3661" y="515"/>
                  <a:pt x="3661" y="515"/>
                </a:cubicBezTo>
                <a:cubicBezTo>
                  <a:pt x="3661" y="513"/>
                  <a:pt x="3661" y="513"/>
                  <a:pt x="3661" y="513"/>
                </a:cubicBezTo>
                <a:cubicBezTo>
                  <a:pt x="3611" y="513"/>
                  <a:pt x="3611" y="513"/>
                  <a:pt x="3611" y="513"/>
                </a:cubicBezTo>
                <a:cubicBezTo>
                  <a:pt x="3597" y="517"/>
                  <a:pt x="3597" y="517"/>
                  <a:pt x="3597" y="517"/>
                </a:cubicBezTo>
                <a:cubicBezTo>
                  <a:pt x="3597" y="519"/>
                  <a:pt x="3597" y="519"/>
                  <a:pt x="3597" y="519"/>
                </a:cubicBezTo>
                <a:moveTo>
                  <a:pt x="3597" y="526"/>
                </a:moveTo>
                <a:cubicBezTo>
                  <a:pt x="3612" y="522"/>
                  <a:pt x="3612" y="522"/>
                  <a:pt x="3612" y="522"/>
                </a:cubicBezTo>
                <a:cubicBezTo>
                  <a:pt x="3661" y="522"/>
                  <a:pt x="3661" y="522"/>
                  <a:pt x="3661" y="522"/>
                </a:cubicBezTo>
                <a:cubicBezTo>
                  <a:pt x="3661" y="520"/>
                  <a:pt x="3661" y="520"/>
                  <a:pt x="3661" y="520"/>
                </a:cubicBezTo>
                <a:cubicBezTo>
                  <a:pt x="3611" y="520"/>
                  <a:pt x="3611" y="520"/>
                  <a:pt x="3611" y="520"/>
                </a:cubicBezTo>
                <a:cubicBezTo>
                  <a:pt x="3597" y="524"/>
                  <a:pt x="3597" y="524"/>
                  <a:pt x="3597" y="524"/>
                </a:cubicBezTo>
                <a:cubicBezTo>
                  <a:pt x="3597" y="526"/>
                  <a:pt x="3597" y="526"/>
                  <a:pt x="3597" y="526"/>
                </a:cubicBezTo>
                <a:moveTo>
                  <a:pt x="3597" y="533"/>
                </a:moveTo>
                <a:cubicBezTo>
                  <a:pt x="3612" y="530"/>
                  <a:pt x="3612" y="530"/>
                  <a:pt x="3612" y="530"/>
                </a:cubicBezTo>
                <a:cubicBezTo>
                  <a:pt x="3661" y="530"/>
                  <a:pt x="3661" y="530"/>
                  <a:pt x="3661" y="530"/>
                </a:cubicBezTo>
                <a:cubicBezTo>
                  <a:pt x="3661" y="528"/>
                  <a:pt x="3661" y="528"/>
                  <a:pt x="3661" y="528"/>
                </a:cubicBezTo>
                <a:cubicBezTo>
                  <a:pt x="3611" y="528"/>
                  <a:pt x="3611" y="528"/>
                  <a:pt x="3611" y="528"/>
                </a:cubicBezTo>
                <a:cubicBezTo>
                  <a:pt x="3597" y="531"/>
                  <a:pt x="3597" y="531"/>
                  <a:pt x="3597" y="531"/>
                </a:cubicBezTo>
                <a:cubicBezTo>
                  <a:pt x="3597" y="533"/>
                  <a:pt x="3597" y="533"/>
                  <a:pt x="3597" y="533"/>
                </a:cubicBezTo>
                <a:moveTo>
                  <a:pt x="3597" y="541"/>
                </a:moveTo>
                <a:cubicBezTo>
                  <a:pt x="3612" y="537"/>
                  <a:pt x="3612" y="537"/>
                  <a:pt x="3612" y="537"/>
                </a:cubicBezTo>
                <a:cubicBezTo>
                  <a:pt x="3661" y="537"/>
                  <a:pt x="3661" y="537"/>
                  <a:pt x="3661" y="537"/>
                </a:cubicBezTo>
                <a:cubicBezTo>
                  <a:pt x="3661" y="535"/>
                  <a:pt x="3661" y="535"/>
                  <a:pt x="3661" y="535"/>
                </a:cubicBezTo>
                <a:cubicBezTo>
                  <a:pt x="3611" y="535"/>
                  <a:pt x="3611" y="535"/>
                  <a:pt x="3611" y="535"/>
                </a:cubicBezTo>
                <a:cubicBezTo>
                  <a:pt x="3597" y="539"/>
                  <a:pt x="3597" y="539"/>
                  <a:pt x="3597" y="539"/>
                </a:cubicBezTo>
                <a:cubicBezTo>
                  <a:pt x="3597" y="541"/>
                  <a:pt x="3597" y="541"/>
                  <a:pt x="3597" y="541"/>
                </a:cubicBezTo>
                <a:moveTo>
                  <a:pt x="3597" y="548"/>
                </a:moveTo>
                <a:cubicBezTo>
                  <a:pt x="3612" y="545"/>
                  <a:pt x="3612" y="545"/>
                  <a:pt x="3612" y="545"/>
                </a:cubicBezTo>
                <a:cubicBezTo>
                  <a:pt x="3661" y="545"/>
                  <a:pt x="3661" y="545"/>
                  <a:pt x="3661" y="545"/>
                </a:cubicBezTo>
                <a:cubicBezTo>
                  <a:pt x="3661" y="542"/>
                  <a:pt x="3661" y="542"/>
                  <a:pt x="3661" y="542"/>
                </a:cubicBezTo>
                <a:cubicBezTo>
                  <a:pt x="3611" y="542"/>
                  <a:pt x="3611" y="542"/>
                  <a:pt x="3611" y="542"/>
                </a:cubicBezTo>
                <a:cubicBezTo>
                  <a:pt x="3597" y="546"/>
                  <a:pt x="3597" y="546"/>
                  <a:pt x="3597" y="546"/>
                </a:cubicBezTo>
                <a:cubicBezTo>
                  <a:pt x="3597" y="548"/>
                  <a:pt x="3597" y="548"/>
                  <a:pt x="3597" y="548"/>
                </a:cubicBezTo>
                <a:moveTo>
                  <a:pt x="3597" y="556"/>
                </a:moveTo>
                <a:cubicBezTo>
                  <a:pt x="3612" y="552"/>
                  <a:pt x="3612" y="552"/>
                  <a:pt x="3612" y="552"/>
                </a:cubicBezTo>
                <a:cubicBezTo>
                  <a:pt x="3661" y="552"/>
                  <a:pt x="3661" y="552"/>
                  <a:pt x="3661" y="552"/>
                </a:cubicBezTo>
                <a:cubicBezTo>
                  <a:pt x="3661" y="550"/>
                  <a:pt x="3661" y="550"/>
                  <a:pt x="3661" y="550"/>
                </a:cubicBezTo>
                <a:cubicBezTo>
                  <a:pt x="3611" y="550"/>
                  <a:pt x="3611" y="550"/>
                  <a:pt x="3611" y="550"/>
                </a:cubicBezTo>
                <a:cubicBezTo>
                  <a:pt x="3597" y="554"/>
                  <a:pt x="3597" y="554"/>
                  <a:pt x="3597" y="554"/>
                </a:cubicBezTo>
                <a:cubicBezTo>
                  <a:pt x="3597" y="556"/>
                  <a:pt x="3597" y="556"/>
                  <a:pt x="3597" y="556"/>
                </a:cubicBezTo>
                <a:moveTo>
                  <a:pt x="3597" y="563"/>
                </a:moveTo>
                <a:cubicBezTo>
                  <a:pt x="3612" y="559"/>
                  <a:pt x="3612" y="559"/>
                  <a:pt x="3612" y="559"/>
                </a:cubicBezTo>
                <a:cubicBezTo>
                  <a:pt x="3661" y="559"/>
                  <a:pt x="3661" y="559"/>
                  <a:pt x="3661" y="559"/>
                </a:cubicBezTo>
                <a:cubicBezTo>
                  <a:pt x="3661" y="557"/>
                  <a:pt x="3661" y="557"/>
                  <a:pt x="3661" y="557"/>
                </a:cubicBezTo>
                <a:cubicBezTo>
                  <a:pt x="3611" y="557"/>
                  <a:pt x="3611" y="557"/>
                  <a:pt x="3611" y="557"/>
                </a:cubicBezTo>
                <a:cubicBezTo>
                  <a:pt x="3597" y="561"/>
                  <a:pt x="3597" y="561"/>
                  <a:pt x="3597" y="561"/>
                </a:cubicBezTo>
                <a:cubicBezTo>
                  <a:pt x="3597" y="563"/>
                  <a:pt x="3597" y="563"/>
                  <a:pt x="3597" y="563"/>
                </a:cubicBezTo>
                <a:moveTo>
                  <a:pt x="3597" y="570"/>
                </a:moveTo>
                <a:cubicBezTo>
                  <a:pt x="3612" y="567"/>
                  <a:pt x="3612" y="567"/>
                  <a:pt x="3612" y="567"/>
                </a:cubicBezTo>
                <a:cubicBezTo>
                  <a:pt x="3661" y="567"/>
                  <a:pt x="3661" y="567"/>
                  <a:pt x="3661" y="567"/>
                </a:cubicBezTo>
                <a:cubicBezTo>
                  <a:pt x="3661" y="564"/>
                  <a:pt x="3661" y="564"/>
                  <a:pt x="3661" y="564"/>
                </a:cubicBezTo>
                <a:cubicBezTo>
                  <a:pt x="3611" y="564"/>
                  <a:pt x="3611" y="564"/>
                  <a:pt x="3611" y="564"/>
                </a:cubicBezTo>
                <a:cubicBezTo>
                  <a:pt x="3597" y="568"/>
                  <a:pt x="3597" y="568"/>
                  <a:pt x="3597" y="568"/>
                </a:cubicBezTo>
                <a:cubicBezTo>
                  <a:pt x="3597" y="570"/>
                  <a:pt x="3597" y="570"/>
                  <a:pt x="3597" y="570"/>
                </a:cubicBezTo>
                <a:moveTo>
                  <a:pt x="3597" y="578"/>
                </a:moveTo>
                <a:cubicBezTo>
                  <a:pt x="3612" y="574"/>
                  <a:pt x="3612" y="574"/>
                  <a:pt x="3612" y="574"/>
                </a:cubicBezTo>
                <a:cubicBezTo>
                  <a:pt x="3661" y="574"/>
                  <a:pt x="3661" y="574"/>
                  <a:pt x="3661" y="574"/>
                </a:cubicBezTo>
                <a:cubicBezTo>
                  <a:pt x="3661" y="572"/>
                  <a:pt x="3661" y="572"/>
                  <a:pt x="3661" y="572"/>
                </a:cubicBezTo>
                <a:cubicBezTo>
                  <a:pt x="3611" y="572"/>
                  <a:pt x="3611" y="572"/>
                  <a:pt x="3611" y="572"/>
                </a:cubicBezTo>
                <a:cubicBezTo>
                  <a:pt x="3597" y="576"/>
                  <a:pt x="3597" y="576"/>
                  <a:pt x="3597" y="576"/>
                </a:cubicBezTo>
                <a:cubicBezTo>
                  <a:pt x="3597" y="578"/>
                  <a:pt x="3597" y="578"/>
                  <a:pt x="3597" y="578"/>
                </a:cubicBezTo>
                <a:moveTo>
                  <a:pt x="3597" y="585"/>
                </a:moveTo>
                <a:cubicBezTo>
                  <a:pt x="3612" y="581"/>
                  <a:pt x="3612" y="581"/>
                  <a:pt x="3612" y="581"/>
                </a:cubicBezTo>
                <a:cubicBezTo>
                  <a:pt x="3661" y="581"/>
                  <a:pt x="3661" y="581"/>
                  <a:pt x="3661" y="581"/>
                </a:cubicBezTo>
                <a:cubicBezTo>
                  <a:pt x="3661" y="579"/>
                  <a:pt x="3661" y="579"/>
                  <a:pt x="3661" y="579"/>
                </a:cubicBezTo>
                <a:cubicBezTo>
                  <a:pt x="3611" y="579"/>
                  <a:pt x="3611" y="579"/>
                  <a:pt x="3611" y="579"/>
                </a:cubicBezTo>
                <a:cubicBezTo>
                  <a:pt x="3597" y="583"/>
                  <a:pt x="3597" y="583"/>
                  <a:pt x="3597" y="583"/>
                </a:cubicBezTo>
                <a:cubicBezTo>
                  <a:pt x="3597" y="585"/>
                  <a:pt x="3597" y="585"/>
                  <a:pt x="3597" y="585"/>
                </a:cubicBezTo>
                <a:moveTo>
                  <a:pt x="3597" y="593"/>
                </a:moveTo>
                <a:cubicBezTo>
                  <a:pt x="3612" y="589"/>
                  <a:pt x="3612" y="589"/>
                  <a:pt x="3612" y="589"/>
                </a:cubicBezTo>
                <a:cubicBezTo>
                  <a:pt x="3661" y="589"/>
                  <a:pt x="3661" y="589"/>
                  <a:pt x="3661" y="589"/>
                </a:cubicBezTo>
                <a:cubicBezTo>
                  <a:pt x="3661" y="587"/>
                  <a:pt x="3661" y="587"/>
                  <a:pt x="3661" y="587"/>
                </a:cubicBezTo>
                <a:cubicBezTo>
                  <a:pt x="3611" y="587"/>
                  <a:pt x="3611" y="587"/>
                  <a:pt x="3611" y="587"/>
                </a:cubicBezTo>
                <a:cubicBezTo>
                  <a:pt x="3597" y="590"/>
                  <a:pt x="3597" y="590"/>
                  <a:pt x="3597" y="590"/>
                </a:cubicBezTo>
                <a:cubicBezTo>
                  <a:pt x="3597" y="593"/>
                  <a:pt x="3597" y="593"/>
                  <a:pt x="3597" y="593"/>
                </a:cubicBezTo>
                <a:moveTo>
                  <a:pt x="3597" y="600"/>
                </a:moveTo>
                <a:cubicBezTo>
                  <a:pt x="3612" y="596"/>
                  <a:pt x="3612" y="596"/>
                  <a:pt x="3612" y="596"/>
                </a:cubicBezTo>
                <a:cubicBezTo>
                  <a:pt x="3661" y="596"/>
                  <a:pt x="3661" y="596"/>
                  <a:pt x="3661" y="596"/>
                </a:cubicBezTo>
                <a:cubicBezTo>
                  <a:pt x="3661" y="594"/>
                  <a:pt x="3661" y="594"/>
                  <a:pt x="3661" y="594"/>
                </a:cubicBezTo>
                <a:cubicBezTo>
                  <a:pt x="3611" y="594"/>
                  <a:pt x="3611" y="594"/>
                  <a:pt x="3611" y="594"/>
                </a:cubicBezTo>
                <a:cubicBezTo>
                  <a:pt x="3597" y="598"/>
                  <a:pt x="3597" y="598"/>
                  <a:pt x="3597" y="598"/>
                </a:cubicBezTo>
                <a:cubicBezTo>
                  <a:pt x="3597" y="600"/>
                  <a:pt x="3597" y="600"/>
                  <a:pt x="3597" y="600"/>
                </a:cubicBezTo>
                <a:moveTo>
                  <a:pt x="3597" y="607"/>
                </a:moveTo>
                <a:cubicBezTo>
                  <a:pt x="3612" y="604"/>
                  <a:pt x="3612" y="604"/>
                  <a:pt x="3612" y="604"/>
                </a:cubicBezTo>
                <a:cubicBezTo>
                  <a:pt x="3661" y="604"/>
                  <a:pt x="3661" y="604"/>
                  <a:pt x="3661" y="604"/>
                </a:cubicBezTo>
                <a:cubicBezTo>
                  <a:pt x="3661" y="601"/>
                  <a:pt x="3661" y="601"/>
                  <a:pt x="3661" y="601"/>
                </a:cubicBezTo>
                <a:cubicBezTo>
                  <a:pt x="3611" y="601"/>
                  <a:pt x="3611" y="601"/>
                  <a:pt x="3611" y="601"/>
                </a:cubicBezTo>
                <a:cubicBezTo>
                  <a:pt x="3597" y="605"/>
                  <a:pt x="3597" y="605"/>
                  <a:pt x="3597" y="605"/>
                </a:cubicBezTo>
                <a:cubicBezTo>
                  <a:pt x="3597" y="607"/>
                  <a:pt x="3597" y="607"/>
                  <a:pt x="3597" y="607"/>
                </a:cubicBezTo>
                <a:moveTo>
                  <a:pt x="3597" y="615"/>
                </a:moveTo>
                <a:cubicBezTo>
                  <a:pt x="3612" y="611"/>
                  <a:pt x="3612" y="611"/>
                  <a:pt x="3612" y="611"/>
                </a:cubicBezTo>
                <a:cubicBezTo>
                  <a:pt x="3661" y="611"/>
                  <a:pt x="3661" y="611"/>
                  <a:pt x="3661" y="611"/>
                </a:cubicBezTo>
                <a:cubicBezTo>
                  <a:pt x="3661" y="609"/>
                  <a:pt x="3661" y="609"/>
                  <a:pt x="3661" y="609"/>
                </a:cubicBezTo>
                <a:cubicBezTo>
                  <a:pt x="3611" y="609"/>
                  <a:pt x="3611" y="609"/>
                  <a:pt x="3611" y="609"/>
                </a:cubicBezTo>
                <a:cubicBezTo>
                  <a:pt x="3597" y="613"/>
                  <a:pt x="3597" y="613"/>
                  <a:pt x="3597" y="613"/>
                </a:cubicBezTo>
                <a:cubicBezTo>
                  <a:pt x="3597" y="615"/>
                  <a:pt x="3597" y="615"/>
                  <a:pt x="3597" y="615"/>
                </a:cubicBezTo>
                <a:moveTo>
                  <a:pt x="3557" y="618"/>
                </a:moveTo>
                <a:cubicBezTo>
                  <a:pt x="3559" y="618"/>
                  <a:pt x="3559" y="618"/>
                  <a:pt x="3559" y="618"/>
                </a:cubicBezTo>
                <a:cubicBezTo>
                  <a:pt x="3559" y="585"/>
                  <a:pt x="3559" y="585"/>
                  <a:pt x="3559" y="585"/>
                </a:cubicBezTo>
                <a:cubicBezTo>
                  <a:pt x="3557" y="585"/>
                  <a:pt x="3557" y="585"/>
                  <a:pt x="3557" y="585"/>
                </a:cubicBezTo>
                <a:lnTo>
                  <a:pt x="3557" y="618"/>
                </a:lnTo>
                <a:close/>
                <a:moveTo>
                  <a:pt x="3187" y="391"/>
                </a:moveTo>
                <a:cubicBezTo>
                  <a:pt x="3189" y="391"/>
                  <a:pt x="3189" y="391"/>
                  <a:pt x="3189" y="391"/>
                </a:cubicBezTo>
                <a:cubicBezTo>
                  <a:pt x="3189" y="369"/>
                  <a:pt x="3189" y="369"/>
                  <a:pt x="3189" y="369"/>
                </a:cubicBezTo>
                <a:cubicBezTo>
                  <a:pt x="3187" y="369"/>
                  <a:pt x="3187" y="369"/>
                  <a:pt x="3187" y="369"/>
                </a:cubicBezTo>
                <a:lnTo>
                  <a:pt x="3187" y="391"/>
                </a:lnTo>
                <a:close/>
                <a:moveTo>
                  <a:pt x="3171" y="390"/>
                </a:moveTo>
                <a:cubicBezTo>
                  <a:pt x="3174" y="390"/>
                  <a:pt x="3174" y="390"/>
                  <a:pt x="3174" y="390"/>
                </a:cubicBezTo>
                <a:cubicBezTo>
                  <a:pt x="3174" y="376"/>
                  <a:pt x="3174" y="376"/>
                  <a:pt x="3174" y="376"/>
                </a:cubicBezTo>
                <a:cubicBezTo>
                  <a:pt x="3171" y="376"/>
                  <a:pt x="3171" y="376"/>
                  <a:pt x="3171" y="376"/>
                </a:cubicBezTo>
                <a:lnTo>
                  <a:pt x="3171" y="390"/>
                </a:lnTo>
                <a:close/>
                <a:moveTo>
                  <a:pt x="3231" y="424"/>
                </a:moveTo>
                <a:cubicBezTo>
                  <a:pt x="3234" y="424"/>
                  <a:pt x="3234" y="424"/>
                  <a:pt x="3234" y="424"/>
                </a:cubicBezTo>
                <a:cubicBezTo>
                  <a:pt x="3234" y="381"/>
                  <a:pt x="3234" y="381"/>
                  <a:pt x="3234" y="381"/>
                </a:cubicBezTo>
                <a:cubicBezTo>
                  <a:pt x="3231" y="381"/>
                  <a:pt x="3231" y="381"/>
                  <a:pt x="3231" y="381"/>
                </a:cubicBezTo>
                <a:lnTo>
                  <a:pt x="3231" y="424"/>
                </a:lnTo>
                <a:close/>
                <a:moveTo>
                  <a:pt x="3192" y="458"/>
                </a:moveTo>
                <a:cubicBezTo>
                  <a:pt x="3194" y="458"/>
                  <a:pt x="3194" y="458"/>
                  <a:pt x="3194" y="458"/>
                </a:cubicBezTo>
                <a:cubicBezTo>
                  <a:pt x="3194" y="411"/>
                  <a:pt x="3194" y="411"/>
                  <a:pt x="3194" y="411"/>
                </a:cubicBezTo>
                <a:cubicBezTo>
                  <a:pt x="3192" y="411"/>
                  <a:pt x="3192" y="411"/>
                  <a:pt x="3192" y="411"/>
                </a:cubicBezTo>
                <a:lnTo>
                  <a:pt x="3192" y="458"/>
                </a:lnTo>
                <a:close/>
                <a:moveTo>
                  <a:pt x="3162" y="459"/>
                </a:moveTo>
                <a:cubicBezTo>
                  <a:pt x="3164" y="459"/>
                  <a:pt x="3164" y="459"/>
                  <a:pt x="3164" y="459"/>
                </a:cubicBezTo>
                <a:cubicBezTo>
                  <a:pt x="3164" y="413"/>
                  <a:pt x="3164" y="413"/>
                  <a:pt x="3164" y="413"/>
                </a:cubicBezTo>
                <a:cubicBezTo>
                  <a:pt x="3162" y="413"/>
                  <a:pt x="3162" y="413"/>
                  <a:pt x="3162" y="413"/>
                </a:cubicBezTo>
                <a:lnTo>
                  <a:pt x="3162" y="459"/>
                </a:lnTo>
                <a:close/>
                <a:moveTo>
                  <a:pt x="3090" y="461"/>
                </a:moveTo>
                <a:cubicBezTo>
                  <a:pt x="3085" y="479"/>
                  <a:pt x="3085" y="479"/>
                  <a:pt x="3085" y="479"/>
                </a:cubicBezTo>
                <a:cubicBezTo>
                  <a:pt x="3085" y="484"/>
                  <a:pt x="3085" y="484"/>
                  <a:pt x="3085" y="484"/>
                </a:cubicBezTo>
                <a:cubicBezTo>
                  <a:pt x="3083" y="486"/>
                  <a:pt x="3083" y="486"/>
                  <a:pt x="3083" y="486"/>
                </a:cubicBezTo>
                <a:cubicBezTo>
                  <a:pt x="3082" y="486"/>
                  <a:pt x="3082" y="486"/>
                  <a:pt x="3082" y="486"/>
                </a:cubicBezTo>
                <a:cubicBezTo>
                  <a:pt x="3082" y="548"/>
                  <a:pt x="3082" y="548"/>
                  <a:pt x="3082" y="548"/>
                </a:cubicBezTo>
                <a:cubicBezTo>
                  <a:pt x="3084" y="548"/>
                  <a:pt x="3084" y="548"/>
                  <a:pt x="3084" y="548"/>
                </a:cubicBezTo>
                <a:cubicBezTo>
                  <a:pt x="3084" y="488"/>
                  <a:pt x="3084" y="488"/>
                  <a:pt x="3084" y="488"/>
                </a:cubicBezTo>
                <a:cubicBezTo>
                  <a:pt x="3087" y="486"/>
                  <a:pt x="3087" y="486"/>
                  <a:pt x="3087" y="486"/>
                </a:cubicBezTo>
                <a:cubicBezTo>
                  <a:pt x="3087" y="486"/>
                  <a:pt x="3087" y="486"/>
                  <a:pt x="3087" y="486"/>
                </a:cubicBezTo>
                <a:cubicBezTo>
                  <a:pt x="3087" y="479"/>
                  <a:pt x="3087" y="479"/>
                  <a:pt x="3087" y="479"/>
                </a:cubicBezTo>
                <a:cubicBezTo>
                  <a:pt x="3092" y="461"/>
                  <a:pt x="3092" y="461"/>
                  <a:pt x="3092" y="461"/>
                </a:cubicBezTo>
                <a:cubicBezTo>
                  <a:pt x="3090" y="461"/>
                  <a:pt x="3090" y="461"/>
                  <a:pt x="3090" y="461"/>
                </a:cubicBezTo>
                <a:moveTo>
                  <a:pt x="3093" y="583"/>
                </a:moveTo>
                <a:cubicBezTo>
                  <a:pt x="3118" y="580"/>
                  <a:pt x="3118" y="580"/>
                  <a:pt x="3118" y="580"/>
                </a:cubicBezTo>
                <a:cubicBezTo>
                  <a:pt x="3169" y="580"/>
                  <a:pt x="3169" y="580"/>
                  <a:pt x="3169" y="580"/>
                </a:cubicBezTo>
                <a:cubicBezTo>
                  <a:pt x="3169" y="578"/>
                  <a:pt x="3169" y="578"/>
                  <a:pt x="3169" y="578"/>
                </a:cubicBezTo>
                <a:cubicBezTo>
                  <a:pt x="3118" y="578"/>
                  <a:pt x="3118" y="578"/>
                  <a:pt x="3118" y="578"/>
                </a:cubicBezTo>
                <a:cubicBezTo>
                  <a:pt x="3093" y="581"/>
                  <a:pt x="3093" y="581"/>
                  <a:pt x="3093" y="581"/>
                </a:cubicBezTo>
                <a:cubicBezTo>
                  <a:pt x="3093" y="583"/>
                  <a:pt x="3093" y="583"/>
                  <a:pt x="3093" y="583"/>
                </a:cubicBezTo>
                <a:moveTo>
                  <a:pt x="3103" y="671"/>
                </a:moveTo>
                <a:cubicBezTo>
                  <a:pt x="3103" y="665"/>
                  <a:pt x="3103" y="665"/>
                  <a:pt x="3103" y="665"/>
                </a:cubicBezTo>
                <a:cubicBezTo>
                  <a:pt x="3142" y="665"/>
                  <a:pt x="3142" y="665"/>
                  <a:pt x="3142" y="665"/>
                </a:cubicBezTo>
                <a:cubicBezTo>
                  <a:pt x="3142" y="660"/>
                  <a:pt x="3142" y="660"/>
                  <a:pt x="3142" y="660"/>
                </a:cubicBezTo>
                <a:cubicBezTo>
                  <a:pt x="3168" y="660"/>
                  <a:pt x="3168" y="660"/>
                  <a:pt x="3168" y="660"/>
                </a:cubicBezTo>
                <a:cubicBezTo>
                  <a:pt x="3168" y="658"/>
                  <a:pt x="3168" y="658"/>
                  <a:pt x="3168" y="658"/>
                </a:cubicBezTo>
                <a:cubicBezTo>
                  <a:pt x="3140" y="658"/>
                  <a:pt x="3140" y="658"/>
                  <a:pt x="3140" y="658"/>
                </a:cubicBezTo>
                <a:cubicBezTo>
                  <a:pt x="3140" y="663"/>
                  <a:pt x="3140" y="663"/>
                  <a:pt x="3140" y="663"/>
                </a:cubicBezTo>
                <a:cubicBezTo>
                  <a:pt x="3101" y="663"/>
                  <a:pt x="3101" y="663"/>
                  <a:pt x="3101" y="663"/>
                </a:cubicBezTo>
                <a:cubicBezTo>
                  <a:pt x="3101" y="671"/>
                  <a:pt x="3101" y="671"/>
                  <a:pt x="3101" y="671"/>
                </a:cubicBezTo>
                <a:cubicBezTo>
                  <a:pt x="3103" y="671"/>
                  <a:pt x="3103" y="671"/>
                  <a:pt x="3103" y="671"/>
                </a:cubicBezTo>
                <a:moveTo>
                  <a:pt x="3174" y="670"/>
                </a:moveTo>
                <a:cubicBezTo>
                  <a:pt x="3174" y="644"/>
                  <a:pt x="3174" y="644"/>
                  <a:pt x="3174" y="644"/>
                </a:cubicBezTo>
                <a:cubicBezTo>
                  <a:pt x="3181" y="644"/>
                  <a:pt x="3181" y="644"/>
                  <a:pt x="3181" y="644"/>
                </a:cubicBezTo>
                <a:cubicBezTo>
                  <a:pt x="3181" y="665"/>
                  <a:pt x="3181" y="665"/>
                  <a:pt x="3181" y="665"/>
                </a:cubicBezTo>
                <a:cubicBezTo>
                  <a:pt x="3219" y="665"/>
                  <a:pt x="3219" y="665"/>
                  <a:pt x="3219" y="665"/>
                </a:cubicBezTo>
                <a:cubicBezTo>
                  <a:pt x="3219" y="663"/>
                  <a:pt x="3219" y="663"/>
                  <a:pt x="3219" y="663"/>
                </a:cubicBezTo>
                <a:cubicBezTo>
                  <a:pt x="3183" y="663"/>
                  <a:pt x="3183" y="663"/>
                  <a:pt x="3183" y="663"/>
                </a:cubicBezTo>
                <a:cubicBezTo>
                  <a:pt x="3183" y="642"/>
                  <a:pt x="3183" y="642"/>
                  <a:pt x="3183" y="642"/>
                </a:cubicBezTo>
                <a:cubicBezTo>
                  <a:pt x="3171" y="642"/>
                  <a:pt x="3171" y="642"/>
                  <a:pt x="3171" y="642"/>
                </a:cubicBezTo>
                <a:cubicBezTo>
                  <a:pt x="3171" y="670"/>
                  <a:pt x="3171" y="670"/>
                  <a:pt x="3171" y="670"/>
                </a:cubicBezTo>
                <a:cubicBezTo>
                  <a:pt x="3174" y="670"/>
                  <a:pt x="3174" y="670"/>
                  <a:pt x="3174" y="670"/>
                </a:cubicBezTo>
                <a:moveTo>
                  <a:pt x="3152" y="515"/>
                </a:moveTo>
                <a:cubicBezTo>
                  <a:pt x="3193" y="515"/>
                  <a:pt x="3193" y="515"/>
                  <a:pt x="3193" y="515"/>
                </a:cubicBezTo>
                <a:cubicBezTo>
                  <a:pt x="3193" y="513"/>
                  <a:pt x="3193" y="513"/>
                  <a:pt x="3193" y="513"/>
                </a:cubicBezTo>
                <a:cubicBezTo>
                  <a:pt x="3152" y="513"/>
                  <a:pt x="3152" y="513"/>
                  <a:pt x="3152" y="513"/>
                </a:cubicBezTo>
                <a:lnTo>
                  <a:pt x="3152" y="515"/>
                </a:lnTo>
                <a:close/>
                <a:moveTo>
                  <a:pt x="3151" y="558"/>
                </a:moveTo>
                <a:cubicBezTo>
                  <a:pt x="3153" y="558"/>
                  <a:pt x="3153" y="558"/>
                  <a:pt x="3153" y="558"/>
                </a:cubicBezTo>
                <a:cubicBezTo>
                  <a:pt x="3153" y="506"/>
                  <a:pt x="3153" y="506"/>
                  <a:pt x="3153" y="506"/>
                </a:cubicBezTo>
                <a:cubicBezTo>
                  <a:pt x="3151" y="506"/>
                  <a:pt x="3151" y="506"/>
                  <a:pt x="3151" y="506"/>
                </a:cubicBezTo>
                <a:lnTo>
                  <a:pt x="3151" y="558"/>
                </a:lnTo>
                <a:close/>
                <a:moveTo>
                  <a:pt x="3192" y="547"/>
                </a:moveTo>
                <a:cubicBezTo>
                  <a:pt x="3194" y="547"/>
                  <a:pt x="3194" y="547"/>
                  <a:pt x="3194" y="547"/>
                </a:cubicBezTo>
                <a:cubicBezTo>
                  <a:pt x="3194" y="507"/>
                  <a:pt x="3194" y="507"/>
                  <a:pt x="3194" y="507"/>
                </a:cubicBezTo>
                <a:cubicBezTo>
                  <a:pt x="3192" y="507"/>
                  <a:pt x="3192" y="507"/>
                  <a:pt x="3192" y="507"/>
                </a:cubicBezTo>
                <a:lnTo>
                  <a:pt x="3192" y="547"/>
                </a:lnTo>
                <a:close/>
                <a:moveTo>
                  <a:pt x="3191" y="559"/>
                </a:moveTo>
                <a:cubicBezTo>
                  <a:pt x="3191" y="549"/>
                  <a:pt x="3191" y="549"/>
                  <a:pt x="3191" y="549"/>
                </a:cubicBezTo>
                <a:cubicBezTo>
                  <a:pt x="3206" y="545"/>
                  <a:pt x="3206" y="545"/>
                  <a:pt x="3206" y="545"/>
                </a:cubicBezTo>
                <a:cubicBezTo>
                  <a:pt x="3219" y="545"/>
                  <a:pt x="3219" y="545"/>
                  <a:pt x="3219" y="545"/>
                </a:cubicBezTo>
                <a:cubicBezTo>
                  <a:pt x="3219" y="557"/>
                  <a:pt x="3219" y="557"/>
                  <a:pt x="3219" y="557"/>
                </a:cubicBezTo>
                <a:cubicBezTo>
                  <a:pt x="3221" y="557"/>
                  <a:pt x="3221" y="557"/>
                  <a:pt x="3221" y="557"/>
                </a:cubicBezTo>
                <a:cubicBezTo>
                  <a:pt x="3221" y="543"/>
                  <a:pt x="3221" y="543"/>
                  <a:pt x="3221" y="543"/>
                </a:cubicBezTo>
                <a:cubicBezTo>
                  <a:pt x="3206" y="543"/>
                  <a:pt x="3206" y="543"/>
                  <a:pt x="3206" y="543"/>
                </a:cubicBezTo>
                <a:cubicBezTo>
                  <a:pt x="3189" y="547"/>
                  <a:pt x="3189" y="547"/>
                  <a:pt x="3189" y="547"/>
                </a:cubicBezTo>
                <a:cubicBezTo>
                  <a:pt x="3189" y="559"/>
                  <a:pt x="3189" y="559"/>
                  <a:pt x="3189" y="559"/>
                </a:cubicBezTo>
                <a:cubicBezTo>
                  <a:pt x="3191" y="559"/>
                  <a:pt x="3191" y="559"/>
                  <a:pt x="3191" y="559"/>
                </a:cubicBezTo>
                <a:moveTo>
                  <a:pt x="3205" y="558"/>
                </a:moveTo>
                <a:cubicBezTo>
                  <a:pt x="3207" y="558"/>
                  <a:pt x="3207" y="558"/>
                  <a:pt x="3207" y="558"/>
                </a:cubicBezTo>
                <a:cubicBezTo>
                  <a:pt x="3207" y="544"/>
                  <a:pt x="3207" y="544"/>
                  <a:pt x="3207" y="544"/>
                </a:cubicBezTo>
                <a:cubicBezTo>
                  <a:pt x="3205" y="544"/>
                  <a:pt x="3205" y="544"/>
                  <a:pt x="3205" y="544"/>
                </a:cubicBezTo>
                <a:lnTo>
                  <a:pt x="3205" y="558"/>
                </a:lnTo>
                <a:close/>
                <a:moveTo>
                  <a:pt x="3087" y="378"/>
                </a:moveTo>
                <a:cubicBezTo>
                  <a:pt x="3087" y="386"/>
                  <a:pt x="3087" y="386"/>
                  <a:pt x="3087" y="386"/>
                </a:cubicBezTo>
                <a:cubicBezTo>
                  <a:pt x="3087" y="387"/>
                  <a:pt x="3087" y="387"/>
                  <a:pt x="3087" y="387"/>
                </a:cubicBezTo>
                <a:cubicBezTo>
                  <a:pt x="3098" y="387"/>
                  <a:pt x="3098" y="387"/>
                  <a:pt x="3098" y="387"/>
                </a:cubicBezTo>
                <a:cubicBezTo>
                  <a:pt x="3098" y="385"/>
                  <a:pt x="3098" y="385"/>
                  <a:pt x="3098" y="385"/>
                </a:cubicBezTo>
                <a:cubicBezTo>
                  <a:pt x="3089" y="385"/>
                  <a:pt x="3089" y="385"/>
                  <a:pt x="3089" y="385"/>
                </a:cubicBezTo>
                <a:cubicBezTo>
                  <a:pt x="3090" y="378"/>
                  <a:pt x="3090" y="378"/>
                  <a:pt x="3090" y="378"/>
                </a:cubicBezTo>
                <a:cubicBezTo>
                  <a:pt x="3087" y="378"/>
                  <a:pt x="3087" y="378"/>
                  <a:pt x="3087" y="378"/>
                </a:cubicBezTo>
                <a:moveTo>
                  <a:pt x="3126" y="367"/>
                </a:moveTo>
                <a:cubicBezTo>
                  <a:pt x="3134" y="367"/>
                  <a:pt x="3134" y="367"/>
                  <a:pt x="3134" y="367"/>
                </a:cubicBezTo>
                <a:cubicBezTo>
                  <a:pt x="3134" y="387"/>
                  <a:pt x="3134" y="387"/>
                  <a:pt x="3134" y="387"/>
                </a:cubicBezTo>
                <a:cubicBezTo>
                  <a:pt x="3136" y="387"/>
                  <a:pt x="3136" y="387"/>
                  <a:pt x="3136" y="387"/>
                </a:cubicBezTo>
                <a:cubicBezTo>
                  <a:pt x="3136" y="365"/>
                  <a:pt x="3136" y="365"/>
                  <a:pt x="3136" y="365"/>
                </a:cubicBezTo>
                <a:cubicBezTo>
                  <a:pt x="3126" y="365"/>
                  <a:pt x="3126" y="365"/>
                  <a:pt x="3126" y="365"/>
                </a:cubicBezTo>
                <a:cubicBezTo>
                  <a:pt x="3126" y="367"/>
                  <a:pt x="3126" y="367"/>
                  <a:pt x="3126" y="367"/>
                </a:cubicBezTo>
                <a:moveTo>
                  <a:pt x="3118" y="360"/>
                </a:moveTo>
                <a:cubicBezTo>
                  <a:pt x="3120" y="360"/>
                  <a:pt x="3120" y="360"/>
                  <a:pt x="3120" y="360"/>
                </a:cubicBezTo>
                <a:cubicBezTo>
                  <a:pt x="3120" y="341"/>
                  <a:pt x="3120" y="341"/>
                  <a:pt x="3120" y="341"/>
                </a:cubicBezTo>
                <a:cubicBezTo>
                  <a:pt x="3118" y="341"/>
                  <a:pt x="3118" y="341"/>
                  <a:pt x="3118" y="341"/>
                </a:cubicBezTo>
                <a:lnTo>
                  <a:pt x="3118" y="360"/>
                </a:lnTo>
                <a:close/>
                <a:moveTo>
                  <a:pt x="3111" y="360"/>
                </a:moveTo>
                <a:cubicBezTo>
                  <a:pt x="3114" y="360"/>
                  <a:pt x="3114" y="360"/>
                  <a:pt x="3114" y="360"/>
                </a:cubicBezTo>
                <a:cubicBezTo>
                  <a:pt x="3114" y="352"/>
                  <a:pt x="3114" y="352"/>
                  <a:pt x="3114" y="352"/>
                </a:cubicBezTo>
                <a:cubicBezTo>
                  <a:pt x="3111" y="352"/>
                  <a:pt x="3111" y="352"/>
                  <a:pt x="3111" y="352"/>
                </a:cubicBezTo>
                <a:lnTo>
                  <a:pt x="3111" y="360"/>
                </a:lnTo>
                <a:close/>
                <a:moveTo>
                  <a:pt x="3178" y="448"/>
                </a:moveTo>
                <a:cubicBezTo>
                  <a:pt x="3180" y="448"/>
                  <a:pt x="3180" y="448"/>
                  <a:pt x="3180" y="448"/>
                </a:cubicBezTo>
                <a:cubicBezTo>
                  <a:pt x="3180" y="391"/>
                  <a:pt x="3180" y="391"/>
                  <a:pt x="3180" y="391"/>
                </a:cubicBezTo>
                <a:cubicBezTo>
                  <a:pt x="3178" y="391"/>
                  <a:pt x="3178" y="391"/>
                  <a:pt x="3178" y="391"/>
                </a:cubicBezTo>
                <a:lnTo>
                  <a:pt x="3178" y="448"/>
                </a:lnTo>
                <a:close/>
                <a:moveTo>
                  <a:pt x="3241" y="416"/>
                </a:moveTo>
                <a:cubicBezTo>
                  <a:pt x="3243" y="416"/>
                  <a:pt x="3243" y="416"/>
                  <a:pt x="3243" y="416"/>
                </a:cubicBezTo>
                <a:cubicBezTo>
                  <a:pt x="3243" y="381"/>
                  <a:pt x="3243" y="381"/>
                  <a:pt x="3243" y="381"/>
                </a:cubicBezTo>
                <a:cubicBezTo>
                  <a:pt x="3241" y="381"/>
                  <a:pt x="3241" y="381"/>
                  <a:pt x="3241" y="381"/>
                </a:cubicBezTo>
                <a:lnTo>
                  <a:pt x="3241" y="416"/>
                </a:lnTo>
                <a:close/>
                <a:moveTo>
                  <a:pt x="3176" y="481"/>
                </a:moveTo>
                <a:cubicBezTo>
                  <a:pt x="3225" y="481"/>
                  <a:pt x="3225" y="481"/>
                  <a:pt x="3225" y="481"/>
                </a:cubicBezTo>
                <a:cubicBezTo>
                  <a:pt x="3225" y="479"/>
                  <a:pt x="3225" y="479"/>
                  <a:pt x="3225" y="479"/>
                </a:cubicBezTo>
                <a:cubicBezTo>
                  <a:pt x="3176" y="479"/>
                  <a:pt x="3176" y="479"/>
                  <a:pt x="3176" y="479"/>
                </a:cubicBezTo>
                <a:lnTo>
                  <a:pt x="3176" y="481"/>
                </a:lnTo>
                <a:close/>
                <a:moveTo>
                  <a:pt x="2996" y="478"/>
                </a:moveTo>
                <a:cubicBezTo>
                  <a:pt x="3012" y="478"/>
                  <a:pt x="3012" y="478"/>
                  <a:pt x="3012" y="478"/>
                </a:cubicBezTo>
                <a:cubicBezTo>
                  <a:pt x="3012" y="493"/>
                  <a:pt x="3012" y="493"/>
                  <a:pt x="3012" y="493"/>
                </a:cubicBezTo>
                <a:cubicBezTo>
                  <a:pt x="3015" y="493"/>
                  <a:pt x="3015" y="493"/>
                  <a:pt x="3015" y="493"/>
                </a:cubicBezTo>
                <a:cubicBezTo>
                  <a:pt x="3015" y="476"/>
                  <a:pt x="3015" y="476"/>
                  <a:pt x="3015" y="476"/>
                </a:cubicBezTo>
                <a:cubicBezTo>
                  <a:pt x="2996" y="476"/>
                  <a:pt x="2996" y="476"/>
                  <a:pt x="2996" y="476"/>
                </a:cubicBezTo>
                <a:cubicBezTo>
                  <a:pt x="2996" y="478"/>
                  <a:pt x="2996" y="478"/>
                  <a:pt x="2996" y="478"/>
                </a:cubicBezTo>
                <a:moveTo>
                  <a:pt x="3027" y="387"/>
                </a:moveTo>
                <a:cubicBezTo>
                  <a:pt x="3029" y="387"/>
                  <a:pt x="3029" y="387"/>
                  <a:pt x="3029" y="387"/>
                </a:cubicBezTo>
                <a:cubicBezTo>
                  <a:pt x="3029" y="375"/>
                  <a:pt x="3029" y="375"/>
                  <a:pt x="3029" y="375"/>
                </a:cubicBezTo>
                <a:cubicBezTo>
                  <a:pt x="3027" y="375"/>
                  <a:pt x="3027" y="375"/>
                  <a:pt x="3027" y="375"/>
                </a:cubicBezTo>
                <a:lnTo>
                  <a:pt x="3027" y="387"/>
                </a:lnTo>
                <a:close/>
                <a:moveTo>
                  <a:pt x="3031" y="430"/>
                </a:moveTo>
                <a:cubicBezTo>
                  <a:pt x="3034" y="430"/>
                  <a:pt x="3034" y="430"/>
                  <a:pt x="3034" y="430"/>
                </a:cubicBezTo>
                <a:cubicBezTo>
                  <a:pt x="3034" y="410"/>
                  <a:pt x="3034" y="410"/>
                  <a:pt x="3034" y="410"/>
                </a:cubicBezTo>
                <a:cubicBezTo>
                  <a:pt x="3031" y="410"/>
                  <a:pt x="3031" y="410"/>
                  <a:pt x="3031" y="410"/>
                </a:cubicBezTo>
                <a:lnTo>
                  <a:pt x="3031" y="430"/>
                </a:lnTo>
                <a:close/>
                <a:moveTo>
                  <a:pt x="3060" y="492"/>
                </a:moveTo>
                <a:cubicBezTo>
                  <a:pt x="3062" y="492"/>
                  <a:pt x="3062" y="492"/>
                  <a:pt x="3062" y="492"/>
                </a:cubicBezTo>
                <a:cubicBezTo>
                  <a:pt x="3062" y="431"/>
                  <a:pt x="3062" y="431"/>
                  <a:pt x="3062" y="431"/>
                </a:cubicBezTo>
                <a:cubicBezTo>
                  <a:pt x="3060" y="431"/>
                  <a:pt x="3060" y="431"/>
                  <a:pt x="3060" y="431"/>
                </a:cubicBezTo>
                <a:lnTo>
                  <a:pt x="3060" y="492"/>
                </a:lnTo>
                <a:close/>
                <a:moveTo>
                  <a:pt x="3051" y="499"/>
                </a:moveTo>
                <a:cubicBezTo>
                  <a:pt x="3066" y="499"/>
                  <a:pt x="3066" y="499"/>
                  <a:pt x="3066" y="499"/>
                </a:cubicBezTo>
                <a:cubicBezTo>
                  <a:pt x="3066" y="497"/>
                  <a:pt x="3066" y="497"/>
                  <a:pt x="3066" y="497"/>
                </a:cubicBezTo>
                <a:cubicBezTo>
                  <a:pt x="3051" y="497"/>
                  <a:pt x="3051" y="497"/>
                  <a:pt x="3051" y="497"/>
                </a:cubicBezTo>
                <a:lnTo>
                  <a:pt x="3051" y="499"/>
                </a:lnTo>
                <a:close/>
                <a:moveTo>
                  <a:pt x="3065" y="492"/>
                </a:moveTo>
                <a:cubicBezTo>
                  <a:pt x="3083" y="488"/>
                  <a:pt x="3083" y="488"/>
                  <a:pt x="3083" y="488"/>
                </a:cubicBezTo>
                <a:cubicBezTo>
                  <a:pt x="3108" y="488"/>
                  <a:pt x="3108" y="488"/>
                  <a:pt x="3108" y="488"/>
                </a:cubicBezTo>
                <a:cubicBezTo>
                  <a:pt x="3108" y="486"/>
                  <a:pt x="3108" y="486"/>
                  <a:pt x="3108" y="486"/>
                </a:cubicBezTo>
                <a:cubicBezTo>
                  <a:pt x="3083" y="486"/>
                  <a:pt x="3083" y="486"/>
                  <a:pt x="3083" y="486"/>
                </a:cubicBezTo>
                <a:cubicBezTo>
                  <a:pt x="3065" y="490"/>
                  <a:pt x="3065" y="490"/>
                  <a:pt x="3065" y="490"/>
                </a:cubicBezTo>
                <a:cubicBezTo>
                  <a:pt x="3065" y="492"/>
                  <a:pt x="3065" y="492"/>
                  <a:pt x="3065" y="492"/>
                </a:cubicBezTo>
                <a:moveTo>
                  <a:pt x="3101" y="540"/>
                </a:moveTo>
                <a:cubicBezTo>
                  <a:pt x="3103" y="540"/>
                  <a:pt x="3103" y="540"/>
                  <a:pt x="3103" y="540"/>
                </a:cubicBezTo>
                <a:cubicBezTo>
                  <a:pt x="3103" y="497"/>
                  <a:pt x="3103" y="497"/>
                  <a:pt x="3103" y="497"/>
                </a:cubicBezTo>
                <a:cubicBezTo>
                  <a:pt x="3101" y="497"/>
                  <a:pt x="3101" y="497"/>
                  <a:pt x="3101" y="497"/>
                </a:cubicBezTo>
                <a:lnTo>
                  <a:pt x="3101" y="540"/>
                </a:lnTo>
                <a:close/>
                <a:moveTo>
                  <a:pt x="3121" y="498"/>
                </a:moveTo>
                <a:cubicBezTo>
                  <a:pt x="3121" y="412"/>
                  <a:pt x="3121" y="412"/>
                  <a:pt x="3121" y="412"/>
                </a:cubicBezTo>
                <a:cubicBezTo>
                  <a:pt x="3132" y="412"/>
                  <a:pt x="3132" y="412"/>
                  <a:pt x="3132" y="412"/>
                </a:cubicBezTo>
                <a:cubicBezTo>
                  <a:pt x="3132" y="410"/>
                  <a:pt x="3132" y="410"/>
                  <a:pt x="3132" y="410"/>
                </a:cubicBezTo>
                <a:cubicBezTo>
                  <a:pt x="3119" y="410"/>
                  <a:pt x="3119" y="410"/>
                  <a:pt x="3119" y="410"/>
                </a:cubicBezTo>
                <a:cubicBezTo>
                  <a:pt x="3119" y="498"/>
                  <a:pt x="3119" y="498"/>
                  <a:pt x="3119" y="498"/>
                </a:cubicBezTo>
                <a:cubicBezTo>
                  <a:pt x="3121" y="498"/>
                  <a:pt x="3121" y="498"/>
                  <a:pt x="3121" y="498"/>
                </a:cubicBezTo>
                <a:moveTo>
                  <a:pt x="3018" y="398"/>
                </a:moveTo>
                <a:cubicBezTo>
                  <a:pt x="3037" y="398"/>
                  <a:pt x="3037" y="398"/>
                  <a:pt x="3037" y="398"/>
                </a:cubicBezTo>
                <a:cubicBezTo>
                  <a:pt x="3037" y="396"/>
                  <a:pt x="3037" y="396"/>
                  <a:pt x="3037" y="396"/>
                </a:cubicBezTo>
                <a:cubicBezTo>
                  <a:pt x="3018" y="396"/>
                  <a:pt x="3018" y="396"/>
                  <a:pt x="3018" y="396"/>
                </a:cubicBezTo>
                <a:lnTo>
                  <a:pt x="3018" y="398"/>
                </a:lnTo>
                <a:close/>
                <a:moveTo>
                  <a:pt x="2960" y="521"/>
                </a:moveTo>
                <a:cubicBezTo>
                  <a:pt x="2991" y="521"/>
                  <a:pt x="2991" y="521"/>
                  <a:pt x="2991" y="521"/>
                </a:cubicBezTo>
                <a:cubicBezTo>
                  <a:pt x="2991" y="519"/>
                  <a:pt x="2991" y="519"/>
                  <a:pt x="2991" y="519"/>
                </a:cubicBezTo>
                <a:cubicBezTo>
                  <a:pt x="2960" y="519"/>
                  <a:pt x="2960" y="519"/>
                  <a:pt x="2960" y="519"/>
                </a:cubicBezTo>
                <a:lnTo>
                  <a:pt x="2960" y="521"/>
                </a:lnTo>
                <a:close/>
                <a:moveTo>
                  <a:pt x="2959" y="562"/>
                </a:moveTo>
                <a:cubicBezTo>
                  <a:pt x="2992" y="562"/>
                  <a:pt x="2992" y="562"/>
                  <a:pt x="2992" y="562"/>
                </a:cubicBezTo>
                <a:cubicBezTo>
                  <a:pt x="2992" y="560"/>
                  <a:pt x="2992" y="560"/>
                  <a:pt x="2992" y="560"/>
                </a:cubicBezTo>
                <a:cubicBezTo>
                  <a:pt x="2959" y="560"/>
                  <a:pt x="2959" y="560"/>
                  <a:pt x="2959" y="560"/>
                </a:cubicBezTo>
                <a:lnTo>
                  <a:pt x="2959" y="562"/>
                </a:lnTo>
                <a:close/>
                <a:moveTo>
                  <a:pt x="2966" y="670"/>
                </a:moveTo>
                <a:cubicBezTo>
                  <a:pt x="2966" y="596"/>
                  <a:pt x="2966" y="596"/>
                  <a:pt x="2966" y="596"/>
                </a:cubicBezTo>
                <a:cubicBezTo>
                  <a:pt x="2977" y="591"/>
                  <a:pt x="2977" y="591"/>
                  <a:pt x="2977" y="591"/>
                </a:cubicBezTo>
                <a:cubicBezTo>
                  <a:pt x="2976" y="589"/>
                  <a:pt x="2976" y="589"/>
                  <a:pt x="2976" y="589"/>
                </a:cubicBezTo>
                <a:cubicBezTo>
                  <a:pt x="2964" y="595"/>
                  <a:pt x="2964" y="595"/>
                  <a:pt x="2964" y="595"/>
                </a:cubicBezTo>
                <a:cubicBezTo>
                  <a:pt x="2964" y="670"/>
                  <a:pt x="2964" y="670"/>
                  <a:pt x="2964" y="670"/>
                </a:cubicBezTo>
                <a:cubicBezTo>
                  <a:pt x="2966" y="670"/>
                  <a:pt x="2966" y="670"/>
                  <a:pt x="2966" y="670"/>
                </a:cubicBezTo>
                <a:moveTo>
                  <a:pt x="2965" y="603"/>
                </a:moveTo>
                <a:cubicBezTo>
                  <a:pt x="2977" y="599"/>
                  <a:pt x="2977" y="599"/>
                  <a:pt x="2977" y="599"/>
                </a:cubicBezTo>
                <a:cubicBezTo>
                  <a:pt x="3022" y="599"/>
                  <a:pt x="3022" y="599"/>
                  <a:pt x="3022" y="599"/>
                </a:cubicBezTo>
                <a:cubicBezTo>
                  <a:pt x="3022" y="597"/>
                  <a:pt x="3022" y="597"/>
                  <a:pt x="3022" y="597"/>
                </a:cubicBezTo>
                <a:cubicBezTo>
                  <a:pt x="2976" y="597"/>
                  <a:pt x="2976" y="597"/>
                  <a:pt x="2976" y="597"/>
                </a:cubicBezTo>
                <a:cubicBezTo>
                  <a:pt x="2964" y="601"/>
                  <a:pt x="2964" y="601"/>
                  <a:pt x="2964" y="601"/>
                </a:cubicBezTo>
                <a:cubicBezTo>
                  <a:pt x="2965" y="603"/>
                  <a:pt x="2965" y="603"/>
                  <a:pt x="2965" y="603"/>
                </a:cubicBezTo>
                <a:moveTo>
                  <a:pt x="2956" y="643"/>
                </a:moveTo>
                <a:cubicBezTo>
                  <a:pt x="2958" y="643"/>
                  <a:pt x="2958" y="643"/>
                  <a:pt x="2958" y="643"/>
                </a:cubicBezTo>
                <a:cubicBezTo>
                  <a:pt x="2958" y="483"/>
                  <a:pt x="2958" y="483"/>
                  <a:pt x="2958" y="483"/>
                </a:cubicBezTo>
                <a:cubicBezTo>
                  <a:pt x="2956" y="483"/>
                  <a:pt x="2956" y="483"/>
                  <a:pt x="2956" y="483"/>
                </a:cubicBezTo>
                <a:lnTo>
                  <a:pt x="2956" y="643"/>
                </a:lnTo>
                <a:close/>
                <a:moveTo>
                  <a:pt x="2999" y="591"/>
                </a:moveTo>
                <a:cubicBezTo>
                  <a:pt x="3001" y="591"/>
                  <a:pt x="3001" y="591"/>
                  <a:pt x="3001" y="591"/>
                </a:cubicBezTo>
                <a:cubicBezTo>
                  <a:pt x="3001" y="483"/>
                  <a:pt x="3001" y="483"/>
                  <a:pt x="3001" y="483"/>
                </a:cubicBezTo>
                <a:cubicBezTo>
                  <a:pt x="2999" y="483"/>
                  <a:pt x="2999" y="483"/>
                  <a:pt x="2999" y="483"/>
                </a:cubicBezTo>
                <a:lnTo>
                  <a:pt x="2999" y="591"/>
                </a:lnTo>
                <a:close/>
                <a:moveTo>
                  <a:pt x="2902" y="459"/>
                </a:moveTo>
                <a:cubicBezTo>
                  <a:pt x="2911" y="459"/>
                  <a:pt x="2911" y="459"/>
                  <a:pt x="2911" y="459"/>
                </a:cubicBezTo>
                <a:cubicBezTo>
                  <a:pt x="2911" y="453"/>
                  <a:pt x="2911" y="453"/>
                  <a:pt x="2911" y="453"/>
                </a:cubicBezTo>
                <a:cubicBezTo>
                  <a:pt x="2925" y="453"/>
                  <a:pt x="2925" y="453"/>
                  <a:pt x="2925" y="453"/>
                </a:cubicBezTo>
                <a:cubicBezTo>
                  <a:pt x="2925" y="450"/>
                  <a:pt x="2925" y="450"/>
                  <a:pt x="2925" y="450"/>
                </a:cubicBezTo>
                <a:cubicBezTo>
                  <a:pt x="2935" y="450"/>
                  <a:pt x="2935" y="450"/>
                  <a:pt x="2935" y="450"/>
                </a:cubicBezTo>
                <a:cubicBezTo>
                  <a:pt x="2935" y="448"/>
                  <a:pt x="2935" y="448"/>
                  <a:pt x="2935" y="448"/>
                </a:cubicBezTo>
                <a:cubicBezTo>
                  <a:pt x="2923" y="448"/>
                  <a:pt x="2923" y="448"/>
                  <a:pt x="2923" y="448"/>
                </a:cubicBezTo>
                <a:cubicBezTo>
                  <a:pt x="2923" y="451"/>
                  <a:pt x="2923" y="451"/>
                  <a:pt x="2923" y="451"/>
                </a:cubicBezTo>
                <a:cubicBezTo>
                  <a:pt x="2908" y="451"/>
                  <a:pt x="2908" y="451"/>
                  <a:pt x="2908" y="451"/>
                </a:cubicBezTo>
                <a:cubicBezTo>
                  <a:pt x="2908" y="457"/>
                  <a:pt x="2908" y="457"/>
                  <a:pt x="2908" y="457"/>
                </a:cubicBezTo>
                <a:cubicBezTo>
                  <a:pt x="2902" y="457"/>
                  <a:pt x="2902" y="457"/>
                  <a:pt x="2902" y="457"/>
                </a:cubicBezTo>
                <a:cubicBezTo>
                  <a:pt x="2902" y="459"/>
                  <a:pt x="2902" y="459"/>
                  <a:pt x="2902" y="459"/>
                </a:cubicBezTo>
                <a:moveTo>
                  <a:pt x="2840" y="488"/>
                </a:moveTo>
                <a:cubicBezTo>
                  <a:pt x="2842" y="488"/>
                  <a:pt x="2842" y="488"/>
                  <a:pt x="2842" y="488"/>
                </a:cubicBezTo>
                <a:cubicBezTo>
                  <a:pt x="2842" y="440"/>
                  <a:pt x="2842" y="440"/>
                  <a:pt x="2842" y="440"/>
                </a:cubicBezTo>
                <a:cubicBezTo>
                  <a:pt x="2840" y="440"/>
                  <a:pt x="2840" y="440"/>
                  <a:pt x="2840" y="440"/>
                </a:cubicBezTo>
                <a:lnTo>
                  <a:pt x="2840" y="488"/>
                </a:lnTo>
                <a:close/>
                <a:moveTo>
                  <a:pt x="2830" y="506"/>
                </a:moveTo>
                <a:cubicBezTo>
                  <a:pt x="2840" y="502"/>
                  <a:pt x="2840" y="502"/>
                  <a:pt x="2840" y="502"/>
                </a:cubicBezTo>
                <a:cubicBezTo>
                  <a:pt x="2860" y="502"/>
                  <a:pt x="2860" y="502"/>
                  <a:pt x="2860" y="502"/>
                </a:cubicBezTo>
                <a:cubicBezTo>
                  <a:pt x="2860" y="499"/>
                  <a:pt x="2860" y="499"/>
                  <a:pt x="2860" y="499"/>
                </a:cubicBezTo>
                <a:cubicBezTo>
                  <a:pt x="2840" y="499"/>
                  <a:pt x="2840" y="499"/>
                  <a:pt x="2840" y="499"/>
                </a:cubicBezTo>
                <a:cubicBezTo>
                  <a:pt x="2830" y="503"/>
                  <a:pt x="2830" y="503"/>
                  <a:pt x="2830" y="503"/>
                </a:cubicBezTo>
                <a:cubicBezTo>
                  <a:pt x="2830" y="506"/>
                  <a:pt x="2830" y="506"/>
                  <a:pt x="2830" y="506"/>
                </a:cubicBezTo>
                <a:moveTo>
                  <a:pt x="2817" y="662"/>
                </a:moveTo>
                <a:cubicBezTo>
                  <a:pt x="2883" y="662"/>
                  <a:pt x="2883" y="662"/>
                  <a:pt x="2883" y="662"/>
                </a:cubicBezTo>
                <a:cubicBezTo>
                  <a:pt x="2883" y="670"/>
                  <a:pt x="2883" y="670"/>
                  <a:pt x="2883" y="670"/>
                </a:cubicBezTo>
                <a:cubicBezTo>
                  <a:pt x="2885" y="670"/>
                  <a:pt x="2885" y="670"/>
                  <a:pt x="2885" y="670"/>
                </a:cubicBezTo>
                <a:cubicBezTo>
                  <a:pt x="2885" y="659"/>
                  <a:pt x="2885" y="659"/>
                  <a:pt x="2885" y="659"/>
                </a:cubicBezTo>
                <a:cubicBezTo>
                  <a:pt x="2817" y="659"/>
                  <a:pt x="2817" y="659"/>
                  <a:pt x="2817" y="659"/>
                </a:cubicBezTo>
                <a:cubicBezTo>
                  <a:pt x="2817" y="662"/>
                  <a:pt x="2817" y="662"/>
                  <a:pt x="2817" y="662"/>
                </a:cubicBezTo>
                <a:moveTo>
                  <a:pt x="2759" y="628"/>
                </a:moveTo>
                <a:cubicBezTo>
                  <a:pt x="2815" y="628"/>
                  <a:pt x="2815" y="628"/>
                  <a:pt x="2815" y="628"/>
                </a:cubicBezTo>
                <a:cubicBezTo>
                  <a:pt x="2815" y="626"/>
                  <a:pt x="2815" y="626"/>
                  <a:pt x="2815" y="626"/>
                </a:cubicBezTo>
                <a:cubicBezTo>
                  <a:pt x="2759" y="626"/>
                  <a:pt x="2759" y="626"/>
                  <a:pt x="2759" y="626"/>
                </a:cubicBezTo>
                <a:lnTo>
                  <a:pt x="2759" y="628"/>
                </a:lnTo>
                <a:close/>
                <a:moveTo>
                  <a:pt x="2759" y="318"/>
                </a:moveTo>
                <a:cubicBezTo>
                  <a:pt x="2815" y="316"/>
                  <a:pt x="2815" y="316"/>
                  <a:pt x="2815" y="316"/>
                </a:cubicBezTo>
                <a:cubicBezTo>
                  <a:pt x="2830" y="326"/>
                  <a:pt x="2830" y="326"/>
                  <a:pt x="2830" y="326"/>
                </a:cubicBezTo>
                <a:cubicBezTo>
                  <a:pt x="2831" y="324"/>
                  <a:pt x="2831" y="324"/>
                  <a:pt x="2831" y="324"/>
                </a:cubicBezTo>
                <a:cubicBezTo>
                  <a:pt x="2815" y="314"/>
                  <a:pt x="2815" y="314"/>
                  <a:pt x="2815" y="314"/>
                </a:cubicBezTo>
                <a:cubicBezTo>
                  <a:pt x="2758" y="316"/>
                  <a:pt x="2758" y="316"/>
                  <a:pt x="2758" y="316"/>
                </a:cubicBezTo>
                <a:cubicBezTo>
                  <a:pt x="2759" y="318"/>
                  <a:pt x="2759" y="318"/>
                  <a:pt x="2759" y="318"/>
                </a:cubicBezTo>
                <a:moveTo>
                  <a:pt x="2760" y="421"/>
                </a:moveTo>
                <a:cubicBezTo>
                  <a:pt x="2815" y="420"/>
                  <a:pt x="2815" y="420"/>
                  <a:pt x="2815" y="420"/>
                </a:cubicBezTo>
                <a:cubicBezTo>
                  <a:pt x="2830" y="425"/>
                  <a:pt x="2830" y="425"/>
                  <a:pt x="2830" y="425"/>
                </a:cubicBezTo>
                <a:cubicBezTo>
                  <a:pt x="2831" y="423"/>
                  <a:pt x="2831" y="423"/>
                  <a:pt x="2831" y="423"/>
                </a:cubicBezTo>
                <a:cubicBezTo>
                  <a:pt x="2816" y="418"/>
                  <a:pt x="2816" y="418"/>
                  <a:pt x="2816" y="418"/>
                </a:cubicBezTo>
                <a:cubicBezTo>
                  <a:pt x="2760" y="419"/>
                  <a:pt x="2760" y="419"/>
                  <a:pt x="2760" y="419"/>
                </a:cubicBezTo>
                <a:cubicBezTo>
                  <a:pt x="2760" y="421"/>
                  <a:pt x="2760" y="421"/>
                  <a:pt x="2760" y="421"/>
                </a:cubicBezTo>
                <a:moveTo>
                  <a:pt x="2832" y="330"/>
                </a:moveTo>
                <a:cubicBezTo>
                  <a:pt x="2866" y="330"/>
                  <a:pt x="2866" y="330"/>
                  <a:pt x="2866" y="330"/>
                </a:cubicBezTo>
                <a:cubicBezTo>
                  <a:pt x="2866" y="347"/>
                  <a:pt x="2866" y="347"/>
                  <a:pt x="2866" y="347"/>
                </a:cubicBezTo>
                <a:cubicBezTo>
                  <a:pt x="2868" y="347"/>
                  <a:pt x="2868" y="347"/>
                  <a:pt x="2868" y="347"/>
                </a:cubicBezTo>
                <a:cubicBezTo>
                  <a:pt x="2868" y="328"/>
                  <a:pt x="2868" y="328"/>
                  <a:pt x="2868" y="328"/>
                </a:cubicBezTo>
                <a:cubicBezTo>
                  <a:pt x="2832" y="328"/>
                  <a:pt x="2832" y="328"/>
                  <a:pt x="2832" y="328"/>
                </a:cubicBezTo>
                <a:cubicBezTo>
                  <a:pt x="2832" y="330"/>
                  <a:pt x="2832" y="330"/>
                  <a:pt x="2832" y="330"/>
                </a:cubicBezTo>
                <a:moveTo>
                  <a:pt x="2643" y="277"/>
                </a:moveTo>
                <a:cubicBezTo>
                  <a:pt x="2657" y="286"/>
                  <a:pt x="2657" y="286"/>
                  <a:pt x="2657" y="286"/>
                </a:cubicBezTo>
                <a:cubicBezTo>
                  <a:pt x="2668" y="278"/>
                  <a:pt x="2668" y="278"/>
                  <a:pt x="2668" y="278"/>
                </a:cubicBezTo>
                <a:cubicBezTo>
                  <a:pt x="2666" y="276"/>
                  <a:pt x="2666" y="276"/>
                  <a:pt x="2666" y="276"/>
                </a:cubicBezTo>
                <a:cubicBezTo>
                  <a:pt x="2657" y="283"/>
                  <a:pt x="2657" y="283"/>
                  <a:pt x="2657" y="283"/>
                </a:cubicBezTo>
                <a:cubicBezTo>
                  <a:pt x="2645" y="275"/>
                  <a:pt x="2645" y="275"/>
                  <a:pt x="2645" y="275"/>
                </a:cubicBezTo>
                <a:cubicBezTo>
                  <a:pt x="2643" y="277"/>
                  <a:pt x="2643" y="277"/>
                  <a:pt x="2643" y="277"/>
                </a:cubicBezTo>
                <a:moveTo>
                  <a:pt x="2723" y="408"/>
                </a:moveTo>
                <a:cubicBezTo>
                  <a:pt x="2723" y="389"/>
                  <a:pt x="2723" y="389"/>
                  <a:pt x="2723" y="389"/>
                </a:cubicBezTo>
                <a:cubicBezTo>
                  <a:pt x="2736" y="389"/>
                  <a:pt x="2736" y="389"/>
                  <a:pt x="2736" y="389"/>
                </a:cubicBezTo>
                <a:cubicBezTo>
                  <a:pt x="2736" y="380"/>
                  <a:pt x="2736" y="380"/>
                  <a:pt x="2736" y="380"/>
                </a:cubicBezTo>
                <a:cubicBezTo>
                  <a:pt x="2759" y="380"/>
                  <a:pt x="2759" y="380"/>
                  <a:pt x="2759" y="380"/>
                </a:cubicBezTo>
                <a:cubicBezTo>
                  <a:pt x="2759" y="377"/>
                  <a:pt x="2759" y="377"/>
                  <a:pt x="2759" y="377"/>
                </a:cubicBezTo>
                <a:cubicBezTo>
                  <a:pt x="2734" y="377"/>
                  <a:pt x="2734" y="377"/>
                  <a:pt x="2734" y="377"/>
                </a:cubicBezTo>
                <a:cubicBezTo>
                  <a:pt x="2734" y="386"/>
                  <a:pt x="2734" y="386"/>
                  <a:pt x="2734" y="386"/>
                </a:cubicBezTo>
                <a:cubicBezTo>
                  <a:pt x="2721" y="386"/>
                  <a:pt x="2721" y="386"/>
                  <a:pt x="2721" y="386"/>
                </a:cubicBezTo>
                <a:cubicBezTo>
                  <a:pt x="2721" y="408"/>
                  <a:pt x="2721" y="408"/>
                  <a:pt x="2721" y="408"/>
                </a:cubicBezTo>
                <a:cubicBezTo>
                  <a:pt x="2723" y="408"/>
                  <a:pt x="2723" y="408"/>
                  <a:pt x="2723" y="408"/>
                </a:cubicBezTo>
                <a:moveTo>
                  <a:pt x="2872" y="401"/>
                </a:moveTo>
                <a:cubicBezTo>
                  <a:pt x="2880" y="405"/>
                  <a:pt x="2880" y="405"/>
                  <a:pt x="2880" y="405"/>
                </a:cubicBezTo>
                <a:cubicBezTo>
                  <a:pt x="2880" y="416"/>
                  <a:pt x="2880" y="416"/>
                  <a:pt x="2880" y="416"/>
                </a:cubicBezTo>
                <a:cubicBezTo>
                  <a:pt x="2896" y="416"/>
                  <a:pt x="2896" y="416"/>
                  <a:pt x="2896" y="416"/>
                </a:cubicBezTo>
                <a:cubicBezTo>
                  <a:pt x="2896" y="414"/>
                  <a:pt x="2896" y="414"/>
                  <a:pt x="2896" y="414"/>
                </a:cubicBezTo>
                <a:cubicBezTo>
                  <a:pt x="2882" y="414"/>
                  <a:pt x="2882" y="414"/>
                  <a:pt x="2882" y="414"/>
                </a:cubicBezTo>
                <a:cubicBezTo>
                  <a:pt x="2882" y="404"/>
                  <a:pt x="2882" y="404"/>
                  <a:pt x="2882" y="404"/>
                </a:cubicBezTo>
                <a:cubicBezTo>
                  <a:pt x="2873" y="399"/>
                  <a:pt x="2873" y="399"/>
                  <a:pt x="2873" y="399"/>
                </a:cubicBezTo>
                <a:cubicBezTo>
                  <a:pt x="2872" y="401"/>
                  <a:pt x="2872" y="401"/>
                  <a:pt x="2872" y="401"/>
                </a:cubicBezTo>
                <a:moveTo>
                  <a:pt x="2922" y="538"/>
                </a:moveTo>
                <a:cubicBezTo>
                  <a:pt x="2925" y="538"/>
                  <a:pt x="2925" y="538"/>
                  <a:pt x="2925" y="538"/>
                </a:cubicBezTo>
                <a:cubicBezTo>
                  <a:pt x="2925" y="467"/>
                  <a:pt x="2925" y="467"/>
                  <a:pt x="2925" y="467"/>
                </a:cubicBezTo>
                <a:cubicBezTo>
                  <a:pt x="2922" y="467"/>
                  <a:pt x="2922" y="467"/>
                  <a:pt x="2922" y="467"/>
                </a:cubicBezTo>
                <a:lnTo>
                  <a:pt x="2922" y="538"/>
                </a:lnTo>
                <a:close/>
                <a:moveTo>
                  <a:pt x="2437" y="455"/>
                </a:moveTo>
                <a:cubicBezTo>
                  <a:pt x="2453" y="455"/>
                  <a:pt x="2453" y="455"/>
                  <a:pt x="2453" y="455"/>
                </a:cubicBezTo>
                <a:cubicBezTo>
                  <a:pt x="2453" y="459"/>
                  <a:pt x="2453" y="459"/>
                  <a:pt x="2453" y="459"/>
                </a:cubicBezTo>
                <a:cubicBezTo>
                  <a:pt x="2441" y="459"/>
                  <a:pt x="2441" y="459"/>
                  <a:pt x="2441" y="459"/>
                </a:cubicBezTo>
                <a:cubicBezTo>
                  <a:pt x="2441" y="488"/>
                  <a:pt x="2441" y="488"/>
                  <a:pt x="2441" y="488"/>
                </a:cubicBezTo>
                <a:cubicBezTo>
                  <a:pt x="2454" y="488"/>
                  <a:pt x="2454" y="488"/>
                  <a:pt x="2454" y="488"/>
                </a:cubicBezTo>
                <a:cubicBezTo>
                  <a:pt x="2454" y="492"/>
                  <a:pt x="2454" y="492"/>
                  <a:pt x="2454" y="492"/>
                </a:cubicBezTo>
                <a:cubicBezTo>
                  <a:pt x="2436" y="492"/>
                  <a:pt x="2436" y="492"/>
                  <a:pt x="2436" y="492"/>
                </a:cubicBezTo>
                <a:cubicBezTo>
                  <a:pt x="2436" y="494"/>
                  <a:pt x="2436" y="494"/>
                  <a:pt x="2436" y="494"/>
                </a:cubicBezTo>
                <a:cubicBezTo>
                  <a:pt x="2456" y="494"/>
                  <a:pt x="2456" y="494"/>
                  <a:pt x="2456" y="494"/>
                </a:cubicBezTo>
                <a:cubicBezTo>
                  <a:pt x="2456" y="486"/>
                  <a:pt x="2456" y="486"/>
                  <a:pt x="2456" y="486"/>
                </a:cubicBezTo>
                <a:cubicBezTo>
                  <a:pt x="2443" y="486"/>
                  <a:pt x="2443" y="486"/>
                  <a:pt x="2443" y="486"/>
                </a:cubicBezTo>
                <a:cubicBezTo>
                  <a:pt x="2443" y="461"/>
                  <a:pt x="2443" y="461"/>
                  <a:pt x="2443" y="461"/>
                </a:cubicBezTo>
                <a:cubicBezTo>
                  <a:pt x="2455" y="461"/>
                  <a:pt x="2455" y="461"/>
                  <a:pt x="2455" y="461"/>
                </a:cubicBezTo>
                <a:cubicBezTo>
                  <a:pt x="2455" y="452"/>
                  <a:pt x="2455" y="452"/>
                  <a:pt x="2455" y="452"/>
                </a:cubicBezTo>
                <a:cubicBezTo>
                  <a:pt x="2437" y="452"/>
                  <a:pt x="2437" y="452"/>
                  <a:pt x="2437" y="452"/>
                </a:cubicBezTo>
                <a:cubicBezTo>
                  <a:pt x="2437" y="455"/>
                  <a:pt x="2437" y="455"/>
                  <a:pt x="2437" y="455"/>
                </a:cubicBezTo>
                <a:moveTo>
                  <a:pt x="2436" y="514"/>
                </a:moveTo>
                <a:cubicBezTo>
                  <a:pt x="2451" y="514"/>
                  <a:pt x="2451" y="514"/>
                  <a:pt x="2451" y="514"/>
                </a:cubicBezTo>
                <a:cubicBezTo>
                  <a:pt x="2451" y="518"/>
                  <a:pt x="2451" y="518"/>
                  <a:pt x="2451" y="518"/>
                </a:cubicBezTo>
                <a:cubicBezTo>
                  <a:pt x="2441" y="518"/>
                  <a:pt x="2441" y="518"/>
                  <a:pt x="2441" y="518"/>
                </a:cubicBezTo>
                <a:cubicBezTo>
                  <a:pt x="2441" y="553"/>
                  <a:pt x="2441" y="553"/>
                  <a:pt x="2441" y="553"/>
                </a:cubicBezTo>
                <a:cubicBezTo>
                  <a:pt x="2450" y="553"/>
                  <a:pt x="2450" y="553"/>
                  <a:pt x="2450" y="553"/>
                </a:cubicBezTo>
                <a:cubicBezTo>
                  <a:pt x="2450" y="557"/>
                  <a:pt x="2450" y="557"/>
                  <a:pt x="2450" y="557"/>
                </a:cubicBezTo>
                <a:cubicBezTo>
                  <a:pt x="2437" y="557"/>
                  <a:pt x="2437" y="557"/>
                  <a:pt x="2437" y="557"/>
                </a:cubicBezTo>
                <a:cubicBezTo>
                  <a:pt x="2437" y="559"/>
                  <a:pt x="2437" y="559"/>
                  <a:pt x="2437" y="559"/>
                </a:cubicBezTo>
                <a:cubicBezTo>
                  <a:pt x="2452" y="559"/>
                  <a:pt x="2452" y="559"/>
                  <a:pt x="2452" y="559"/>
                </a:cubicBezTo>
                <a:cubicBezTo>
                  <a:pt x="2452" y="551"/>
                  <a:pt x="2452" y="551"/>
                  <a:pt x="2452" y="551"/>
                </a:cubicBezTo>
                <a:cubicBezTo>
                  <a:pt x="2443" y="551"/>
                  <a:pt x="2443" y="551"/>
                  <a:pt x="2443" y="551"/>
                </a:cubicBezTo>
                <a:cubicBezTo>
                  <a:pt x="2443" y="520"/>
                  <a:pt x="2443" y="520"/>
                  <a:pt x="2443" y="520"/>
                </a:cubicBezTo>
                <a:cubicBezTo>
                  <a:pt x="2453" y="520"/>
                  <a:pt x="2453" y="520"/>
                  <a:pt x="2453" y="520"/>
                </a:cubicBezTo>
                <a:cubicBezTo>
                  <a:pt x="2453" y="511"/>
                  <a:pt x="2453" y="511"/>
                  <a:pt x="2453" y="511"/>
                </a:cubicBezTo>
                <a:cubicBezTo>
                  <a:pt x="2436" y="511"/>
                  <a:pt x="2436" y="511"/>
                  <a:pt x="2436" y="511"/>
                </a:cubicBezTo>
                <a:cubicBezTo>
                  <a:pt x="2436" y="514"/>
                  <a:pt x="2436" y="514"/>
                  <a:pt x="2436" y="514"/>
                </a:cubicBezTo>
                <a:moveTo>
                  <a:pt x="2436" y="578"/>
                </a:moveTo>
                <a:cubicBezTo>
                  <a:pt x="2451" y="578"/>
                  <a:pt x="2451" y="578"/>
                  <a:pt x="2451" y="578"/>
                </a:cubicBezTo>
                <a:cubicBezTo>
                  <a:pt x="2451" y="582"/>
                  <a:pt x="2451" y="582"/>
                  <a:pt x="2451" y="582"/>
                </a:cubicBezTo>
                <a:cubicBezTo>
                  <a:pt x="2441" y="582"/>
                  <a:pt x="2441" y="582"/>
                  <a:pt x="2441" y="582"/>
                </a:cubicBezTo>
                <a:cubicBezTo>
                  <a:pt x="2441" y="618"/>
                  <a:pt x="2441" y="618"/>
                  <a:pt x="2441" y="618"/>
                </a:cubicBezTo>
                <a:cubicBezTo>
                  <a:pt x="2451" y="618"/>
                  <a:pt x="2451" y="618"/>
                  <a:pt x="2451" y="618"/>
                </a:cubicBezTo>
                <a:cubicBezTo>
                  <a:pt x="2451" y="621"/>
                  <a:pt x="2451" y="621"/>
                  <a:pt x="2451" y="621"/>
                </a:cubicBezTo>
                <a:cubicBezTo>
                  <a:pt x="2436" y="621"/>
                  <a:pt x="2436" y="621"/>
                  <a:pt x="2436" y="621"/>
                </a:cubicBezTo>
                <a:cubicBezTo>
                  <a:pt x="2436" y="641"/>
                  <a:pt x="2436" y="641"/>
                  <a:pt x="2436" y="641"/>
                </a:cubicBezTo>
                <a:cubicBezTo>
                  <a:pt x="2439" y="641"/>
                  <a:pt x="2439" y="641"/>
                  <a:pt x="2439" y="641"/>
                </a:cubicBezTo>
                <a:cubicBezTo>
                  <a:pt x="2439" y="624"/>
                  <a:pt x="2439" y="624"/>
                  <a:pt x="2439" y="624"/>
                </a:cubicBezTo>
                <a:cubicBezTo>
                  <a:pt x="2453" y="624"/>
                  <a:pt x="2453" y="624"/>
                  <a:pt x="2453" y="624"/>
                </a:cubicBezTo>
                <a:cubicBezTo>
                  <a:pt x="2453" y="615"/>
                  <a:pt x="2453" y="615"/>
                  <a:pt x="2453" y="615"/>
                </a:cubicBezTo>
                <a:cubicBezTo>
                  <a:pt x="2443" y="615"/>
                  <a:pt x="2443" y="615"/>
                  <a:pt x="2443" y="615"/>
                </a:cubicBezTo>
                <a:cubicBezTo>
                  <a:pt x="2443" y="584"/>
                  <a:pt x="2443" y="584"/>
                  <a:pt x="2443" y="584"/>
                </a:cubicBezTo>
                <a:cubicBezTo>
                  <a:pt x="2454" y="584"/>
                  <a:pt x="2454" y="584"/>
                  <a:pt x="2454" y="584"/>
                </a:cubicBezTo>
                <a:cubicBezTo>
                  <a:pt x="2454" y="576"/>
                  <a:pt x="2454" y="576"/>
                  <a:pt x="2454" y="576"/>
                </a:cubicBezTo>
                <a:cubicBezTo>
                  <a:pt x="2436" y="576"/>
                  <a:pt x="2436" y="576"/>
                  <a:pt x="2436" y="576"/>
                </a:cubicBezTo>
                <a:cubicBezTo>
                  <a:pt x="2436" y="578"/>
                  <a:pt x="2436" y="578"/>
                  <a:pt x="2436" y="578"/>
                </a:cubicBezTo>
                <a:moveTo>
                  <a:pt x="2456" y="503"/>
                </a:moveTo>
                <a:cubicBezTo>
                  <a:pt x="2448" y="503"/>
                  <a:pt x="2448" y="503"/>
                  <a:pt x="2448" y="503"/>
                </a:cubicBezTo>
                <a:cubicBezTo>
                  <a:pt x="2448" y="499"/>
                  <a:pt x="2448" y="499"/>
                  <a:pt x="2448" y="499"/>
                </a:cubicBezTo>
                <a:cubicBezTo>
                  <a:pt x="2459" y="499"/>
                  <a:pt x="2459" y="499"/>
                  <a:pt x="2459" y="499"/>
                </a:cubicBezTo>
                <a:cubicBezTo>
                  <a:pt x="2459" y="497"/>
                  <a:pt x="2459" y="497"/>
                  <a:pt x="2459" y="497"/>
                </a:cubicBezTo>
                <a:cubicBezTo>
                  <a:pt x="2445" y="497"/>
                  <a:pt x="2445" y="497"/>
                  <a:pt x="2445" y="497"/>
                </a:cubicBezTo>
                <a:cubicBezTo>
                  <a:pt x="2445" y="506"/>
                  <a:pt x="2445" y="506"/>
                  <a:pt x="2445" y="506"/>
                </a:cubicBezTo>
                <a:cubicBezTo>
                  <a:pt x="2456" y="506"/>
                  <a:pt x="2456" y="506"/>
                  <a:pt x="2456" y="506"/>
                </a:cubicBezTo>
                <a:cubicBezTo>
                  <a:pt x="2456" y="503"/>
                  <a:pt x="2456" y="503"/>
                  <a:pt x="2456" y="503"/>
                </a:cubicBezTo>
                <a:moveTo>
                  <a:pt x="2456" y="528"/>
                </a:moveTo>
                <a:cubicBezTo>
                  <a:pt x="2448" y="528"/>
                  <a:pt x="2448" y="528"/>
                  <a:pt x="2448" y="528"/>
                </a:cubicBezTo>
                <a:cubicBezTo>
                  <a:pt x="2448" y="524"/>
                  <a:pt x="2448" y="524"/>
                  <a:pt x="2448" y="524"/>
                </a:cubicBezTo>
                <a:cubicBezTo>
                  <a:pt x="2455" y="524"/>
                  <a:pt x="2455" y="524"/>
                  <a:pt x="2455" y="524"/>
                </a:cubicBezTo>
                <a:cubicBezTo>
                  <a:pt x="2455" y="521"/>
                  <a:pt x="2455" y="521"/>
                  <a:pt x="2455" y="521"/>
                </a:cubicBezTo>
                <a:cubicBezTo>
                  <a:pt x="2446" y="521"/>
                  <a:pt x="2446" y="521"/>
                  <a:pt x="2446" y="521"/>
                </a:cubicBezTo>
                <a:cubicBezTo>
                  <a:pt x="2446" y="530"/>
                  <a:pt x="2446" y="530"/>
                  <a:pt x="2446" y="530"/>
                </a:cubicBezTo>
                <a:cubicBezTo>
                  <a:pt x="2456" y="530"/>
                  <a:pt x="2456" y="530"/>
                  <a:pt x="2456" y="530"/>
                </a:cubicBezTo>
                <a:cubicBezTo>
                  <a:pt x="2456" y="528"/>
                  <a:pt x="2456" y="528"/>
                  <a:pt x="2456" y="528"/>
                </a:cubicBezTo>
                <a:moveTo>
                  <a:pt x="2457" y="569"/>
                </a:moveTo>
                <a:cubicBezTo>
                  <a:pt x="2448" y="569"/>
                  <a:pt x="2448" y="569"/>
                  <a:pt x="2448" y="569"/>
                </a:cubicBezTo>
                <a:cubicBezTo>
                  <a:pt x="2448" y="565"/>
                  <a:pt x="2448" y="565"/>
                  <a:pt x="2448" y="565"/>
                </a:cubicBezTo>
                <a:cubicBezTo>
                  <a:pt x="2456" y="565"/>
                  <a:pt x="2456" y="565"/>
                  <a:pt x="2456" y="565"/>
                </a:cubicBezTo>
                <a:cubicBezTo>
                  <a:pt x="2456" y="563"/>
                  <a:pt x="2456" y="563"/>
                  <a:pt x="2456" y="563"/>
                </a:cubicBezTo>
                <a:cubicBezTo>
                  <a:pt x="2446" y="563"/>
                  <a:pt x="2446" y="563"/>
                  <a:pt x="2446" y="563"/>
                </a:cubicBezTo>
                <a:cubicBezTo>
                  <a:pt x="2446" y="571"/>
                  <a:pt x="2446" y="571"/>
                  <a:pt x="2446" y="571"/>
                </a:cubicBezTo>
                <a:cubicBezTo>
                  <a:pt x="2457" y="571"/>
                  <a:pt x="2457" y="571"/>
                  <a:pt x="2457" y="571"/>
                </a:cubicBezTo>
                <a:cubicBezTo>
                  <a:pt x="2457" y="569"/>
                  <a:pt x="2457" y="569"/>
                  <a:pt x="2457" y="569"/>
                </a:cubicBezTo>
                <a:moveTo>
                  <a:pt x="2457" y="592"/>
                </a:moveTo>
                <a:cubicBezTo>
                  <a:pt x="2448" y="592"/>
                  <a:pt x="2448" y="592"/>
                  <a:pt x="2448" y="592"/>
                </a:cubicBezTo>
                <a:cubicBezTo>
                  <a:pt x="2448" y="588"/>
                  <a:pt x="2448" y="588"/>
                  <a:pt x="2448" y="588"/>
                </a:cubicBezTo>
                <a:cubicBezTo>
                  <a:pt x="2456" y="588"/>
                  <a:pt x="2456" y="588"/>
                  <a:pt x="2456" y="588"/>
                </a:cubicBezTo>
                <a:cubicBezTo>
                  <a:pt x="2456" y="586"/>
                  <a:pt x="2456" y="586"/>
                  <a:pt x="2456" y="586"/>
                </a:cubicBezTo>
                <a:cubicBezTo>
                  <a:pt x="2446" y="586"/>
                  <a:pt x="2446" y="586"/>
                  <a:pt x="2446" y="586"/>
                </a:cubicBezTo>
                <a:cubicBezTo>
                  <a:pt x="2446" y="594"/>
                  <a:pt x="2446" y="594"/>
                  <a:pt x="2446" y="594"/>
                </a:cubicBezTo>
                <a:cubicBezTo>
                  <a:pt x="2457" y="594"/>
                  <a:pt x="2457" y="594"/>
                  <a:pt x="2457" y="594"/>
                </a:cubicBezTo>
                <a:cubicBezTo>
                  <a:pt x="2457" y="592"/>
                  <a:pt x="2457" y="592"/>
                  <a:pt x="2457" y="592"/>
                </a:cubicBezTo>
                <a:moveTo>
                  <a:pt x="2464" y="470"/>
                </a:moveTo>
                <a:cubicBezTo>
                  <a:pt x="2450" y="470"/>
                  <a:pt x="2450" y="470"/>
                  <a:pt x="2450" y="470"/>
                </a:cubicBezTo>
                <a:cubicBezTo>
                  <a:pt x="2450" y="466"/>
                  <a:pt x="2450" y="466"/>
                  <a:pt x="2450" y="466"/>
                </a:cubicBezTo>
                <a:cubicBezTo>
                  <a:pt x="2459" y="466"/>
                  <a:pt x="2459" y="466"/>
                  <a:pt x="2459" y="466"/>
                </a:cubicBezTo>
                <a:cubicBezTo>
                  <a:pt x="2459" y="463"/>
                  <a:pt x="2459" y="463"/>
                  <a:pt x="2459" y="463"/>
                </a:cubicBezTo>
                <a:cubicBezTo>
                  <a:pt x="2448" y="463"/>
                  <a:pt x="2448" y="463"/>
                  <a:pt x="2448" y="463"/>
                </a:cubicBezTo>
                <a:cubicBezTo>
                  <a:pt x="2448" y="472"/>
                  <a:pt x="2448" y="472"/>
                  <a:pt x="2448" y="472"/>
                </a:cubicBezTo>
                <a:cubicBezTo>
                  <a:pt x="2464" y="472"/>
                  <a:pt x="2464" y="472"/>
                  <a:pt x="2464" y="472"/>
                </a:cubicBezTo>
                <a:cubicBezTo>
                  <a:pt x="2464" y="470"/>
                  <a:pt x="2464" y="470"/>
                  <a:pt x="2464" y="470"/>
                </a:cubicBezTo>
                <a:moveTo>
                  <a:pt x="2437" y="444"/>
                </a:moveTo>
                <a:cubicBezTo>
                  <a:pt x="2460" y="441"/>
                  <a:pt x="2460" y="441"/>
                  <a:pt x="2460" y="441"/>
                </a:cubicBezTo>
                <a:cubicBezTo>
                  <a:pt x="2460" y="430"/>
                  <a:pt x="2460" y="430"/>
                  <a:pt x="2460" y="430"/>
                </a:cubicBezTo>
                <a:cubicBezTo>
                  <a:pt x="2458" y="430"/>
                  <a:pt x="2458" y="430"/>
                  <a:pt x="2458" y="430"/>
                </a:cubicBezTo>
                <a:cubicBezTo>
                  <a:pt x="2458" y="439"/>
                  <a:pt x="2458" y="439"/>
                  <a:pt x="2458" y="439"/>
                </a:cubicBezTo>
                <a:cubicBezTo>
                  <a:pt x="2437" y="441"/>
                  <a:pt x="2437" y="441"/>
                  <a:pt x="2437" y="441"/>
                </a:cubicBezTo>
                <a:cubicBezTo>
                  <a:pt x="2437" y="444"/>
                  <a:pt x="2437" y="444"/>
                  <a:pt x="2437" y="444"/>
                </a:cubicBezTo>
                <a:moveTo>
                  <a:pt x="2517" y="459"/>
                </a:moveTo>
                <a:cubicBezTo>
                  <a:pt x="2517" y="433"/>
                  <a:pt x="2517" y="433"/>
                  <a:pt x="2517" y="433"/>
                </a:cubicBezTo>
                <a:cubicBezTo>
                  <a:pt x="2531" y="433"/>
                  <a:pt x="2531" y="433"/>
                  <a:pt x="2531" y="433"/>
                </a:cubicBezTo>
                <a:cubicBezTo>
                  <a:pt x="2531" y="427"/>
                  <a:pt x="2531" y="427"/>
                  <a:pt x="2531" y="427"/>
                </a:cubicBezTo>
                <a:cubicBezTo>
                  <a:pt x="2535" y="427"/>
                  <a:pt x="2535" y="427"/>
                  <a:pt x="2535" y="427"/>
                </a:cubicBezTo>
                <a:cubicBezTo>
                  <a:pt x="2535" y="433"/>
                  <a:pt x="2535" y="433"/>
                  <a:pt x="2535" y="433"/>
                </a:cubicBezTo>
                <a:cubicBezTo>
                  <a:pt x="2548" y="433"/>
                  <a:pt x="2548" y="433"/>
                  <a:pt x="2548" y="433"/>
                </a:cubicBezTo>
                <a:cubicBezTo>
                  <a:pt x="2548" y="470"/>
                  <a:pt x="2548" y="470"/>
                  <a:pt x="2548" y="470"/>
                </a:cubicBezTo>
                <a:cubicBezTo>
                  <a:pt x="2550" y="470"/>
                  <a:pt x="2550" y="470"/>
                  <a:pt x="2550" y="470"/>
                </a:cubicBezTo>
                <a:cubicBezTo>
                  <a:pt x="2550" y="431"/>
                  <a:pt x="2550" y="431"/>
                  <a:pt x="2550" y="431"/>
                </a:cubicBezTo>
                <a:cubicBezTo>
                  <a:pt x="2537" y="431"/>
                  <a:pt x="2537" y="431"/>
                  <a:pt x="2537" y="431"/>
                </a:cubicBezTo>
                <a:cubicBezTo>
                  <a:pt x="2537" y="426"/>
                  <a:pt x="2537" y="426"/>
                  <a:pt x="2537" y="426"/>
                </a:cubicBezTo>
                <a:cubicBezTo>
                  <a:pt x="2537" y="425"/>
                  <a:pt x="2537" y="425"/>
                  <a:pt x="2537" y="425"/>
                </a:cubicBezTo>
                <a:cubicBezTo>
                  <a:pt x="2528" y="425"/>
                  <a:pt x="2528" y="425"/>
                  <a:pt x="2528" y="425"/>
                </a:cubicBezTo>
                <a:cubicBezTo>
                  <a:pt x="2528" y="431"/>
                  <a:pt x="2528" y="431"/>
                  <a:pt x="2528" y="431"/>
                </a:cubicBezTo>
                <a:cubicBezTo>
                  <a:pt x="2515" y="431"/>
                  <a:pt x="2515" y="431"/>
                  <a:pt x="2515" y="431"/>
                </a:cubicBezTo>
                <a:cubicBezTo>
                  <a:pt x="2515" y="459"/>
                  <a:pt x="2515" y="459"/>
                  <a:pt x="2515" y="459"/>
                </a:cubicBezTo>
                <a:cubicBezTo>
                  <a:pt x="2517" y="459"/>
                  <a:pt x="2517" y="459"/>
                  <a:pt x="2517" y="459"/>
                </a:cubicBezTo>
                <a:moveTo>
                  <a:pt x="2540" y="452"/>
                </a:moveTo>
                <a:cubicBezTo>
                  <a:pt x="2542" y="452"/>
                  <a:pt x="2542" y="452"/>
                  <a:pt x="2542" y="452"/>
                </a:cubicBezTo>
                <a:cubicBezTo>
                  <a:pt x="2542" y="433"/>
                  <a:pt x="2542" y="433"/>
                  <a:pt x="2542" y="433"/>
                </a:cubicBezTo>
                <a:cubicBezTo>
                  <a:pt x="2540" y="433"/>
                  <a:pt x="2540" y="433"/>
                  <a:pt x="2540" y="433"/>
                </a:cubicBezTo>
                <a:lnTo>
                  <a:pt x="2540" y="452"/>
                </a:lnTo>
                <a:close/>
                <a:moveTo>
                  <a:pt x="2524" y="480"/>
                </a:moveTo>
                <a:cubicBezTo>
                  <a:pt x="2526" y="480"/>
                  <a:pt x="2526" y="480"/>
                  <a:pt x="2526" y="480"/>
                </a:cubicBezTo>
                <a:cubicBezTo>
                  <a:pt x="2526" y="432"/>
                  <a:pt x="2526" y="432"/>
                  <a:pt x="2526" y="432"/>
                </a:cubicBezTo>
                <a:cubicBezTo>
                  <a:pt x="2524" y="432"/>
                  <a:pt x="2524" y="432"/>
                  <a:pt x="2524" y="432"/>
                </a:cubicBezTo>
                <a:lnTo>
                  <a:pt x="2524" y="480"/>
                </a:lnTo>
                <a:close/>
                <a:moveTo>
                  <a:pt x="2304" y="639"/>
                </a:moveTo>
                <a:cubicBezTo>
                  <a:pt x="2353" y="639"/>
                  <a:pt x="2353" y="639"/>
                  <a:pt x="2353" y="639"/>
                </a:cubicBezTo>
                <a:cubicBezTo>
                  <a:pt x="2353" y="637"/>
                  <a:pt x="2353" y="637"/>
                  <a:pt x="2353" y="637"/>
                </a:cubicBezTo>
                <a:cubicBezTo>
                  <a:pt x="2304" y="637"/>
                  <a:pt x="2304" y="637"/>
                  <a:pt x="2304" y="637"/>
                </a:cubicBezTo>
                <a:lnTo>
                  <a:pt x="2304" y="639"/>
                </a:lnTo>
                <a:close/>
                <a:moveTo>
                  <a:pt x="2576" y="390"/>
                </a:moveTo>
                <a:cubicBezTo>
                  <a:pt x="2576" y="366"/>
                  <a:pt x="2576" y="366"/>
                  <a:pt x="2576" y="366"/>
                </a:cubicBezTo>
                <a:cubicBezTo>
                  <a:pt x="2620" y="366"/>
                  <a:pt x="2620" y="366"/>
                  <a:pt x="2620" y="366"/>
                </a:cubicBezTo>
                <a:cubicBezTo>
                  <a:pt x="2620" y="363"/>
                  <a:pt x="2620" y="363"/>
                  <a:pt x="2620" y="363"/>
                </a:cubicBezTo>
                <a:cubicBezTo>
                  <a:pt x="2574" y="363"/>
                  <a:pt x="2574" y="363"/>
                  <a:pt x="2574" y="363"/>
                </a:cubicBezTo>
                <a:cubicBezTo>
                  <a:pt x="2574" y="390"/>
                  <a:pt x="2574" y="390"/>
                  <a:pt x="2574" y="390"/>
                </a:cubicBezTo>
                <a:cubicBezTo>
                  <a:pt x="2576" y="390"/>
                  <a:pt x="2576" y="390"/>
                  <a:pt x="2576" y="390"/>
                </a:cubicBezTo>
                <a:moveTo>
                  <a:pt x="2600" y="421"/>
                </a:moveTo>
                <a:cubicBezTo>
                  <a:pt x="2600" y="404"/>
                  <a:pt x="2600" y="404"/>
                  <a:pt x="2600" y="404"/>
                </a:cubicBezTo>
                <a:cubicBezTo>
                  <a:pt x="2619" y="404"/>
                  <a:pt x="2619" y="404"/>
                  <a:pt x="2619" y="404"/>
                </a:cubicBezTo>
                <a:cubicBezTo>
                  <a:pt x="2619" y="402"/>
                  <a:pt x="2619" y="402"/>
                  <a:pt x="2619" y="402"/>
                </a:cubicBezTo>
                <a:cubicBezTo>
                  <a:pt x="2598" y="402"/>
                  <a:pt x="2598" y="402"/>
                  <a:pt x="2598" y="402"/>
                </a:cubicBezTo>
                <a:cubicBezTo>
                  <a:pt x="2598" y="421"/>
                  <a:pt x="2598" y="421"/>
                  <a:pt x="2598" y="421"/>
                </a:cubicBezTo>
                <a:cubicBezTo>
                  <a:pt x="2600" y="421"/>
                  <a:pt x="2600" y="421"/>
                  <a:pt x="2600" y="421"/>
                </a:cubicBezTo>
                <a:moveTo>
                  <a:pt x="2540" y="514"/>
                </a:moveTo>
                <a:cubicBezTo>
                  <a:pt x="2547" y="510"/>
                  <a:pt x="2547" y="510"/>
                  <a:pt x="2547" y="510"/>
                </a:cubicBezTo>
                <a:cubicBezTo>
                  <a:pt x="2607" y="510"/>
                  <a:pt x="2607" y="510"/>
                  <a:pt x="2607" y="510"/>
                </a:cubicBezTo>
                <a:cubicBezTo>
                  <a:pt x="2607" y="508"/>
                  <a:pt x="2607" y="508"/>
                  <a:pt x="2607" y="508"/>
                </a:cubicBezTo>
                <a:cubicBezTo>
                  <a:pt x="2547" y="508"/>
                  <a:pt x="2547" y="508"/>
                  <a:pt x="2547" y="508"/>
                </a:cubicBezTo>
                <a:cubicBezTo>
                  <a:pt x="2539" y="512"/>
                  <a:pt x="2539" y="512"/>
                  <a:pt x="2539" y="512"/>
                </a:cubicBezTo>
                <a:cubicBezTo>
                  <a:pt x="2540" y="514"/>
                  <a:pt x="2540" y="514"/>
                  <a:pt x="2540" y="514"/>
                </a:cubicBezTo>
                <a:moveTo>
                  <a:pt x="2547" y="529"/>
                </a:moveTo>
                <a:cubicBezTo>
                  <a:pt x="2607" y="529"/>
                  <a:pt x="2607" y="529"/>
                  <a:pt x="2607" y="529"/>
                </a:cubicBezTo>
                <a:cubicBezTo>
                  <a:pt x="2607" y="527"/>
                  <a:pt x="2607" y="527"/>
                  <a:pt x="2607" y="527"/>
                </a:cubicBezTo>
                <a:cubicBezTo>
                  <a:pt x="2547" y="527"/>
                  <a:pt x="2547" y="527"/>
                  <a:pt x="2547" y="527"/>
                </a:cubicBezTo>
                <a:lnTo>
                  <a:pt x="2547" y="529"/>
                </a:lnTo>
                <a:close/>
                <a:moveTo>
                  <a:pt x="2539" y="546"/>
                </a:moveTo>
                <a:cubicBezTo>
                  <a:pt x="2547" y="543"/>
                  <a:pt x="2547" y="543"/>
                  <a:pt x="2547" y="543"/>
                </a:cubicBezTo>
                <a:cubicBezTo>
                  <a:pt x="2590" y="543"/>
                  <a:pt x="2590" y="543"/>
                  <a:pt x="2590" y="543"/>
                </a:cubicBezTo>
                <a:cubicBezTo>
                  <a:pt x="2590" y="541"/>
                  <a:pt x="2590" y="541"/>
                  <a:pt x="2590" y="541"/>
                </a:cubicBezTo>
                <a:cubicBezTo>
                  <a:pt x="2546" y="541"/>
                  <a:pt x="2546" y="541"/>
                  <a:pt x="2546" y="541"/>
                </a:cubicBezTo>
                <a:cubicBezTo>
                  <a:pt x="2539" y="544"/>
                  <a:pt x="2539" y="544"/>
                  <a:pt x="2539" y="544"/>
                </a:cubicBezTo>
                <a:cubicBezTo>
                  <a:pt x="2539" y="546"/>
                  <a:pt x="2539" y="546"/>
                  <a:pt x="2539" y="546"/>
                </a:cubicBezTo>
                <a:moveTo>
                  <a:pt x="2563" y="558"/>
                </a:moveTo>
                <a:cubicBezTo>
                  <a:pt x="2607" y="558"/>
                  <a:pt x="2607" y="558"/>
                  <a:pt x="2607" y="558"/>
                </a:cubicBezTo>
                <a:cubicBezTo>
                  <a:pt x="2607" y="556"/>
                  <a:pt x="2607" y="556"/>
                  <a:pt x="2607" y="556"/>
                </a:cubicBezTo>
                <a:cubicBezTo>
                  <a:pt x="2563" y="556"/>
                  <a:pt x="2563" y="556"/>
                  <a:pt x="2563" y="556"/>
                </a:cubicBezTo>
                <a:lnTo>
                  <a:pt x="2563" y="558"/>
                </a:lnTo>
                <a:close/>
                <a:moveTo>
                  <a:pt x="2539" y="575"/>
                </a:moveTo>
                <a:cubicBezTo>
                  <a:pt x="2547" y="572"/>
                  <a:pt x="2547" y="572"/>
                  <a:pt x="2547" y="572"/>
                </a:cubicBezTo>
                <a:cubicBezTo>
                  <a:pt x="2607" y="572"/>
                  <a:pt x="2607" y="572"/>
                  <a:pt x="2607" y="572"/>
                </a:cubicBezTo>
                <a:cubicBezTo>
                  <a:pt x="2607" y="570"/>
                  <a:pt x="2607" y="570"/>
                  <a:pt x="2607" y="570"/>
                </a:cubicBezTo>
                <a:cubicBezTo>
                  <a:pt x="2547" y="570"/>
                  <a:pt x="2547" y="570"/>
                  <a:pt x="2547" y="570"/>
                </a:cubicBezTo>
                <a:cubicBezTo>
                  <a:pt x="2538" y="573"/>
                  <a:pt x="2538" y="573"/>
                  <a:pt x="2538" y="573"/>
                </a:cubicBezTo>
                <a:cubicBezTo>
                  <a:pt x="2539" y="575"/>
                  <a:pt x="2539" y="575"/>
                  <a:pt x="2539" y="575"/>
                </a:cubicBezTo>
                <a:moveTo>
                  <a:pt x="2562" y="592"/>
                </a:moveTo>
                <a:cubicBezTo>
                  <a:pt x="2606" y="592"/>
                  <a:pt x="2606" y="592"/>
                  <a:pt x="2606" y="592"/>
                </a:cubicBezTo>
                <a:cubicBezTo>
                  <a:pt x="2606" y="590"/>
                  <a:pt x="2606" y="590"/>
                  <a:pt x="2606" y="590"/>
                </a:cubicBezTo>
                <a:cubicBezTo>
                  <a:pt x="2562" y="590"/>
                  <a:pt x="2562" y="590"/>
                  <a:pt x="2562" y="590"/>
                </a:cubicBezTo>
                <a:lnTo>
                  <a:pt x="2562" y="592"/>
                </a:lnTo>
                <a:close/>
                <a:moveTo>
                  <a:pt x="2540" y="608"/>
                </a:moveTo>
                <a:cubicBezTo>
                  <a:pt x="2548" y="607"/>
                  <a:pt x="2548" y="607"/>
                  <a:pt x="2548" y="607"/>
                </a:cubicBezTo>
                <a:cubicBezTo>
                  <a:pt x="2607" y="607"/>
                  <a:pt x="2607" y="607"/>
                  <a:pt x="2607" y="607"/>
                </a:cubicBezTo>
                <a:cubicBezTo>
                  <a:pt x="2607" y="605"/>
                  <a:pt x="2607" y="605"/>
                  <a:pt x="2607" y="605"/>
                </a:cubicBezTo>
                <a:cubicBezTo>
                  <a:pt x="2548" y="605"/>
                  <a:pt x="2548" y="605"/>
                  <a:pt x="2548" y="605"/>
                </a:cubicBezTo>
                <a:cubicBezTo>
                  <a:pt x="2540" y="606"/>
                  <a:pt x="2540" y="606"/>
                  <a:pt x="2540" y="606"/>
                </a:cubicBezTo>
                <a:cubicBezTo>
                  <a:pt x="2540" y="608"/>
                  <a:pt x="2540" y="608"/>
                  <a:pt x="2540" y="608"/>
                </a:cubicBezTo>
                <a:moveTo>
                  <a:pt x="2620" y="496"/>
                </a:moveTo>
                <a:cubicBezTo>
                  <a:pt x="2634" y="492"/>
                  <a:pt x="2634" y="492"/>
                  <a:pt x="2634" y="492"/>
                </a:cubicBezTo>
                <a:cubicBezTo>
                  <a:pt x="2633" y="490"/>
                  <a:pt x="2633" y="490"/>
                  <a:pt x="2633" y="490"/>
                </a:cubicBezTo>
                <a:cubicBezTo>
                  <a:pt x="2619" y="494"/>
                  <a:pt x="2619" y="494"/>
                  <a:pt x="2619" y="494"/>
                </a:cubicBezTo>
                <a:moveTo>
                  <a:pt x="2587" y="381"/>
                </a:moveTo>
                <a:cubicBezTo>
                  <a:pt x="2590" y="381"/>
                  <a:pt x="2590" y="381"/>
                  <a:pt x="2590" y="381"/>
                </a:cubicBezTo>
                <a:cubicBezTo>
                  <a:pt x="2590" y="365"/>
                  <a:pt x="2590" y="365"/>
                  <a:pt x="2590" y="365"/>
                </a:cubicBezTo>
                <a:cubicBezTo>
                  <a:pt x="2587" y="365"/>
                  <a:pt x="2587" y="365"/>
                  <a:pt x="2587" y="365"/>
                </a:cubicBezTo>
                <a:lnTo>
                  <a:pt x="2587" y="381"/>
                </a:lnTo>
                <a:close/>
                <a:moveTo>
                  <a:pt x="2604" y="394"/>
                </a:moveTo>
                <a:cubicBezTo>
                  <a:pt x="2606" y="394"/>
                  <a:pt x="2606" y="394"/>
                  <a:pt x="2606" y="394"/>
                </a:cubicBezTo>
                <a:cubicBezTo>
                  <a:pt x="2606" y="364"/>
                  <a:pt x="2606" y="364"/>
                  <a:pt x="2606" y="364"/>
                </a:cubicBezTo>
                <a:cubicBezTo>
                  <a:pt x="2604" y="364"/>
                  <a:pt x="2604" y="364"/>
                  <a:pt x="2604" y="364"/>
                </a:cubicBezTo>
                <a:lnTo>
                  <a:pt x="2604" y="394"/>
                </a:lnTo>
                <a:close/>
                <a:moveTo>
                  <a:pt x="2030" y="412"/>
                </a:moveTo>
                <a:cubicBezTo>
                  <a:pt x="2032" y="412"/>
                  <a:pt x="2032" y="412"/>
                  <a:pt x="2032" y="412"/>
                </a:cubicBezTo>
                <a:cubicBezTo>
                  <a:pt x="2032" y="396"/>
                  <a:pt x="2032" y="396"/>
                  <a:pt x="2032" y="396"/>
                </a:cubicBezTo>
                <a:cubicBezTo>
                  <a:pt x="2030" y="396"/>
                  <a:pt x="2030" y="396"/>
                  <a:pt x="2030" y="396"/>
                </a:cubicBezTo>
                <a:lnTo>
                  <a:pt x="2030" y="412"/>
                </a:lnTo>
                <a:close/>
                <a:moveTo>
                  <a:pt x="2079" y="441"/>
                </a:moveTo>
                <a:cubicBezTo>
                  <a:pt x="2081" y="441"/>
                  <a:pt x="2081" y="441"/>
                  <a:pt x="2081" y="441"/>
                </a:cubicBezTo>
                <a:cubicBezTo>
                  <a:pt x="2081" y="417"/>
                  <a:pt x="2081" y="417"/>
                  <a:pt x="2081" y="417"/>
                </a:cubicBezTo>
                <a:cubicBezTo>
                  <a:pt x="2079" y="417"/>
                  <a:pt x="2079" y="417"/>
                  <a:pt x="2079" y="417"/>
                </a:cubicBezTo>
                <a:lnTo>
                  <a:pt x="2079" y="441"/>
                </a:lnTo>
                <a:close/>
                <a:moveTo>
                  <a:pt x="2099" y="450"/>
                </a:moveTo>
                <a:cubicBezTo>
                  <a:pt x="2101" y="450"/>
                  <a:pt x="2101" y="450"/>
                  <a:pt x="2101" y="450"/>
                </a:cubicBezTo>
                <a:cubicBezTo>
                  <a:pt x="2101" y="418"/>
                  <a:pt x="2101" y="418"/>
                  <a:pt x="2101" y="418"/>
                </a:cubicBezTo>
                <a:cubicBezTo>
                  <a:pt x="2099" y="418"/>
                  <a:pt x="2099" y="418"/>
                  <a:pt x="2099" y="418"/>
                </a:cubicBezTo>
                <a:lnTo>
                  <a:pt x="2099" y="450"/>
                </a:lnTo>
                <a:close/>
                <a:moveTo>
                  <a:pt x="1539" y="540"/>
                </a:moveTo>
                <a:cubicBezTo>
                  <a:pt x="1574" y="540"/>
                  <a:pt x="1574" y="540"/>
                  <a:pt x="1574" y="540"/>
                </a:cubicBezTo>
                <a:cubicBezTo>
                  <a:pt x="1574" y="538"/>
                  <a:pt x="1574" y="538"/>
                  <a:pt x="1574" y="538"/>
                </a:cubicBezTo>
                <a:cubicBezTo>
                  <a:pt x="1539" y="538"/>
                  <a:pt x="1539" y="538"/>
                  <a:pt x="1539" y="538"/>
                </a:cubicBezTo>
                <a:lnTo>
                  <a:pt x="1539" y="540"/>
                </a:lnTo>
                <a:close/>
                <a:moveTo>
                  <a:pt x="1539" y="546"/>
                </a:moveTo>
                <a:cubicBezTo>
                  <a:pt x="1556" y="546"/>
                  <a:pt x="1556" y="546"/>
                  <a:pt x="1556" y="546"/>
                </a:cubicBezTo>
                <a:cubicBezTo>
                  <a:pt x="1556" y="543"/>
                  <a:pt x="1556" y="543"/>
                  <a:pt x="1556" y="543"/>
                </a:cubicBezTo>
                <a:cubicBezTo>
                  <a:pt x="1539" y="543"/>
                  <a:pt x="1539" y="543"/>
                  <a:pt x="1539" y="543"/>
                </a:cubicBezTo>
                <a:lnTo>
                  <a:pt x="1539" y="546"/>
                </a:lnTo>
                <a:close/>
                <a:moveTo>
                  <a:pt x="1538" y="552"/>
                </a:moveTo>
                <a:cubicBezTo>
                  <a:pt x="1562" y="552"/>
                  <a:pt x="1562" y="552"/>
                  <a:pt x="1562" y="552"/>
                </a:cubicBezTo>
                <a:cubicBezTo>
                  <a:pt x="1562" y="549"/>
                  <a:pt x="1562" y="549"/>
                  <a:pt x="1562" y="549"/>
                </a:cubicBezTo>
                <a:cubicBezTo>
                  <a:pt x="1538" y="549"/>
                  <a:pt x="1538" y="549"/>
                  <a:pt x="1538" y="549"/>
                </a:cubicBezTo>
                <a:lnTo>
                  <a:pt x="1538" y="552"/>
                </a:lnTo>
                <a:close/>
                <a:moveTo>
                  <a:pt x="1539" y="559"/>
                </a:moveTo>
                <a:cubicBezTo>
                  <a:pt x="1550" y="559"/>
                  <a:pt x="1550" y="559"/>
                  <a:pt x="1550" y="559"/>
                </a:cubicBezTo>
                <a:cubicBezTo>
                  <a:pt x="1550" y="556"/>
                  <a:pt x="1550" y="556"/>
                  <a:pt x="1550" y="556"/>
                </a:cubicBezTo>
                <a:cubicBezTo>
                  <a:pt x="1539" y="556"/>
                  <a:pt x="1539" y="556"/>
                  <a:pt x="1539" y="556"/>
                </a:cubicBezTo>
                <a:lnTo>
                  <a:pt x="1539" y="559"/>
                </a:lnTo>
                <a:close/>
                <a:moveTo>
                  <a:pt x="1538" y="570"/>
                </a:moveTo>
                <a:cubicBezTo>
                  <a:pt x="1573" y="570"/>
                  <a:pt x="1573" y="570"/>
                  <a:pt x="1573" y="570"/>
                </a:cubicBezTo>
                <a:cubicBezTo>
                  <a:pt x="1573" y="568"/>
                  <a:pt x="1573" y="568"/>
                  <a:pt x="1573" y="568"/>
                </a:cubicBezTo>
                <a:cubicBezTo>
                  <a:pt x="1538" y="568"/>
                  <a:pt x="1538" y="568"/>
                  <a:pt x="1538" y="568"/>
                </a:cubicBezTo>
                <a:lnTo>
                  <a:pt x="1538" y="570"/>
                </a:lnTo>
                <a:close/>
                <a:moveTo>
                  <a:pt x="1539" y="576"/>
                </a:moveTo>
                <a:cubicBezTo>
                  <a:pt x="1556" y="576"/>
                  <a:pt x="1556" y="576"/>
                  <a:pt x="1556" y="576"/>
                </a:cubicBezTo>
                <a:cubicBezTo>
                  <a:pt x="1556" y="574"/>
                  <a:pt x="1556" y="574"/>
                  <a:pt x="1556" y="574"/>
                </a:cubicBezTo>
                <a:cubicBezTo>
                  <a:pt x="1539" y="574"/>
                  <a:pt x="1539" y="574"/>
                  <a:pt x="1539" y="574"/>
                </a:cubicBezTo>
                <a:lnTo>
                  <a:pt x="1539" y="576"/>
                </a:lnTo>
                <a:close/>
                <a:moveTo>
                  <a:pt x="1538" y="582"/>
                </a:moveTo>
                <a:cubicBezTo>
                  <a:pt x="1562" y="582"/>
                  <a:pt x="1562" y="582"/>
                  <a:pt x="1562" y="582"/>
                </a:cubicBezTo>
                <a:cubicBezTo>
                  <a:pt x="1562" y="579"/>
                  <a:pt x="1562" y="579"/>
                  <a:pt x="1562" y="579"/>
                </a:cubicBezTo>
                <a:cubicBezTo>
                  <a:pt x="1538" y="579"/>
                  <a:pt x="1538" y="579"/>
                  <a:pt x="1538" y="579"/>
                </a:cubicBezTo>
                <a:lnTo>
                  <a:pt x="1538" y="582"/>
                </a:lnTo>
                <a:close/>
                <a:moveTo>
                  <a:pt x="1539" y="589"/>
                </a:moveTo>
                <a:cubicBezTo>
                  <a:pt x="1550" y="589"/>
                  <a:pt x="1550" y="589"/>
                  <a:pt x="1550" y="589"/>
                </a:cubicBezTo>
                <a:cubicBezTo>
                  <a:pt x="1550" y="586"/>
                  <a:pt x="1550" y="586"/>
                  <a:pt x="1550" y="586"/>
                </a:cubicBezTo>
                <a:cubicBezTo>
                  <a:pt x="1539" y="586"/>
                  <a:pt x="1539" y="586"/>
                  <a:pt x="1539" y="586"/>
                </a:cubicBezTo>
                <a:lnTo>
                  <a:pt x="1539" y="589"/>
                </a:lnTo>
                <a:close/>
                <a:moveTo>
                  <a:pt x="1530" y="655"/>
                </a:moveTo>
                <a:cubicBezTo>
                  <a:pt x="1573" y="655"/>
                  <a:pt x="1573" y="655"/>
                  <a:pt x="1573" y="655"/>
                </a:cubicBezTo>
                <a:cubicBezTo>
                  <a:pt x="1573" y="653"/>
                  <a:pt x="1573" y="653"/>
                  <a:pt x="1573" y="653"/>
                </a:cubicBezTo>
                <a:cubicBezTo>
                  <a:pt x="1530" y="653"/>
                  <a:pt x="1530" y="653"/>
                  <a:pt x="1530" y="653"/>
                </a:cubicBezTo>
                <a:lnTo>
                  <a:pt x="1530" y="655"/>
                </a:lnTo>
                <a:close/>
                <a:moveTo>
                  <a:pt x="1157" y="486"/>
                </a:moveTo>
                <a:cubicBezTo>
                  <a:pt x="1221" y="486"/>
                  <a:pt x="1221" y="486"/>
                  <a:pt x="1221" y="486"/>
                </a:cubicBezTo>
                <a:cubicBezTo>
                  <a:pt x="1221" y="484"/>
                  <a:pt x="1221" y="484"/>
                  <a:pt x="1221" y="484"/>
                </a:cubicBezTo>
                <a:cubicBezTo>
                  <a:pt x="1157" y="484"/>
                  <a:pt x="1157" y="484"/>
                  <a:pt x="1157" y="484"/>
                </a:cubicBezTo>
                <a:lnTo>
                  <a:pt x="1157" y="486"/>
                </a:lnTo>
                <a:close/>
                <a:moveTo>
                  <a:pt x="1157" y="572"/>
                </a:moveTo>
                <a:cubicBezTo>
                  <a:pt x="1221" y="572"/>
                  <a:pt x="1221" y="572"/>
                  <a:pt x="1221" y="572"/>
                </a:cubicBezTo>
                <a:cubicBezTo>
                  <a:pt x="1221" y="569"/>
                  <a:pt x="1221" y="569"/>
                  <a:pt x="1221" y="569"/>
                </a:cubicBezTo>
                <a:cubicBezTo>
                  <a:pt x="1157" y="569"/>
                  <a:pt x="1157" y="569"/>
                  <a:pt x="1157" y="569"/>
                </a:cubicBezTo>
                <a:lnTo>
                  <a:pt x="1157" y="572"/>
                </a:lnTo>
                <a:close/>
                <a:moveTo>
                  <a:pt x="1157" y="608"/>
                </a:moveTo>
                <a:cubicBezTo>
                  <a:pt x="1221" y="608"/>
                  <a:pt x="1221" y="608"/>
                  <a:pt x="1221" y="608"/>
                </a:cubicBezTo>
                <a:cubicBezTo>
                  <a:pt x="1221" y="606"/>
                  <a:pt x="1221" y="606"/>
                  <a:pt x="1221" y="606"/>
                </a:cubicBezTo>
                <a:cubicBezTo>
                  <a:pt x="1157" y="606"/>
                  <a:pt x="1157" y="606"/>
                  <a:pt x="1157" y="606"/>
                </a:cubicBezTo>
                <a:lnTo>
                  <a:pt x="1157" y="608"/>
                </a:lnTo>
                <a:close/>
                <a:moveTo>
                  <a:pt x="1172" y="644"/>
                </a:moveTo>
                <a:cubicBezTo>
                  <a:pt x="1211" y="644"/>
                  <a:pt x="1211" y="644"/>
                  <a:pt x="1211" y="644"/>
                </a:cubicBezTo>
                <a:cubicBezTo>
                  <a:pt x="1211" y="642"/>
                  <a:pt x="1211" y="642"/>
                  <a:pt x="1211" y="642"/>
                </a:cubicBezTo>
                <a:cubicBezTo>
                  <a:pt x="1172" y="642"/>
                  <a:pt x="1172" y="642"/>
                  <a:pt x="1172" y="642"/>
                </a:cubicBezTo>
                <a:lnTo>
                  <a:pt x="1172" y="644"/>
                </a:lnTo>
                <a:close/>
                <a:moveTo>
                  <a:pt x="882" y="248"/>
                </a:moveTo>
                <a:cubicBezTo>
                  <a:pt x="893" y="250"/>
                  <a:pt x="893" y="250"/>
                  <a:pt x="893" y="250"/>
                </a:cubicBezTo>
                <a:cubicBezTo>
                  <a:pt x="893" y="248"/>
                  <a:pt x="893" y="248"/>
                  <a:pt x="893" y="248"/>
                </a:cubicBezTo>
                <a:cubicBezTo>
                  <a:pt x="883" y="246"/>
                  <a:pt x="883" y="246"/>
                  <a:pt x="883" y="246"/>
                </a:cubicBezTo>
                <a:moveTo>
                  <a:pt x="875" y="285"/>
                </a:moveTo>
                <a:cubicBezTo>
                  <a:pt x="899" y="273"/>
                  <a:pt x="899" y="273"/>
                  <a:pt x="899" y="273"/>
                </a:cubicBezTo>
                <a:cubicBezTo>
                  <a:pt x="906" y="276"/>
                  <a:pt x="906" y="276"/>
                  <a:pt x="906" y="276"/>
                </a:cubicBezTo>
                <a:cubicBezTo>
                  <a:pt x="906" y="276"/>
                  <a:pt x="906" y="276"/>
                  <a:pt x="906" y="276"/>
                </a:cubicBezTo>
                <a:cubicBezTo>
                  <a:pt x="913" y="273"/>
                  <a:pt x="913" y="273"/>
                  <a:pt x="913" y="273"/>
                </a:cubicBezTo>
                <a:cubicBezTo>
                  <a:pt x="913" y="273"/>
                  <a:pt x="913" y="273"/>
                  <a:pt x="913" y="273"/>
                </a:cubicBezTo>
                <a:cubicBezTo>
                  <a:pt x="918" y="271"/>
                  <a:pt x="918" y="271"/>
                  <a:pt x="918" y="271"/>
                </a:cubicBezTo>
                <a:cubicBezTo>
                  <a:pt x="966" y="281"/>
                  <a:pt x="966" y="281"/>
                  <a:pt x="966" y="281"/>
                </a:cubicBezTo>
                <a:cubicBezTo>
                  <a:pt x="967" y="279"/>
                  <a:pt x="967" y="279"/>
                  <a:pt x="967" y="279"/>
                </a:cubicBezTo>
                <a:cubicBezTo>
                  <a:pt x="917" y="269"/>
                  <a:pt x="917" y="269"/>
                  <a:pt x="917" y="269"/>
                </a:cubicBezTo>
                <a:cubicBezTo>
                  <a:pt x="912" y="271"/>
                  <a:pt x="912" y="271"/>
                  <a:pt x="912" y="271"/>
                </a:cubicBezTo>
                <a:cubicBezTo>
                  <a:pt x="906" y="273"/>
                  <a:pt x="906" y="273"/>
                  <a:pt x="906" y="273"/>
                </a:cubicBezTo>
                <a:cubicBezTo>
                  <a:pt x="900" y="271"/>
                  <a:pt x="900" y="271"/>
                  <a:pt x="900" y="271"/>
                </a:cubicBezTo>
                <a:cubicBezTo>
                  <a:pt x="899" y="271"/>
                  <a:pt x="899" y="271"/>
                  <a:pt x="899" y="271"/>
                </a:cubicBezTo>
                <a:cubicBezTo>
                  <a:pt x="874" y="283"/>
                  <a:pt x="874" y="283"/>
                  <a:pt x="874" y="283"/>
                </a:cubicBezTo>
                <a:cubicBezTo>
                  <a:pt x="875" y="285"/>
                  <a:pt x="875" y="285"/>
                  <a:pt x="875" y="285"/>
                </a:cubicBezTo>
                <a:moveTo>
                  <a:pt x="902" y="600"/>
                </a:moveTo>
                <a:cubicBezTo>
                  <a:pt x="936" y="600"/>
                  <a:pt x="936" y="600"/>
                  <a:pt x="936" y="600"/>
                </a:cubicBezTo>
                <a:cubicBezTo>
                  <a:pt x="990" y="605"/>
                  <a:pt x="990" y="605"/>
                  <a:pt x="990" y="605"/>
                </a:cubicBezTo>
                <a:cubicBezTo>
                  <a:pt x="990" y="603"/>
                  <a:pt x="990" y="603"/>
                  <a:pt x="990" y="603"/>
                </a:cubicBezTo>
                <a:cubicBezTo>
                  <a:pt x="936" y="598"/>
                  <a:pt x="936" y="598"/>
                  <a:pt x="936" y="598"/>
                </a:cubicBezTo>
                <a:cubicBezTo>
                  <a:pt x="902" y="598"/>
                  <a:pt x="902" y="598"/>
                  <a:pt x="902" y="598"/>
                </a:cubicBezTo>
                <a:cubicBezTo>
                  <a:pt x="902" y="600"/>
                  <a:pt x="902" y="600"/>
                  <a:pt x="902" y="600"/>
                </a:cubicBezTo>
                <a:moveTo>
                  <a:pt x="941" y="600"/>
                </a:moveTo>
                <a:cubicBezTo>
                  <a:pt x="941" y="655"/>
                  <a:pt x="941" y="655"/>
                  <a:pt x="941" y="655"/>
                </a:cubicBezTo>
                <a:cubicBezTo>
                  <a:pt x="991" y="655"/>
                  <a:pt x="991" y="655"/>
                  <a:pt x="991" y="655"/>
                </a:cubicBezTo>
                <a:cubicBezTo>
                  <a:pt x="991" y="652"/>
                  <a:pt x="991" y="652"/>
                  <a:pt x="991" y="652"/>
                </a:cubicBezTo>
                <a:cubicBezTo>
                  <a:pt x="944" y="652"/>
                  <a:pt x="944" y="652"/>
                  <a:pt x="944" y="652"/>
                </a:cubicBezTo>
                <a:cubicBezTo>
                  <a:pt x="944" y="600"/>
                  <a:pt x="944" y="600"/>
                  <a:pt x="944" y="600"/>
                </a:cubicBezTo>
                <a:cubicBezTo>
                  <a:pt x="941" y="600"/>
                  <a:pt x="941" y="600"/>
                  <a:pt x="941" y="600"/>
                </a:cubicBezTo>
                <a:moveTo>
                  <a:pt x="949" y="619"/>
                </a:moveTo>
                <a:cubicBezTo>
                  <a:pt x="956" y="615"/>
                  <a:pt x="963" y="614"/>
                  <a:pt x="970" y="614"/>
                </a:cubicBezTo>
                <a:cubicBezTo>
                  <a:pt x="975" y="614"/>
                  <a:pt x="980" y="614"/>
                  <a:pt x="986" y="616"/>
                </a:cubicBezTo>
                <a:cubicBezTo>
                  <a:pt x="986" y="615"/>
                  <a:pt x="986" y="615"/>
                  <a:pt x="986" y="615"/>
                </a:cubicBezTo>
                <a:cubicBezTo>
                  <a:pt x="985" y="616"/>
                  <a:pt x="985" y="616"/>
                  <a:pt x="985" y="616"/>
                </a:cubicBezTo>
                <a:cubicBezTo>
                  <a:pt x="992" y="620"/>
                  <a:pt x="997" y="621"/>
                  <a:pt x="1004" y="621"/>
                </a:cubicBezTo>
                <a:cubicBezTo>
                  <a:pt x="1005" y="621"/>
                  <a:pt x="1005" y="621"/>
                  <a:pt x="1005" y="621"/>
                </a:cubicBezTo>
                <a:cubicBezTo>
                  <a:pt x="1011" y="621"/>
                  <a:pt x="1014" y="620"/>
                  <a:pt x="1015" y="619"/>
                </a:cubicBezTo>
                <a:cubicBezTo>
                  <a:pt x="1015" y="617"/>
                  <a:pt x="1015" y="617"/>
                  <a:pt x="1015" y="617"/>
                </a:cubicBezTo>
                <a:cubicBezTo>
                  <a:pt x="1013" y="618"/>
                  <a:pt x="1011" y="619"/>
                  <a:pt x="1005" y="619"/>
                </a:cubicBezTo>
                <a:cubicBezTo>
                  <a:pt x="1004" y="619"/>
                  <a:pt x="1004" y="619"/>
                  <a:pt x="1004" y="619"/>
                </a:cubicBezTo>
                <a:cubicBezTo>
                  <a:pt x="997" y="619"/>
                  <a:pt x="993" y="618"/>
                  <a:pt x="987" y="614"/>
                </a:cubicBezTo>
                <a:cubicBezTo>
                  <a:pt x="986" y="614"/>
                  <a:pt x="986" y="614"/>
                  <a:pt x="986" y="614"/>
                </a:cubicBezTo>
                <a:cubicBezTo>
                  <a:pt x="986" y="614"/>
                  <a:pt x="986" y="614"/>
                  <a:pt x="986" y="614"/>
                </a:cubicBezTo>
                <a:cubicBezTo>
                  <a:pt x="981" y="612"/>
                  <a:pt x="976" y="611"/>
                  <a:pt x="970" y="611"/>
                </a:cubicBezTo>
                <a:cubicBezTo>
                  <a:pt x="963" y="611"/>
                  <a:pt x="955" y="613"/>
                  <a:pt x="948" y="617"/>
                </a:cubicBezTo>
                <a:cubicBezTo>
                  <a:pt x="949" y="619"/>
                  <a:pt x="949" y="619"/>
                  <a:pt x="949" y="619"/>
                </a:cubicBezTo>
                <a:moveTo>
                  <a:pt x="948" y="619"/>
                </a:moveTo>
                <a:cubicBezTo>
                  <a:pt x="990" y="619"/>
                  <a:pt x="990" y="619"/>
                  <a:pt x="990" y="619"/>
                </a:cubicBezTo>
                <a:cubicBezTo>
                  <a:pt x="990" y="617"/>
                  <a:pt x="990" y="617"/>
                  <a:pt x="990" y="617"/>
                </a:cubicBezTo>
                <a:cubicBezTo>
                  <a:pt x="948" y="617"/>
                  <a:pt x="948" y="617"/>
                  <a:pt x="948" y="617"/>
                </a:cubicBezTo>
                <a:lnTo>
                  <a:pt x="948" y="619"/>
                </a:lnTo>
                <a:close/>
                <a:moveTo>
                  <a:pt x="453" y="636"/>
                </a:moveTo>
                <a:cubicBezTo>
                  <a:pt x="455" y="636"/>
                  <a:pt x="455" y="636"/>
                  <a:pt x="455" y="636"/>
                </a:cubicBezTo>
                <a:cubicBezTo>
                  <a:pt x="455" y="381"/>
                  <a:pt x="455" y="381"/>
                  <a:pt x="455" y="381"/>
                </a:cubicBezTo>
                <a:cubicBezTo>
                  <a:pt x="453" y="381"/>
                  <a:pt x="453" y="381"/>
                  <a:pt x="453" y="381"/>
                </a:cubicBezTo>
                <a:lnTo>
                  <a:pt x="453" y="636"/>
                </a:lnTo>
                <a:close/>
                <a:moveTo>
                  <a:pt x="843" y="616"/>
                </a:moveTo>
                <a:cubicBezTo>
                  <a:pt x="845" y="616"/>
                  <a:pt x="845" y="616"/>
                  <a:pt x="845" y="616"/>
                </a:cubicBezTo>
                <a:cubicBezTo>
                  <a:pt x="845" y="599"/>
                  <a:pt x="845" y="599"/>
                  <a:pt x="845" y="599"/>
                </a:cubicBezTo>
                <a:cubicBezTo>
                  <a:pt x="843" y="599"/>
                  <a:pt x="843" y="599"/>
                  <a:pt x="843" y="599"/>
                </a:cubicBezTo>
                <a:lnTo>
                  <a:pt x="843" y="616"/>
                </a:lnTo>
                <a:close/>
                <a:moveTo>
                  <a:pt x="762" y="654"/>
                </a:moveTo>
                <a:cubicBezTo>
                  <a:pt x="762" y="666"/>
                  <a:pt x="762" y="666"/>
                  <a:pt x="762" y="666"/>
                </a:cubicBezTo>
                <a:cubicBezTo>
                  <a:pt x="862" y="666"/>
                  <a:pt x="862" y="666"/>
                  <a:pt x="862" y="666"/>
                </a:cubicBezTo>
                <a:cubicBezTo>
                  <a:pt x="862" y="671"/>
                  <a:pt x="862" y="671"/>
                  <a:pt x="862" y="671"/>
                </a:cubicBezTo>
                <a:cubicBezTo>
                  <a:pt x="864" y="671"/>
                  <a:pt x="864" y="671"/>
                  <a:pt x="864" y="671"/>
                </a:cubicBezTo>
                <a:cubicBezTo>
                  <a:pt x="864" y="664"/>
                  <a:pt x="864" y="664"/>
                  <a:pt x="864" y="664"/>
                </a:cubicBezTo>
                <a:cubicBezTo>
                  <a:pt x="764" y="664"/>
                  <a:pt x="764" y="664"/>
                  <a:pt x="764" y="664"/>
                </a:cubicBezTo>
                <a:cubicBezTo>
                  <a:pt x="764" y="654"/>
                  <a:pt x="764" y="654"/>
                  <a:pt x="764" y="654"/>
                </a:cubicBezTo>
                <a:cubicBezTo>
                  <a:pt x="762" y="654"/>
                  <a:pt x="762" y="654"/>
                  <a:pt x="762" y="654"/>
                </a:cubicBezTo>
                <a:moveTo>
                  <a:pt x="734" y="634"/>
                </a:moveTo>
                <a:cubicBezTo>
                  <a:pt x="736" y="634"/>
                  <a:pt x="736" y="634"/>
                  <a:pt x="736" y="634"/>
                </a:cubicBezTo>
                <a:cubicBezTo>
                  <a:pt x="736" y="620"/>
                  <a:pt x="736" y="620"/>
                  <a:pt x="736" y="620"/>
                </a:cubicBezTo>
                <a:cubicBezTo>
                  <a:pt x="734" y="620"/>
                  <a:pt x="734" y="620"/>
                  <a:pt x="734" y="620"/>
                </a:cubicBezTo>
                <a:lnTo>
                  <a:pt x="734" y="634"/>
                </a:lnTo>
                <a:close/>
                <a:moveTo>
                  <a:pt x="734" y="652"/>
                </a:moveTo>
                <a:cubicBezTo>
                  <a:pt x="736" y="652"/>
                  <a:pt x="736" y="652"/>
                  <a:pt x="736" y="652"/>
                </a:cubicBezTo>
                <a:cubicBezTo>
                  <a:pt x="736" y="638"/>
                  <a:pt x="736" y="638"/>
                  <a:pt x="736" y="638"/>
                </a:cubicBezTo>
                <a:cubicBezTo>
                  <a:pt x="734" y="638"/>
                  <a:pt x="734" y="638"/>
                  <a:pt x="734" y="638"/>
                </a:cubicBezTo>
                <a:lnTo>
                  <a:pt x="734" y="652"/>
                </a:lnTo>
                <a:close/>
                <a:moveTo>
                  <a:pt x="882" y="670"/>
                </a:moveTo>
                <a:cubicBezTo>
                  <a:pt x="884" y="670"/>
                  <a:pt x="884" y="670"/>
                  <a:pt x="884" y="670"/>
                </a:cubicBezTo>
                <a:cubicBezTo>
                  <a:pt x="884" y="584"/>
                  <a:pt x="884" y="584"/>
                  <a:pt x="884" y="584"/>
                </a:cubicBezTo>
                <a:cubicBezTo>
                  <a:pt x="882" y="584"/>
                  <a:pt x="882" y="584"/>
                  <a:pt x="882" y="584"/>
                </a:cubicBezTo>
                <a:lnTo>
                  <a:pt x="882" y="670"/>
                </a:lnTo>
                <a:close/>
                <a:moveTo>
                  <a:pt x="521" y="671"/>
                </a:moveTo>
                <a:cubicBezTo>
                  <a:pt x="521" y="644"/>
                  <a:pt x="521" y="644"/>
                  <a:pt x="521" y="644"/>
                </a:cubicBezTo>
                <a:cubicBezTo>
                  <a:pt x="633" y="644"/>
                  <a:pt x="633" y="644"/>
                  <a:pt x="633" y="644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519" y="642"/>
                  <a:pt x="519" y="642"/>
                  <a:pt x="519" y="642"/>
                </a:cubicBezTo>
                <a:cubicBezTo>
                  <a:pt x="519" y="671"/>
                  <a:pt x="519" y="671"/>
                  <a:pt x="519" y="671"/>
                </a:cubicBezTo>
                <a:cubicBezTo>
                  <a:pt x="521" y="671"/>
                  <a:pt x="521" y="671"/>
                  <a:pt x="521" y="671"/>
                </a:cubicBezTo>
              </a:path>
            </a:pathLst>
          </a:custGeom>
          <a:noFill/>
          <a:ln w="0" cap="flat">
            <a:solidFill>
              <a:srgbClr val="E6404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16" name="Rectángulo 115"/>
          <p:cNvSpPr/>
          <p:nvPr userDrawn="1"/>
        </p:nvSpPr>
        <p:spPr>
          <a:xfrm>
            <a:off x="5452750" y="0"/>
            <a:ext cx="6739236" cy="592040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6000">
                <a:schemeClr val="bg1">
                  <a:alpha val="87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Rectángulo 40"/>
          <p:cNvSpPr/>
          <p:nvPr userDrawn="1"/>
        </p:nvSpPr>
        <p:spPr>
          <a:xfrm>
            <a:off x="0" y="5920410"/>
            <a:ext cx="12212623" cy="937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Rectángulo redondeado 39"/>
          <p:cNvSpPr/>
          <p:nvPr userDrawn="1"/>
        </p:nvSpPr>
        <p:spPr>
          <a:xfrm>
            <a:off x="1085992" y="4619625"/>
            <a:ext cx="12111407" cy="2803730"/>
          </a:xfrm>
          <a:prstGeom prst="roundRect">
            <a:avLst>
              <a:gd name="adj" fmla="val 20604"/>
            </a:avLst>
          </a:prstGeom>
          <a:solidFill>
            <a:schemeClr val="bg1">
              <a:alpha val="88000"/>
            </a:schemeClr>
          </a:solidFill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" sz="1351"/>
          </a:p>
        </p:txBody>
      </p:sp>
      <p:sp>
        <p:nvSpPr>
          <p:cNvPr id="71" name="Subtítulo 2"/>
          <p:cNvSpPr>
            <a:spLocks noGrp="1"/>
          </p:cNvSpPr>
          <p:nvPr userDrawn="1">
            <p:ph type="subTitle" idx="1"/>
          </p:nvPr>
        </p:nvSpPr>
        <p:spPr>
          <a:xfrm>
            <a:off x="2010745" y="5974823"/>
            <a:ext cx="9144000" cy="37159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70" name="Título 1"/>
          <p:cNvSpPr>
            <a:spLocks noGrp="1"/>
          </p:cNvSpPr>
          <p:nvPr userDrawn="1">
            <p:ph type="ctrTitle"/>
          </p:nvPr>
        </p:nvSpPr>
        <p:spPr>
          <a:xfrm>
            <a:off x="1418912" y="5242556"/>
            <a:ext cx="10522879" cy="381945"/>
          </a:xfrm>
        </p:spPr>
        <p:txBody>
          <a:bodyPr anchor="ctr">
            <a:noAutofit/>
          </a:bodyPr>
          <a:lstStyle>
            <a:lvl1pPr algn="ctr">
              <a:defRPr sz="24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pic>
        <p:nvPicPr>
          <p:cNvPr id="1375" name="Imagen 137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143" y="2336556"/>
            <a:ext cx="5366847" cy="13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72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 userDrawn="1"/>
        </p:nvGrpSpPr>
        <p:grpSpPr>
          <a:xfrm>
            <a:off x="1005421" y="0"/>
            <a:ext cx="4165800" cy="4189195"/>
            <a:chOff x="693738" y="-328613"/>
            <a:chExt cx="4837113" cy="4935539"/>
          </a:xfrm>
        </p:grpSpPr>
        <p:grpSp>
          <p:nvGrpSpPr>
            <p:cNvPr id="9" name="Group 205"/>
            <p:cNvGrpSpPr>
              <a:grpSpLocks/>
            </p:cNvGrpSpPr>
            <p:nvPr userDrawn="1"/>
          </p:nvGrpSpPr>
          <p:grpSpPr bwMode="auto">
            <a:xfrm>
              <a:off x="1204913" y="866775"/>
              <a:ext cx="3833813" cy="3740151"/>
              <a:chOff x="759" y="546"/>
              <a:chExt cx="2415" cy="2356"/>
            </a:xfrm>
          </p:grpSpPr>
          <p:sp>
            <p:nvSpPr>
              <p:cNvPr id="1167" name="Freeform 5"/>
              <p:cNvSpPr>
                <a:spLocks/>
              </p:cNvSpPr>
              <p:nvPr userDrawn="1"/>
            </p:nvSpPr>
            <p:spPr bwMode="auto">
              <a:xfrm>
                <a:off x="1160" y="1195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8" name="Freeform 6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9" name="Freeform 7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0" name="Freeform 8"/>
              <p:cNvSpPr>
                <a:spLocks/>
              </p:cNvSpPr>
              <p:nvPr userDrawn="1"/>
            </p:nvSpPr>
            <p:spPr bwMode="auto">
              <a:xfrm>
                <a:off x="1243" y="1551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1" name="Freeform 9"/>
              <p:cNvSpPr>
                <a:spLocks noEditPoints="1"/>
              </p:cNvSpPr>
              <p:nvPr userDrawn="1"/>
            </p:nvSpPr>
            <p:spPr bwMode="auto">
              <a:xfrm>
                <a:off x="1234" y="1619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2" name="Freeform 10"/>
              <p:cNvSpPr>
                <a:spLocks/>
              </p:cNvSpPr>
              <p:nvPr userDrawn="1"/>
            </p:nvSpPr>
            <p:spPr bwMode="auto">
              <a:xfrm>
                <a:off x="1243" y="1761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3" name="Freeform 11"/>
              <p:cNvSpPr>
                <a:spLocks noEditPoints="1"/>
              </p:cNvSpPr>
              <p:nvPr userDrawn="1"/>
            </p:nvSpPr>
            <p:spPr bwMode="auto">
              <a:xfrm>
                <a:off x="1234" y="1829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4" name="Freeform 12"/>
              <p:cNvSpPr>
                <a:spLocks/>
              </p:cNvSpPr>
              <p:nvPr userDrawn="1"/>
            </p:nvSpPr>
            <p:spPr bwMode="auto">
              <a:xfrm>
                <a:off x="1243" y="1901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5" name="Freeform 13"/>
              <p:cNvSpPr>
                <a:spLocks/>
              </p:cNvSpPr>
              <p:nvPr userDrawn="1"/>
            </p:nvSpPr>
            <p:spPr bwMode="auto">
              <a:xfrm>
                <a:off x="1243" y="1971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6" name="Freeform 14"/>
              <p:cNvSpPr>
                <a:spLocks noEditPoints="1"/>
              </p:cNvSpPr>
              <p:nvPr userDrawn="1"/>
            </p:nvSpPr>
            <p:spPr bwMode="auto">
              <a:xfrm>
                <a:off x="1234" y="204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7" name="Freeform 15"/>
              <p:cNvSpPr>
                <a:spLocks noEditPoints="1"/>
              </p:cNvSpPr>
              <p:nvPr userDrawn="1"/>
            </p:nvSpPr>
            <p:spPr bwMode="auto">
              <a:xfrm>
                <a:off x="1234" y="211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8" name="Freeform 16"/>
              <p:cNvSpPr>
                <a:spLocks/>
              </p:cNvSpPr>
              <p:nvPr userDrawn="1"/>
            </p:nvSpPr>
            <p:spPr bwMode="auto">
              <a:xfrm>
                <a:off x="1243" y="2182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79" name="Freeform 17"/>
              <p:cNvSpPr>
                <a:spLocks noEditPoints="1"/>
              </p:cNvSpPr>
              <p:nvPr userDrawn="1"/>
            </p:nvSpPr>
            <p:spPr bwMode="auto">
              <a:xfrm>
                <a:off x="1234" y="225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0" name="Freeform 18"/>
              <p:cNvSpPr>
                <a:spLocks/>
              </p:cNvSpPr>
              <p:nvPr userDrawn="1"/>
            </p:nvSpPr>
            <p:spPr bwMode="auto">
              <a:xfrm>
                <a:off x="1243" y="2322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1" name="Freeform 19"/>
              <p:cNvSpPr>
                <a:spLocks/>
              </p:cNvSpPr>
              <p:nvPr userDrawn="1"/>
            </p:nvSpPr>
            <p:spPr bwMode="auto">
              <a:xfrm>
                <a:off x="1243" y="2392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2" name="Freeform 20"/>
              <p:cNvSpPr>
                <a:spLocks noEditPoints="1"/>
              </p:cNvSpPr>
              <p:nvPr userDrawn="1"/>
            </p:nvSpPr>
            <p:spPr bwMode="auto">
              <a:xfrm>
                <a:off x="1234" y="2460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3" name="Freeform 21"/>
              <p:cNvSpPr>
                <a:spLocks/>
              </p:cNvSpPr>
              <p:nvPr userDrawn="1"/>
            </p:nvSpPr>
            <p:spPr bwMode="auto">
              <a:xfrm>
                <a:off x="1243" y="2532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4" name="Freeform 22"/>
              <p:cNvSpPr>
                <a:spLocks/>
              </p:cNvSpPr>
              <p:nvPr userDrawn="1"/>
            </p:nvSpPr>
            <p:spPr bwMode="auto">
              <a:xfrm>
                <a:off x="1243" y="2603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5" name="Freeform 23"/>
              <p:cNvSpPr>
                <a:spLocks noEditPoints="1"/>
              </p:cNvSpPr>
              <p:nvPr userDrawn="1"/>
            </p:nvSpPr>
            <p:spPr bwMode="auto">
              <a:xfrm>
                <a:off x="1234" y="2671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6" name="Freeform 24"/>
              <p:cNvSpPr>
                <a:spLocks noEditPoints="1"/>
              </p:cNvSpPr>
              <p:nvPr userDrawn="1"/>
            </p:nvSpPr>
            <p:spPr bwMode="auto">
              <a:xfrm>
                <a:off x="1234" y="2741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7" name="Freeform 25"/>
              <p:cNvSpPr>
                <a:spLocks noEditPoints="1"/>
              </p:cNvSpPr>
              <p:nvPr userDrawn="1"/>
            </p:nvSpPr>
            <p:spPr bwMode="auto">
              <a:xfrm>
                <a:off x="1234" y="2811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40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7"/>
                      <a:pt x="1" y="12"/>
                      <a:pt x="2" y="9"/>
                    </a:cubicBezTo>
                    <a:cubicBezTo>
                      <a:pt x="3" y="7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40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7"/>
                      <a:pt x="5" y="30"/>
                      <a:pt x="5" y="32"/>
                    </a:cubicBezTo>
                    <a:cubicBezTo>
                      <a:pt x="6" y="35"/>
                      <a:pt x="7" y="37"/>
                      <a:pt x="9" y="38"/>
                    </a:cubicBezTo>
                    <a:cubicBezTo>
                      <a:pt x="11" y="39"/>
                      <a:pt x="12" y="40"/>
                      <a:pt x="14" y="40"/>
                    </a:cubicBezTo>
                    <a:cubicBezTo>
                      <a:pt x="16" y="40"/>
                      <a:pt x="18" y="39"/>
                      <a:pt x="19" y="38"/>
                    </a:cubicBezTo>
                    <a:cubicBezTo>
                      <a:pt x="21" y="37"/>
                      <a:pt x="22" y="35"/>
                      <a:pt x="23" y="32"/>
                    </a:cubicBezTo>
                    <a:cubicBezTo>
                      <a:pt x="24" y="30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8" name="Freeform 26"/>
              <p:cNvSpPr>
                <a:spLocks/>
              </p:cNvSpPr>
              <p:nvPr userDrawn="1"/>
            </p:nvSpPr>
            <p:spPr bwMode="auto">
              <a:xfrm>
                <a:off x="1243" y="2882"/>
                <a:ext cx="12" cy="20"/>
              </a:xfrm>
              <a:custGeom>
                <a:avLst/>
                <a:gdLst>
                  <a:gd name="T0" fmla="*/ 7 w 12"/>
                  <a:gd name="T1" fmla="*/ 20 h 20"/>
                  <a:gd name="T2" fmla="*/ 12 w 12"/>
                  <a:gd name="T3" fmla="*/ 20 h 20"/>
                  <a:gd name="T4" fmla="*/ 12 w 12"/>
                  <a:gd name="T5" fmla="*/ 0 h 20"/>
                  <a:gd name="T6" fmla="*/ 2 w 12"/>
                  <a:gd name="T7" fmla="*/ 0 h 20"/>
                  <a:gd name="T8" fmla="*/ 0 w 12"/>
                  <a:gd name="T9" fmla="*/ 5 h 20"/>
                  <a:gd name="T10" fmla="*/ 7 w 12"/>
                  <a:gd name="T11" fmla="*/ 5 h 20"/>
                  <a:gd name="T12" fmla="*/ 7 w 1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0">
                    <a:moveTo>
                      <a:pt x="7" y="20"/>
                    </a:moveTo>
                    <a:lnTo>
                      <a:pt x="12" y="20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5"/>
                    </a:lnTo>
                    <a:lnTo>
                      <a:pt x="7" y="5"/>
                    </a:lnTo>
                    <a:lnTo>
                      <a:pt x="7" y="2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89" name="Freeform 27"/>
              <p:cNvSpPr>
                <a:spLocks noEditPoints="1"/>
              </p:cNvSpPr>
              <p:nvPr userDrawn="1"/>
            </p:nvSpPr>
            <p:spPr bwMode="auto">
              <a:xfrm>
                <a:off x="2990" y="2194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0" name="Freeform 28"/>
              <p:cNvSpPr>
                <a:spLocks noEditPoints="1"/>
              </p:cNvSpPr>
              <p:nvPr userDrawn="1"/>
            </p:nvSpPr>
            <p:spPr bwMode="auto">
              <a:xfrm>
                <a:off x="2990" y="226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1" name="Freeform 29"/>
              <p:cNvSpPr>
                <a:spLocks/>
              </p:cNvSpPr>
              <p:nvPr userDrawn="1"/>
            </p:nvSpPr>
            <p:spPr bwMode="auto">
              <a:xfrm>
                <a:off x="2999" y="2335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2" name="Freeform 30"/>
              <p:cNvSpPr>
                <a:spLocks noEditPoints="1"/>
              </p:cNvSpPr>
              <p:nvPr userDrawn="1"/>
            </p:nvSpPr>
            <p:spPr bwMode="auto">
              <a:xfrm>
                <a:off x="2990" y="240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3" name="Freeform 31"/>
              <p:cNvSpPr>
                <a:spLocks noEditPoints="1"/>
              </p:cNvSpPr>
              <p:nvPr userDrawn="1"/>
            </p:nvSpPr>
            <p:spPr bwMode="auto">
              <a:xfrm>
                <a:off x="2990" y="247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4" name="Freeform 32"/>
              <p:cNvSpPr>
                <a:spLocks/>
              </p:cNvSpPr>
              <p:nvPr userDrawn="1"/>
            </p:nvSpPr>
            <p:spPr bwMode="auto">
              <a:xfrm>
                <a:off x="2999" y="254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5" name="Freeform 33"/>
              <p:cNvSpPr>
                <a:spLocks/>
              </p:cNvSpPr>
              <p:nvPr userDrawn="1"/>
            </p:nvSpPr>
            <p:spPr bwMode="auto">
              <a:xfrm>
                <a:off x="2999" y="261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6" name="Freeform 34"/>
              <p:cNvSpPr>
                <a:spLocks noEditPoints="1"/>
              </p:cNvSpPr>
              <p:nvPr userDrawn="1"/>
            </p:nvSpPr>
            <p:spPr bwMode="auto">
              <a:xfrm>
                <a:off x="2990" y="268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7" name="Freeform 35"/>
              <p:cNvSpPr>
                <a:spLocks/>
              </p:cNvSpPr>
              <p:nvPr userDrawn="1"/>
            </p:nvSpPr>
            <p:spPr bwMode="auto">
              <a:xfrm>
                <a:off x="2999" y="275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8" name="Freeform 36"/>
              <p:cNvSpPr>
                <a:spLocks noEditPoints="1"/>
              </p:cNvSpPr>
              <p:nvPr userDrawn="1"/>
            </p:nvSpPr>
            <p:spPr bwMode="auto">
              <a:xfrm>
                <a:off x="2990" y="2826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99" name="Freeform 37"/>
              <p:cNvSpPr>
                <a:spLocks/>
              </p:cNvSpPr>
              <p:nvPr userDrawn="1"/>
            </p:nvSpPr>
            <p:spPr bwMode="auto">
              <a:xfrm>
                <a:off x="2995" y="2895"/>
                <a:ext cx="25" cy="7"/>
              </a:xfrm>
              <a:custGeom>
                <a:avLst/>
                <a:gdLst>
                  <a:gd name="T0" fmla="*/ 5 w 20"/>
                  <a:gd name="T1" fmla="*/ 6 h 6"/>
                  <a:gd name="T2" fmla="*/ 10 w 20"/>
                  <a:gd name="T3" fmla="*/ 4 h 6"/>
                  <a:gd name="T4" fmla="*/ 15 w 20"/>
                  <a:gd name="T5" fmla="*/ 6 h 6"/>
                  <a:gd name="T6" fmla="*/ 20 w 20"/>
                  <a:gd name="T7" fmla="*/ 6 h 6"/>
                  <a:gd name="T8" fmla="*/ 17 w 20"/>
                  <a:gd name="T9" fmla="*/ 3 h 6"/>
                  <a:gd name="T10" fmla="*/ 10 w 20"/>
                  <a:gd name="T11" fmla="*/ 0 h 6"/>
                  <a:gd name="T12" fmla="*/ 3 w 20"/>
                  <a:gd name="T13" fmla="*/ 3 h 6"/>
                  <a:gd name="T14" fmla="*/ 0 w 20"/>
                  <a:gd name="T15" fmla="*/ 6 h 6"/>
                  <a:gd name="T16" fmla="*/ 5 w 20"/>
                  <a:gd name="T1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" h="6">
                    <a:moveTo>
                      <a:pt x="5" y="6"/>
                    </a:moveTo>
                    <a:cubicBezTo>
                      <a:pt x="7" y="5"/>
                      <a:pt x="8" y="4"/>
                      <a:pt x="10" y="4"/>
                    </a:cubicBezTo>
                    <a:cubicBezTo>
                      <a:pt x="12" y="4"/>
                      <a:pt x="13" y="5"/>
                      <a:pt x="15" y="6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19" y="5"/>
                      <a:pt x="18" y="4"/>
                      <a:pt x="17" y="3"/>
                    </a:cubicBezTo>
                    <a:cubicBezTo>
                      <a:pt x="15" y="1"/>
                      <a:pt x="13" y="0"/>
                      <a:pt x="10" y="0"/>
                    </a:cubicBezTo>
                    <a:cubicBezTo>
                      <a:pt x="7" y="0"/>
                      <a:pt x="5" y="1"/>
                      <a:pt x="3" y="3"/>
                    </a:cubicBezTo>
                    <a:cubicBezTo>
                      <a:pt x="2" y="4"/>
                      <a:pt x="1" y="5"/>
                      <a:pt x="0" y="6"/>
                    </a:cubicBezTo>
                    <a:lnTo>
                      <a:pt x="5" y="6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0" name="Freeform 38"/>
              <p:cNvSpPr>
                <a:spLocks noEditPoints="1"/>
              </p:cNvSpPr>
              <p:nvPr userDrawn="1"/>
            </p:nvSpPr>
            <p:spPr bwMode="auto">
              <a:xfrm>
                <a:off x="1795" y="1933"/>
                <a:ext cx="30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3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3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3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2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3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3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3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6" y="30"/>
                      <a:pt x="7" y="32"/>
                      <a:pt x="8" y="33"/>
                    </a:cubicBezTo>
                    <a:cubicBezTo>
                      <a:pt x="10" y="34"/>
                      <a:pt x="11" y="34"/>
                      <a:pt x="13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9" y="32"/>
                      <a:pt x="20" y="30"/>
                      <a:pt x="20" y="28"/>
                    </a:cubicBezTo>
                    <a:cubicBezTo>
                      <a:pt x="21" y="26"/>
                      <a:pt x="22" y="22"/>
                      <a:pt x="22" y="19"/>
                    </a:cubicBezTo>
                    <a:cubicBezTo>
                      <a:pt x="22" y="15"/>
                      <a:pt x="21" y="12"/>
                      <a:pt x="20" y="10"/>
                    </a:cubicBezTo>
                    <a:cubicBezTo>
                      <a:pt x="20" y="8"/>
                      <a:pt x="19" y="6"/>
                      <a:pt x="17" y="5"/>
                    </a:cubicBezTo>
                    <a:cubicBezTo>
                      <a:pt x="16" y="4"/>
                      <a:pt x="14" y="3"/>
                      <a:pt x="13" y="3"/>
                    </a:cubicBezTo>
                    <a:cubicBezTo>
                      <a:pt x="11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1" name="Freeform 39"/>
              <p:cNvSpPr>
                <a:spLocks noEditPoints="1"/>
              </p:cNvSpPr>
              <p:nvPr userDrawn="1"/>
            </p:nvSpPr>
            <p:spPr bwMode="auto">
              <a:xfrm>
                <a:off x="1795" y="1995"/>
                <a:ext cx="30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3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3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3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2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3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3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6" y="30"/>
                      <a:pt x="7" y="32"/>
                      <a:pt x="8" y="33"/>
                    </a:cubicBezTo>
                    <a:cubicBezTo>
                      <a:pt x="10" y="34"/>
                      <a:pt x="11" y="34"/>
                      <a:pt x="13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9" y="32"/>
                      <a:pt x="20" y="30"/>
                      <a:pt x="20" y="28"/>
                    </a:cubicBezTo>
                    <a:cubicBezTo>
                      <a:pt x="21" y="26"/>
                      <a:pt x="22" y="22"/>
                      <a:pt x="22" y="19"/>
                    </a:cubicBezTo>
                    <a:cubicBezTo>
                      <a:pt x="22" y="15"/>
                      <a:pt x="21" y="12"/>
                      <a:pt x="20" y="10"/>
                    </a:cubicBezTo>
                    <a:cubicBezTo>
                      <a:pt x="20" y="8"/>
                      <a:pt x="19" y="6"/>
                      <a:pt x="17" y="5"/>
                    </a:cubicBezTo>
                    <a:cubicBezTo>
                      <a:pt x="16" y="4"/>
                      <a:pt x="14" y="3"/>
                      <a:pt x="13" y="3"/>
                    </a:cubicBezTo>
                    <a:cubicBezTo>
                      <a:pt x="11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2" name="Freeform 40"/>
              <p:cNvSpPr>
                <a:spLocks/>
              </p:cNvSpPr>
              <p:nvPr userDrawn="1"/>
            </p:nvSpPr>
            <p:spPr bwMode="auto">
              <a:xfrm>
                <a:off x="1802" y="2058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7 w 11"/>
                  <a:gd name="T7" fmla="*/ 45 h 45"/>
                  <a:gd name="T8" fmla="*/ 7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7" y="45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3" name="Freeform 41"/>
              <p:cNvSpPr>
                <a:spLocks/>
              </p:cNvSpPr>
              <p:nvPr userDrawn="1"/>
            </p:nvSpPr>
            <p:spPr bwMode="auto">
              <a:xfrm>
                <a:off x="1802" y="2120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7 w 11"/>
                  <a:gd name="T7" fmla="*/ 45 h 45"/>
                  <a:gd name="T8" fmla="*/ 7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7" y="45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4" name="Freeform 42"/>
              <p:cNvSpPr>
                <a:spLocks/>
              </p:cNvSpPr>
              <p:nvPr userDrawn="1"/>
            </p:nvSpPr>
            <p:spPr bwMode="auto">
              <a:xfrm>
                <a:off x="1802" y="2182"/>
                <a:ext cx="11" cy="44"/>
              </a:xfrm>
              <a:custGeom>
                <a:avLst/>
                <a:gdLst>
                  <a:gd name="T0" fmla="*/ 2 w 11"/>
                  <a:gd name="T1" fmla="*/ 0 h 44"/>
                  <a:gd name="T2" fmla="*/ 11 w 11"/>
                  <a:gd name="T3" fmla="*/ 0 h 44"/>
                  <a:gd name="T4" fmla="*/ 11 w 11"/>
                  <a:gd name="T5" fmla="*/ 44 h 44"/>
                  <a:gd name="T6" fmla="*/ 7 w 11"/>
                  <a:gd name="T7" fmla="*/ 44 h 44"/>
                  <a:gd name="T8" fmla="*/ 7 w 11"/>
                  <a:gd name="T9" fmla="*/ 4 h 44"/>
                  <a:gd name="T10" fmla="*/ 0 w 11"/>
                  <a:gd name="T11" fmla="*/ 4 h 44"/>
                  <a:gd name="T12" fmla="*/ 2 w 11"/>
                  <a:gd name="T13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4">
                    <a:moveTo>
                      <a:pt x="2" y="0"/>
                    </a:moveTo>
                    <a:lnTo>
                      <a:pt x="11" y="0"/>
                    </a:lnTo>
                    <a:lnTo>
                      <a:pt x="11" y="44"/>
                    </a:lnTo>
                    <a:lnTo>
                      <a:pt x="7" y="44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5" name="Freeform 43"/>
              <p:cNvSpPr>
                <a:spLocks noEditPoints="1"/>
              </p:cNvSpPr>
              <p:nvPr userDrawn="1"/>
            </p:nvSpPr>
            <p:spPr bwMode="auto">
              <a:xfrm>
                <a:off x="1795" y="2243"/>
                <a:ext cx="30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3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3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3 w 25"/>
                  <a:gd name="T33" fmla="*/ 35 h 38"/>
                  <a:gd name="T34" fmla="*/ 17 w 25"/>
                  <a:gd name="T35" fmla="*/ 33 h 38"/>
                  <a:gd name="T36" fmla="*/ 20 w 25"/>
                  <a:gd name="T37" fmla="*/ 28 h 38"/>
                  <a:gd name="T38" fmla="*/ 22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3 w 25"/>
                  <a:gd name="T45" fmla="*/ 4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1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4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3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5"/>
                      <a:pt x="3" y="33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6" y="30"/>
                      <a:pt x="7" y="32"/>
                      <a:pt x="8" y="33"/>
                    </a:cubicBezTo>
                    <a:cubicBezTo>
                      <a:pt x="10" y="34"/>
                      <a:pt x="11" y="35"/>
                      <a:pt x="13" y="35"/>
                    </a:cubicBezTo>
                    <a:cubicBezTo>
                      <a:pt x="14" y="35"/>
                      <a:pt x="16" y="34"/>
                      <a:pt x="17" y="33"/>
                    </a:cubicBezTo>
                    <a:cubicBezTo>
                      <a:pt x="19" y="32"/>
                      <a:pt x="20" y="30"/>
                      <a:pt x="20" y="28"/>
                    </a:cubicBezTo>
                    <a:cubicBezTo>
                      <a:pt x="21" y="26"/>
                      <a:pt x="22" y="23"/>
                      <a:pt x="22" y="19"/>
                    </a:cubicBezTo>
                    <a:cubicBezTo>
                      <a:pt x="22" y="15"/>
                      <a:pt x="21" y="12"/>
                      <a:pt x="20" y="10"/>
                    </a:cubicBezTo>
                    <a:cubicBezTo>
                      <a:pt x="20" y="8"/>
                      <a:pt x="19" y="6"/>
                      <a:pt x="17" y="5"/>
                    </a:cubicBezTo>
                    <a:cubicBezTo>
                      <a:pt x="16" y="4"/>
                      <a:pt x="14" y="4"/>
                      <a:pt x="13" y="4"/>
                    </a:cubicBezTo>
                    <a:cubicBezTo>
                      <a:pt x="11" y="4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6" name="Freeform 44"/>
              <p:cNvSpPr>
                <a:spLocks/>
              </p:cNvSpPr>
              <p:nvPr userDrawn="1"/>
            </p:nvSpPr>
            <p:spPr bwMode="auto">
              <a:xfrm>
                <a:off x="1802" y="2306"/>
                <a:ext cx="11" cy="44"/>
              </a:xfrm>
              <a:custGeom>
                <a:avLst/>
                <a:gdLst>
                  <a:gd name="T0" fmla="*/ 2 w 11"/>
                  <a:gd name="T1" fmla="*/ 0 h 44"/>
                  <a:gd name="T2" fmla="*/ 11 w 11"/>
                  <a:gd name="T3" fmla="*/ 0 h 44"/>
                  <a:gd name="T4" fmla="*/ 11 w 11"/>
                  <a:gd name="T5" fmla="*/ 44 h 44"/>
                  <a:gd name="T6" fmla="*/ 7 w 11"/>
                  <a:gd name="T7" fmla="*/ 44 h 44"/>
                  <a:gd name="T8" fmla="*/ 7 w 11"/>
                  <a:gd name="T9" fmla="*/ 5 h 44"/>
                  <a:gd name="T10" fmla="*/ 0 w 11"/>
                  <a:gd name="T11" fmla="*/ 5 h 44"/>
                  <a:gd name="T12" fmla="*/ 2 w 11"/>
                  <a:gd name="T13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4">
                    <a:moveTo>
                      <a:pt x="2" y="0"/>
                    </a:moveTo>
                    <a:lnTo>
                      <a:pt x="11" y="0"/>
                    </a:lnTo>
                    <a:lnTo>
                      <a:pt x="11" y="44"/>
                    </a:lnTo>
                    <a:lnTo>
                      <a:pt x="7" y="44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7" name="Freeform 45"/>
              <p:cNvSpPr>
                <a:spLocks/>
              </p:cNvSpPr>
              <p:nvPr userDrawn="1"/>
            </p:nvSpPr>
            <p:spPr bwMode="auto">
              <a:xfrm>
                <a:off x="1156" y="2132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6 w 11"/>
                  <a:gd name="T7" fmla="*/ 45 h 45"/>
                  <a:gd name="T8" fmla="*/ 6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6" y="45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8" name="Freeform 46"/>
              <p:cNvSpPr>
                <a:spLocks noEditPoints="1"/>
              </p:cNvSpPr>
              <p:nvPr userDrawn="1"/>
            </p:nvSpPr>
            <p:spPr bwMode="auto">
              <a:xfrm>
                <a:off x="1149" y="2193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29 h 38"/>
                  <a:gd name="T16" fmla="*/ 19 w 25"/>
                  <a:gd name="T17" fmla="*/ 35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9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0"/>
                      <a:pt x="10" y="0"/>
                      <a:pt x="12" y="0"/>
                    </a:cubicBezTo>
                    <a:cubicBezTo>
                      <a:pt x="15" y="0"/>
                      <a:pt x="17" y="0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29"/>
                    </a:cubicBezTo>
                    <a:cubicBezTo>
                      <a:pt x="22" y="32"/>
                      <a:pt x="21" y="34"/>
                      <a:pt x="19" y="35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3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5"/>
                      <a:pt x="21" y="22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7"/>
                      <a:pt x="5" y="9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09" name="Freeform 47"/>
              <p:cNvSpPr>
                <a:spLocks/>
              </p:cNvSpPr>
              <p:nvPr userDrawn="1"/>
            </p:nvSpPr>
            <p:spPr bwMode="auto">
              <a:xfrm>
                <a:off x="1156" y="2256"/>
                <a:ext cx="11" cy="45"/>
              </a:xfrm>
              <a:custGeom>
                <a:avLst/>
                <a:gdLst>
                  <a:gd name="T0" fmla="*/ 2 w 11"/>
                  <a:gd name="T1" fmla="*/ 0 h 45"/>
                  <a:gd name="T2" fmla="*/ 11 w 11"/>
                  <a:gd name="T3" fmla="*/ 0 h 45"/>
                  <a:gd name="T4" fmla="*/ 11 w 11"/>
                  <a:gd name="T5" fmla="*/ 45 h 45"/>
                  <a:gd name="T6" fmla="*/ 6 w 11"/>
                  <a:gd name="T7" fmla="*/ 45 h 45"/>
                  <a:gd name="T8" fmla="*/ 6 w 11"/>
                  <a:gd name="T9" fmla="*/ 4 h 45"/>
                  <a:gd name="T10" fmla="*/ 0 w 11"/>
                  <a:gd name="T11" fmla="*/ 4 h 45"/>
                  <a:gd name="T12" fmla="*/ 2 w 11"/>
                  <a:gd name="T1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5">
                    <a:moveTo>
                      <a:pt x="2" y="0"/>
                    </a:moveTo>
                    <a:lnTo>
                      <a:pt x="11" y="0"/>
                    </a:lnTo>
                    <a:lnTo>
                      <a:pt x="11" y="45"/>
                    </a:lnTo>
                    <a:lnTo>
                      <a:pt x="6" y="45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0" name="Freeform 48"/>
              <p:cNvSpPr>
                <a:spLocks noEditPoints="1"/>
              </p:cNvSpPr>
              <p:nvPr userDrawn="1"/>
            </p:nvSpPr>
            <p:spPr bwMode="auto">
              <a:xfrm>
                <a:off x="1149" y="2317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2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3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6"/>
                      <a:pt x="21" y="22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1" name="Freeform 49"/>
              <p:cNvSpPr>
                <a:spLocks noEditPoints="1"/>
              </p:cNvSpPr>
              <p:nvPr userDrawn="1"/>
            </p:nvSpPr>
            <p:spPr bwMode="auto">
              <a:xfrm>
                <a:off x="1149" y="2379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2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6"/>
                      <a:pt x="21" y="22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2" name="Freeform 50"/>
              <p:cNvSpPr>
                <a:spLocks noEditPoints="1"/>
              </p:cNvSpPr>
              <p:nvPr userDrawn="1"/>
            </p:nvSpPr>
            <p:spPr bwMode="auto">
              <a:xfrm>
                <a:off x="1149" y="2441"/>
                <a:ext cx="31" cy="47"/>
              </a:xfrm>
              <a:custGeom>
                <a:avLst/>
                <a:gdLst>
                  <a:gd name="T0" fmla="*/ 0 w 25"/>
                  <a:gd name="T1" fmla="*/ 19 h 38"/>
                  <a:gd name="T2" fmla="*/ 2 w 25"/>
                  <a:gd name="T3" fmla="*/ 8 h 38"/>
                  <a:gd name="T4" fmla="*/ 6 w 25"/>
                  <a:gd name="T5" fmla="*/ 2 h 38"/>
                  <a:gd name="T6" fmla="*/ 12 w 25"/>
                  <a:gd name="T7" fmla="*/ 0 h 38"/>
                  <a:gd name="T8" fmla="*/ 19 w 25"/>
                  <a:gd name="T9" fmla="*/ 2 h 38"/>
                  <a:gd name="T10" fmla="*/ 23 w 25"/>
                  <a:gd name="T11" fmla="*/ 8 h 38"/>
                  <a:gd name="T12" fmla="*/ 25 w 25"/>
                  <a:gd name="T13" fmla="*/ 19 h 38"/>
                  <a:gd name="T14" fmla="*/ 23 w 25"/>
                  <a:gd name="T15" fmla="*/ 30 h 38"/>
                  <a:gd name="T16" fmla="*/ 19 w 25"/>
                  <a:gd name="T17" fmla="*/ 36 h 38"/>
                  <a:gd name="T18" fmla="*/ 12 w 25"/>
                  <a:gd name="T19" fmla="*/ 38 h 38"/>
                  <a:gd name="T20" fmla="*/ 6 w 25"/>
                  <a:gd name="T21" fmla="*/ 36 h 38"/>
                  <a:gd name="T22" fmla="*/ 2 w 25"/>
                  <a:gd name="T23" fmla="*/ 30 h 38"/>
                  <a:gd name="T24" fmla="*/ 0 w 25"/>
                  <a:gd name="T25" fmla="*/ 19 h 38"/>
                  <a:gd name="T26" fmla="*/ 4 w 25"/>
                  <a:gd name="T27" fmla="*/ 19 h 38"/>
                  <a:gd name="T28" fmla="*/ 5 w 25"/>
                  <a:gd name="T29" fmla="*/ 28 h 38"/>
                  <a:gd name="T30" fmla="*/ 8 w 25"/>
                  <a:gd name="T31" fmla="*/ 33 h 38"/>
                  <a:gd name="T32" fmla="*/ 12 w 25"/>
                  <a:gd name="T33" fmla="*/ 34 h 38"/>
                  <a:gd name="T34" fmla="*/ 17 w 25"/>
                  <a:gd name="T35" fmla="*/ 33 h 38"/>
                  <a:gd name="T36" fmla="*/ 20 w 25"/>
                  <a:gd name="T37" fmla="*/ 28 h 38"/>
                  <a:gd name="T38" fmla="*/ 21 w 25"/>
                  <a:gd name="T39" fmla="*/ 19 h 38"/>
                  <a:gd name="T40" fmla="*/ 20 w 25"/>
                  <a:gd name="T41" fmla="*/ 10 h 38"/>
                  <a:gd name="T42" fmla="*/ 17 w 25"/>
                  <a:gd name="T43" fmla="*/ 5 h 38"/>
                  <a:gd name="T44" fmla="*/ 12 w 25"/>
                  <a:gd name="T45" fmla="*/ 3 h 38"/>
                  <a:gd name="T46" fmla="*/ 8 w 25"/>
                  <a:gd name="T47" fmla="*/ 5 h 38"/>
                  <a:gd name="T48" fmla="*/ 5 w 25"/>
                  <a:gd name="T49" fmla="*/ 10 h 38"/>
                  <a:gd name="T50" fmla="*/ 4 w 25"/>
                  <a:gd name="T51" fmla="*/ 1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" h="38">
                    <a:moveTo>
                      <a:pt x="0" y="19"/>
                    </a:moveTo>
                    <a:cubicBezTo>
                      <a:pt x="0" y="14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8" y="1"/>
                      <a:pt x="10" y="0"/>
                      <a:pt x="12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21" y="3"/>
                      <a:pt x="22" y="5"/>
                      <a:pt x="23" y="8"/>
                    </a:cubicBezTo>
                    <a:cubicBezTo>
                      <a:pt x="24" y="11"/>
                      <a:pt x="25" y="14"/>
                      <a:pt x="25" y="19"/>
                    </a:cubicBezTo>
                    <a:cubicBezTo>
                      <a:pt x="25" y="23"/>
                      <a:pt x="24" y="27"/>
                      <a:pt x="23" y="30"/>
                    </a:cubicBezTo>
                    <a:cubicBezTo>
                      <a:pt x="22" y="32"/>
                      <a:pt x="21" y="34"/>
                      <a:pt x="19" y="36"/>
                    </a:cubicBezTo>
                    <a:cubicBezTo>
                      <a:pt x="17" y="37"/>
                      <a:pt x="15" y="38"/>
                      <a:pt x="12" y="38"/>
                    </a:cubicBezTo>
                    <a:cubicBezTo>
                      <a:pt x="10" y="38"/>
                      <a:pt x="8" y="37"/>
                      <a:pt x="6" y="36"/>
                    </a:cubicBezTo>
                    <a:cubicBezTo>
                      <a:pt x="4" y="34"/>
                      <a:pt x="3" y="32"/>
                      <a:pt x="2" y="30"/>
                    </a:cubicBezTo>
                    <a:cubicBezTo>
                      <a:pt x="1" y="27"/>
                      <a:pt x="0" y="24"/>
                      <a:pt x="0" y="19"/>
                    </a:cubicBezTo>
                    <a:close/>
                    <a:moveTo>
                      <a:pt x="4" y="19"/>
                    </a:moveTo>
                    <a:cubicBezTo>
                      <a:pt x="4" y="23"/>
                      <a:pt x="4" y="26"/>
                      <a:pt x="5" y="28"/>
                    </a:cubicBezTo>
                    <a:cubicBezTo>
                      <a:pt x="5" y="30"/>
                      <a:pt x="7" y="32"/>
                      <a:pt x="8" y="33"/>
                    </a:cubicBezTo>
                    <a:cubicBezTo>
                      <a:pt x="9" y="34"/>
                      <a:pt x="11" y="34"/>
                      <a:pt x="12" y="34"/>
                    </a:cubicBezTo>
                    <a:cubicBezTo>
                      <a:pt x="14" y="34"/>
                      <a:pt x="16" y="34"/>
                      <a:pt x="17" y="33"/>
                    </a:cubicBezTo>
                    <a:cubicBezTo>
                      <a:pt x="18" y="32"/>
                      <a:pt x="19" y="30"/>
                      <a:pt x="20" y="28"/>
                    </a:cubicBezTo>
                    <a:cubicBezTo>
                      <a:pt x="21" y="26"/>
                      <a:pt x="21" y="23"/>
                      <a:pt x="21" y="19"/>
                    </a:cubicBezTo>
                    <a:cubicBezTo>
                      <a:pt x="21" y="15"/>
                      <a:pt x="21" y="12"/>
                      <a:pt x="20" y="10"/>
                    </a:cubicBezTo>
                    <a:cubicBezTo>
                      <a:pt x="19" y="8"/>
                      <a:pt x="18" y="6"/>
                      <a:pt x="17" y="5"/>
                    </a:cubicBezTo>
                    <a:cubicBezTo>
                      <a:pt x="16" y="4"/>
                      <a:pt x="14" y="3"/>
                      <a:pt x="12" y="3"/>
                    </a:cubicBezTo>
                    <a:cubicBezTo>
                      <a:pt x="11" y="3"/>
                      <a:pt x="9" y="4"/>
                      <a:pt x="8" y="5"/>
                    </a:cubicBezTo>
                    <a:cubicBezTo>
                      <a:pt x="7" y="6"/>
                      <a:pt x="6" y="8"/>
                      <a:pt x="5" y="10"/>
                    </a:cubicBezTo>
                    <a:cubicBezTo>
                      <a:pt x="4" y="12"/>
                      <a:pt x="4" y="15"/>
                      <a:pt x="4" y="19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3" name="Freeform 51"/>
              <p:cNvSpPr>
                <a:spLocks noEditPoints="1"/>
              </p:cNvSpPr>
              <p:nvPr userDrawn="1"/>
            </p:nvSpPr>
            <p:spPr bwMode="auto">
              <a:xfrm>
                <a:off x="1066" y="1689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4" name="Freeform 52"/>
              <p:cNvSpPr>
                <a:spLocks/>
              </p:cNvSpPr>
              <p:nvPr userDrawn="1"/>
            </p:nvSpPr>
            <p:spPr bwMode="auto">
              <a:xfrm>
                <a:off x="1073" y="176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5" name="Freeform 53"/>
              <p:cNvSpPr>
                <a:spLocks noEditPoints="1"/>
              </p:cNvSpPr>
              <p:nvPr userDrawn="1"/>
            </p:nvSpPr>
            <p:spPr bwMode="auto">
              <a:xfrm>
                <a:off x="1066" y="1829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6" name="Freeform 54"/>
              <p:cNvSpPr>
                <a:spLocks noEditPoints="1"/>
              </p:cNvSpPr>
              <p:nvPr userDrawn="1"/>
            </p:nvSpPr>
            <p:spPr bwMode="auto">
              <a:xfrm>
                <a:off x="1066" y="1900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7" name="Freeform 55"/>
              <p:cNvSpPr>
                <a:spLocks/>
              </p:cNvSpPr>
              <p:nvPr userDrawn="1"/>
            </p:nvSpPr>
            <p:spPr bwMode="auto">
              <a:xfrm>
                <a:off x="1073" y="197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8" name="Freeform 56"/>
              <p:cNvSpPr>
                <a:spLocks noEditPoints="1"/>
              </p:cNvSpPr>
              <p:nvPr userDrawn="1"/>
            </p:nvSpPr>
            <p:spPr bwMode="auto">
              <a:xfrm>
                <a:off x="1066" y="2040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19" name="Freeform 57"/>
              <p:cNvSpPr>
                <a:spLocks noEditPoints="1"/>
              </p:cNvSpPr>
              <p:nvPr userDrawn="1"/>
            </p:nvSpPr>
            <p:spPr bwMode="auto">
              <a:xfrm>
                <a:off x="1066" y="2110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0" name="Freeform 58"/>
              <p:cNvSpPr>
                <a:spLocks/>
              </p:cNvSpPr>
              <p:nvPr userDrawn="1"/>
            </p:nvSpPr>
            <p:spPr bwMode="auto">
              <a:xfrm>
                <a:off x="1073" y="2182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1" name="Freeform 59"/>
              <p:cNvSpPr>
                <a:spLocks noEditPoints="1"/>
              </p:cNvSpPr>
              <p:nvPr userDrawn="1"/>
            </p:nvSpPr>
            <p:spPr bwMode="auto">
              <a:xfrm>
                <a:off x="1066" y="2250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2" name="Freeform 60"/>
              <p:cNvSpPr>
                <a:spLocks noEditPoints="1"/>
              </p:cNvSpPr>
              <p:nvPr userDrawn="1"/>
            </p:nvSpPr>
            <p:spPr bwMode="auto">
              <a:xfrm>
                <a:off x="1066" y="2320"/>
                <a:ext cx="34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3" name="Freeform 61"/>
              <p:cNvSpPr>
                <a:spLocks noEditPoints="1"/>
              </p:cNvSpPr>
              <p:nvPr userDrawn="1"/>
            </p:nvSpPr>
            <p:spPr bwMode="auto">
              <a:xfrm>
                <a:off x="1066" y="239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4" name="Freeform 62"/>
              <p:cNvSpPr>
                <a:spLocks/>
              </p:cNvSpPr>
              <p:nvPr userDrawn="1"/>
            </p:nvSpPr>
            <p:spPr bwMode="auto">
              <a:xfrm>
                <a:off x="1073" y="2462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5" name="Freeform 63"/>
              <p:cNvSpPr>
                <a:spLocks noEditPoints="1"/>
              </p:cNvSpPr>
              <p:nvPr userDrawn="1"/>
            </p:nvSpPr>
            <p:spPr bwMode="auto">
              <a:xfrm>
                <a:off x="1066" y="2531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6" name="Freeform 64"/>
              <p:cNvSpPr>
                <a:spLocks noEditPoints="1"/>
              </p:cNvSpPr>
              <p:nvPr userDrawn="1"/>
            </p:nvSpPr>
            <p:spPr bwMode="auto">
              <a:xfrm>
                <a:off x="1066" y="260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7" name="Freeform 65"/>
              <p:cNvSpPr>
                <a:spLocks/>
              </p:cNvSpPr>
              <p:nvPr userDrawn="1"/>
            </p:nvSpPr>
            <p:spPr bwMode="auto">
              <a:xfrm>
                <a:off x="1073" y="2672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8" name="Freeform 66"/>
              <p:cNvSpPr>
                <a:spLocks noEditPoints="1"/>
              </p:cNvSpPr>
              <p:nvPr userDrawn="1"/>
            </p:nvSpPr>
            <p:spPr bwMode="auto">
              <a:xfrm>
                <a:off x="1066" y="2741"/>
                <a:ext cx="34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29" name="Freeform 67"/>
              <p:cNvSpPr>
                <a:spLocks/>
              </p:cNvSpPr>
              <p:nvPr userDrawn="1"/>
            </p:nvSpPr>
            <p:spPr bwMode="auto">
              <a:xfrm>
                <a:off x="1073" y="2813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0" name="Freeform 68"/>
              <p:cNvSpPr>
                <a:spLocks/>
              </p:cNvSpPr>
              <p:nvPr userDrawn="1"/>
            </p:nvSpPr>
            <p:spPr bwMode="auto">
              <a:xfrm>
                <a:off x="1066" y="2881"/>
                <a:ext cx="34" cy="21"/>
              </a:xfrm>
              <a:custGeom>
                <a:avLst/>
                <a:gdLst>
                  <a:gd name="T0" fmla="*/ 4 w 28"/>
                  <a:gd name="T1" fmla="*/ 17 h 17"/>
                  <a:gd name="T2" fmla="*/ 5 w 28"/>
                  <a:gd name="T3" fmla="*/ 11 h 17"/>
                  <a:gd name="T4" fmla="*/ 9 w 28"/>
                  <a:gd name="T5" fmla="*/ 6 h 17"/>
                  <a:gd name="T6" fmla="*/ 14 w 28"/>
                  <a:gd name="T7" fmla="*/ 4 h 17"/>
                  <a:gd name="T8" fmla="*/ 19 w 28"/>
                  <a:gd name="T9" fmla="*/ 6 h 17"/>
                  <a:gd name="T10" fmla="*/ 23 w 28"/>
                  <a:gd name="T11" fmla="*/ 12 h 17"/>
                  <a:gd name="T12" fmla="*/ 24 w 28"/>
                  <a:gd name="T13" fmla="*/ 17 h 17"/>
                  <a:gd name="T14" fmla="*/ 28 w 28"/>
                  <a:gd name="T15" fmla="*/ 17 h 17"/>
                  <a:gd name="T16" fmla="*/ 26 w 28"/>
                  <a:gd name="T17" fmla="*/ 9 h 17"/>
                  <a:gd name="T18" fmla="*/ 21 w 28"/>
                  <a:gd name="T19" fmla="*/ 2 h 17"/>
                  <a:gd name="T20" fmla="*/ 14 w 28"/>
                  <a:gd name="T21" fmla="*/ 0 h 17"/>
                  <a:gd name="T22" fmla="*/ 7 w 28"/>
                  <a:gd name="T23" fmla="*/ 2 h 17"/>
                  <a:gd name="T24" fmla="*/ 2 w 28"/>
                  <a:gd name="T25" fmla="*/ 9 h 17"/>
                  <a:gd name="T26" fmla="*/ 0 w 28"/>
                  <a:gd name="T27" fmla="*/ 17 h 17"/>
                  <a:gd name="T28" fmla="*/ 4 w 28"/>
                  <a:gd name="T2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" h="17">
                    <a:moveTo>
                      <a:pt x="4" y="17"/>
                    </a:moveTo>
                    <a:cubicBezTo>
                      <a:pt x="4" y="15"/>
                      <a:pt x="5" y="13"/>
                      <a:pt x="5" y="11"/>
                    </a:cubicBezTo>
                    <a:cubicBezTo>
                      <a:pt x="6" y="9"/>
                      <a:pt x="7" y="7"/>
                      <a:pt x="9" y="6"/>
                    </a:cubicBezTo>
                    <a:cubicBezTo>
                      <a:pt x="11" y="5"/>
                      <a:pt x="12" y="4"/>
                      <a:pt x="14" y="4"/>
                    </a:cubicBezTo>
                    <a:cubicBezTo>
                      <a:pt x="16" y="4"/>
                      <a:pt x="17" y="5"/>
                      <a:pt x="19" y="6"/>
                    </a:cubicBezTo>
                    <a:cubicBezTo>
                      <a:pt x="21" y="7"/>
                      <a:pt x="22" y="9"/>
                      <a:pt x="23" y="12"/>
                    </a:cubicBezTo>
                    <a:cubicBezTo>
                      <a:pt x="23" y="13"/>
                      <a:pt x="24" y="15"/>
                      <a:pt x="24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14"/>
                      <a:pt x="27" y="11"/>
                      <a:pt x="26" y="9"/>
                    </a:cubicBezTo>
                    <a:cubicBezTo>
                      <a:pt x="25" y="6"/>
                      <a:pt x="23" y="4"/>
                      <a:pt x="21" y="2"/>
                    </a:cubicBezTo>
                    <a:cubicBezTo>
                      <a:pt x="19" y="1"/>
                      <a:pt x="17" y="0"/>
                      <a:pt x="14" y="0"/>
                    </a:cubicBezTo>
                    <a:cubicBezTo>
                      <a:pt x="11" y="0"/>
                      <a:pt x="9" y="1"/>
                      <a:pt x="7" y="2"/>
                    </a:cubicBezTo>
                    <a:cubicBezTo>
                      <a:pt x="5" y="4"/>
                      <a:pt x="3" y="6"/>
                      <a:pt x="2" y="9"/>
                    </a:cubicBezTo>
                    <a:cubicBezTo>
                      <a:pt x="1" y="11"/>
                      <a:pt x="1" y="14"/>
                      <a:pt x="0" y="17"/>
                    </a:cubicBezTo>
                    <a:lnTo>
                      <a:pt x="4" y="17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1" name="Freeform 69"/>
              <p:cNvSpPr>
                <a:spLocks/>
              </p:cNvSpPr>
              <p:nvPr userDrawn="1"/>
            </p:nvSpPr>
            <p:spPr bwMode="auto">
              <a:xfrm>
                <a:off x="2587" y="1525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2" name="Freeform 70"/>
              <p:cNvSpPr>
                <a:spLocks/>
              </p:cNvSpPr>
              <p:nvPr userDrawn="1"/>
            </p:nvSpPr>
            <p:spPr bwMode="auto">
              <a:xfrm>
                <a:off x="1317" y="1234"/>
                <a:ext cx="13" cy="49"/>
              </a:xfrm>
              <a:custGeom>
                <a:avLst/>
                <a:gdLst>
                  <a:gd name="T0" fmla="*/ 4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9 w 13"/>
                  <a:gd name="T7" fmla="*/ 49 h 49"/>
                  <a:gd name="T8" fmla="*/ 9 w 13"/>
                  <a:gd name="T9" fmla="*/ 5 h 49"/>
                  <a:gd name="T10" fmla="*/ 0 w 13"/>
                  <a:gd name="T11" fmla="*/ 5 h 49"/>
                  <a:gd name="T12" fmla="*/ 4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4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3" name="Freeform 71"/>
              <p:cNvSpPr>
                <a:spLocks/>
              </p:cNvSpPr>
              <p:nvPr userDrawn="1"/>
            </p:nvSpPr>
            <p:spPr bwMode="auto">
              <a:xfrm>
                <a:off x="2489" y="721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4" name="Freeform 72"/>
              <p:cNvSpPr>
                <a:spLocks noEditPoints="1"/>
              </p:cNvSpPr>
              <p:nvPr userDrawn="1"/>
            </p:nvSpPr>
            <p:spPr bwMode="auto">
              <a:xfrm>
                <a:off x="2579" y="1594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5" name="Freeform 73"/>
              <p:cNvSpPr>
                <a:spLocks/>
              </p:cNvSpPr>
              <p:nvPr userDrawn="1"/>
            </p:nvSpPr>
            <p:spPr bwMode="auto">
              <a:xfrm>
                <a:off x="2587" y="1666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6" name="Freeform 74"/>
              <p:cNvSpPr>
                <a:spLocks noEditPoints="1"/>
              </p:cNvSpPr>
              <p:nvPr userDrawn="1"/>
            </p:nvSpPr>
            <p:spPr bwMode="auto">
              <a:xfrm>
                <a:off x="2579" y="173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7" name="Freeform 75"/>
              <p:cNvSpPr>
                <a:spLocks noEditPoints="1"/>
              </p:cNvSpPr>
              <p:nvPr userDrawn="1"/>
            </p:nvSpPr>
            <p:spPr bwMode="auto">
              <a:xfrm>
                <a:off x="1868" y="2322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3 h 43"/>
                  <a:gd name="T10" fmla="*/ 26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1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4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8" name="Freeform 76"/>
              <p:cNvSpPr>
                <a:spLocks/>
              </p:cNvSpPr>
              <p:nvPr userDrawn="1"/>
            </p:nvSpPr>
            <p:spPr bwMode="auto">
              <a:xfrm>
                <a:off x="1875" y="2394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4 h 50"/>
                  <a:gd name="T10" fmla="*/ 0 w 12"/>
                  <a:gd name="T11" fmla="*/ 4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39" name="Freeform 77"/>
              <p:cNvSpPr>
                <a:spLocks noEditPoints="1"/>
              </p:cNvSpPr>
              <p:nvPr userDrawn="1"/>
            </p:nvSpPr>
            <p:spPr bwMode="auto">
              <a:xfrm>
                <a:off x="1868" y="2463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8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6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1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4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9 w 27"/>
                  <a:gd name="T35" fmla="*/ 37 h 42"/>
                  <a:gd name="T36" fmla="*/ 22 w 27"/>
                  <a:gd name="T37" fmla="*/ 31 h 42"/>
                  <a:gd name="T38" fmla="*/ 24 w 27"/>
                  <a:gd name="T39" fmla="*/ 21 h 42"/>
                  <a:gd name="T40" fmla="*/ 22 w 27"/>
                  <a:gd name="T41" fmla="*/ 11 h 42"/>
                  <a:gd name="T42" fmla="*/ 19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4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8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0" name="Freeform 78"/>
              <p:cNvSpPr>
                <a:spLocks noEditPoints="1"/>
              </p:cNvSpPr>
              <p:nvPr userDrawn="1"/>
            </p:nvSpPr>
            <p:spPr bwMode="auto">
              <a:xfrm>
                <a:off x="1868" y="2532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6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1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4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1" name="Freeform 79"/>
              <p:cNvSpPr>
                <a:spLocks/>
              </p:cNvSpPr>
              <p:nvPr userDrawn="1"/>
            </p:nvSpPr>
            <p:spPr bwMode="auto">
              <a:xfrm>
                <a:off x="1875" y="260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2" name="Freeform 80"/>
              <p:cNvSpPr>
                <a:spLocks noEditPoints="1"/>
              </p:cNvSpPr>
              <p:nvPr userDrawn="1"/>
            </p:nvSpPr>
            <p:spPr bwMode="auto">
              <a:xfrm>
                <a:off x="1868" y="2673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8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6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1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4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9 w 27"/>
                  <a:gd name="T35" fmla="*/ 37 h 42"/>
                  <a:gd name="T36" fmla="*/ 22 w 27"/>
                  <a:gd name="T37" fmla="*/ 31 h 42"/>
                  <a:gd name="T38" fmla="*/ 24 w 27"/>
                  <a:gd name="T39" fmla="*/ 21 h 42"/>
                  <a:gd name="T40" fmla="*/ 22 w 27"/>
                  <a:gd name="T41" fmla="*/ 11 h 42"/>
                  <a:gd name="T42" fmla="*/ 19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4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8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1"/>
                      <a:pt x="16" y="42"/>
                      <a:pt x="13" y="42"/>
                    </a:cubicBezTo>
                    <a:cubicBezTo>
                      <a:pt x="11" y="42"/>
                      <a:pt x="8" y="41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3" name="Freeform 81"/>
              <p:cNvSpPr>
                <a:spLocks/>
              </p:cNvSpPr>
              <p:nvPr userDrawn="1"/>
            </p:nvSpPr>
            <p:spPr bwMode="auto">
              <a:xfrm>
                <a:off x="1875" y="274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4" name="Freeform 82"/>
              <p:cNvSpPr>
                <a:spLocks/>
              </p:cNvSpPr>
              <p:nvPr userDrawn="1"/>
            </p:nvSpPr>
            <p:spPr bwMode="auto">
              <a:xfrm>
                <a:off x="1875" y="281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5" name="Freeform 83"/>
              <p:cNvSpPr>
                <a:spLocks/>
              </p:cNvSpPr>
              <p:nvPr userDrawn="1"/>
            </p:nvSpPr>
            <p:spPr bwMode="auto">
              <a:xfrm>
                <a:off x="1875" y="2884"/>
                <a:ext cx="12" cy="18"/>
              </a:xfrm>
              <a:custGeom>
                <a:avLst/>
                <a:gdLst>
                  <a:gd name="T0" fmla="*/ 7 w 12"/>
                  <a:gd name="T1" fmla="*/ 18 h 18"/>
                  <a:gd name="T2" fmla="*/ 12 w 12"/>
                  <a:gd name="T3" fmla="*/ 18 h 18"/>
                  <a:gd name="T4" fmla="*/ 12 w 12"/>
                  <a:gd name="T5" fmla="*/ 0 h 18"/>
                  <a:gd name="T6" fmla="*/ 2 w 12"/>
                  <a:gd name="T7" fmla="*/ 0 h 18"/>
                  <a:gd name="T8" fmla="*/ 0 w 12"/>
                  <a:gd name="T9" fmla="*/ 5 h 18"/>
                  <a:gd name="T10" fmla="*/ 7 w 12"/>
                  <a:gd name="T11" fmla="*/ 5 h 18"/>
                  <a:gd name="T12" fmla="*/ 7 w 12"/>
                  <a:gd name="T13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8">
                    <a:moveTo>
                      <a:pt x="7" y="18"/>
                    </a:moveTo>
                    <a:lnTo>
                      <a:pt x="12" y="18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5"/>
                    </a:lnTo>
                    <a:lnTo>
                      <a:pt x="7" y="5"/>
                    </a:lnTo>
                    <a:lnTo>
                      <a:pt x="7" y="18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6" name="Freeform 84"/>
              <p:cNvSpPr>
                <a:spLocks/>
              </p:cNvSpPr>
              <p:nvPr userDrawn="1"/>
            </p:nvSpPr>
            <p:spPr bwMode="auto">
              <a:xfrm>
                <a:off x="2587" y="2699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7" name="Freeform 85"/>
              <p:cNvSpPr>
                <a:spLocks/>
              </p:cNvSpPr>
              <p:nvPr userDrawn="1"/>
            </p:nvSpPr>
            <p:spPr bwMode="auto">
              <a:xfrm>
                <a:off x="2587" y="2770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8" name="Freeform 86"/>
              <p:cNvSpPr>
                <a:spLocks noEditPoints="1"/>
              </p:cNvSpPr>
              <p:nvPr userDrawn="1"/>
            </p:nvSpPr>
            <p:spPr bwMode="auto">
              <a:xfrm>
                <a:off x="2579" y="2838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49" name="Freeform 87"/>
              <p:cNvSpPr>
                <a:spLocks noEditPoints="1"/>
              </p:cNvSpPr>
              <p:nvPr userDrawn="1"/>
            </p:nvSpPr>
            <p:spPr bwMode="auto">
              <a:xfrm>
                <a:off x="2033" y="2148"/>
                <a:ext cx="29" cy="43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3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6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5 h 34"/>
                  <a:gd name="T44" fmla="*/ 11 w 23"/>
                  <a:gd name="T45" fmla="*/ 3 h 34"/>
                  <a:gd name="T46" fmla="*/ 7 w 23"/>
                  <a:gd name="T47" fmla="*/ 5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3"/>
                    </a:cubicBezTo>
                    <a:cubicBezTo>
                      <a:pt x="4" y="31"/>
                      <a:pt x="3" y="30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3"/>
                      <a:pt x="19" y="21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6"/>
                      <a:pt x="15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0" name="Freeform 88"/>
              <p:cNvSpPr>
                <a:spLocks/>
              </p:cNvSpPr>
              <p:nvPr userDrawn="1"/>
            </p:nvSpPr>
            <p:spPr bwMode="auto">
              <a:xfrm>
                <a:off x="2040" y="2205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5 h 41"/>
                  <a:gd name="T10" fmla="*/ 0 w 11"/>
                  <a:gd name="T11" fmla="*/ 5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1" name="Freeform 89"/>
              <p:cNvSpPr>
                <a:spLocks/>
              </p:cNvSpPr>
              <p:nvPr userDrawn="1"/>
            </p:nvSpPr>
            <p:spPr bwMode="auto">
              <a:xfrm>
                <a:off x="2040" y="2262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4 h 41"/>
                  <a:gd name="T10" fmla="*/ 0 w 11"/>
                  <a:gd name="T11" fmla="*/ 4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2" name="Freeform 90"/>
              <p:cNvSpPr>
                <a:spLocks/>
              </p:cNvSpPr>
              <p:nvPr userDrawn="1"/>
            </p:nvSpPr>
            <p:spPr bwMode="auto">
              <a:xfrm>
                <a:off x="2040" y="2318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5 h 41"/>
                  <a:gd name="T10" fmla="*/ 0 w 11"/>
                  <a:gd name="T11" fmla="*/ 5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3" name="Freeform 91"/>
              <p:cNvSpPr>
                <a:spLocks noEditPoints="1"/>
              </p:cNvSpPr>
              <p:nvPr userDrawn="1"/>
            </p:nvSpPr>
            <p:spPr bwMode="auto">
              <a:xfrm>
                <a:off x="2033" y="2374"/>
                <a:ext cx="29" cy="43"/>
              </a:xfrm>
              <a:custGeom>
                <a:avLst/>
                <a:gdLst>
                  <a:gd name="T0" fmla="*/ 0 w 23"/>
                  <a:gd name="T1" fmla="*/ 17 h 35"/>
                  <a:gd name="T2" fmla="*/ 2 w 23"/>
                  <a:gd name="T3" fmla="*/ 7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7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7 h 35"/>
                  <a:gd name="T24" fmla="*/ 0 w 23"/>
                  <a:gd name="T25" fmla="*/ 17 h 35"/>
                  <a:gd name="T26" fmla="*/ 3 w 23"/>
                  <a:gd name="T27" fmla="*/ 17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5 w 23"/>
                  <a:gd name="T35" fmla="*/ 30 h 35"/>
                  <a:gd name="T36" fmla="*/ 18 w 23"/>
                  <a:gd name="T37" fmla="*/ 26 h 35"/>
                  <a:gd name="T38" fmla="*/ 19 w 23"/>
                  <a:gd name="T39" fmla="*/ 17 h 35"/>
                  <a:gd name="T40" fmla="*/ 18 w 23"/>
                  <a:gd name="T41" fmla="*/ 9 h 35"/>
                  <a:gd name="T42" fmla="*/ 15 w 23"/>
                  <a:gd name="T43" fmla="*/ 5 h 35"/>
                  <a:gd name="T44" fmla="*/ 11 w 23"/>
                  <a:gd name="T45" fmla="*/ 3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8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30"/>
                      <a:pt x="19" y="31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7"/>
                    </a:cubicBezTo>
                    <a:cubicBezTo>
                      <a:pt x="1" y="25"/>
                      <a:pt x="0" y="22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19" y="21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6"/>
                      <a:pt x="15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4" name="Freeform 92"/>
              <p:cNvSpPr>
                <a:spLocks/>
              </p:cNvSpPr>
              <p:nvPr userDrawn="1"/>
            </p:nvSpPr>
            <p:spPr bwMode="auto">
              <a:xfrm>
                <a:off x="2040" y="2432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6 w 11"/>
                  <a:gd name="T7" fmla="*/ 40 h 40"/>
                  <a:gd name="T8" fmla="*/ 6 w 11"/>
                  <a:gd name="T9" fmla="*/ 4 h 40"/>
                  <a:gd name="T10" fmla="*/ 0 w 11"/>
                  <a:gd name="T11" fmla="*/ 4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6" y="40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5" name="Freeform 93"/>
              <p:cNvSpPr>
                <a:spLocks/>
              </p:cNvSpPr>
              <p:nvPr userDrawn="1"/>
            </p:nvSpPr>
            <p:spPr bwMode="auto">
              <a:xfrm>
                <a:off x="2040" y="2488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6 w 11"/>
                  <a:gd name="T7" fmla="*/ 40 h 40"/>
                  <a:gd name="T8" fmla="*/ 6 w 11"/>
                  <a:gd name="T9" fmla="*/ 3 h 40"/>
                  <a:gd name="T10" fmla="*/ 0 w 11"/>
                  <a:gd name="T11" fmla="*/ 3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6" y="40"/>
                    </a:lnTo>
                    <a:lnTo>
                      <a:pt x="6" y="3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6" name="Freeform 94"/>
              <p:cNvSpPr>
                <a:spLocks noEditPoints="1"/>
              </p:cNvSpPr>
              <p:nvPr userDrawn="1"/>
            </p:nvSpPr>
            <p:spPr bwMode="auto">
              <a:xfrm>
                <a:off x="2033" y="2543"/>
                <a:ext cx="29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2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5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5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4 h 34"/>
                  <a:gd name="T44" fmla="*/ 11 w 23"/>
                  <a:gd name="T45" fmla="*/ 3 h 34"/>
                  <a:gd name="T46" fmla="*/ 7 w 23"/>
                  <a:gd name="T47" fmla="*/ 4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9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0"/>
                      <a:pt x="9" y="0"/>
                      <a:pt x="11" y="0"/>
                    </a:cubicBezTo>
                    <a:cubicBezTo>
                      <a:pt x="13" y="0"/>
                      <a:pt x="15" y="0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4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2"/>
                    </a:cubicBezTo>
                    <a:cubicBezTo>
                      <a:pt x="4" y="31"/>
                      <a:pt x="3" y="29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5"/>
                    </a:cubicBezTo>
                    <a:cubicBezTo>
                      <a:pt x="5" y="27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7"/>
                      <a:pt x="18" y="25"/>
                    </a:cubicBezTo>
                    <a:cubicBezTo>
                      <a:pt x="19" y="23"/>
                      <a:pt x="19" y="20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5"/>
                      <a:pt x="15" y="4"/>
                    </a:cubicBezTo>
                    <a:cubicBezTo>
                      <a:pt x="14" y="3"/>
                      <a:pt x="13" y="3"/>
                      <a:pt x="11" y="3"/>
                    </a:cubicBezTo>
                    <a:cubicBezTo>
                      <a:pt x="10" y="3"/>
                      <a:pt x="8" y="3"/>
                      <a:pt x="7" y="4"/>
                    </a:cubicBezTo>
                    <a:cubicBezTo>
                      <a:pt x="6" y="5"/>
                      <a:pt x="5" y="7"/>
                      <a:pt x="4" y="9"/>
                    </a:cubicBezTo>
                    <a:cubicBezTo>
                      <a:pt x="4" y="11"/>
                      <a:pt x="3" y="13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7" name="Freeform 95"/>
              <p:cNvSpPr>
                <a:spLocks/>
              </p:cNvSpPr>
              <p:nvPr userDrawn="1"/>
            </p:nvSpPr>
            <p:spPr bwMode="auto">
              <a:xfrm>
                <a:off x="2040" y="2600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6 w 11"/>
                  <a:gd name="T7" fmla="*/ 41 h 41"/>
                  <a:gd name="T8" fmla="*/ 6 w 11"/>
                  <a:gd name="T9" fmla="*/ 4 h 41"/>
                  <a:gd name="T10" fmla="*/ 0 w 11"/>
                  <a:gd name="T11" fmla="*/ 4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6" y="41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8" name="Freeform 96"/>
              <p:cNvSpPr>
                <a:spLocks noEditPoints="1"/>
              </p:cNvSpPr>
              <p:nvPr userDrawn="1"/>
            </p:nvSpPr>
            <p:spPr bwMode="auto">
              <a:xfrm>
                <a:off x="2033" y="2656"/>
                <a:ext cx="29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2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6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4 h 34"/>
                  <a:gd name="T44" fmla="*/ 11 w 23"/>
                  <a:gd name="T45" fmla="*/ 3 h 34"/>
                  <a:gd name="T46" fmla="*/ 7 w 23"/>
                  <a:gd name="T47" fmla="*/ 4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9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4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2"/>
                    </a:cubicBezTo>
                    <a:cubicBezTo>
                      <a:pt x="4" y="31"/>
                      <a:pt x="3" y="29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7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7"/>
                      <a:pt x="18" y="26"/>
                    </a:cubicBezTo>
                    <a:cubicBezTo>
                      <a:pt x="19" y="23"/>
                      <a:pt x="19" y="20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5"/>
                      <a:pt x="15" y="4"/>
                    </a:cubicBezTo>
                    <a:cubicBezTo>
                      <a:pt x="14" y="3"/>
                      <a:pt x="13" y="3"/>
                      <a:pt x="11" y="3"/>
                    </a:cubicBezTo>
                    <a:cubicBezTo>
                      <a:pt x="10" y="3"/>
                      <a:pt x="8" y="3"/>
                      <a:pt x="7" y="4"/>
                    </a:cubicBezTo>
                    <a:cubicBezTo>
                      <a:pt x="6" y="5"/>
                      <a:pt x="5" y="7"/>
                      <a:pt x="4" y="9"/>
                    </a:cubicBezTo>
                    <a:cubicBezTo>
                      <a:pt x="4" y="11"/>
                      <a:pt x="3" y="13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59" name="Freeform 97"/>
              <p:cNvSpPr>
                <a:spLocks noEditPoints="1"/>
              </p:cNvSpPr>
              <p:nvPr userDrawn="1"/>
            </p:nvSpPr>
            <p:spPr bwMode="auto">
              <a:xfrm>
                <a:off x="2033" y="2712"/>
                <a:ext cx="29" cy="43"/>
              </a:xfrm>
              <a:custGeom>
                <a:avLst/>
                <a:gdLst>
                  <a:gd name="T0" fmla="*/ 0 w 23"/>
                  <a:gd name="T1" fmla="*/ 18 h 35"/>
                  <a:gd name="T2" fmla="*/ 2 w 23"/>
                  <a:gd name="T3" fmla="*/ 8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8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8 h 35"/>
                  <a:gd name="T24" fmla="*/ 0 w 23"/>
                  <a:gd name="T25" fmla="*/ 18 h 35"/>
                  <a:gd name="T26" fmla="*/ 3 w 23"/>
                  <a:gd name="T27" fmla="*/ 18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5 w 23"/>
                  <a:gd name="T35" fmla="*/ 30 h 35"/>
                  <a:gd name="T36" fmla="*/ 18 w 23"/>
                  <a:gd name="T37" fmla="*/ 26 h 35"/>
                  <a:gd name="T38" fmla="*/ 19 w 23"/>
                  <a:gd name="T39" fmla="*/ 18 h 35"/>
                  <a:gd name="T40" fmla="*/ 18 w 23"/>
                  <a:gd name="T41" fmla="*/ 10 h 35"/>
                  <a:gd name="T42" fmla="*/ 15 w 23"/>
                  <a:gd name="T43" fmla="*/ 5 h 35"/>
                  <a:gd name="T44" fmla="*/ 11 w 23"/>
                  <a:gd name="T45" fmla="*/ 4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8"/>
                    </a:moveTo>
                    <a:cubicBezTo>
                      <a:pt x="0" y="13"/>
                      <a:pt x="1" y="10"/>
                      <a:pt x="2" y="8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4"/>
                      <a:pt x="20" y="5"/>
                      <a:pt x="21" y="8"/>
                    </a:cubicBezTo>
                    <a:cubicBezTo>
                      <a:pt x="22" y="10"/>
                      <a:pt x="23" y="14"/>
                      <a:pt x="23" y="18"/>
                    </a:cubicBezTo>
                    <a:cubicBezTo>
                      <a:pt x="23" y="22"/>
                      <a:pt x="22" y="25"/>
                      <a:pt x="21" y="27"/>
                    </a:cubicBezTo>
                    <a:cubicBezTo>
                      <a:pt x="20" y="30"/>
                      <a:pt x="19" y="32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8"/>
                    </a:cubicBezTo>
                    <a:cubicBezTo>
                      <a:pt x="1" y="25"/>
                      <a:pt x="0" y="22"/>
                      <a:pt x="0" y="18"/>
                    </a:cubicBezTo>
                    <a:close/>
                    <a:moveTo>
                      <a:pt x="3" y="18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19" y="21"/>
                      <a:pt x="19" y="18"/>
                    </a:cubicBezTo>
                    <a:cubicBezTo>
                      <a:pt x="19" y="14"/>
                      <a:pt x="19" y="12"/>
                      <a:pt x="18" y="10"/>
                    </a:cubicBezTo>
                    <a:cubicBezTo>
                      <a:pt x="18" y="8"/>
                      <a:pt x="17" y="6"/>
                      <a:pt x="15" y="5"/>
                    </a:cubicBezTo>
                    <a:cubicBezTo>
                      <a:pt x="14" y="4"/>
                      <a:pt x="13" y="4"/>
                      <a:pt x="11" y="4"/>
                    </a:cubicBezTo>
                    <a:cubicBezTo>
                      <a:pt x="10" y="4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8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0" name="Freeform 98"/>
              <p:cNvSpPr>
                <a:spLocks noEditPoints="1"/>
              </p:cNvSpPr>
              <p:nvPr userDrawn="1"/>
            </p:nvSpPr>
            <p:spPr bwMode="auto">
              <a:xfrm>
                <a:off x="2033" y="2769"/>
                <a:ext cx="29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3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1 h 34"/>
                  <a:gd name="T34" fmla="*/ 15 w 23"/>
                  <a:gd name="T35" fmla="*/ 30 h 34"/>
                  <a:gd name="T36" fmla="*/ 18 w 23"/>
                  <a:gd name="T37" fmla="*/ 26 h 34"/>
                  <a:gd name="T38" fmla="*/ 19 w 23"/>
                  <a:gd name="T39" fmla="*/ 17 h 34"/>
                  <a:gd name="T40" fmla="*/ 18 w 23"/>
                  <a:gd name="T41" fmla="*/ 9 h 34"/>
                  <a:gd name="T42" fmla="*/ 15 w 23"/>
                  <a:gd name="T43" fmla="*/ 5 h 34"/>
                  <a:gd name="T44" fmla="*/ 11 w 23"/>
                  <a:gd name="T45" fmla="*/ 3 h 34"/>
                  <a:gd name="T46" fmla="*/ 7 w 23"/>
                  <a:gd name="T47" fmla="*/ 5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3"/>
                    </a:cubicBezTo>
                    <a:cubicBezTo>
                      <a:pt x="4" y="31"/>
                      <a:pt x="3" y="30"/>
                      <a:pt x="2" y="27"/>
                    </a:cubicBezTo>
                    <a:cubicBezTo>
                      <a:pt x="1" y="25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1"/>
                      <a:pt x="11" y="31"/>
                    </a:cubicBezTo>
                    <a:cubicBezTo>
                      <a:pt x="13" y="31"/>
                      <a:pt x="14" y="31"/>
                      <a:pt x="15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3"/>
                      <a:pt x="19" y="21"/>
                      <a:pt x="19" y="17"/>
                    </a:cubicBezTo>
                    <a:cubicBezTo>
                      <a:pt x="19" y="14"/>
                      <a:pt x="19" y="11"/>
                      <a:pt x="18" y="9"/>
                    </a:cubicBezTo>
                    <a:cubicBezTo>
                      <a:pt x="18" y="7"/>
                      <a:pt x="17" y="6"/>
                      <a:pt x="15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8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1" name="Freeform 99"/>
              <p:cNvSpPr>
                <a:spLocks/>
              </p:cNvSpPr>
              <p:nvPr userDrawn="1"/>
            </p:nvSpPr>
            <p:spPr bwMode="auto">
              <a:xfrm>
                <a:off x="2040" y="2826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6 w 11"/>
                  <a:gd name="T7" fmla="*/ 40 h 40"/>
                  <a:gd name="T8" fmla="*/ 6 w 11"/>
                  <a:gd name="T9" fmla="*/ 4 h 40"/>
                  <a:gd name="T10" fmla="*/ 0 w 11"/>
                  <a:gd name="T11" fmla="*/ 4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6" y="40"/>
                    </a:lnTo>
                    <a:lnTo>
                      <a:pt x="6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2" name="Freeform 100"/>
              <p:cNvSpPr>
                <a:spLocks/>
              </p:cNvSpPr>
              <p:nvPr userDrawn="1"/>
            </p:nvSpPr>
            <p:spPr bwMode="auto">
              <a:xfrm>
                <a:off x="2040" y="2882"/>
                <a:ext cx="11" cy="20"/>
              </a:xfrm>
              <a:custGeom>
                <a:avLst/>
                <a:gdLst>
                  <a:gd name="T0" fmla="*/ 6 w 11"/>
                  <a:gd name="T1" fmla="*/ 20 h 20"/>
                  <a:gd name="T2" fmla="*/ 11 w 11"/>
                  <a:gd name="T3" fmla="*/ 20 h 20"/>
                  <a:gd name="T4" fmla="*/ 11 w 11"/>
                  <a:gd name="T5" fmla="*/ 0 h 20"/>
                  <a:gd name="T6" fmla="*/ 2 w 11"/>
                  <a:gd name="T7" fmla="*/ 0 h 20"/>
                  <a:gd name="T8" fmla="*/ 0 w 11"/>
                  <a:gd name="T9" fmla="*/ 4 h 20"/>
                  <a:gd name="T10" fmla="*/ 6 w 11"/>
                  <a:gd name="T11" fmla="*/ 4 h 20"/>
                  <a:gd name="T12" fmla="*/ 6 w 11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20">
                    <a:moveTo>
                      <a:pt x="6" y="20"/>
                    </a:moveTo>
                    <a:lnTo>
                      <a:pt x="11" y="20"/>
                    </a:lnTo>
                    <a:lnTo>
                      <a:pt x="11" y="0"/>
                    </a:lnTo>
                    <a:lnTo>
                      <a:pt x="2" y="0"/>
                    </a:lnTo>
                    <a:lnTo>
                      <a:pt x="0" y="4"/>
                    </a:lnTo>
                    <a:lnTo>
                      <a:pt x="6" y="4"/>
                    </a:lnTo>
                    <a:lnTo>
                      <a:pt x="6" y="2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3" name="Freeform 101"/>
              <p:cNvSpPr>
                <a:spLocks noEditPoints="1"/>
              </p:cNvSpPr>
              <p:nvPr userDrawn="1"/>
            </p:nvSpPr>
            <p:spPr bwMode="auto">
              <a:xfrm>
                <a:off x="2118" y="2431"/>
                <a:ext cx="28" cy="43"/>
              </a:xfrm>
              <a:custGeom>
                <a:avLst/>
                <a:gdLst>
                  <a:gd name="T0" fmla="*/ 0 w 23"/>
                  <a:gd name="T1" fmla="*/ 17 h 35"/>
                  <a:gd name="T2" fmla="*/ 2 w 23"/>
                  <a:gd name="T3" fmla="*/ 7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7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7 h 35"/>
                  <a:gd name="T24" fmla="*/ 0 w 23"/>
                  <a:gd name="T25" fmla="*/ 17 h 35"/>
                  <a:gd name="T26" fmla="*/ 3 w 23"/>
                  <a:gd name="T27" fmla="*/ 18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6 w 23"/>
                  <a:gd name="T35" fmla="*/ 30 h 35"/>
                  <a:gd name="T36" fmla="*/ 18 w 23"/>
                  <a:gd name="T37" fmla="*/ 26 h 35"/>
                  <a:gd name="T38" fmla="*/ 20 w 23"/>
                  <a:gd name="T39" fmla="*/ 18 h 35"/>
                  <a:gd name="T40" fmla="*/ 19 w 23"/>
                  <a:gd name="T41" fmla="*/ 9 h 35"/>
                  <a:gd name="T42" fmla="*/ 16 w 23"/>
                  <a:gd name="T43" fmla="*/ 5 h 35"/>
                  <a:gd name="T44" fmla="*/ 11 w 23"/>
                  <a:gd name="T45" fmla="*/ 3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8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2"/>
                      <a:pt x="22" y="25"/>
                      <a:pt x="21" y="27"/>
                    </a:cubicBezTo>
                    <a:cubicBezTo>
                      <a:pt x="20" y="30"/>
                      <a:pt x="19" y="32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7"/>
                    </a:cubicBezTo>
                    <a:cubicBezTo>
                      <a:pt x="1" y="25"/>
                      <a:pt x="0" y="22"/>
                      <a:pt x="0" y="17"/>
                    </a:cubicBezTo>
                    <a:close/>
                    <a:moveTo>
                      <a:pt x="3" y="18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6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20" y="21"/>
                      <a:pt x="20" y="18"/>
                    </a:cubicBezTo>
                    <a:cubicBezTo>
                      <a:pt x="20" y="14"/>
                      <a:pt x="19" y="12"/>
                      <a:pt x="19" y="9"/>
                    </a:cubicBezTo>
                    <a:cubicBezTo>
                      <a:pt x="18" y="7"/>
                      <a:pt x="17" y="6"/>
                      <a:pt x="16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9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8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4" name="Freeform 102"/>
              <p:cNvSpPr>
                <a:spLocks/>
              </p:cNvSpPr>
              <p:nvPr userDrawn="1"/>
            </p:nvSpPr>
            <p:spPr bwMode="auto">
              <a:xfrm>
                <a:off x="2124" y="2489"/>
                <a:ext cx="11" cy="39"/>
              </a:xfrm>
              <a:custGeom>
                <a:avLst/>
                <a:gdLst>
                  <a:gd name="T0" fmla="*/ 2 w 11"/>
                  <a:gd name="T1" fmla="*/ 0 h 39"/>
                  <a:gd name="T2" fmla="*/ 11 w 11"/>
                  <a:gd name="T3" fmla="*/ 0 h 39"/>
                  <a:gd name="T4" fmla="*/ 11 w 11"/>
                  <a:gd name="T5" fmla="*/ 39 h 39"/>
                  <a:gd name="T6" fmla="*/ 7 w 11"/>
                  <a:gd name="T7" fmla="*/ 39 h 39"/>
                  <a:gd name="T8" fmla="*/ 7 w 11"/>
                  <a:gd name="T9" fmla="*/ 4 h 39"/>
                  <a:gd name="T10" fmla="*/ 0 w 11"/>
                  <a:gd name="T11" fmla="*/ 4 h 39"/>
                  <a:gd name="T12" fmla="*/ 2 w 11"/>
                  <a:gd name="T1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39">
                    <a:moveTo>
                      <a:pt x="2" y="0"/>
                    </a:moveTo>
                    <a:lnTo>
                      <a:pt x="11" y="0"/>
                    </a:lnTo>
                    <a:lnTo>
                      <a:pt x="11" y="39"/>
                    </a:lnTo>
                    <a:lnTo>
                      <a:pt x="7" y="39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5" name="Freeform 103"/>
              <p:cNvSpPr>
                <a:spLocks/>
              </p:cNvSpPr>
              <p:nvPr userDrawn="1"/>
            </p:nvSpPr>
            <p:spPr bwMode="auto">
              <a:xfrm>
                <a:off x="2124" y="2545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7 w 11"/>
                  <a:gd name="T7" fmla="*/ 40 h 40"/>
                  <a:gd name="T8" fmla="*/ 7 w 11"/>
                  <a:gd name="T9" fmla="*/ 3 h 40"/>
                  <a:gd name="T10" fmla="*/ 0 w 11"/>
                  <a:gd name="T11" fmla="*/ 3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7" y="40"/>
                    </a:lnTo>
                    <a:lnTo>
                      <a:pt x="7" y="3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6" name="Freeform 104"/>
              <p:cNvSpPr>
                <a:spLocks/>
              </p:cNvSpPr>
              <p:nvPr userDrawn="1"/>
            </p:nvSpPr>
            <p:spPr bwMode="auto">
              <a:xfrm>
                <a:off x="2124" y="2601"/>
                <a:ext cx="11" cy="40"/>
              </a:xfrm>
              <a:custGeom>
                <a:avLst/>
                <a:gdLst>
                  <a:gd name="T0" fmla="*/ 2 w 11"/>
                  <a:gd name="T1" fmla="*/ 0 h 40"/>
                  <a:gd name="T2" fmla="*/ 11 w 11"/>
                  <a:gd name="T3" fmla="*/ 0 h 40"/>
                  <a:gd name="T4" fmla="*/ 11 w 11"/>
                  <a:gd name="T5" fmla="*/ 40 h 40"/>
                  <a:gd name="T6" fmla="*/ 7 w 11"/>
                  <a:gd name="T7" fmla="*/ 40 h 40"/>
                  <a:gd name="T8" fmla="*/ 7 w 11"/>
                  <a:gd name="T9" fmla="*/ 4 h 40"/>
                  <a:gd name="T10" fmla="*/ 0 w 11"/>
                  <a:gd name="T11" fmla="*/ 4 h 40"/>
                  <a:gd name="T12" fmla="*/ 2 w 11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0">
                    <a:moveTo>
                      <a:pt x="2" y="0"/>
                    </a:moveTo>
                    <a:lnTo>
                      <a:pt x="11" y="0"/>
                    </a:lnTo>
                    <a:lnTo>
                      <a:pt x="11" y="40"/>
                    </a:lnTo>
                    <a:lnTo>
                      <a:pt x="7" y="40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7" name="Freeform 105"/>
              <p:cNvSpPr>
                <a:spLocks noEditPoints="1"/>
              </p:cNvSpPr>
              <p:nvPr userDrawn="1"/>
            </p:nvSpPr>
            <p:spPr bwMode="auto">
              <a:xfrm>
                <a:off x="2118" y="2656"/>
                <a:ext cx="28" cy="43"/>
              </a:xfrm>
              <a:custGeom>
                <a:avLst/>
                <a:gdLst>
                  <a:gd name="T0" fmla="*/ 0 w 23"/>
                  <a:gd name="T1" fmla="*/ 18 h 35"/>
                  <a:gd name="T2" fmla="*/ 2 w 23"/>
                  <a:gd name="T3" fmla="*/ 8 h 35"/>
                  <a:gd name="T4" fmla="*/ 6 w 23"/>
                  <a:gd name="T5" fmla="*/ 2 h 35"/>
                  <a:gd name="T6" fmla="*/ 11 w 23"/>
                  <a:gd name="T7" fmla="*/ 0 h 35"/>
                  <a:gd name="T8" fmla="*/ 17 w 23"/>
                  <a:gd name="T9" fmla="*/ 2 h 35"/>
                  <a:gd name="T10" fmla="*/ 21 w 23"/>
                  <a:gd name="T11" fmla="*/ 8 h 35"/>
                  <a:gd name="T12" fmla="*/ 23 w 23"/>
                  <a:gd name="T13" fmla="*/ 18 h 35"/>
                  <a:gd name="T14" fmla="*/ 21 w 23"/>
                  <a:gd name="T15" fmla="*/ 27 h 35"/>
                  <a:gd name="T16" fmla="*/ 17 w 23"/>
                  <a:gd name="T17" fmla="*/ 33 h 35"/>
                  <a:gd name="T18" fmla="*/ 11 w 23"/>
                  <a:gd name="T19" fmla="*/ 35 h 35"/>
                  <a:gd name="T20" fmla="*/ 6 w 23"/>
                  <a:gd name="T21" fmla="*/ 33 h 35"/>
                  <a:gd name="T22" fmla="*/ 2 w 23"/>
                  <a:gd name="T23" fmla="*/ 28 h 35"/>
                  <a:gd name="T24" fmla="*/ 0 w 23"/>
                  <a:gd name="T25" fmla="*/ 18 h 35"/>
                  <a:gd name="T26" fmla="*/ 3 w 23"/>
                  <a:gd name="T27" fmla="*/ 18 h 35"/>
                  <a:gd name="T28" fmla="*/ 4 w 23"/>
                  <a:gd name="T29" fmla="*/ 26 h 35"/>
                  <a:gd name="T30" fmla="*/ 7 w 23"/>
                  <a:gd name="T31" fmla="*/ 30 h 35"/>
                  <a:gd name="T32" fmla="*/ 11 w 23"/>
                  <a:gd name="T33" fmla="*/ 32 h 35"/>
                  <a:gd name="T34" fmla="*/ 16 w 23"/>
                  <a:gd name="T35" fmla="*/ 30 h 35"/>
                  <a:gd name="T36" fmla="*/ 18 w 23"/>
                  <a:gd name="T37" fmla="*/ 26 h 35"/>
                  <a:gd name="T38" fmla="*/ 20 w 23"/>
                  <a:gd name="T39" fmla="*/ 18 h 35"/>
                  <a:gd name="T40" fmla="*/ 19 w 23"/>
                  <a:gd name="T41" fmla="*/ 10 h 35"/>
                  <a:gd name="T42" fmla="*/ 16 w 23"/>
                  <a:gd name="T43" fmla="*/ 5 h 35"/>
                  <a:gd name="T44" fmla="*/ 11 w 23"/>
                  <a:gd name="T45" fmla="*/ 4 h 35"/>
                  <a:gd name="T46" fmla="*/ 7 w 23"/>
                  <a:gd name="T47" fmla="*/ 5 h 35"/>
                  <a:gd name="T48" fmla="*/ 4 w 23"/>
                  <a:gd name="T49" fmla="*/ 9 h 35"/>
                  <a:gd name="T50" fmla="*/ 3 w 23"/>
                  <a:gd name="T51" fmla="*/ 1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5">
                    <a:moveTo>
                      <a:pt x="0" y="18"/>
                    </a:moveTo>
                    <a:cubicBezTo>
                      <a:pt x="0" y="13"/>
                      <a:pt x="1" y="10"/>
                      <a:pt x="2" y="8"/>
                    </a:cubicBezTo>
                    <a:cubicBezTo>
                      <a:pt x="3" y="5"/>
                      <a:pt x="4" y="4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4"/>
                      <a:pt x="20" y="5"/>
                      <a:pt x="21" y="8"/>
                    </a:cubicBezTo>
                    <a:cubicBezTo>
                      <a:pt x="22" y="10"/>
                      <a:pt x="23" y="14"/>
                      <a:pt x="23" y="18"/>
                    </a:cubicBezTo>
                    <a:cubicBezTo>
                      <a:pt x="23" y="22"/>
                      <a:pt x="22" y="25"/>
                      <a:pt x="21" y="27"/>
                    </a:cubicBezTo>
                    <a:cubicBezTo>
                      <a:pt x="20" y="30"/>
                      <a:pt x="19" y="32"/>
                      <a:pt x="17" y="33"/>
                    </a:cubicBezTo>
                    <a:cubicBezTo>
                      <a:pt x="15" y="34"/>
                      <a:pt x="13" y="35"/>
                      <a:pt x="11" y="35"/>
                    </a:cubicBezTo>
                    <a:cubicBezTo>
                      <a:pt x="9" y="35"/>
                      <a:pt x="7" y="34"/>
                      <a:pt x="6" y="33"/>
                    </a:cubicBezTo>
                    <a:cubicBezTo>
                      <a:pt x="4" y="32"/>
                      <a:pt x="3" y="30"/>
                      <a:pt x="2" y="28"/>
                    </a:cubicBezTo>
                    <a:cubicBezTo>
                      <a:pt x="1" y="25"/>
                      <a:pt x="0" y="22"/>
                      <a:pt x="0" y="18"/>
                    </a:cubicBezTo>
                    <a:close/>
                    <a:moveTo>
                      <a:pt x="3" y="18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6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4"/>
                      <a:pt x="20" y="21"/>
                      <a:pt x="20" y="18"/>
                    </a:cubicBezTo>
                    <a:cubicBezTo>
                      <a:pt x="20" y="14"/>
                      <a:pt x="19" y="12"/>
                      <a:pt x="19" y="10"/>
                    </a:cubicBezTo>
                    <a:cubicBezTo>
                      <a:pt x="18" y="8"/>
                      <a:pt x="17" y="6"/>
                      <a:pt x="16" y="5"/>
                    </a:cubicBezTo>
                    <a:cubicBezTo>
                      <a:pt x="14" y="4"/>
                      <a:pt x="13" y="4"/>
                      <a:pt x="11" y="4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8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8" name="Freeform 106"/>
              <p:cNvSpPr>
                <a:spLocks/>
              </p:cNvSpPr>
              <p:nvPr userDrawn="1"/>
            </p:nvSpPr>
            <p:spPr bwMode="auto">
              <a:xfrm>
                <a:off x="2124" y="2714"/>
                <a:ext cx="11" cy="41"/>
              </a:xfrm>
              <a:custGeom>
                <a:avLst/>
                <a:gdLst>
                  <a:gd name="T0" fmla="*/ 2 w 11"/>
                  <a:gd name="T1" fmla="*/ 0 h 41"/>
                  <a:gd name="T2" fmla="*/ 11 w 11"/>
                  <a:gd name="T3" fmla="*/ 0 h 41"/>
                  <a:gd name="T4" fmla="*/ 11 w 11"/>
                  <a:gd name="T5" fmla="*/ 41 h 41"/>
                  <a:gd name="T6" fmla="*/ 7 w 11"/>
                  <a:gd name="T7" fmla="*/ 41 h 41"/>
                  <a:gd name="T8" fmla="*/ 7 w 11"/>
                  <a:gd name="T9" fmla="*/ 4 h 41"/>
                  <a:gd name="T10" fmla="*/ 0 w 11"/>
                  <a:gd name="T11" fmla="*/ 4 h 41"/>
                  <a:gd name="T12" fmla="*/ 2 w 11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41">
                    <a:moveTo>
                      <a:pt x="2" y="0"/>
                    </a:moveTo>
                    <a:lnTo>
                      <a:pt x="11" y="0"/>
                    </a:lnTo>
                    <a:lnTo>
                      <a:pt x="11" y="41"/>
                    </a:lnTo>
                    <a:lnTo>
                      <a:pt x="7" y="41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69" name="Freeform 107"/>
              <p:cNvSpPr>
                <a:spLocks noEditPoints="1"/>
              </p:cNvSpPr>
              <p:nvPr userDrawn="1"/>
            </p:nvSpPr>
            <p:spPr bwMode="auto">
              <a:xfrm>
                <a:off x="2118" y="2770"/>
                <a:ext cx="28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1 h 34"/>
                  <a:gd name="T6" fmla="*/ 11 w 23"/>
                  <a:gd name="T7" fmla="*/ 0 h 34"/>
                  <a:gd name="T8" fmla="*/ 17 w 23"/>
                  <a:gd name="T9" fmla="*/ 1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2 h 34"/>
                  <a:gd name="T18" fmla="*/ 11 w 23"/>
                  <a:gd name="T19" fmla="*/ 34 h 34"/>
                  <a:gd name="T20" fmla="*/ 6 w 23"/>
                  <a:gd name="T21" fmla="*/ 32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5 h 34"/>
                  <a:gd name="T30" fmla="*/ 7 w 23"/>
                  <a:gd name="T31" fmla="*/ 29 h 34"/>
                  <a:gd name="T32" fmla="*/ 11 w 23"/>
                  <a:gd name="T33" fmla="*/ 31 h 34"/>
                  <a:gd name="T34" fmla="*/ 16 w 23"/>
                  <a:gd name="T35" fmla="*/ 30 h 34"/>
                  <a:gd name="T36" fmla="*/ 18 w 23"/>
                  <a:gd name="T37" fmla="*/ 25 h 34"/>
                  <a:gd name="T38" fmla="*/ 20 w 23"/>
                  <a:gd name="T39" fmla="*/ 17 h 34"/>
                  <a:gd name="T40" fmla="*/ 19 w 23"/>
                  <a:gd name="T41" fmla="*/ 9 h 34"/>
                  <a:gd name="T42" fmla="*/ 16 w 23"/>
                  <a:gd name="T43" fmla="*/ 4 h 34"/>
                  <a:gd name="T44" fmla="*/ 11 w 23"/>
                  <a:gd name="T45" fmla="*/ 3 h 34"/>
                  <a:gd name="T46" fmla="*/ 7 w 23"/>
                  <a:gd name="T47" fmla="*/ 4 h 34"/>
                  <a:gd name="T48" fmla="*/ 4 w 23"/>
                  <a:gd name="T49" fmla="*/ 8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2"/>
                      <a:pt x="1" y="9"/>
                      <a:pt x="2" y="7"/>
                    </a:cubicBezTo>
                    <a:cubicBezTo>
                      <a:pt x="3" y="4"/>
                      <a:pt x="4" y="3"/>
                      <a:pt x="6" y="1"/>
                    </a:cubicBezTo>
                    <a:cubicBezTo>
                      <a:pt x="7" y="0"/>
                      <a:pt x="9" y="0"/>
                      <a:pt x="11" y="0"/>
                    </a:cubicBezTo>
                    <a:cubicBezTo>
                      <a:pt x="13" y="0"/>
                      <a:pt x="15" y="0"/>
                      <a:pt x="17" y="1"/>
                    </a:cubicBezTo>
                    <a:cubicBezTo>
                      <a:pt x="19" y="3"/>
                      <a:pt x="20" y="4"/>
                      <a:pt x="21" y="7"/>
                    </a:cubicBezTo>
                    <a:cubicBezTo>
                      <a:pt x="22" y="9"/>
                      <a:pt x="23" y="13"/>
                      <a:pt x="23" y="17"/>
                    </a:cubicBezTo>
                    <a:cubicBezTo>
                      <a:pt x="23" y="21"/>
                      <a:pt x="22" y="24"/>
                      <a:pt x="21" y="27"/>
                    </a:cubicBezTo>
                    <a:cubicBezTo>
                      <a:pt x="20" y="29"/>
                      <a:pt x="19" y="31"/>
                      <a:pt x="17" y="32"/>
                    </a:cubicBezTo>
                    <a:cubicBezTo>
                      <a:pt x="15" y="33"/>
                      <a:pt x="13" y="34"/>
                      <a:pt x="11" y="34"/>
                    </a:cubicBezTo>
                    <a:cubicBezTo>
                      <a:pt x="9" y="34"/>
                      <a:pt x="7" y="33"/>
                      <a:pt x="6" y="32"/>
                    </a:cubicBezTo>
                    <a:cubicBezTo>
                      <a:pt x="4" y="31"/>
                      <a:pt x="3" y="29"/>
                      <a:pt x="2" y="27"/>
                    </a:cubicBezTo>
                    <a:cubicBezTo>
                      <a:pt x="1" y="24"/>
                      <a:pt x="0" y="21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0"/>
                      <a:pt x="4" y="23"/>
                      <a:pt x="4" y="25"/>
                    </a:cubicBezTo>
                    <a:cubicBezTo>
                      <a:pt x="5" y="27"/>
                      <a:pt x="6" y="29"/>
                      <a:pt x="7" y="29"/>
                    </a:cubicBezTo>
                    <a:cubicBezTo>
                      <a:pt x="9" y="30"/>
                      <a:pt x="10" y="31"/>
                      <a:pt x="11" y="31"/>
                    </a:cubicBezTo>
                    <a:cubicBezTo>
                      <a:pt x="13" y="31"/>
                      <a:pt x="14" y="30"/>
                      <a:pt x="16" y="30"/>
                    </a:cubicBezTo>
                    <a:cubicBezTo>
                      <a:pt x="17" y="29"/>
                      <a:pt x="18" y="27"/>
                      <a:pt x="18" y="25"/>
                    </a:cubicBezTo>
                    <a:cubicBezTo>
                      <a:pt x="19" y="23"/>
                      <a:pt x="20" y="20"/>
                      <a:pt x="20" y="17"/>
                    </a:cubicBezTo>
                    <a:cubicBezTo>
                      <a:pt x="20" y="14"/>
                      <a:pt x="19" y="11"/>
                      <a:pt x="19" y="9"/>
                    </a:cubicBezTo>
                    <a:cubicBezTo>
                      <a:pt x="18" y="7"/>
                      <a:pt x="17" y="5"/>
                      <a:pt x="16" y="4"/>
                    </a:cubicBezTo>
                    <a:cubicBezTo>
                      <a:pt x="14" y="3"/>
                      <a:pt x="13" y="3"/>
                      <a:pt x="11" y="3"/>
                    </a:cubicBezTo>
                    <a:cubicBezTo>
                      <a:pt x="10" y="3"/>
                      <a:pt x="9" y="3"/>
                      <a:pt x="7" y="4"/>
                    </a:cubicBezTo>
                    <a:cubicBezTo>
                      <a:pt x="6" y="5"/>
                      <a:pt x="5" y="7"/>
                      <a:pt x="4" y="8"/>
                    </a:cubicBezTo>
                    <a:cubicBezTo>
                      <a:pt x="4" y="10"/>
                      <a:pt x="3" y="13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0" name="Freeform 108"/>
              <p:cNvSpPr>
                <a:spLocks noEditPoints="1"/>
              </p:cNvSpPr>
              <p:nvPr userDrawn="1"/>
            </p:nvSpPr>
            <p:spPr bwMode="auto">
              <a:xfrm>
                <a:off x="2118" y="2826"/>
                <a:ext cx="28" cy="42"/>
              </a:xfrm>
              <a:custGeom>
                <a:avLst/>
                <a:gdLst>
                  <a:gd name="T0" fmla="*/ 0 w 23"/>
                  <a:gd name="T1" fmla="*/ 17 h 34"/>
                  <a:gd name="T2" fmla="*/ 2 w 23"/>
                  <a:gd name="T3" fmla="*/ 7 h 34"/>
                  <a:gd name="T4" fmla="*/ 6 w 23"/>
                  <a:gd name="T5" fmla="*/ 2 h 34"/>
                  <a:gd name="T6" fmla="*/ 11 w 23"/>
                  <a:gd name="T7" fmla="*/ 0 h 34"/>
                  <a:gd name="T8" fmla="*/ 17 w 23"/>
                  <a:gd name="T9" fmla="*/ 2 h 34"/>
                  <a:gd name="T10" fmla="*/ 21 w 23"/>
                  <a:gd name="T11" fmla="*/ 7 h 34"/>
                  <a:gd name="T12" fmla="*/ 23 w 23"/>
                  <a:gd name="T13" fmla="*/ 17 h 34"/>
                  <a:gd name="T14" fmla="*/ 21 w 23"/>
                  <a:gd name="T15" fmla="*/ 27 h 34"/>
                  <a:gd name="T16" fmla="*/ 17 w 23"/>
                  <a:gd name="T17" fmla="*/ 33 h 34"/>
                  <a:gd name="T18" fmla="*/ 11 w 23"/>
                  <a:gd name="T19" fmla="*/ 34 h 34"/>
                  <a:gd name="T20" fmla="*/ 6 w 23"/>
                  <a:gd name="T21" fmla="*/ 33 h 34"/>
                  <a:gd name="T22" fmla="*/ 2 w 23"/>
                  <a:gd name="T23" fmla="*/ 27 h 34"/>
                  <a:gd name="T24" fmla="*/ 0 w 23"/>
                  <a:gd name="T25" fmla="*/ 17 h 34"/>
                  <a:gd name="T26" fmla="*/ 3 w 23"/>
                  <a:gd name="T27" fmla="*/ 17 h 34"/>
                  <a:gd name="T28" fmla="*/ 4 w 23"/>
                  <a:gd name="T29" fmla="*/ 26 h 34"/>
                  <a:gd name="T30" fmla="*/ 7 w 23"/>
                  <a:gd name="T31" fmla="*/ 30 h 34"/>
                  <a:gd name="T32" fmla="*/ 11 w 23"/>
                  <a:gd name="T33" fmla="*/ 32 h 34"/>
                  <a:gd name="T34" fmla="*/ 16 w 23"/>
                  <a:gd name="T35" fmla="*/ 30 h 34"/>
                  <a:gd name="T36" fmla="*/ 18 w 23"/>
                  <a:gd name="T37" fmla="*/ 26 h 34"/>
                  <a:gd name="T38" fmla="*/ 20 w 23"/>
                  <a:gd name="T39" fmla="*/ 17 h 34"/>
                  <a:gd name="T40" fmla="*/ 19 w 23"/>
                  <a:gd name="T41" fmla="*/ 9 h 34"/>
                  <a:gd name="T42" fmla="*/ 16 w 23"/>
                  <a:gd name="T43" fmla="*/ 5 h 34"/>
                  <a:gd name="T44" fmla="*/ 11 w 23"/>
                  <a:gd name="T45" fmla="*/ 3 h 34"/>
                  <a:gd name="T46" fmla="*/ 7 w 23"/>
                  <a:gd name="T47" fmla="*/ 5 h 34"/>
                  <a:gd name="T48" fmla="*/ 4 w 23"/>
                  <a:gd name="T49" fmla="*/ 9 h 34"/>
                  <a:gd name="T50" fmla="*/ 3 w 23"/>
                  <a:gd name="T51" fmla="*/ 1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3" h="34">
                    <a:moveTo>
                      <a:pt x="0" y="17"/>
                    </a:moveTo>
                    <a:cubicBezTo>
                      <a:pt x="0" y="13"/>
                      <a:pt x="1" y="10"/>
                      <a:pt x="2" y="7"/>
                    </a:cubicBezTo>
                    <a:cubicBezTo>
                      <a:pt x="3" y="5"/>
                      <a:pt x="4" y="3"/>
                      <a:pt x="6" y="2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13" y="0"/>
                      <a:pt x="15" y="1"/>
                      <a:pt x="17" y="2"/>
                    </a:cubicBezTo>
                    <a:cubicBezTo>
                      <a:pt x="19" y="3"/>
                      <a:pt x="20" y="5"/>
                      <a:pt x="21" y="7"/>
                    </a:cubicBezTo>
                    <a:cubicBezTo>
                      <a:pt x="22" y="10"/>
                      <a:pt x="23" y="13"/>
                      <a:pt x="23" y="17"/>
                    </a:cubicBezTo>
                    <a:cubicBezTo>
                      <a:pt x="23" y="21"/>
                      <a:pt x="22" y="25"/>
                      <a:pt x="21" y="27"/>
                    </a:cubicBezTo>
                    <a:cubicBezTo>
                      <a:pt x="20" y="30"/>
                      <a:pt x="19" y="31"/>
                      <a:pt x="17" y="33"/>
                    </a:cubicBezTo>
                    <a:cubicBezTo>
                      <a:pt x="15" y="34"/>
                      <a:pt x="13" y="34"/>
                      <a:pt x="11" y="34"/>
                    </a:cubicBezTo>
                    <a:cubicBezTo>
                      <a:pt x="9" y="34"/>
                      <a:pt x="7" y="34"/>
                      <a:pt x="6" y="33"/>
                    </a:cubicBezTo>
                    <a:cubicBezTo>
                      <a:pt x="4" y="31"/>
                      <a:pt x="3" y="30"/>
                      <a:pt x="2" y="27"/>
                    </a:cubicBezTo>
                    <a:cubicBezTo>
                      <a:pt x="1" y="25"/>
                      <a:pt x="0" y="22"/>
                      <a:pt x="0" y="17"/>
                    </a:cubicBezTo>
                    <a:close/>
                    <a:moveTo>
                      <a:pt x="3" y="17"/>
                    </a:moveTo>
                    <a:cubicBezTo>
                      <a:pt x="3" y="21"/>
                      <a:pt x="4" y="24"/>
                      <a:pt x="4" y="26"/>
                    </a:cubicBezTo>
                    <a:cubicBezTo>
                      <a:pt x="5" y="28"/>
                      <a:pt x="6" y="29"/>
                      <a:pt x="7" y="30"/>
                    </a:cubicBezTo>
                    <a:cubicBezTo>
                      <a:pt x="9" y="31"/>
                      <a:pt x="10" y="32"/>
                      <a:pt x="11" y="32"/>
                    </a:cubicBezTo>
                    <a:cubicBezTo>
                      <a:pt x="13" y="32"/>
                      <a:pt x="14" y="31"/>
                      <a:pt x="16" y="30"/>
                    </a:cubicBezTo>
                    <a:cubicBezTo>
                      <a:pt x="17" y="29"/>
                      <a:pt x="18" y="28"/>
                      <a:pt x="18" y="26"/>
                    </a:cubicBezTo>
                    <a:cubicBezTo>
                      <a:pt x="19" y="23"/>
                      <a:pt x="20" y="21"/>
                      <a:pt x="20" y="17"/>
                    </a:cubicBezTo>
                    <a:cubicBezTo>
                      <a:pt x="20" y="14"/>
                      <a:pt x="19" y="11"/>
                      <a:pt x="19" y="9"/>
                    </a:cubicBezTo>
                    <a:cubicBezTo>
                      <a:pt x="18" y="7"/>
                      <a:pt x="17" y="6"/>
                      <a:pt x="16" y="5"/>
                    </a:cubicBezTo>
                    <a:cubicBezTo>
                      <a:pt x="14" y="4"/>
                      <a:pt x="13" y="3"/>
                      <a:pt x="11" y="3"/>
                    </a:cubicBezTo>
                    <a:cubicBezTo>
                      <a:pt x="10" y="3"/>
                      <a:pt x="9" y="4"/>
                      <a:pt x="7" y="5"/>
                    </a:cubicBezTo>
                    <a:cubicBezTo>
                      <a:pt x="6" y="6"/>
                      <a:pt x="5" y="7"/>
                      <a:pt x="4" y="9"/>
                    </a:cubicBezTo>
                    <a:cubicBezTo>
                      <a:pt x="4" y="11"/>
                      <a:pt x="3" y="14"/>
                      <a:pt x="3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1" name="Freeform 109"/>
              <p:cNvSpPr>
                <a:spLocks/>
              </p:cNvSpPr>
              <p:nvPr userDrawn="1"/>
            </p:nvSpPr>
            <p:spPr bwMode="auto">
              <a:xfrm>
                <a:off x="2124" y="2882"/>
                <a:ext cx="11" cy="20"/>
              </a:xfrm>
              <a:custGeom>
                <a:avLst/>
                <a:gdLst>
                  <a:gd name="T0" fmla="*/ 7 w 11"/>
                  <a:gd name="T1" fmla="*/ 20 h 20"/>
                  <a:gd name="T2" fmla="*/ 11 w 11"/>
                  <a:gd name="T3" fmla="*/ 20 h 20"/>
                  <a:gd name="T4" fmla="*/ 11 w 11"/>
                  <a:gd name="T5" fmla="*/ 0 h 20"/>
                  <a:gd name="T6" fmla="*/ 2 w 11"/>
                  <a:gd name="T7" fmla="*/ 0 h 20"/>
                  <a:gd name="T8" fmla="*/ 0 w 11"/>
                  <a:gd name="T9" fmla="*/ 5 h 20"/>
                  <a:gd name="T10" fmla="*/ 7 w 11"/>
                  <a:gd name="T11" fmla="*/ 5 h 20"/>
                  <a:gd name="T12" fmla="*/ 7 w 11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20">
                    <a:moveTo>
                      <a:pt x="7" y="20"/>
                    </a:moveTo>
                    <a:lnTo>
                      <a:pt x="11" y="20"/>
                    </a:lnTo>
                    <a:lnTo>
                      <a:pt x="11" y="0"/>
                    </a:lnTo>
                    <a:lnTo>
                      <a:pt x="2" y="0"/>
                    </a:lnTo>
                    <a:lnTo>
                      <a:pt x="0" y="5"/>
                    </a:lnTo>
                    <a:lnTo>
                      <a:pt x="7" y="5"/>
                    </a:lnTo>
                    <a:lnTo>
                      <a:pt x="7" y="2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2" name="Freeform 110"/>
              <p:cNvSpPr>
                <a:spLocks/>
              </p:cNvSpPr>
              <p:nvPr userDrawn="1"/>
            </p:nvSpPr>
            <p:spPr bwMode="auto">
              <a:xfrm>
                <a:off x="2200" y="1750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3" name="Freeform 111"/>
              <p:cNvSpPr>
                <a:spLocks/>
              </p:cNvSpPr>
              <p:nvPr userDrawn="1"/>
            </p:nvSpPr>
            <p:spPr bwMode="auto">
              <a:xfrm>
                <a:off x="2200" y="181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4" name="Freeform 112"/>
              <p:cNvSpPr>
                <a:spLocks noEditPoints="1"/>
              </p:cNvSpPr>
              <p:nvPr userDrawn="1"/>
            </p:nvSpPr>
            <p:spPr bwMode="auto">
              <a:xfrm>
                <a:off x="2192" y="1889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8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5" name="Freeform 113"/>
              <p:cNvSpPr>
                <a:spLocks noEditPoints="1"/>
              </p:cNvSpPr>
              <p:nvPr userDrawn="1"/>
            </p:nvSpPr>
            <p:spPr bwMode="auto">
              <a:xfrm>
                <a:off x="2192" y="1959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6" name="Freeform 114"/>
              <p:cNvSpPr>
                <a:spLocks noEditPoints="1"/>
              </p:cNvSpPr>
              <p:nvPr userDrawn="1"/>
            </p:nvSpPr>
            <p:spPr bwMode="auto">
              <a:xfrm>
                <a:off x="2192" y="2028"/>
                <a:ext cx="34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8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7" name="Freeform 115"/>
              <p:cNvSpPr>
                <a:spLocks/>
              </p:cNvSpPr>
              <p:nvPr userDrawn="1"/>
            </p:nvSpPr>
            <p:spPr bwMode="auto">
              <a:xfrm>
                <a:off x="2200" y="210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8" name="Freeform 116"/>
              <p:cNvSpPr>
                <a:spLocks noEditPoints="1"/>
              </p:cNvSpPr>
              <p:nvPr userDrawn="1"/>
            </p:nvSpPr>
            <p:spPr bwMode="auto">
              <a:xfrm>
                <a:off x="2495" y="2137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79" name="Freeform 117"/>
              <p:cNvSpPr>
                <a:spLocks/>
              </p:cNvSpPr>
              <p:nvPr userDrawn="1"/>
            </p:nvSpPr>
            <p:spPr bwMode="auto">
              <a:xfrm>
                <a:off x="2502" y="220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0" name="Freeform 118"/>
              <p:cNvSpPr>
                <a:spLocks noEditPoints="1"/>
              </p:cNvSpPr>
              <p:nvPr userDrawn="1"/>
            </p:nvSpPr>
            <p:spPr bwMode="auto">
              <a:xfrm>
                <a:off x="2495" y="227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3 w 28"/>
                  <a:gd name="T19" fmla="*/ 43 h 43"/>
                  <a:gd name="T20" fmla="*/ 6 w 28"/>
                  <a:gd name="T21" fmla="*/ 40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1" name="Freeform 119"/>
              <p:cNvSpPr>
                <a:spLocks noEditPoints="1"/>
              </p:cNvSpPr>
              <p:nvPr userDrawn="1"/>
            </p:nvSpPr>
            <p:spPr bwMode="auto">
              <a:xfrm>
                <a:off x="2495" y="2348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1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2" name="Freeform 120"/>
              <p:cNvSpPr>
                <a:spLocks noEditPoints="1"/>
              </p:cNvSpPr>
              <p:nvPr userDrawn="1"/>
            </p:nvSpPr>
            <p:spPr bwMode="auto">
              <a:xfrm>
                <a:off x="2495" y="2417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3" name="Freeform 121"/>
              <p:cNvSpPr>
                <a:spLocks/>
              </p:cNvSpPr>
              <p:nvPr userDrawn="1"/>
            </p:nvSpPr>
            <p:spPr bwMode="auto">
              <a:xfrm>
                <a:off x="2502" y="248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4" name="Freeform 122"/>
              <p:cNvSpPr>
                <a:spLocks/>
              </p:cNvSpPr>
              <p:nvPr userDrawn="1"/>
            </p:nvSpPr>
            <p:spPr bwMode="auto">
              <a:xfrm>
                <a:off x="2502" y="2559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5" name="Freeform 123"/>
              <p:cNvSpPr>
                <a:spLocks noEditPoints="1"/>
              </p:cNvSpPr>
              <p:nvPr userDrawn="1"/>
            </p:nvSpPr>
            <p:spPr bwMode="auto">
              <a:xfrm>
                <a:off x="2495" y="2627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6" name="Freeform 124"/>
              <p:cNvSpPr>
                <a:spLocks/>
              </p:cNvSpPr>
              <p:nvPr userDrawn="1"/>
            </p:nvSpPr>
            <p:spPr bwMode="auto">
              <a:xfrm>
                <a:off x="2502" y="269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7" name="Freeform 125"/>
              <p:cNvSpPr>
                <a:spLocks noEditPoints="1"/>
              </p:cNvSpPr>
              <p:nvPr userDrawn="1"/>
            </p:nvSpPr>
            <p:spPr bwMode="auto">
              <a:xfrm>
                <a:off x="2495" y="2769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8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1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8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8"/>
                      <a:pt x="21" y="40"/>
                    </a:cubicBezTo>
                    <a:cubicBezTo>
                      <a:pt x="18" y="41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1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8" name="Freeform 126"/>
              <p:cNvSpPr>
                <a:spLocks/>
              </p:cNvSpPr>
              <p:nvPr userDrawn="1"/>
            </p:nvSpPr>
            <p:spPr bwMode="auto">
              <a:xfrm>
                <a:off x="2502" y="2839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89" name="Freeform 127"/>
              <p:cNvSpPr>
                <a:spLocks/>
              </p:cNvSpPr>
              <p:nvPr userDrawn="1"/>
            </p:nvSpPr>
            <p:spPr bwMode="auto">
              <a:xfrm>
                <a:off x="1962" y="1808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0" name="Freeform 128"/>
              <p:cNvSpPr>
                <a:spLocks noEditPoints="1"/>
              </p:cNvSpPr>
              <p:nvPr userDrawn="1"/>
            </p:nvSpPr>
            <p:spPr bwMode="auto">
              <a:xfrm>
                <a:off x="1954" y="187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1" name="Freeform 129"/>
              <p:cNvSpPr>
                <a:spLocks/>
              </p:cNvSpPr>
              <p:nvPr userDrawn="1"/>
            </p:nvSpPr>
            <p:spPr bwMode="auto">
              <a:xfrm>
                <a:off x="1962" y="194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2" name="Freeform 130"/>
              <p:cNvSpPr>
                <a:spLocks noEditPoints="1"/>
              </p:cNvSpPr>
              <p:nvPr userDrawn="1"/>
            </p:nvSpPr>
            <p:spPr bwMode="auto">
              <a:xfrm>
                <a:off x="1954" y="201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3" name="Freeform 131"/>
              <p:cNvSpPr>
                <a:spLocks noEditPoints="1"/>
              </p:cNvSpPr>
              <p:nvPr userDrawn="1"/>
            </p:nvSpPr>
            <p:spPr bwMode="auto">
              <a:xfrm>
                <a:off x="1954" y="2085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4" name="Freeform 132"/>
              <p:cNvSpPr>
                <a:spLocks/>
              </p:cNvSpPr>
              <p:nvPr userDrawn="1"/>
            </p:nvSpPr>
            <p:spPr bwMode="auto">
              <a:xfrm>
                <a:off x="1962" y="2157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5" name="Freeform 133"/>
              <p:cNvSpPr>
                <a:spLocks noEditPoints="1"/>
              </p:cNvSpPr>
              <p:nvPr userDrawn="1"/>
            </p:nvSpPr>
            <p:spPr bwMode="auto">
              <a:xfrm>
                <a:off x="1954" y="222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7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6" name="Freeform 134"/>
              <p:cNvSpPr>
                <a:spLocks noEditPoints="1"/>
              </p:cNvSpPr>
              <p:nvPr userDrawn="1"/>
            </p:nvSpPr>
            <p:spPr bwMode="auto">
              <a:xfrm>
                <a:off x="1954" y="229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7" name="Freeform 135"/>
              <p:cNvSpPr>
                <a:spLocks/>
              </p:cNvSpPr>
              <p:nvPr userDrawn="1"/>
            </p:nvSpPr>
            <p:spPr bwMode="auto">
              <a:xfrm>
                <a:off x="1962" y="2368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4 h 50"/>
                  <a:gd name="T10" fmla="*/ 0 w 13"/>
                  <a:gd name="T11" fmla="*/ 4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8" name="Freeform 136"/>
              <p:cNvSpPr>
                <a:spLocks noEditPoints="1"/>
              </p:cNvSpPr>
              <p:nvPr userDrawn="1"/>
            </p:nvSpPr>
            <p:spPr bwMode="auto">
              <a:xfrm>
                <a:off x="1954" y="2437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99" name="Freeform 137"/>
              <p:cNvSpPr>
                <a:spLocks noEditPoints="1"/>
              </p:cNvSpPr>
              <p:nvPr userDrawn="1"/>
            </p:nvSpPr>
            <p:spPr bwMode="auto">
              <a:xfrm>
                <a:off x="1954" y="250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0" name="Freeform 138"/>
              <p:cNvSpPr>
                <a:spLocks noEditPoints="1"/>
              </p:cNvSpPr>
              <p:nvPr userDrawn="1"/>
            </p:nvSpPr>
            <p:spPr bwMode="auto">
              <a:xfrm>
                <a:off x="1954" y="257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1" name="Freeform 139"/>
              <p:cNvSpPr>
                <a:spLocks/>
              </p:cNvSpPr>
              <p:nvPr userDrawn="1"/>
            </p:nvSpPr>
            <p:spPr bwMode="auto">
              <a:xfrm>
                <a:off x="1962" y="2649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4 h 49"/>
                  <a:gd name="T10" fmla="*/ 0 w 13"/>
                  <a:gd name="T11" fmla="*/ 4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2" name="Freeform 140"/>
              <p:cNvSpPr>
                <a:spLocks noEditPoints="1"/>
              </p:cNvSpPr>
              <p:nvPr userDrawn="1"/>
            </p:nvSpPr>
            <p:spPr bwMode="auto">
              <a:xfrm>
                <a:off x="1954" y="2717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3" name="Freeform 141"/>
              <p:cNvSpPr>
                <a:spLocks noEditPoints="1"/>
              </p:cNvSpPr>
              <p:nvPr userDrawn="1"/>
            </p:nvSpPr>
            <p:spPr bwMode="auto">
              <a:xfrm>
                <a:off x="1954" y="278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4" name="Freeform 142"/>
              <p:cNvSpPr>
                <a:spLocks/>
              </p:cNvSpPr>
              <p:nvPr userDrawn="1"/>
            </p:nvSpPr>
            <p:spPr bwMode="auto">
              <a:xfrm>
                <a:off x="1962" y="2859"/>
                <a:ext cx="13" cy="43"/>
              </a:xfrm>
              <a:custGeom>
                <a:avLst/>
                <a:gdLst>
                  <a:gd name="T0" fmla="*/ 8 w 13"/>
                  <a:gd name="T1" fmla="*/ 43 h 43"/>
                  <a:gd name="T2" fmla="*/ 13 w 13"/>
                  <a:gd name="T3" fmla="*/ 43 h 43"/>
                  <a:gd name="T4" fmla="*/ 13 w 13"/>
                  <a:gd name="T5" fmla="*/ 0 h 43"/>
                  <a:gd name="T6" fmla="*/ 3 w 13"/>
                  <a:gd name="T7" fmla="*/ 0 h 43"/>
                  <a:gd name="T8" fmla="*/ 0 w 13"/>
                  <a:gd name="T9" fmla="*/ 5 h 43"/>
                  <a:gd name="T10" fmla="*/ 8 w 13"/>
                  <a:gd name="T11" fmla="*/ 5 h 43"/>
                  <a:gd name="T12" fmla="*/ 8 w 13"/>
                  <a:gd name="T13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3">
                    <a:moveTo>
                      <a:pt x="8" y="43"/>
                    </a:moveTo>
                    <a:lnTo>
                      <a:pt x="13" y="43"/>
                    </a:lnTo>
                    <a:lnTo>
                      <a:pt x="13" y="0"/>
                    </a:lnTo>
                    <a:lnTo>
                      <a:pt x="3" y="0"/>
                    </a:lnTo>
                    <a:lnTo>
                      <a:pt x="0" y="5"/>
                    </a:lnTo>
                    <a:lnTo>
                      <a:pt x="8" y="5"/>
                    </a:lnTo>
                    <a:lnTo>
                      <a:pt x="8" y="43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5" name="Freeform 143"/>
              <p:cNvSpPr>
                <a:spLocks/>
              </p:cNvSpPr>
              <p:nvPr userDrawn="1"/>
            </p:nvSpPr>
            <p:spPr bwMode="auto">
              <a:xfrm>
                <a:off x="2090" y="1367"/>
                <a:ext cx="21" cy="78"/>
              </a:xfrm>
              <a:custGeom>
                <a:avLst/>
                <a:gdLst>
                  <a:gd name="T0" fmla="*/ 5 w 21"/>
                  <a:gd name="T1" fmla="*/ 0 h 78"/>
                  <a:gd name="T2" fmla="*/ 21 w 21"/>
                  <a:gd name="T3" fmla="*/ 0 h 78"/>
                  <a:gd name="T4" fmla="*/ 21 w 21"/>
                  <a:gd name="T5" fmla="*/ 78 h 78"/>
                  <a:gd name="T6" fmla="*/ 13 w 21"/>
                  <a:gd name="T7" fmla="*/ 78 h 78"/>
                  <a:gd name="T8" fmla="*/ 13 w 21"/>
                  <a:gd name="T9" fmla="*/ 8 h 78"/>
                  <a:gd name="T10" fmla="*/ 0 w 21"/>
                  <a:gd name="T11" fmla="*/ 8 h 78"/>
                  <a:gd name="T12" fmla="*/ 5 w 21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8">
                    <a:moveTo>
                      <a:pt x="5" y="0"/>
                    </a:moveTo>
                    <a:lnTo>
                      <a:pt x="21" y="0"/>
                    </a:lnTo>
                    <a:lnTo>
                      <a:pt x="21" y="78"/>
                    </a:lnTo>
                    <a:lnTo>
                      <a:pt x="13" y="78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6" name="Freeform 144"/>
              <p:cNvSpPr>
                <a:spLocks/>
              </p:cNvSpPr>
              <p:nvPr userDrawn="1"/>
            </p:nvSpPr>
            <p:spPr bwMode="auto">
              <a:xfrm>
                <a:off x="2090" y="1476"/>
                <a:ext cx="21" cy="80"/>
              </a:xfrm>
              <a:custGeom>
                <a:avLst/>
                <a:gdLst>
                  <a:gd name="T0" fmla="*/ 5 w 21"/>
                  <a:gd name="T1" fmla="*/ 0 h 80"/>
                  <a:gd name="T2" fmla="*/ 21 w 21"/>
                  <a:gd name="T3" fmla="*/ 0 h 80"/>
                  <a:gd name="T4" fmla="*/ 21 w 21"/>
                  <a:gd name="T5" fmla="*/ 80 h 80"/>
                  <a:gd name="T6" fmla="*/ 13 w 21"/>
                  <a:gd name="T7" fmla="*/ 80 h 80"/>
                  <a:gd name="T8" fmla="*/ 13 w 21"/>
                  <a:gd name="T9" fmla="*/ 8 h 80"/>
                  <a:gd name="T10" fmla="*/ 0 w 21"/>
                  <a:gd name="T11" fmla="*/ 8 h 80"/>
                  <a:gd name="T12" fmla="*/ 5 w 21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80">
                    <a:moveTo>
                      <a:pt x="5" y="0"/>
                    </a:moveTo>
                    <a:lnTo>
                      <a:pt x="21" y="0"/>
                    </a:lnTo>
                    <a:lnTo>
                      <a:pt x="21" y="80"/>
                    </a:lnTo>
                    <a:lnTo>
                      <a:pt x="13" y="80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7" name="Freeform 145"/>
              <p:cNvSpPr>
                <a:spLocks/>
              </p:cNvSpPr>
              <p:nvPr userDrawn="1"/>
            </p:nvSpPr>
            <p:spPr bwMode="auto">
              <a:xfrm>
                <a:off x="2736" y="689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3 w 20"/>
                  <a:gd name="T7" fmla="*/ 79 h 79"/>
                  <a:gd name="T8" fmla="*/ 13 w 20"/>
                  <a:gd name="T9" fmla="*/ 9 h 79"/>
                  <a:gd name="T10" fmla="*/ 0 w 20"/>
                  <a:gd name="T11" fmla="*/ 9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3" y="79"/>
                    </a:lnTo>
                    <a:lnTo>
                      <a:pt x="13" y="9"/>
                    </a:lnTo>
                    <a:lnTo>
                      <a:pt x="0" y="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8" name="Freeform 146"/>
              <p:cNvSpPr>
                <a:spLocks noEditPoints="1"/>
              </p:cNvSpPr>
              <p:nvPr userDrawn="1"/>
            </p:nvSpPr>
            <p:spPr bwMode="auto">
              <a:xfrm>
                <a:off x="2079" y="1584"/>
                <a:ext cx="53" cy="83"/>
              </a:xfrm>
              <a:custGeom>
                <a:avLst/>
                <a:gdLst>
                  <a:gd name="T0" fmla="*/ 0 w 43"/>
                  <a:gd name="T1" fmla="*/ 34 h 67"/>
                  <a:gd name="T2" fmla="*/ 2 w 43"/>
                  <a:gd name="T3" fmla="*/ 14 h 67"/>
                  <a:gd name="T4" fmla="*/ 10 w 43"/>
                  <a:gd name="T5" fmla="*/ 4 h 67"/>
                  <a:gd name="T6" fmla="*/ 21 w 43"/>
                  <a:gd name="T7" fmla="*/ 0 h 67"/>
                  <a:gd name="T8" fmla="*/ 32 w 43"/>
                  <a:gd name="T9" fmla="*/ 4 h 67"/>
                  <a:gd name="T10" fmla="*/ 40 w 43"/>
                  <a:gd name="T11" fmla="*/ 15 h 67"/>
                  <a:gd name="T12" fmla="*/ 43 w 43"/>
                  <a:gd name="T13" fmla="*/ 34 h 67"/>
                  <a:gd name="T14" fmla="*/ 40 w 43"/>
                  <a:gd name="T15" fmla="*/ 53 h 67"/>
                  <a:gd name="T16" fmla="*/ 32 w 43"/>
                  <a:gd name="T17" fmla="*/ 63 h 67"/>
                  <a:gd name="T18" fmla="*/ 21 w 43"/>
                  <a:gd name="T19" fmla="*/ 67 h 67"/>
                  <a:gd name="T20" fmla="*/ 10 w 43"/>
                  <a:gd name="T21" fmla="*/ 64 h 67"/>
                  <a:gd name="T22" fmla="*/ 2 w 43"/>
                  <a:gd name="T23" fmla="*/ 53 h 67"/>
                  <a:gd name="T24" fmla="*/ 0 w 43"/>
                  <a:gd name="T25" fmla="*/ 34 h 67"/>
                  <a:gd name="T26" fmla="*/ 6 w 43"/>
                  <a:gd name="T27" fmla="*/ 34 h 67"/>
                  <a:gd name="T28" fmla="*/ 7 w 43"/>
                  <a:gd name="T29" fmla="*/ 50 h 67"/>
                  <a:gd name="T30" fmla="*/ 13 w 43"/>
                  <a:gd name="T31" fmla="*/ 58 h 67"/>
                  <a:gd name="T32" fmla="*/ 21 w 43"/>
                  <a:gd name="T33" fmla="*/ 61 h 67"/>
                  <a:gd name="T34" fmla="*/ 29 w 43"/>
                  <a:gd name="T35" fmla="*/ 59 h 67"/>
                  <a:gd name="T36" fmla="*/ 35 w 43"/>
                  <a:gd name="T37" fmla="*/ 50 h 67"/>
                  <a:gd name="T38" fmla="*/ 37 w 43"/>
                  <a:gd name="T39" fmla="*/ 34 h 67"/>
                  <a:gd name="T40" fmla="*/ 35 w 43"/>
                  <a:gd name="T41" fmla="*/ 18 h 67"/>
                  <a:gd name="T42" fmla="*/ 29 w 43"/>
                  <a:gd name="T43" fmla="*/ 9 h 67"/>
                  <a:gd name="T44" fmla="*/ 21 w 43"/>
                  <a:gd name="T45" fmla="*/ 6 h 67"/>
                  <a:gd name="T46" fmla="*/ 13 w 43"/>
                  <a:gd name="T47" fmla="*/ 9 h 67"/>
                  <a:gd name="T48" fmla="*/ 7 w 43"/>
                  <a:gd name="T49" fmla="*/ 17 h 67"/>
                  <a:gd name="T50" fmla="*/ 6 w 43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4"/>
                    </a:moveTo>
                    <a:cubicBezTo>
                      <a:pt x="0" y="25"/>
                      <a:pt x="0" y="19"/>
                      <a:pt x="2" y="14"/>
                    </a:cubicBezTo>
                    <a:cubicBezTo>
                      <a:pt x="4" y="10"/>
                      <a:pt x="7" y="6"/>
                      <a:pt x="10" y="4"/>
                    </a:cubicBezTo>
                    <a:cubicBezTo>
                      <a:pt x="13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2" y="4"/>
                    </a:cubicBezTo>
                    <a:cubicBezTo>
                      <a:pt x="35" y="6"/>
                      <a:pt x="38" y="10"/>
                      <a:pt x="40" y="15"/>
                    </a:cubicBezTo>
                    <a:cubicBezTo>
                      <a:pt x="42" y="19"/>
                      <a:pt x="43" y="26"/>
                      <a:pt x="43" y="34"/>
                    </a:cubicBezTo>
                    <a:cubicBezTo>
                      <a:pt x="43" y="42"/>
                      <a:pt x="42" y="48"/>
                      <a:pt x="40" y="53"/>
                    </a:cubicBezTo>
                    <a:cubicBezTo>
                      <a:pt x="38" y="58"/>
                      <a:pt x="36" y="61"/>
                      <a:pt x="32" y="63"/>
                    </a:cubicBezTo>
                    <a:cubicBezTo>
                      <a:pt x="29" y="66"/>
                      <a:pt x="25" y="67"/>
                      <a:pt x="21" y="67"/>
                    </a:cubicBezTo>
                    <a:cubicBezTo>
                      <a:pt x="17" y="67"/>
                      <a:pt x="13" y="66"/>
                      <a:pt x="10" y="64"/>
                    </a:cubicBezTo>
                    <a:cubicBezTo>
                      <a:pt x="7" y="61"/>
                      <a:pt x="4" y="58"/>
                      <a:pt x="2" y="53"/>
                    </a:cubicBezTo>
                    <a:cubicBezTo>
                      <a:pt x="0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6" y="46"/>
                      <a:pt x="7" y="50"/>
                    </a:cubicBezTo>
                    <a:cubicBezTo>
                      <a:pt x="9" y="54"/>
                      <a:pt x="11" y="57"/>
                      <a:pt x="13" y="58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4" y="61"/>
                      <a:pt x="27" y="60"/>
                      <a:pt x="29" y="59"/>
                    </a:cubicBezTo>
                    <a:cubicBezTo>
                      <a:pt x="31" y="57"/>
                      <a:pt x="33" y="54"/>
                      <a:pt x="35" y="50"/>
                    </a:cubicBezTo>
                    <a:cubicBezTo>
                      <a:pt x="36" y="46"/>
                      <a:pt x="37" y="40"/>
                      <a:pt x="37" y="34"/>
                    </a:cubicBezTo>
                    <a:cubicBezTo>
                      <a:pt x="37" y="27"/>
                      <a:pt x="36" y="22"/>
                      <a:pt x="35" y="18"/>
                    </a:cubicBezTo>
                    <a:cubicBezTo>
                      <a:pt x="33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1" y="6"/>
                    </a:cubicBezTo>
                    <a:cubicBezTo>
                      <a:pt x="18" y="6"/>
                      <a:pt x="16" y="7"/>
                      <a:pt x="13" y="9"/>
                    </a:cubicBezTo>
                    <a:cubicBezTo>
                      <a:pt x="11" y="11"/>
                      <a:pt x="9" y="14"/>
                      <a:pt x="7" y="17"/>
                    </a:cubicBezTo>
                    <a:cubicBezTo>
                      <a:pt x="6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09" name="Freeform 147"/>
              <p:cNvSpPr>
                <a:spLocks noEditPoints="1"/>
              </p:cNvSpPr>
              <p:nvPr userDrawn="1"/>
            </p:nvSpPr>
            <p:spPr bwMode="auto">
              <a:xfrm>
                <a:off x="2551" y="546"/>
                <a:ext cx="53" cy="81"/>
              </a:xfrm>
              <a:custGeom>
                <a:avLst/>
                <a:gdLst>
                  <a:gd name="T0" fmla="*/ 0 w 43"/>
                  <a:gd name="T1" fmla="*/ 33 h 66"/>
                  <a:gd name="T2" fmla="*/ 2 w 43"/>
                  <a:gd name="T3" fmla="*/ 14 h 66"/>
                  <a:gd name="T4" fmla="*/ 10 w 43"/>
                  <a:gd name="T5" fmla="*/ 3 h 66"/>
                  <a:gd name="T6" fmla="*/ 21 w 43"/>
                  <a:gd name="T7" fmla="*/ 0 h 66"/>
                  <a:gd name="T8" fmla="*/ 32 w 43"/>
                  <a:gd name="T9" fmla="*/ 3 h 66"/>
                  <a:gd name="T10" fmla="*/ 40 w 43"/>
                  <a:gd name="T11" fmla="*/ 14 h 66"/>
                  <a:gd name="T12" fmla="*/ 43 w 43"/>
                  <a:gd name="T13" fmla="*/ 33 h 66"/>
                  <a:gd name="T14" fmla="*/ 40 w 43"/>
                  <a:gd name="T15" fmla="*/ 52 h 66"/>
                  <a:gd name="T16" fmla="*/ 32 w 43"/>
                  <a:gd name="T17" fmla="*/ 63 h 66"/>
                  <a:gd name="T18" fmla="*/ 21 w 43"/>
                  <a:gd name="T19" fmla="*/ 66 h 66"/>
                  <a:gd name="T20" fmla="*/ 10 w 43"/>
                  <a:gd name="T21" fmla="*/ 63 h 66"/>
                  <a:gd name="T22" fmla="*/ 2 w 43"/>
                  <a:gd name="T23" fmla="*/ 52 h 66"/>
                  <a:gd name="T24" fmla="*/ 0 w 43"/>
                  <a:gd name="T25" fmla="*/ 33 h 66"/>
                  <a:gd name="T26" fmla="*/ 6 w 43"/>
                  <a:gd name="T27" fmla="*/ 33 h 66"/>
                  <a:gd name="T28" fmla="*/ 8 w 43"/>
                  <a:gd name="T29" fmla="*/ 49 h 66"/>
                  <a:gd name="T30" fmla="*/ 13 w 43"/>
                  <a:gd name="T31" fmla="*/ 58 h 66"/>
                  <a:gd name="T32" fmla="*/ 21 w 43"/>
                  <a:gd name="T33" fmla="*/ 61 h 66"/>
                  <a:gd name="T34" fmla="*/ 29 w 43"/>
                  <a:gd name="T35" fmla="*/ 58 h 66"/>
                  <a:gd name="T36" fmla="*/ 35 w 43"/>
                  <a:gd name="T37" fmla="*/ 49 h 66"/>
                  <a:gd name="T38" fmla="*/ 37 w 43"/>
                  <a:gd name="T39" fmla="*/ 33 h 66"/>
                  <a:gd name="T40" fmla="*/ 35 w 43"/>
                  <a:gd name="T41" fmla="*/ 17 h 66"/>
                  <a:gd name="T42" fmla="*/ 29 w 43"/>
                  <a:gd name="T43" fmla="*/ 8 h 66"/>
                  <a:gd name="T44" fmla="*/ 21 w 43"/>
                  <a:gd name="T45" fmla="*/ 6 h 66"/>
                  <a:gd name="T46" fmla="*/ 13 w 43"/>
                  <a:gd name="T47" fmla="*/ 8 h 66"/>
                  <a:gd name="T48" fmla="*/ 8 w 43"/>
                  <a:gd name="T49" fmla="*/ 17 h 66"/>
                  <a:gd name="T50" fmla="*/ 6 w 43"/>
                  <a:gd name="T51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6">
                    <a:moveTo>
                      <a:pt x="0" y="33"/>
                    </a:moveTo>
                    <a:cubicBezTo>
                      <a:pt x="0" y="25"/>
                      <a:pt x="1" y="18"/>
                      <a:pt x="2" y="14"/>
                    </a:cubicBezTo>
                    <a:cubicBezTo>
                      <a:pt x="4" y="9"/>
                      <a:pt x="7" y="5"/>
                      <a:pt x="10" y="3"/>
                    </a:cubicBezTo>
                    <a:cubicBezTo>
                      <a:pt x="13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2" y="3"/>
                    </a:cubicBezTo>
                    <a:cubicBezTo>
                      <a:pt x="36" y="6"/>
                      <a:pt x="38" y="9"/>
                      <a:pt x="40" y="14"/>
                    </a:cubicBezTo>
                    <a:cubicBezTo>
                      <a:pt x="42" y="19"/>
                      <a:pt x="43" y="25"/>
                      <a:pt x="43" y="33"/>
                    </a:cubicBezTo>
                    <a:cubicBezTo>
                      <a:pt x="43" y="41"/>
                      <a:pt x="42" y="47"/>
                      <a:pt x="40" y="52"/>
                    </a:cubicBezTo>
                    <a:cubicBezTo>
                      <a:pt x="38" y="57"/>
                      <a:pt x="36" y="60"/>
                      <a:pt x="32" y="63"/>
                    </a:cubicBezTo>
                    <a:cubicBezTo>
                      <a:pt x="29" y="65"/>
                      <a:pt x="25" y="66"/>
                      <a:pt x="21" y="66"/>
                    </a:cubicBezTo>
                    <a:cubicBezTo>
                      <a:pt x="17" y="66"/>
                      <a:pt x="13" y="65"/>
                      <a:pt x="10" y="63"/>
                    </a:cubicBezTo>
                    <a:cubicBezTo>
                      <a:pt x="7" y="61"/>
                      <a:pt x="4" y="57"/>
                      <a:pt x="2" y="52"/>
                    </a:cubicBezTo>
                    <a:cubicBezTo>
                      <a:pt x="1" y="48"/>
                      <a:pt x="0" y="41"/>
                      <a:pt x="0" y="33"/>
                    </a:cubicBezTo>
                    <a:moveTo>
                      <a:pt x="6" y="33"/>
                    </a:moveTo>
                    <a:cubicBezTo>
                      <a:pt x="6" y="40"/>
                      <a:pt x="6" y="46"/>
                      <a:pt x="8" y="49"/>
                    </a:cubicBezTo>
                    <a:cubicBezTo>
                      <a:pt x="9" y="53"/>
                      <a:pt x="11" y="56"/>
                      <a:pt x="13" y="58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4" y="61"/>
                      <a:pt x="27" y="60"/>
                      <a:pt x="29" y="58"/>
                    </a:cubicBezTo>
                    <a:cubicBezTo>
                      <a:pt x="32" y="56"/>
                      <a:pt x="33" y="53"/>
                      <a:pt x="35" y="49"/>
                    </a:cubicBezTo>
                    <a:cubicBezTo>
                      <a:pt x="36" y="45"/>
                      <a:pt x="37" y="39"/>
                      <a:pt x="37" y="33"/>
                    </a:cubicBezTo>
                    <a:cubicBezTo>
                      <a:pt x="37" y="27"/>
                      <a:pt x="36" y="21"/>
                      <a:pt x="35" y="17"/>
                    </a:cubicBezTo>
                    <a:cubicBezTo>
                      <a:pt x="34" y="13"/>
                      <a:pt x="32" y="10"/>
                      <a:pt x="29" y="8"/>
                    </a:cubicBezTo>
                    <a:cubicBezTo>
                      <a:pt x="27" y="7"/>
                      <a:pt x="24" y="6"/>
                      <a:pt x="21" y="6"/>
                    </a:cubicBezTo>
                    <a:cubicBezTo>
                      <a:pt x="18" y="6"/>
                      <a:pt x="16" y="7"/>
                      <a:pt x="13" y="8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6" y="20"/>
                      <a:pt x="6" y="26"/>
                      <a:pt x="6" y="33"/>
                    </a:cubicBezTo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0" name="Freeform 148"/>
              <p:cNvSpPr>
                <a:spLocks noEditPoints="1"/>
              </p:cNvSpPr>
              <p:nvPr userDrawn="1"/>
            </p:nvSpPr>
            <p:spPr bwMode="auto">
              <a:xfrm>
                <a:off x="2079" y="1694"/>
                <a:ext cx="53" cy="83"/>
              </a:xfrm>
              <a:custGeom>
                <a:avLst/>
                <a:gdLst>
                  <a:gd name="T0" fmla="*/ 0 w 43"/>
                  <a:gd name="T1" fmla="*/ 33 h 67"/>
                  <a:gd name="T2" fmla="*/ 2 w 43"/>
                  <a:gd name="T3" fmla="*/ 14 h 67"/>
                  <a:gd name="T4" fmla="*/ 10 w 43"/>
                  <a:gd name="T5" fmla="*/ 3 h 67"/>
                  <a:gd name="T6" fmla="*/ 21 w 43"/>
                  <a:gd name="T7" fmla="*/ 0 h 67"/>
                  <a:gd name="T8" fmla="*/ 32 w 43"/>
                  <a:gd name="T9" fmla="*/ 3 h 67"/>
                  <a:gd name="T10" fmla="*/ 40 w 43"/>
                  <a:gd name="T11" fmla="*/ 14 h 67"/>
                  <a:gd name="T12" fmla="*/ 43 w 43"/>
                  <a:gd name="T13" fmla="*/ 33 h 67"/>
                  <a:gd name="T14" fmla="*/ 40 w 43"/>
                  <a:gd name="T15" fmla="*/ 52 h 67"/>
                  <a:gd name="T16" fmla="*/ 32 w 43"/>
                  <a:gd name="T17" fmla="*/ 63 h 67"/>
                  <a:gd name="T18" fmla="*/ 21 w 43"/>
                  <a:gd name="T19" fmla="*/ 67 h 67"/>
                  <a:gd name="T20" fmla="*/ 10 w 43"/>
                  <a:gd name="T21" fmla="*/ 63 h 67"/>
                  <a:gd name="T22" fmla="*/ 2 w 43"/>
                  <a:gd name="T23" fmla="*/ 53 h 67"/>
                  <a:gd name="T24" fmla="*/ 0 w 43"/>
                  <a:gd name="T25" fmla="*/ 33 h 67"/>
                  <a:gd name="T26" fmla="*/ 6 w 43"/>
                  <a:gd name="T27" fmla="*/ 33 h 67"/>
                  <a:gd name="T28" fmla="*/ 7 w 43"/>
                  <a:gd name="T29" fmla="*/ 50 h 67"/>
                  <a:gd name="T30" fmla="*/ 13 w 43"/>
                  <a:gd name="T31" fmla="*/ 58 h 67"/>
                  <a:gd name="T32" fmla="*/ 21 w 43"/>
                  <a:gd name="T33" fmla="*/ 61 h 67"/>
                  <a:gd name="T34" fmla="*/ 29 w 43"/>
                  <a:gd name="T35" fmla="*/ 58 h 67"/>
                  <a:gd name="T36" fmla="*/ 35 w 43"/>
                  <a:gd name="T37" fmla="*/ 50 h 67"/>
                  <a:gd name="T38" fmla="*/ 37 w 43"/>
                  <a:gd name="T39" fmla="*/ 33 h 67"/>
                  <a:gd name="T40" fmla="*/ 35 w 43"/>
                  <a:gd name="T41" fmla="*/ 18 h 67"/>
                  <a:gd name="T42" fmla="*/ 29 w 43"/>
                  <a:gd name="T43" fmla="*/ 9 h 67"/>
                  <a:gd name="T44" fmla="*/ 21 w 43"/>
                  <a:gd name="T45" fmla="*/ 6 h 67"/>
                  <a:gd name="T46" fmla="*/ 13 w 43"/>
                  <a:gd name="T47" fmla="*/ 9 h 67"/>
                  <a:gd name="T48" fmla="*/ 7 w 43"/>
                  <a:gd name="T49" fmla="*/ 17 h 67"/>
                  <a:gd name="T50" fmla="*/ 6 w 43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3"/>
                    </a:moveTo>
                    <a:cubicBezTo>
                      <a:pt x="0" y="25"/>
                      <a:pt x="0" y="18"/>
                      <a:pt x="2" y="14"/>
                    </a:cubicBezTo>
                    <a:cubicBezTo>
                      <a:pt x="4" y="9"/>
                      <a:pt x="7" y="6"/>
                      <a:pt x="10" y="3"/>
                    </a:cubicBezTo>
                    <a:cubicBezTo>
                      <a:pt x="13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2" y="3"/>
                    </a:cubicBezTo>
                    <a:cubicBezTo>
                      <a:pt x="35" y="6"/>
                      <a:pt x="38" y="9"/>
                      <a:pt x="40" y="14"/>
                    </a:cubicBezTo>
                    <a:cubicBezTo>
                      <a:pt x="42" y="19"/>
                      <a:pt x="43" y="25"/>
                      <a:pt x="43" y="33"/>
                    </a:cubicBezTo>
                    <a:cubicBezTo>
                      <a:pt x="43" y="41"/>
                      <a:pt x="42" y="48"/>
                      <a:pt x="40" y="52"/>
                    </a:cubicBezTo>
                    <a:cubicBezTo>
                      <a:pt x="38" y="57"/>
                      <a:pt x="36" y="61"/>
                      <a:pt x="32" y="63"/>
                    </a:cubicBezTo>
                    <a:cubicBezTo>
                      <a:pt x="29" y="66"/>
                      <a:pt x="25" y="67"/>
                      <a:pt x="21" y="67"/>
                    </a:cubicBezTo>
                    <a:cubicBezTo>
                      <a:pt x="17" y="67"/>
                      <a:pt x="13" y="66"/>
                      <a:pt x="10" y="63"/>
                    </a:cubicBezTo>
                    <a:cubicBezTo>
                      <a:pt x="7" y="61"/>
                      <a:pt x="4" y="57"/>
                      <a:pt x="2" y="53"/>
                    </a:cubicBezTo>
                    <a:cubicBezTo>
                      <a:pt x="0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6" y="46"/>
                      <a:pt x="7" y="50"/>
                    </a:cubicBezTo>
                    <a:cubicBezTo>
                      <a:pt x="9" y="53"/>
                      <a:pt x="11" y="56"/>
                      <a:pt x="13" y="58"/>
                    </a:cubicBezTo>
                    <a:cubicBezTo>
                      <a:pt x="16" y="60"/>
                      <a:pt x="18" y="61"/>
                      <a:pt x="21" y="61"/>
                    </a:cubicBezTo>
                    <a:cubicBezTo>
                      <a:pt x="24" y="61"/>
                      <a:pt x="27" y="60"/>
                      <a:pt x="29" y="58"/>
                    </a:cubicBezTo>
                    <a:cubicBezTo>
                      <a:pt x="31" y="56"/>
                      <a:pt x="33" y="54"/>
                      <a:pt x="35" y="50"/>
                    </a:cubicBezTo>
                    <a:cubicBezTo>
                      <a:pt x="36" y="45"/>
                      <a:pt x="37" y="40"/>
                      <a:pt x="37" y="33"/>
                    </a:cubicBezTo>
                    <a:cubicBezTo>
                      <a:pt x="37" y="27"/>
                      <a:pt x="36" y="22"/>
                      <a:pt x="35" y="18"/>
                    </a:cubicBezTo>
                    <a:cubicBezTo>
                      <a:pt x="33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1" y="6"/>
                    </a:cubicBezTo>
                    <a:cubicBezTo>
                      <a:pt x="18" y="6"/>
                      <a:pt x="16" y="7"/>
                      <a:pt x="13" y="9"/>
                    </a:cubicBezTo>
                    <a:cubicBezTo>
                      <a:pt x="11" y="11"/>
                      <a:pt x="9" y="13"/>
                      <a:pt x="7" y="17"/>
                    </a:cubicBezTo>
                    <a:cubicBezTo>
                      <a:pt x="6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1" name="Freeform 149"/>
              <p:cNvSpPr>
                <a:spLocks noEditPoints="1"/>
              </p:cNvSpPr>
              <p:nvPr userDrawn="1"/>
            </p:nvSpPr>
            <p:spPr bwMode="auto">
              <a:xfrm>
                <a:off x="3119" y="2035"/>
                <a:ext cx="53" cy="83"/>
              </a:xfrm>
              <a:custGeom>
                <a:avLst/>
                <a:gdLst>
                  <a:gd name="T0" fmla="*/ 0 w 43"/>
                  <a:gd name="T1" fmla="*/ 34 h 67"/>
                  <a:gd name="T2" fmla="*/ 3 w 43"/>
                  <a:gd name="T3" fmla="*/ 14 h 67"/>
                  <a:gd name="T4" fmla="*/ 10 w 43"/>
                  <a:gd name="T5" fmla="*/ 4 h 67"/>
                  <a:gd name="T6" fmla="*/ 21 w 43"/>
                  <a:gd name="T7" fmla="*/ 0 h 67"/>
                  <a:gd name="T8" fmla="*/ 33 w 43"/>
                  <a:gd name="T9" fmla="*/ 4 h 67"/>
                  <a:gd name="T10" fmla="*/ 40 w 43"/>
                  <a:gd name="T11" fmla="*/ 15 h 67"/>
                  <a:gd name="T12" fmla="*/ 43 w 43"/>
                  <a:gd name="T13" fmla="*/ 34 h 67"/>
                  <a:gd name="T14" fmla="*/ 40 w 43"/>
                  <a:gd name="T15" fmla="*/ 53 h 67"/>
                  <a:gd name="T16" fmla="*/ 33 w 43"/>
                  <a:gd name="T17" fmla="*/ 64 h 67"/>
                  <a:gd name="T18" fmla="*/ 21 w 43"/>
                  <a:gd name="T19" fmla="*/ 67 h 67"/>
                  <a:gd name="T20" fmla="*/ 10 w 43"/>
                  <a:gd name="T21" fmla="*/ 64 h 67"/>
                  <a:gd name="T22" fmla="*/ 3 w 43"/>
                  <a:gd name="T23" fmla="*/ 53 h 67"/>
                  <a:gd name="T24" fmla="*/ 0 w 43"/>
                  <a:gd name="T25" fmla="*/ 34 h 67"/>
                  <a:gd name="T26" fmla="*/ 6 w 43"/>
                  <a:gd name="T27" fmla="*/ 34 h 67"/>
                  <a:gd name="T28" fmla="*/ 8 w 43"/>
                  <a:gd name="T29" fmla="*/ 50 h 67"/>
                  <a:gd name="T30" fmla="*/ 14 w 43"/>
                  <a:gd name="T31" fmla="*/ 59 h 67"/>
                  <a:gd name="T32" fmla="*/ 22 w 43"/>
                  <a:gd name="T33" fmla="*/ 61 h 67"/>
                  <a:gd name="T34" fmla="*/ 29 w 43"/>
                  <a:gd name="T35" fmla="*/ 59 h 67"/>
                  <a:gd name="T36" fmla="*/ 35 w 43"/>
                  <a:gd name="T37" fmla="*/ 50 h 67"/>
                  <a:gd name="T38" fmla="*/ 37 w 43"/>
                  <a:gd name="T39" fmla="*/ 34 h 67"/>
                  <a:gd name="T40" fmla="*/ 35 w 43"/>
                  <a:gd name="T41" fmla="*/ 18 h 67"/>
                  <a:gd name="T42" fmla="*/ 29 w 43"/>
                  <a:gd name="T43" fmla="*/ 9 h 67"/>
                  <a:gd name="T44" fmla="*/ 22 w 43"/>
                  <a:gd name="T45" fmla="*/ 6 h 67"/>
                  <a:gd name="T46" fmla="*/ 14 w 43"/>
                  <a:gd name="T47" fmla="*/ 9 h 67"/>
                  <a:gd name="T48" fmla="*/ 8 w 43"/>
                  <a:gd name="T49" fmla="*/ 18 h 67"/>
                  <a:gd name="T50" fmla="*/ 6 w 43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4" y="10"/>
                      <a:pt x="7" y="6"/>
                      <a:pt x="10" y="4"/>
                    </a:cubicBezTo>
                    <a:cubicBezTo>
                      <a:pt x="14" y="2"/>
                      <a:pt x="17" y="0"/>
                      <a:pt x="21" y="0"/>
                    </a:cubicBezTo>
                    <a:cubicBezTo>
                      <a:pt x="25" y="0"/>
                      <a:pt x="29" y="2"/>
                      <a:pt x="33" y="4"/>
                    </a:cubicBezTo>
                    <a:cubicBezTo>
                      <a:pt x="36" y="6"/>
                      <a:pt x="39" y="10"/>
                      <a:pt x="40" y="15"/>
                    </a:cubicBezTo>
                    <a:cubicBezTo>
                      <a:pt x="42" y="19"/>
                      <a:pt x="43" y="26"/>
                      <a:pt x="43" y="34"/>
                    </a:cubicBezTo>
                    <a:cubicBezTo>
                      <a:pt x="43" y="42"/>
                      <a:pt x="42" y="48"/>
                      <a:pt x="40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29" y="66"/>
                      <a:pt x="25" y="67"/>
                      <a:pt x="21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4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4" y="61"/>
                      <a:pt x="27" y="61"/>
                      <a:pt x="29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7" y="40"/>
                      <a:pt x="37" y="34"/>
                    </a:cubicBezTo>
                    <a:cubicBezTo>
                      <a:pt x="37" y="27"/>
                      <a:pt x="37" y="22"/>
                      <a:pt x="35" y="18"/>
                    </a:cubicBezTo>
                    <a:cubicBezTo>
                      <a:pt x="34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2" name="Freeform 150"/>
              <p:cNvSpPr>
                <a:spLocks/>
              </p:cNvSpPr>
              <p:nvPr userDrawn="1"/>
            </p:nvSpPr>
            <p:spPr bwMode="auto">
              <a:xfrm>
                <a:off x="3131" y="2147"/>
                <a:ext cx="20" cy="78"/>
              </a:xfrm>
              <a:custGeom>
                <a:avLst/>
                <a:gdLst>
                  <a:gd name="T0" fmla="*/ 5 w 20"/>
                  <a:gd name="T1" fmla="*/ 0 h 78"/>
                  <a:gd name="T2" fmla="*/ 20 w 20"/>
                  <a:gd name="T3" fmla="*/ 0 h 78"/>
                  <a:gd name="T4" fmla="*/ 20 w 20"/>
                  <a:gd name="T5" fmla="*/ 78 h 78"/>
                  <a:gd name="T6" fmla="*/ 12 w 20"/>
                  <a:gd name="T7" fmla="*/ 78 h 78"/>
                  <a:gd name="T8" fmla="*/ 12 w 20"/>
                  <a:gd name="T9" fmla="*/ 8 h 78"/>
                  <a:gd name="T10" fmla="*/ 0 w 20"/>
                  <a:gd name="T11" fmla="*/ 8 h 78"/>
                  <a:gd name="T12" fmla="*/ 5 w 20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8">
                    <a:moveTo>
                      <a:pt x="5" y="0"/>
                    </a:moveTo>
                    <a:lnTo>
                      <a:pt x="20" y="0"/>
                    </a:lnTo>
                    <a:lnTo>
                      <a:pt x="20" y="78"/>
                    </a:lnTo>
                    <a:lnTo>
                      <a:pt x="12" y="78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3" name="Freeform 151"/>
              <p:cNvSpPr>
                <a:spLocks/>
              </p:cNvSpPr>
              <p:nvPr userDrawn="1"/>
            </p:nvSpPr>
            <p:spPr bwMode="auto">
              <a:xfrm>
                <a:off x="3131" y="2256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4" name="Freeform 152"/>
              <p:cNvSpPr>
                <a:spLocks/>
              </p:cNvSpPr>
              <p:nvPr userDrawn="1"/>
            </p:nvSpPr>
            <p:spPr bwMode="auto">
              <a:xfrm>
                <a:off x="3131" y="2366"/>
                <a:ext cx="20" cy="78"/>
              </a:xfrm>
              <a:custGeom>
                <a:avLst/>
                <a:gdLst>
                  <a:gd name="T0" fmla="*/ 5 w 20"/>
                  <a:gd name="T1" fmla="*/ 0 h 78"/>
                  <a:gd name="T2" fmla="*/ 20 w 20"/>
                  <a:gd name="T3" fmla="*/ 0 h 78"/>
                  <a:gd name="T4" fmla="*/ 20 w 20"/>
                  <a:gd name="T5" fmla="*/ 78 h 78"/>
                  <a:gd name="T6" fmla="*/ 12 w 20"/>
                  <a:gd name="T7" fmla="*/ 78 h 78"/>
                  <a:gd name="T8" fmla="*/ 12 w 20"/>
                  <a:gd name="T9" fmla="*/ 8 h 78"/>
                  <a:gd name="T10" fmla="*/ 0 w 20"/>
                  <a:gd name="T11" fmla="*/ 8 h 78"/>
                  <a:gd name="T12" fmla="*/ 5 w 20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8">
                    <a:moveTo>
                      <a:pt x="5" y="0"/>
                    </a:moveTo>
                    <a:lnTo>
                      <a:pt x="20" y="0"/>
                    </a:lnTo>
                    <a:lnTo>
                      <a:pt x="20" y="78"/>
                    </a:lnTo>
                    <a:lnTo>
                      <a:pt x="12" y="78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5" name="Freeform 153"/>
              <p:cNvSpPr>
                <a:spLocks noEditPoints="1"/>
              </p:cNvSpPr>
              <p:nvPr userDrawn="1"/>
            </p:nvSpPr>
            <p:spPr bwMode="auto">
              <a:xfrm>
                <a:off x="3119" y="2474"/>
                <a:ext cx="53" cy="83"/>
              </a:xfrm>
              <a:custGeom>
                <a:avLst/>
                <a:gdLst>
                  <a:gd name="T0" fmla="*/ 0 w 43"/>
                  <a:gd name="T1" fmla="*/ 33 h 67"/>
                  <a:gd name="T2" fmla="*/ 3 w 43"/>
                  <a:gd name="T3" fmla="*/ 14 h 67"/>
                  <a:gd name="T4" fmla="*/ 10 w 43"/>
                  <a:gd name="T5" fmla="*/ 3 h 67"/>
                  <a:gd name="T6" fmla="*/ 21 w 43"/>
                  <a:gd name="T7" fmla="*/ 0 h 67"/>
                  <a:gd name="T8" fmla="*/ 33 w 43"/>
                  <a:gd name="T9" fmla="*/ 3 h 67"/>
                  <a:gd name="T10" fmla="*/ 40 w 43"/>
                  <a:gd name="T11" fmla="*/ 14 h 67"/>
                  <a:gd name="T12" fmla="*/ 43 w 43"/>
                  <a:gd name="T13" fmla="*/ 33 h 67"/>
                  <a:gd name="T14" fmla="*/ 40 w 43"/>
                  <a:gd name="T15" fmla="*/ 52 h 67"/>
                  <a:gd name="T16" fmla="*/ 33 w 43"/>
                  <a:gd name="T17" fmla="*/ 63 h 67"/>
                  <a:gd name="T18" fmla="*/ 21 w 43"/>
                  <a:gd name="T19" fmla="*/ 67 h 67"/>
                  <a:gd name="T20" fmla="*/ 10 w 43"/>
                  <a:gd name="T21" fmla="*/ 63 h 67"/>
                  <a:gd name="T22" fmla="*/ 3 w 43"/>
                  <a:gd name="T23" fmla="*/ 53 h 67"/>
                  <a:gd name="T24" fmla="*/ 0 w 43"/>
                  <a:gd name="T25" fmla="*/ 33 h 67"/>
                  <a:gd name="T26" fmla="*/ 6 w 43"/>
                  <a:gd name="T27" fmla="*/ 33 h 67"/>
                  <a:gd name="T28" fmla="*/ 8 w 43"/>
                  <a:gd name="T29" fmla="*/ 50 h 67"/>
                  <a:gd name="T30" fmla="*/ 14 w 43"/>
                  <a:gd name="T31" fmla="*/ 58 h 67"/>
                  <a:gd name="T32" fmla="*/ 22 w 43"/>
                  <a:gd name="T33" fmla="*/ 61 h 67"/>
                  <a:gd name="T34" fmla="*/ 29 w 43"/>
                  <a:gd name="T35" fmla="*/ 58 h 67"/>
                  <a:gd name="T36" fmla="*/ 35 w 43"/>
                  <a:gd name="T37" fmla="*/ 50 h 67"/>
                  <a:gd name="T38" fmla="*/ 37 w 43"/>
                  <a:gd name="T39" fmla="*/ 33 h 67"/>
                  <a:gd name="T40" fmla="*/ 35 w 43"/>
                  <a:gd name="T41" fmla="*/ 18 h 67"/>
                  <a:gd name="T42" fmla="*/ 29 w 43"/>
                  <a:gd name="T43" fmla="*/ 9 h 67"/>
                  <a:gd name="T44" fmla="*/ 22 w 43"/>
                  <a:gd name="T45" fmla="*/ 6 h 67"/>
                  <a:gd name="T46" fmla="*/ 14 w 43"/>
                  <a:gd name="T47" fmla="*/ 9 h 67"/>
                  <a:gd name="T48" fmla="*/ 8 w 43"/>
                  <a:gd name="T49" fmla="*/ 17 h 67"/>
                  <a:gd name="T50" fmla="*/ 6 w 43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3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4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1" y="0"/>
                    </a:cubicBezTo>
                    <a:cubicBezTo>
                      <a:pt x="25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0" y="14"/>
                    </a:cubicBezTo>
                    <a:cubicBezTo>
                      <a:pt x="42" y="19"/>
                      <a:pt x="43" y="25"/>
                      <a:pt x="43" y="33"/>
                    </a:cubicBezTo>
                    <a:cubicBezTo>
                      <a:pt x="43" y="41"/>
                      <a:pt x="42" y="48"/>
                      <a:pt x="40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5"/>
                      <a:pt x="25" y="67"/>
                      <a:pt x="21" y="67"/>
                    </a:cubicBezTo>
                    <a:cubicBezTo>
                      <a:pt x="17" y="67"/>
                      <a:pt x="14" y="65"/>
                      <a:pt x="10" y="63"/>
                    </a:cubicBezTo>
                    <a:cubicBezTo>
                      <a:pt x="7" y="61"/>
                      <a:pt x="4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4" y="61"/>
                      <a:pt x="27" y="60"/>
                      <a:pt x="29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7" y="40"/>
                      <a:pt x="37" y="33"/>
                    </a:cubicBezTo>
                    <a:cubicBezTo>
                      <a:pt x="37" y="27"/>
                      <a:pt x="37" y="22"/>
                      <a:pt x="35" y="18"/>
                    </a:cubicBezTo>
                    <a:cubicBezTo>
                      <a:pt x="34" y="14"/>
                      <a:pt x="32" y="11"/>
                      <a:pt x="29" y="9"/>
                    </a:cubicBezTo>
                    <a:cubicBezTo>
                      <a:pt x="27" y="7"/>
                      <a:pt x="24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6" name="Freeform 154"/>
              <p:cNvSpPr>
                <a:spLocks noEditPoints="1"/>
              </p:cNvSpPr>
              <p:nvPr userDrawn="1"/>
            </p:nvSpPr>
            <p:spPr bwMode="auto">
              <a:xfrm>
                <a:off x="2858" y="1595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7" name="Freeform 155"/>
              <p:cNvSpPr>
                <a:spLocks noEditPoints="1"/>
              </p:cNvSpPr>
              <p:nvPr userDrawn="1"/>
            </p:nvSpPr>
            <p:spPr bwMode="auto">
              <a:xfrm>
                <a:off x="2858" y="1705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5"/>
                      <a:pt x="26" y="67"/>
                      <a:pt x="22" y="67"/>
                    </a:cubicBezTo>
                    <a:cubicBezTo>
                      <a:pt x="18" y="67"/>
                      <a:pt x="14" y="65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8" name="Freeform 156"/>
              <p:cNvSpPr>
                <a:spLocks/>
              </p:cNvSpPr>
              <p:nvPr userDrawn="1"/>
            </p:nvSpPr>
            <p:spPr bwMode="auto">
              <a:xfrm>
                <a:off x="2870" y="1817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19" name="Freeform 157"/>
              <p:cNvSpPr>
                <a:spLocks noEditPoints="1"/>
              </p:cNvSpPr>
              <p:nvPr userDrawn="1"/>
            </p:nvSpPr>
            <p:spPr bwMode="auto">
              <a:xfrm>
                <a:off x="2858" y="1924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0" name="Freeform 158"/>
              <p:cNvSpPr>
                <a:spLocks noEditPoints="1"/>
              </p:cNvSpPr>
              <p:nvPr userDrawn="1"/>
            </p:nvSpPr>
            <p:spPr bwMode="auto">
              <a:xfrm>
                <a:off x="2858" y="2035"/>
                <a:ext cx="54" cy="81"/>
              </a:xfrm>
              <a:custGeom>
                <a:avLst/>
                <a:gdLst>
                  <a:gd name="T0" fmla="*/ 0 w 44"/>
                  <a:gd name="T1" fmla="*/ 33 h 66"/>
                  <a:gd name="T2" fmla="*/ 3 w 44"/>
                  <a:gd name="T3" fmla="*/ 14 h 66"/>
                  <a:gd name="T4" fmla="*/ 11 w 44"/>
                  <a:gd name="T5" fmla="*/ 3 h 66"/>
                  <a:gd name="T6" fmla="*/ 22 w 44"/>
                  <a:gd name="T7" fmla="*/ 0 h 66"/>
                  <a:gd name="T8" fmla="*/ 33 w 44"/>
                  <a:gd name="T9" fmla="*/ 3 h 66"/>
                  <a:gd name="T10" fmla="*/ 41 w 44"/>
                  <a:gd name="T11" fmla="*/ 14 h 66"/>
                  <a:gd name="T12" fmla="*/ 44 w 44"/>
                  <a:gd name="T13" fmla="*/ 33 h 66"/>
                  <a:gd name="T14" fmla="*/ 41 w 44"/>
                  <a:gd name="T15" fmla="*/ 52 h 66"/>
                  <a:gd name="T16" fmla="*/ 33 w 44"/>
                  <a:gd name="T17" fmla="*/ 63 h 66"/>
                  <a:gd name="T18" fmla="*/ 22 w 44"/>
                  <a:gd name="T19" fmla="*/ 66 h 66"/>
                  <a:gd name="T20" fmla="*/ 11 w 44"/>
                  <a:gd name="T21" fmla="*/ 63 h 66"/>
                  <a:gd name="T22" fmla="*/ 3 w 44"/>
                  <a:gd name="T23" fmla="*/ 53 h 66"/>
                  <a:gd name="T24" fmla="*/ 0 w 44"/>
                  <a:gd name="T25" fmla="*/ 33 h 66"/>
                  <a:gd name="T26" fmla="*/ 6 w 44"/>
                  <a:gd name="T27" fmla="*/ 33 h 66"/>
                  <a:gd name="T28" fmla="*/ 8 w 44"/>
                  <a:gd name="T29" fmla="*/ 49 h 66"/>
                  <a:gd name="T30" fmla="*/ 14 w 44"/>
                  <a:gd name="T31" fmla="*/ 58 h 66"/>
                  <a:gd name="T32" fmla="*/ 22 w 44"/>
                  <a:gd name="T33" fmla="*/ 61 h 66"/>
                  <a:gd name="T34" fmla="*/ 30 w 44"/>
                  <a:gd name="T35" fmla="*/ 58 h 66"/>
                  <a:gd name="T36" fmla="*/ 35 w 44"/>
                  <a:gd name="T37" fmla="*/ 50 h 66"/>
                  <a:gd name="T38" fmla="*/ 38 w 44"/>
                  <a:gd name="T39" fmla="*/ 33 h 66"/>
                  <a:gd name="T40" fmla="*/ 36 w 44"/>
                  <a:gd name="T41" fmla="*/ 17 h 66"/>
                  <a:gd name="T42" fmla="*/ 30 w 44"/>
                  <a:gd name="T43" fmla="*/ 8 h 66"/>
                  <a:gd name="T44" fmla="*/ 22 w 44"/>
                  <a:gd name="T45" fmla="*/ 6 h 66"/>
                  <a:gd name="T46" fmla="*/ 14 w 44"/>
                  <a:gd name="T47" fmla="*/ 8 h 66"/>
                  <a:gd name="T48" fmla="*/ 8 w 44"/>
                  <a:gd name="T49" fmla="*/ 17 h 66"/>
                  <a:gd name="T50" fmla="*/ 6 w 44"/>
                  <a:gd name="T51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6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7"/>
                      <a:pt x="41" y="52"/>
                    </a:cubicBezTo>
                    <a:cubicBezTo>
                      <a:pt x="39" y="57"/>
                      <a:pt x="36" y="60"/>
                      <a:pt x="33" y="63"/>
                    </a:cubicBezTo>
                    <a:cubicBezTo>
                      <a:pt x="29" y="65"/>
                      <a:pt x="26" y="66"/>
                      <a:pt x="22" y="66"/>
                    </a:cubicBezTo>
                    <a:cubicBezTo>
                      <a:pt x="18" y="66"/>
                      <a:pt x="14" y="65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1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0"/>
                      <a:pt x="7" y="46"/>
                      <a:pt x="8" y="49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7"/>
                    </a:cubicBezTo>
                    <a:cubicBezTo>
                      <a:pt x="34" y="13"/>
                      <a:pt x="32" y="10"/>
                      <a:pt x="30" y="8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8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1" name="Freeform 159"/>
              <p:cNvSpPr>
                <a:spLocks/>
              </p:cNvSpPr>
              <p:nvPr userDrawn="1"/>
            </p:nvSpPr>
            <p:spPr bwMode="auto">
              <a:xfrm>
                <a:off x="2870" y="2146"/>
                <a:ext cx="20" cy="78"/>
              </a:xfrm>
              <a:custGeom>
                <a:avLst/>
                <a:gdLst>
                  <a:gd name="T0" fmla="*/ 5 w 20"/>
                  <a:gd name="T1" fmla="*/ 0 h 78"/>
                  <a:gd name="T2" fmla="*/ 20 w 20"/>
                  <a:gd name="T3" fmla="*/ 0 h 78"/>
                  <a:gd name="T4" fmla="*/ 20 w 20"/>
                  <a:gd name="T5" fmla="*/ 78 h 78"/>
                  <a:gd name="T6" fmla="*/ 12 w 20"/>
                  <a:gd name="T7" fmla="*/ 78 h 78"/>
                  <a:gd name="T8" fmla="*/ 12 w 20"/>
                  <a:gd name="T9" fmla="*/ 7 h 78"/>
                  <a:gd name="T10" fmla="*/ 0 w 20"/>
                  <a:gd name="T11" fmla="*/ 7 h 78"/>
                  <a:gd name="T12" fmla="*/ 5 w 20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8">
                    <a:moveTo>
                      <a:pt x="5" y="0"/>
                    </a:moveTo>
                    <a:lnTo>
                      <a:pt x="20" y="0"/>
                    </a:lnTo>
                    <a:lnTo>
                      <a:pt x="20" y="78"/>
                    </a:lnTo>
                    <a:lnTo>
                      <a:pt x="12" y="78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2" name="Freeform 160"/>
              <p:cNvSpPr>
                <a:spLocks noEditPoints="1"/>
              </p:cNvSpPr>
              <p:nvPr userDrawn="1"/>
            </p:nvSpPr>
            <p:spPr bwMode="auto">
              <a:xfrm>
                <a:off x="1781" y="1093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30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10" y="54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3" name="Freeform 161"/>
              <p:cNvSpPr>
                <a:spLocks/>
              </p:cNvSpPr>
              <p:nvPr userDrawn="1"/>
            </p:nvSpPr>
            <p:spPr bwMode="auto">
              <a:xfrm>
                <a:off x="1793" y="1204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3 w 20"/>
                  <a:gd name="T7" fmla="*/ 79 h 79"/>
                  <a:gd name="T8" fmla="*/ 13 w 20"/>
                  <a:gd name="T9" fmla="*/ 9 h 79"/>
                  <a:gd name="T10" fmla="*/ 0 w 20"/>
                  <a:gd name="T11" fmla="*/ 9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3" y="79"/>
                    </a:lnTo>
                    <a:lnTo>
                      <a:pt x="13" y="9"/>
                    </a:lnTo>
                    <a:lnTo>
                      <a:pt x="0" y="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4" name="Freeform 162"/>
              <p:cNvSpPr>
                <a:spLocks noEditPoints="1"/>
              </p:cNvSpPr>
              <p:nvPr userDrawn="1"/>
            </p:nvSpPr>
            <p:spPr bwMode="auto">
              <a:xfrm>
                <a:off x="1781" y="1312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5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8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2"/>
                      <a:pt x="18" y="0"/>
                      <a:pt x="22" y="0"/>
                    </a:cubicBezTo>
                    <a:cubicBezTo>
                      <a:pt x="26" y="0"/>
                      <a:pt x="30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10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5" name="Freeform 163"/>
              <p:cNvSpPr>
                <a:spLocks noEditPoints="1"/>
              </p:cNvSpPr>
              <p:nvPr userDrawn="1"/>
            </p:nvSpPr>
            <p:spPr bwMode="auto">
              <a:xfrm>
                <a:off x="868" y="1104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5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8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2"/>
                      <a:pt x="18" y="0"/>
                      <a:pt x="22" y="0"/>
                    </a:cubicBezTo>
                    <a:cubicBezTo>
                      <a:pt x="26" y="0"/>
                      <a:pt x="30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10" y="54"/>
                      <a:pt x="11" y="57"/>
                      <a:pt x="14" y="59"/>
                    </a:cubicBezTo>
                    <a:cubicBezTo>
                      <a:pt x="16" y="61"/>
                      <a:pt x="19" y="61"/>
                      <a:pt x="22" y="61"/>
                    </a:cubicBezTo>
                    <a:cubicBezTo>
                      <a:pt x="25" y="61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8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6" name="Freeform 164"/>
              <p:cNvSpPr>
                <a:spLocks noEditPoints="1"/>
              </p:cNvSpPr>
              <p:nvPr userDrawn="1"/>
            </p:nvSpPr>
            <p:spPr bwMode="auto">
              <a:xfrm>
                <a:off x="1781" y="1422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3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30" y="1"/>
                      <a:pt x="33" y="4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10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7" name="Freeform 165"/>
              <p:cNvSpPr>
                <a:spLocks noEditPoints="1"/>
              </p:cNvSpPr>
              <p:nvPr userDrawn="1"/>
            </p:nvSpPr>
            <p:spPr bwMode="auto">
              <a:xfrm>
                <a:off x="2768" y="775"/>
                <a:ext cx="55" cy="82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5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1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8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1" y="4"/>
                    </a:cubicBezTo>
                    <a:cubicBezTo>
                      <a:pt x="14" y="2"/>
                      <a:pt x="18" y="0"/>
                      <a:pt x="22" y="0"/>
                    </a:cubicBezTo>
                    <a:cubicBezTo>
                      <a:pt x="26" y="0"/>
                      <a:pt x="29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30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10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8" name="Freeform 166"/>
              <p:cNvSpPr>
                <a:spLocks/>
              </p:cNvSpPr>
              <p:nvPr userDrawn="1"/>
            </p:nvSpPr>
            <p:spPr bwMode="auto">
              <a:xfrm>
                <a:off x="1793" y="1533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3 w 20"/>
                  <a:gd name="T7" fmla="*/ 79 h 79"/>
                  <a:gd name="T8" fmla="*/ 13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29" name="Freeform 167"/>
              <p:cNvSpPr>
                <a:spLocks noEditPoints="1"/>
              </p:cNvSpPr>
              <p:nvPr userDrawn="1"/>
            </p:nvSpPr>
            <p:spPr bwMode="auto">
              <a:xfrm>
                <a:off x="2858" y="2254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5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0" name="Freeform 168"/>
              <p:cNvSpPr>
                <a:spLocks/>
              </p:cNvSpPr>
              <p:nvPr userDrawn="1"/>
            </p:nvSpPr>
            <p:spPr bwMode="auto">
              <a:xfrm>
                <a:off x="2870" y="2365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1" name="Freeform 169"/>
              <p:cNvSpPr>
                <a:spLocks noEditPoints="1"/>
              </p:cNvSpPr>
              <p:nvPr userDrawn="1"/>
            </p:nvSpPr>
            <p:spPr bwMode="auto">
              <a:xfrm>
                <a:off x="2858" y="2473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1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1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1" y="4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8" y="67"/>
                      <a:pt x="14" y="66"/>
                      <a:pt x="11" y="63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2" name="Freeform 170"/>
              <p:cNvSpPr>
                <a:spLocks noEditPoints="1"/>
              </p:cNvSpPr>
              <p:nvPr userDrawn="1"/>
            </p:nvSpPr>
            <p:spPr bwMode="auto">
              <a:xfrm>
                <a:off x="2858" y="2583"/>
                <a:ext cx="54" cy="82"/>
              </a:xfrm>
              <a:custGeom>
                <a:avLst/>
                <a:gdLst>
                  <a:gd name="T0" fmla="*/ 0 w 44"/>
                  <a:gd name="T1" fmla="*/ 33 h 66"/>
                  <a:gd name="T2" fmla="*/ 3 w 44"/>
                  <a:gd name="T3" fmla="*/ 14 h 66"/>
                  <a:gd name="T4" fmla="*/ 11 w 44"/>
                  <a:gd name="T5" fmla="*/ 3 h 66"/>
                  <a:gd name="T6" fmla="*/ 22 w 44"/>
                  <a:gd name="T7" fmla="*/ 0 h 66"/>
                  <a:gd name="T8" fmla="*/ 33 w 44"/>
                  <a:gd name="T9" fmla="*/ 3 h 66"/>
                  <a:gd name="T10" fmla="*/ 41 w 44"/>
                  <a:gd name="T11" fmla="*/ 14 h 66"/>
                  <a:gd name="T12" fmla="*/ 44 w 44"/>
                  <a:gd name="T13" fmla="*/ 33 h 66"/>
                  <a:gd name="T14" fmla="*/ 41 w 44"/>
                  <a:gd name="T15" fmla="*/ 52 h 66"/>
                  <a:gd name="T16" fmla="*/ 33 w 44"/>
                  <a:gd name="T17" fmla="*/ 63 h 66"/>
                  <a:gd name="T18" fmla="*/ 22 w 44"/>
                  <a:gd name="T19" fmla="*/ 66 h 66"/>
                  <a:gd name="T20" fmla="*/ 11 w 44"/>
                  <a:gd name="T21" fmla="*/ 63 h 66"/>
                  <a:gd name="T22" fmla="*/ 3 w 44"/>
                  <a:gd name="T23" fmla="*/ 53 h 66"/>
                  <a:gd name="T24" fmla="*/ 0 w 44"/>
                  <a:gd name="T25" fmla="*/ 33 h 66"/>
                  <a:gd name="T26" fmla="*/ 6 w 44"/>
                  <a:gd name="T27" fmla="*/ 33 h 66"/>
                  <a:gd name="T28" fmla="*/ 8 w 44"/>
                  <a:gd name="T29" fmla="*/ 50 h 66"/>
                  <a:gd name="T30" fmla="*/ 14 w 44"/>
                  <a:gd name="T31" fmla="*/ 58 h 66"/>
                  <a:gd name="T32" fmla="*/ 22 w 44"/>
                  <a:gd name="T33" fmla="*/ 61 h 66"/>
                  <a:gd name="T34" fmla="*/ 30 w 44"/>
                  <a:gd name="T35" fmla="*/ 58 h 66"/>
                  <a:gd name="T36" fmla="*/ 35 w 44"/>
                  <a:gd name="T37" fmla="*/ 50 h 66"/>
                  <a:gd name="T38" fmla="*/ 38 w 44"/>
                  <a:gd name="T39" fmla="*/ 33 h 66"/>
                  <a:gd name="T40" fmla="*/ 36 w 44"/>
                  <a:gd name="T41" fmla="*/ 17 h 66"/>
                  <a:gd name="T42" fmla="*/ 30 w 44"/>
                  <a:gd name="T43" fmla="*/ 9 h 66"/>
                  <a:gd name="T44" fmla="*/ 22 w 44"/>
                  <a:gd name="T45" fmla="*/ 6 h 66"/>
                  <a:gd name="T46" fmla="*/ 14 w 44"/>
                  <a:gd name="T47" fmla="*/ 9 h 66"/>
                  <a:gd name="T48" fmla="*/ 8 w 44"/>
                  <a:gd name="T49" fmla="*/ 17 h 66"/>
                  <a:gd name="T50" fmla="*/ 6 w 44"/>
                  <a:gd name="T51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6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1" y="3"/>
                    </a:cubicBezTo>
                    <a:cubicBezTo>
                      <a:pt x="14" y="1"/>
                      <a:pt x="18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7"/>
                      <a:pt x="41" y="52"/>
                    </a:cubicBezTo>
                    <a:cubicBezTo>
                      <a:pt x="39" y="57"/>
                      <a:pt x="36" y="60"/>
                      <a:pt x="33" y="63"/>
                    </a:cubicBezTo>
                    <a:cubicBezTo>
                      <a:pt x="29" y="65"/>
                      <a:pt x="26" y="66"/>
                      <a:pt x="22" y="66"/>
                    </a:cubicBezTo>
                    <a:cubicBezTo>
                      <a:pt x="18" y="66"/>
                      <a:pt x="14" y="65"/>
                      <a:pt x="11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1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0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3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7"/>
                    </a:cubicBezTo>
                    <a:cubicBezTo>
                      <a:pt x="34" y="13"/>
                      <a:pt x="32" y="10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3" name="Freeform 171"/>
              <p:cNvSpPr>
                <a:spLocks/>
              </p:cNvSpPr>
              <p:nvPr userDrawn="1"/>
            </p:nvSpPr>
            <p:spPr bwMode="auto">
              <a:xfrm>
                <a:off x="2870" y="2694"/>
                <a:ext cx="20" cy="80"/>
              </a:xfrm>
              <a:custGeom>
                <a:avLst/>
                <a:gdLst>
                  <a:gd name="T0" fmla="*/ 5 w 20"/>
                  <a:gd name="T1" fmla="*/ 0 h 80"/>
                  <a:gd name="T2" fmla="*/ 20 w 20"/>
                  <a:gd name="T3" fmla="*/ 0 h 80"/>
                  <a:gd name="T4" fmla="*/ 20 w 20"/>
                  <a:gd name="T5" fmla="*/ 80 h 80"/>
                  <a:gd name="T6" fmla="*/ 12 w 20"/>
                  <a:gd name="T7" fmla="*/ 80 h 80"/>
                  <a:gd name="T8" fmla="*/ 12 w 20"/>
                  <a:gd name="T9" fmla="*/ 8 h 80"/>
                  <a:gd name="T10" fmla="*/ 0 w 20"/>
                  <a:gd name="T11" fmla="*/ 8 h 80"/>
                  <a:gd name="T12" fmla="*/ 5 w 20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80">
                    <a:moveTo>
                      <a:pt x="5" y="0"/>
                    </a:moveTo>
                    <a:lnTo>
                      <a:pt x="20" y="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4" name="Freeform 172"/>
              <p:cNvSpPr>
                <a:spLocks/>
              </p:cNvSpPr>
              <p:nvPr userDrawn="1"/>
            </p:nvSpPr>
            <p:spPr bwMode="auto">
              <a:xfrm>
                <a:off x="2870" y="2803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9 h 79"/>
                  <a:gd name="T10" fmla="*/ 0 w 20"/>
                  <a:gd name="T11" fmla="*/ 9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9"/>
                    </a:lnTo>
                    <a:lnTo>
                      <a:pt x="0" y="9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5" name="Freeform 173"/>
              <p:cNvSpPr>
                <a:spLocks/>
              </p:cNvSpPr>
              <p:nvPr userDrawn="1"/>
            </p:nvSpPr>
            <p:spPr bwMode="auto">
              <a:xfrm>
                <a:off x="3134" y="2599"/>
                <a:ext cx="19" cy="79"/>
              </a:xfrm>
              <a:custGeom>
                <a:avLst/>
                <a:gdLst>
                  <a:gd name="T0" fmla="*/ 3 w 19"/>
                  <a:gd name="T1" fmla="*/ 0 h 79"/>
                  <a:gd name="T2" fmla="*/ 19 w 19"/>
                  <a:gd name="T3" fmla="*/ 0 h 79"/>
                  <a:gd name="T4" fmla="*/ 19 w 19"/>
                  <a:gd name="T5" fmla="*/ 79 h 79"/>
                  <a:gd name="T6" fmla="*/ 12 w 19"/>
                  <a:gd name="T7" fmla="*/ 79 h 79"/>
                  <a:gd name="T8" fmla="*/ 12 w 19"/>
                  <a:gd name="T9" fmla="*/ 7 h 79"/>
                  <a:gd name="T10" fmla="*/ 0 w 19"/>
                  <a:gd name="T11" fmla="*/ 7 h 79"/>
                  <a:gd name="T12" fmla="*/ 3 w 19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79">
                    <a:moveTo>
                      <a:pt x="3" y="0"/>
                    </a:moveTo>
                    <a:lnTo>
                      <a:pt x="19" y="0"/>
                    </a:lnTo>
                    <a:lnTo>
                      <a:pt x="19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6" name="Freeform 174"/>
              <p:cNvSpPr>
                <a:spLocks/>
              </p:cNvSpPr>
              <p:nvPr userDrawn="1"/>
            </p:nvSpPr>
            <p:spPr bwMode="auto">
              <a:xfrm>
                <a:off x="3134" y="2709"/>
                <a:ext cx="19" cy="78"/>
              </a:xfrm>
              <a:custGeom>
                <a:avLst/>
                <a:gdLst>
                  <a:gd name="T0" fmla="*/ 3 w 19"/>
                  <a:gd name="T1" fmla="*/ 0 h 78"/>
                  <a:gd name="T2" fmla="*/ 19 w 19"/>
                  <a:gd name="T3" fmla="*/ 0 h 78"/>
                  <a:gd name="T4" fmla="*/ 19 w 19"/>
                  <a:gd name="T5" fmla="*/ 78 h 78"/>
                  <a:gd name="T6" fmla="*/ 12 w 19"/>
                  <a:gd name="T7" fmla="*/ 78 h 78"/>
                  <a:gd name="T8" fmla="*/ 12 w 19"/>
                  <a:gd name="T9" fmla="*/ 8 h 78"/>
                  <a:gd name="T10" fmla="*/ 0 w 19"/>
                  <a:gd name="T11" fmla="*/ 8 h 78"/>
                  <a:gd name="T12" fmla="*/ 3 w 19"/>
                  <a:gd name="T13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78">
                    <a:moveTo>
                      <a:pt x="3" y="0"/>
                    </a:moveTo>
                    <a:lnTo>
                      <a:pt x="19" y="0"/>
                    </a:lnTo>
                    <a:lnTo>
                      <a:pt x="19" y="78"/>
                    </a:lnTo>
                    <a:lnTo>
                      <a:pt x="12" y="78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7" name="Freeform 175"/>
              <p:cNvSpPr>
                <a:spLocks noEditPoints="1"/>
              </p:cNvSpPr>
              <p:nvPr userDrawn="1"/>
            </p:nvSpPr>
            <p:spPr bwMode="auto">
              <a:xfrm>
                <a:off x="3121" y="2817"/>
                <a:ext cx="53" cy="80"/>
              </a:xfrm>
              <a:custGeom>
                <a:avLst/>
                <a:gdLst>
                  <a:gd name="T0" fmla="*/ 10 w 43"/>
                  <a:gd name="T1" fmla="*/ 63 h 65"/>
                  <a:gd name="T2" fmla="*/ 14 w 43"/>
                  <a:gd name="T3" fmla="*/ 65 h 65"/>
                  <a:gd name="T4" fmla="*/ 29 w 43"/>
                  <a:gd name="T5" fmla="*/ 65 h 65"/>
                  <a:gd name="T6" fmla="*/ 32 w 43"/>
                  <a:gd name="T7" fmla="*/ 63 h 65"/>
                  <a:gd name="T8" fmla="*/ 40 w 43"/>
                  <a:gd name="T9" fmla="*/ 52 h 65"/>
                  <a:gd name="T10" fmla="*/ 43 w 43"/>
                  <a:gd name="T11" fmla="*/ 33 h 65"/>
                  <a:gd name="T12" fmla="*/ 40 w 43"/>
                  <a:gd name="T13" fmla="*/ 14 h 65"/>
                  <a:gd name="T14" fmla="*/ 32 w 43"/>
                  <a:gd name="T15" fmla="*/ 3 h 65"/>
                  <a:gd name="T16" fmla="*/ 21 w 43"/>
                  <a:gd name="T17" fmla="*/ 0 h 65"/>
                  <a:gd name="T18" fmla="*/ 10 w 43"/>
                  <a:gd name="T19" fmla="*/ 3 h 65"/>
                  <a:gd name="T20" fmla="*/ 2 w 43"/>
                  <a:gd name="T21" fmla="*/ 14 h 65"/>
                  <a:gd name="T22" fmla="*/ 0 w 43"/>
                  <a:gd name="T23" fmla="*/ 33 h 65"/>
                  <a:gd name="T24" fmla="*/ 3 w 43"/>
                  <a:gd name="T25" fmla="*/ 53 h 65"/>
                  <a:gd name="T26" fmla="*/ 10 w 43"/>
                  <a:gd name="T27" fmla="*/ 63 h 65"/>
                  <a:gd name="T28" fmla="*/ 8 w 43"/>
                  <a:gd name="T29" fmla="*/ 17 h 65"/>
                  <a:gd name="T30" fmla="*/ 13 w 43"/>
                  <a:gd name="T31" fmla="*/ 9 h 65"/>
                  <a:gd name="T32" fmla="*/ 21 w 43"/>
                  <a:gd name="T33" fmla="*/ 6 h 65"/>
                  <a:gd name="T34" fmla="*/ 29 w 43"/>
                  <a:gd name="T35" fmla="*/ 9 h 65"/>
                  <a:gd name="T36" fmla="*/ 35 w 43"/>
                  <a:gd name="T37" fmla="*/ 18 h 65"/>
                  <a:gd name="T38" fmla="*/ 37 w 43"/>
                  <a:gd name="T39" fmla="*/ 33 h 65"/>
                  <a:gd name="T40" fmla="*/ 35 w 43"/>
                  <a:gd name="T41" fmla="*/ 50 h 65"/>
                  <a:gd name="T42" fmla="*/ 29 w 43"/>
                  <a:gd name="T43" fmla="*/ 58 h 65"/>
                  <a:gd name="T44" fmla="*/ 21 w 43"/>
                  <a:gd name="T45" fmla="*/ 61 h 65"/>
                  <a:gd name="T46" fmla="*/ 13 w 43"/>
                  <a:gd name="T47" fmla="*/ 58 h 65"/>
                  <a:gd name="T48" fmla="*/ 8 w 43"/>
                  <a:gd name="T49" fmla="*/ 50 h 65"/>
                  <a:gd name="T50" fmla="*/ 6 w 43"/>
                  <a:gd name="T51" fmla="*/ 33 h 65"/>
                  <a:gd name="T52" fmla="*/ 8 w 43"/>
                  <a:gd name="T53" fmla="*/ 17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3" h="65">
                    <a:moveTo>
                      <a:pt x="10" y="63"/>
                    </a:moveTo>
                    <a:cubicBezTo>
                      <a:pt x="11" y="64"/>
                      <a:pt x="12" y="64"/>
                      <a:pt x="14" y="65"/>
                    </a:cubicBezTo>
                    <a:cubicBezTo>
                      <a:pt x="29" y="65"/>
                      <a:pt x="29" y="65"/>
                      <a:pt x="29" y="65"/>
                    </a:cubicBezTo>
                    <a:cubicBezTo>
                      <a:pt x="30" y="64"/>
                      <a:pt x="31" y="64"/>
                      <a:pt x="32" y="63"/>
                    </a:cubicBezTo>
                    <a:cubicBezTo>
                      <a:pt x="36" y="61"/>
                      <a:pt x="38" y="57"/>
                      <a:pt x="40" y="52"/>
                    </a:cubicBezTo>
                    <a:cubicBezTo>
                      <a:pt x="42" y="48"/>
                      <a:pt x="43" y="41"/>
                      <a:pt x="43" y="33"/>
                    </a:cubicBezTo>
                    <a:cubicBezTo>
                      <a:pt x="43" y="25"/>
                      <a:pt x="42" y="19"/>
                      <a:pt x="40" y="14"/>
                    </a:cubicBezTo>
                    <a:cubicBezTo>
                      <a:pt x="38" y="9"/>
                      <a:pt x="36" y="6"/>
                      <a:pt x="32" y="3"/>
                    </a:cubicBezTo>
                    <a:cubicBezTo>
                      <a:pt x="29" y="1"/>
                      <a:pt x="25" y="0"/>
                      <a:pt x="21" y="0"/>
                    </a:cubicBezTo>
                    <a:cubicBezTo>
                      <a:pt x="17" y="0"/>
                      <a:pt x="13" y="1"/>
                      <a:pt x="10" y="3"/>
                    </a:cubicBezTo>
                    <a:cubicBezTo>
                      <a:pt x="7" y="6"/>
                      <a:pt x="4" y="9"/>
                      <a:pt x="2" y="14"/>
                    </a:cubicBezTo>
                    <a:cubicBezTo>
                      <a:pt x="1" y="18"/>
                      <a:pt x="0" y="25"/>
                      <a:pt x="0" y="33"/>
                    </a:cubicBezTo>
                    <a:cubicBezTo>
                      <a:pt x="0" y="42"/>
                      <a:pt x="1" y="48"/>
                      <a:pt x="3" y="53"/>
                    </a:cubicBezTo>
                    <a:cubicBezTo>
                      <a:pt x="4" y="57"/>
                      <a:pt x="7" y="61"/>
                      <a:pt x="10" y="63"/>
                    </a:cubicBezTo>
                    <a:close/>
                    <a:moveTo>
                      <a:pt x="8" y="17"/>
                    </a:moveTo>
                    <a:cubicBezTo>
                      <a:pt x="9" y="13"/>
                      <a:pt x="11" y="10"/>
                      <a:pt x="13" y="9"/>
                    </a:cubicBezTo>
                    <a:cubicBezTo>
                      <a:pt x="16" y="7"/>
                      <a:pt x="19" y="6"/>
                      <a:pt x="21" y="6"/>
                    </a:cubicBezTo>
                    <a:cubicBezTo>
                      <a:pt x="24" y="6"/>
                      <a:pt x="27" y="7"/>
                      <a:pt x="29" y="9"/>
                    </a:cubicBezTo>
                    <a:cubicBezTo>
                      <a:pt x="32" y="10"/>
                      <a:pt x="34" y="13"/>
                      <a:pt x="35" y="18"/>
                    </a:cubicBezTo>
                    <a:cubicBezTo>
                      <a:pt x="37" y="22"/>
                      <a:pt x="37" y="27"/>
                      <a:pt x="37" y="33"/>
                    </a:cubicBezTo>
                    <a:cubicBezTo>
                      <a:pt x="37" y="40"/>
                      <a:pt x="36" y="45"/>
                      <a:pt x="35" y="50"/>
                    </a:cubicBezTo>
                    <a:cubicBezTo>
                      <a:pt x="34" y="53"/>
                      <a:pt x="32" y="56"/>
                      <a:pt x="29" y="58"/>
                    </a:cubicBezTo>
                    <a:cubicBezTo>
                      <a:pt x="27" y="60"/>
                      <a:pt x="24" y="61"/>
                      <a:pt x="21" y="61"/>
                    </a:cubicBezTo>
                    <a:cubicBezTo>
                      <a:pt x="19" y="61"/>
                      <a:pt x="16" y="60"/>
                      <a:pt x="13" y="58"/>
                    </a:cubicBezTo>
                    <a:cubicBezTo>
                      <a:pt x="11" y="56"/>
                      <a:pt x="9" y="53"/>
                      <a:pt x="8" y="50"/>
                    </a:cubicBezTo>
                    <a:cubicBezTo>
                      <a:pt x="6" y="46"/>
                      <a:pt x="6" y="40"/>
                      <a:pt x="6" y="33"/>
                    </a:cubicBezTo>
                    <a:cubicBezTo>
                      <a:pt x="6" y="26"/>
                      <a:pt x="6" y="21"/>
                      <a:pt x="8" y="17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8" name="Freeform 176"/>
              <p:cNvSpPr>
                <a:spLocks/>
              </p:cNvSpPr>
              <p:nvPr userDrawn="1"/>
            </p:nvSpPr>
            <p:spPr bwMode="auto">
              <a:xfrm>
                <a:off x="954" y="1038"/>
                <a:ext cx="21" cy="79"/>
              </a:xfrm>
              <a:custGeom>
                <a:avLst/>
                <a:gdLst>
                  <a:gd name="T0" fmla="*/ 5 w 21"/>
                  <a:gd name="T1" fmla="*/ 0 h 79"/>
                  <a:gd name="T2" fmla="*/ 21 w 21"/>
                  <a:gd name="T3" fmla="*/ 0 h 79"/>
                  <a:gd name="T4" fmla="*/ 21 w 21"/>
                  <a:gd name="T5" fmla="*/ 79 h 79"/>
                  <a:gd name="T6" fmla="*/ 13 w 21"/>
                  <a:gd name="T7" fmla="*/ 79 h 79"/>
                  <a:gd name="T8" fmla="*/ 13 w 21"/>
                  <a:gd name="T9" fmla="*/ 8 h 79"/>
                  <a:gd name="T10" fmla="*/ 0 w 21"/>
                  <a:gd name="T11" fmla="*/ 8 h 79"/>
                  <a:gd name="T12" fmla="*/ 5 w 21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9">
                    <a:moveTo>
                      <a:pt x="5" y="0"/>
                    </a:moveTo>
                    <a:lnTo>
                      <a:pt x="21" y="0"/>
                    </a:lnTo>
                    <a:lnTo>
                      <a:pt x="21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39" name="Freeform 177"/>
              <p:cNvSpPr>
                <a:spLocks/>
              </p:cNvSpPr>
              <p:nvPr userDrawn="1"/>
            </p:nvSpPr>
            <p:spPr bwMode="auto">
              <a:xfrm>
                <a:off x="771" y="1484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0" name="Freeform 178"/>
              <p:cNvSpPr>
                <a:spLocks/>
              </p:cNvSpPr>
              <p:nvPr userDrawn="1"/>
            </p:nvSpPr>
            <p:spPr bwMode="auto">
              <a:xfrm>
                <a:off x="771" y="1594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7 h 79"/>
                  <a:gd name="T10" fmla="*/ 0 w 20"/>
                  <a:gd name="T11" fmla="*/ 7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7"/>
                    </a:lnTo>
                    <a:lnTo>
                      <a:pt x="0" y="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1" name="Freeform 179"/>
              <p:cNvSpPr>
                <a:spLocks noEditPoints="1"/>
              </p:cNvSpPr>
              <p:nvPr userDrawn="1"/>
            </p:nvSpPr>
            <p:spPr bwMode="auto">
              <a:xfrm>
                <a:off x="759" y="1702"/>
                <a:ext cx="54" cy="84"/>
              </a:xfrm>
              <a:custGeom>
                <a:avLst/>
                <a:gdLst>
                  <a:gd name="T0" fmla="*/ 0 w 44"/>
                  <a:gd name="T1" fmla="*/ 34 h 68"/>
                  <a:gd name="T2" fmla="*/ 3 w 44"/>
                  <a:gd name="T3" fmla="*/ 14 h 68"/>
                  <a:gd name="T4" fmla="*/ 10 w 44"/>
                  <a:gd name="T5" fmla="*/ 4 h 68"/>
                  <a:gd name="T6" fmla="*/ 22 w 44"/>
                  <a:gd name="T7" fmla="*/ 0 h 68"/>
                  <a:gd name="T8" fmla="*/ 33 w 44"/>
                  <a:gd name="T9" fmla="*/ 4 h 68"/>
                  <a:gd name="T10" fmla="*/ 41 w 44"/>
                  <a:gd name="T11" fmla="*/ 15 h 68"/>
                  <a:gd name="T12" fmla="*/ 44 w 44"/>
                  <a:gd name="T13" fmla="*/ 34 h 68"/>
                  <a:gd name="T14" fmla="*/ 41 w 44"/>
                  <a:gd name="T15" fmla="*/ 53 h 68"/>
                  <a:gd name="T16" fmla="*/ 33 w 44"/>
                  <a:gd name="T17" fmla="*/ 64 h 68"/>
                  <a:gd name="T18" fmla="*/ 22 w 44"/>
                  <a:gd name="T19" fmla="*/ 68 h 68"/>
                  <a:gd name="T20" fmla="*/ 10 w 44"/>
                  <a:gd name="T21" fmla="*/ 64 h 68"/>
                  <a:gd name="T22" fmla="*/ 3 w 44"/>
                  <a:gd name="T23" fmla="*/ 54 h 68"/>
                  <a:gd name="T24" fmla="*/ 0 w 44"/>
                  <a:gd name="T25" fmla="*/ 34 h 68"/>
                  <a:gd name="T26" fmla="*/ 6 w 44"/>
                  <a:gd name="T27" fmla="*/ 34 h 68"/>
                  <a:gd name="T28" fmla="*/ 8 w 44"/>
                  <a:gd name="T29" fmla="*/ 50 h 68"/>
                  <a:gd name="T30" fmla="*/ 14 w 44"/>
                  <a:gd name="T31" fmla="*/ 59 h 68"/>
                  <a:gd name="T32" fmla="*/ 22 w 44"/>
                  <a:gd name="T33" fmla="*/ 62 h 68"/>
                  <a:gd name="T34" fmla="*/ 30 w 44"/>
                  <a:gd name="T35" fmla="*/ 59 h 68"/>
                  <a:gd name="T36" fmla="*/ 35 w 44"/>
                  <a:gd name="T37" fmla="*/ 51 h 68"/>
                  <a:gd name="T38" fmla="*/ 38 w 44"/>
                  <a:gd name="T39" fmla="*/ 34 h 68"/>
                  <a:gd name="T40" fmla="*/ 36 w 44"/>
                  <a:gd name="T41" fmla="*/ 18 h 68"/>
                  <a:gd name="T42" fmla="*/ 30 w 44"/>
                  <a:gd name="T43" fmla="*/ 9 h 68"/>
                  <a:gd name="T44" fmla="*/ 22 w 44"/>
                  <a:gd name="T45" fmla="*/ 6 h 68"/>
                  <a:gd name="T46" fmla="*/ 14 w 44"/>
                  <a:gd name="T47" fmla="*/ 9 h 68"/>
                  <a:gd name="T48" fmla="*/ 8 w 44"/>
                  <a:gd name="T49" fmla="*/ 18 h 68"/>
                  <a:gd name="T50" fmla="*/ 6 w 44"/>
                  <a:gd name="T51" fmla="*/ 3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8">
                    <a:moveTo>
                      <a:pt x="0" y="34"/>
                    </a:moveTo>
                    <a:cubicBezTo>
                      <a:pt x="0" y="26"/>
                      <a:pt x="1" y="19"/>
                      <a:pt x="3" y="14"/>
                    </a:cubicBezTo>
                    <a:cubicBezTo>
                      <a:pt x="5" y="10"/>
                      <a:pt x="7" y="6"/>
                      <a:pt x="10" y="4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2"/>
                      <a:pt x="33" y="64"/>
                    </a:cubicBezTo>
                    <a:cubicBezTo>
                      <a:pt x="29" y="66"/>
                      <a:pt x="26" y="68"/>
                      <a:pt x="22" y="68"/>
                    </a:cubicBezTo>
                    <a:cubicBezTo>
                      <a:pt x="17" y="68"/>
                      <a:pt x="14" y="66"/>
                      <a:pt x="10" y="64"/>
                    </a:cubicBezTo>
                    <a:cubicBezTo>
                      <a:pt x="7" y="62"/>
                      <a:pt x="5" y="58"/>
                      <a:pt x="3" y="54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1"/>
                      <a:pt x="19" y="62"/>
                      <a:pt x="22" y="62"/>
                    </a:cubicBezTo>
                    <a:cubicBezTo>
                      <a:pt x="25" y="62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1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8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2" name="Freeform 180"/>
              <p:cNvSpPr>
                <a:spLocks noEditPoints="1"/>
              </p:cNvSpPr>
              <p:nvPr userDrawn="1"/>
            </p:nvSpPr>
            <p:spPr bwMode="auto">
              <a:xfrm>
                <a:off x="759" y="1812"/>
                <a:ext cx="54" cy="84"/>
              </a:xfrm>
              <a:custGeom>
                <a:avLst/>
                <a:gdLst>
                  <a:gd name="T0" fmla="*/ 0 w 44"/>
                  <a:gd name="T1" fmla="*/ 34 h 68"/>
                  <a:gd name="T2" fmla="*/ 3 w 44"/>
                  <a:gd name="T3" fmla="*/ 15 h 68"/>
                  <a:gd name="T4" fmla="*/ 10 w 44"/>
                  <a:gd name="T5" fmla="*/ 4 h 68"/>
                  <a:gd name="T6" fmla="*/ 22 w 44"/>
                  <a:gd name="T7" fmla="*/ 0 h 68"/>
                  <a:gd name="T8" fmla="*/ 33 w 44"/>
                  <a:gd name="T9" fmla="*/ 4 h 68"/>
                  <a:gd name="T10" fmla="*/ 41 w 44"/>
                  <a:gd name="T11" fmla="*/ 15 h 68"/>
                  <a:gd name="T12" fmla="*/ 44 w 44"/>
                  <a:gd name="T13" fmla="*/ 34 h 68"/>
                  <a:gd name="T14" fmla="*/ 41 w 44"/>
                  <a:gd name="T15" fmla="*/ 53 h 68"/>
                  <a:gd name="T16" fmla="*/ 33 w 44"/>
                  <a:gd name="T17" fmla="*/ 64 h 68"/>
                  <a:gd name="T18" fmla="*/ 22 w 44"/>
                  <a:gd name="T19" fmla="*/ 68 h 68"/>
                  <a:gd name="T20" fmla="*/ 10 w 44"/>
                  <a:gd name="T21" fmla="*/ 64 h 68"/>
                  <a:gd name="T22" fmla="*/ 3 w 44"/>
                  <a:gd name="T23" fmla="*/ 54 h 68"/>
                  <a:gd name="T24" fmla="*/ 0 w 44"/>
                  <a:gd name="T25" fmla="*/ 34 h 68"/>
                  <a:gd name="T26" fmla="*/ 6 w 44"/>
                  <a:gd name="T27" fmla="*/ 34 h 68"/>
                  <a:gd name="T28" fmla="*/ 8 w 44"/>
                  <a:gd name="T29" fmla="*/ 51 h 68"/>
                  <a:gd name="T30" fmla="*/ 14 w 44"/>
                  <a:gd name="T31" fmla="*/ 59 h 68"/>
                  <a:gd name="T32" fmla="*/ 22 w 44"/>
                  <a:gd name="T33" fmla="*/ 62 h 68"/>
                  <a:gd name="T34" fmla="*/ 30 w 44"/>
                  <a:gd name="T35" fmla="*/ 59 h 68"/>
                  <a:gd name="T36" fmla="*/ 35 w 44"/>
                  <a:gd name="T37" fmla="*/ 51 h 68"/>
                  <a:gd name="T38" fmla="*/ 38 w 44"/>
                  <a:gd name="T39" fmla="*/ 34 h 68"/>
                  <a:gd name="T40" fmla="*/ 36 w 44"/>
                  <a:gd name="T41" fmla="*/ 18 h 68"/>
                  <a:gd name="T42" fmla="*/ 30 w 44"/>
                  <a:gd name="T43" fmla="*/ 9 h 68"/>
                  <a:gd name="T44" fmla="*/ 22 w 44"/>
                  <a:gd name="T45" fmla="*/ 7 h 68"/>
                  <a:gd name="T46" fmla="*/ 14 w 44"/>
                  <a:gd name="T47" fmla="*/ 9 h 68"/>
                  <a:gd name="T48" fmla="*/ 8 w 44"/>
                  <a:gd name="T49" fmla="*/ 18 h 68"/>
                  <a:gd name="T50" fmla="*/ 6 w 44"/>
                  <a:gd name="T51" fmla="*/ 3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8">
                    <a:moveTo>
                      <a:pt x="0" y="34"/>
                    </a:moveTo>
                    <a:cubicBezTo>
                      <a:pt x="0" y="26"/>
                      <a:pt x="1" y="19"/>
                      <a:pt x="3" y="15"/>
                    </a:cubicBezTo>
                    <a:cubicBezTo>
                      <a:pt x="5" y="10"/>
                      <a:pt x="7" y="6"/>
                      <a:pt x="10" y="4"/>
                    </a:cubicBezTo>
                    <a:cubicBezTo>
                      <a:pt x="14" y="2"/>
                      <a:pt x="17" y="0"/>
                      <a:pt x="22" y="0"/>
                    </a:cubicBezTo>
                    <a:cubicBezTo>
                      <a:pt x="26" y="0"/>
                      <a:pt x="29" y="2"/>
                      <a:pt x="33" y="4"/>
                    </a:cubicBezTo>
                    <a:cubicBezTo>
                      <a:pt x="36" y="6"/>
                      <a:pt x="39" y="10"/>
                      <a:pt x="41" y="15"/>
                    </a:cubicBezTo>
                    <a:cubicBezTo>
                      <a:pt x="43" y="20"/>
                      <a:pt x="44" y="26"/>
                      <a:pt x="44" y="34"/>
                    </a:cubicBezTo>
                    <a:cubicBezTo>
                      <a:pt x="44" y="42"/>
                      <a:pt x="43" y="49"/>
                      <a:pt x="41" y="53"/>
                    </a:cubicBezTo>
                    <a:cubicBezTo>
                      <a:pt x="39" y="58"/>
                      <a:pt x="36" y="62"/>
                      <a:pt x="33" y="64"/>
                    </a:cubicBezTo>
                    <a:cubicBezTo>
                      <a:pt x="29" y="67"/>
                      <a:pt x="26" y="68"/>
                      <a:pt x="22" y="68"/>
                    </a:cubicBezTo>
                    <a:cubicBezTo>
                      <a:pt x="17" y="68"/>
                      <a:pt x="14" y="67"/>
                      <a:pt x="10" y="64"/>
                    </a:cubicBezTo>
                    <a:cubicBezTo>
                      <a:pt x="7" y="62"/>
                      <a:pt x="5" y="58"/>
                      <a:pt x="3" y="54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1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1"/>
                      <a:pt x="19" y="62"/>
                      <a:pt x="22" y="62"/>
                    </a:cubicBezTo>
                    <a:cubicBezTo>
                      <a:pt x="25" y="62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1"/>
                    </a:cubicBezTo>
                    <a:cubicBezTo>
                      <a:pt x="37" y="46"/>
                      <a:pt x="38" y="41"/>
                      <a:pt x="38" y="34"/>
                    </a:cubicBezTo>
                    <a:cubicBezTo>
                      <a:pt x="38" y="28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7"/>
                      <a:pt x="22" y="7"/>
                    </a:cubicBezTo>
                    <a:cubicBezTo>
                      <a:pt x="19" y="7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8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3" name="Freeform 181"/>
              <p:cNvSpPr>
                <a:spLocks noEditPoints="1"/>
              </p:cNvSpPr>
              <p:nvPr userDrawn="1"/>
            </p:nvSpPr>
            <p:spPr bwMode="auto">
              <a:xfrm>
                <a:off x="759" y="1923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0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3"/>
                      <a:pt x="32" y="10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4" name="Freeform 182"/>
              <p:cNvSpPr>
                <a:spLocks/>
              </p:cNvSpPr>
              <p:nvPr userDrawn="1"/>
            </p:nvSpPr>
            <p:spPr bwMode="auto">
              <a:xfrm>
                <a:off x="771" y="2035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5" name="Freeform 183"/>
              <p:cNvSpPr>
                <a:spLocks noEditPoints="1"/>
              </p:cNvSpPr>
              <p:nvPr userDrawn="1"/>
            </p:nvSpPr>
            <p:spPr bwMode="auto">
              <a:xfrm>
                <a:off x="759" y="2143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0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6" name="Freeform 184"/>
              <p:cNvSpPr>
                <a:spLocks noEditPoints="1"/>
              </p:cNvSpPr>
              <p:nvPr userDrawn="1"/>
            </p:nvSpPr>
            <p:spPr bwMode="auto">
              <a:xfrm>
                <a:off x="759" y="2254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0 w 44"/>
                  <a:gd name="T5" fmla="*/ 4 h 67"/>
                  <a:gd name="T6" fmla="*/ 22 w 44"/>
                  <a:gd name="T7" fmla="*/ 0 h 67"/>
                  <a:gd name="T8" fmla="*/ 33 w 44"/>
                  <a:gd name="T9" fmla="*/ 4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4 h 67"/>
                  <a:gd name="T18" fmla="*/ 22 w 44"/>
                  <a:gd name="T19" fmla="*/ 67 h 67"/>
                  <a:gd name="T20" fmla="*/ 10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9 h 67"/>
                  <a:gd name="T32" fmla="*/ 22 w 44"/>
                  <a:gd name="T33" fmla="*/ 62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10"/>
                      <a:pt x="7" y="6"/>
                      <a:pt x="10" y="4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4"/>
                    </a:cubicBezTo>
                    <a:cubicBezTo>
                      <a:pt x="36" y="6"/>
                      <a:pt x="39" y="10"/>
                      <a:pt x="41" y="14"/>
                    </a:cubicBezTo>
                    <a:cubicBezTo>
                      <a:pt x="43" y="19"/>
                      <a:pt x="44" y="26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8"/>
                      <a:pt x="36" y="61"/>
                      <a:pt x="33" y="64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9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7"/>
                      <a:pt x="8" y="50"/>
                    </a:cubicBezTo>
                    <a:cubicBezTo>
                      <a:pt x="9" y="54"/>
                      <a:pt x="11" y="57"/>
                      <a:pt x="14" y="59"/>
                    </a:cubicBezTo>
                    <a:cubicBezTo>
                      <a:pt x="16" y="61"/>
                      <a:pt x="19" y="62"/>
                      <a:pt x="22" y="62"/>
                    </a:cubicBezTo>
                    <a:cubicBezTo>
                      <a:pt x="25" y="62"/>
                      <a:pt x="27" y="61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4"/>
                      <a:pt x="8" y="17"/>
                    </a:cubicBezTo>
                    <a:cubicBezTo>
                      <a:pt x="7" y="21"/>
                      <a:pt x="6" y="27"/>
                      <a:pt x="6" y="34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7" name="Freeform 185"/>
              <p:cNvSpPr>
                <a:spLocks/>
              </p:cNvSpPr>
              <p:nvPr userDrawn="1"/>
            </p:nvSpPr>
            <p:spPr bwMode="auto">
              <a:xfrm>
                <a:off x="771" y="2366"/>
                <a:ext cx="20" cy="80"/>
              </a:xfrm>
              <a:custGeom>
                <a:avLst/>
                <a:gdLst>
                  <a:gd name="T0" fmla="*/ 5 w 20"/>
                  <a:gd name="T1" fmla="*/ 0 h 80"/>
                  <a:gd name="T2" fmla="*/ 20 w 20"/>
                  <a:gd name="T3" fmla="*/ 0 h 80"/>
                  <a:gd name="T4" fmla="*/ 20 w 20"/>
                  <a:gd name="T5" fmla="*/ 80 h 80"/>
                  <a:gd name="T6" fmla="*/ 12 w 20"/>
                  <a:gd name="T7" fmla="*/ 80 h 80"/>
                  <a:gd name="T8" fmla="*/ 12 w 20"/>
                  <a:gd name="T9" fmla="*/ 8 h 80"/>
                  <a:gd name="T10" fmla="*/ 0 w 20"/>
                  <a:gd name="T11" fmla="*/ 8 h 80"/>
                  <a:gd name="T12" fmla="*/ 5 w 20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80">
                    <a:moveTo>
                      <a:pt x="5" y="0"/>
                    </a:moveTo>
                    <a:lnTo>
                      <a:pt x="20" y="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8" name="Freeform 186"/>
              <p:cNvSpPr>
                <a:spLocks/>
              </p:cNvSpPr>
              <p:nvPr userDrawn="1"/>
            </p:nvSpPr>
            <p:spPr bwMode="auto">
              <a:xfrm>
                <a:off x="771" y="2476"/>
                <a:ext cx="20" cy="80"/>
              </a:xfrm>
              <a:custGeom>
                <a:avLst/>
                <a:gdLst>
                  <a:gd name="T0" fmla="*/ 5 w 20"/>
                  <a:gd name="T1" fmla="*/ 0 h 80"/>
                  <a:gd name="T2" fmla="*/ 20 w 20"/>
                  <a:gd name="T3" fmla="*/ 0 h 80"/>
                  <a:gd name="T4" fmla="*/ 20 w 20"/>
                  <a:gd name="T5" fmla="*/ 80 h 80"/>
                  <a:gd name="T6" fmla="*/ 12 w 20"/>
                  <a:gd name="T7" fmla="*/ 80 h 80"/>
                  <a:gd name="T8" fmla="*/ 12 w 20"/>
                  <a:gd name="T9" fmla="*/ 8 h 80"/>
                  <a:gd name="T10" fmla="*/ 0 w 20"/>
                  <a:gd name="T11" fmla="*/ 8 h 80"/>
                  <a:gd name="T12" fmla="*/ 5 w 20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80">
                    <a:moveTo>
                      <a:pt x="5" y="0"/>
                    </a:moveTo>
                    <a:lnTo>
                      <a:pt x="20" y="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49" name="Freeform 187"/>
              <p:cNvSpPr>
                <a:spLocks noEditPoints="1"/>
              </p:cNvSpPr>
              <p:nvPr userDrawn="1"/>
            </p:nvSpPr>
            <p:spPr bwMode="auto">
              <a:xfrm>
                <a:off x="759" y="2585"/>
                <a:ext cx="54" cy="83"/>
              </a:xfrm>
              <a:custGeom>
                <a:avLst/>
                <a:gdLst>
                  <a:gd name="T0" fmla="*/ 0 w 44"/>
                  <a:gd name="T1" fmla="*/ 33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3 h 67"/>
                  <a:gd name="T14" fmla="*/ 41 w 44"/>
                  <a:gd name="T15" fmla="*/ 52 h 67"/>
                  <a:gd name="T16" fmla="*/ 33 w 44"/>
                  <a:gd name="T17" fmla="*/ 63 h 67"/>
                  <a:gd name="T18" fmla="*/ 22 w 44"/>
                  <a:gd name="T19" fmla="*/ 67 h 67"/>
                  <a:gd name="T20" fmla="*/ 10 w 44"/>
                  <a:gd name="T21" fmla="*/ 63 h 67"/>
                  <a:gd name="T22" fmla="*/ 3 w 44"/>
                  <a:gd name="T23" fmla="*/ 53 h 67"/>
                  <a:gd name="T24" fmla="*/ 0 w 44"/>
                  <a:gd name="T25" fmla="*/ 33 h 67"/>
                  <a:gd name="T26" fmla="*/ 6 w 44"/>
                  <a:gd name="T27" fmla="*/ 33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8 h 67"/>
                  <a:gd name="T36" fmla="*/ 35 w 44"/>
                  <a:gd name="T37" fmla="*/ 50 h 67"/>
                  <a:gd name="T38" fmla="*/ 38 w 44"/>
                  <a:gd name="T39" fmla="*/ 33 h 67"/>
                  <a:gd name="T40" fmla="*/ 36 w 44"/>
                  <a:gd name="T41" fmla="*/ 17 h 67"/>
                  <a:gd name="T42" fmla="*/ 30 w 44"/>
                  <a:gd name="T43" fmla="*/ 8 h 67"/>
                  <a:gd name="T44" fmla="*/ 22 w 44"/>
                  <a:gd name="T45" fmla="*/ 6 h 67"/>
                  <a:gd name="T46" fmla="*/ 14 w 44"/>
                  <a:gd name="T47" fmla="*/ 8 h 67"/>
                  <a:gd name="T48" fmla="*/ 8 w 44"/>
                  <a:gd name="T49" fmla="*/ 17 h 67"/>
                  <a:gd name="T50" fmla="*/ 6 w 44"/>
                  <a:gd name="T51" fmla="*/ 3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3"/>
                    </a:moveTo>
                    <a:cubicBezTo>
                      <a:pt x="0" y="25"/>
                      <a:pt x="1" y="18"/>
                      <a:pt x="3" y="14"/>
                    </a:cubicBezTo>
                    <a:cubicBezTo>
                      <a:pt x="5" y="9"/>
                      <a:pt x="7" y="5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3"/>
                    </a:cubicBezTo>
                    <a:cubicBezTo>
                      <a:pt x="44" y="41"/>
                      <a:pt x="43" y="48"/>
                      <a:pt x="41" y="52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3"/>
                    </a:cubicBezTo>
                    <a:cubicBezTo>
                      <a:pt x="7" y="61"/>
                      <a:pt x="5" y="57"/>
                      <a:pt x="3" y="53"/>
                    </a:cubicBezTo>
                    <a:cubicBezTo>
                      <a:pt x="1" y="48"/>
                      <a:pt x="0" y="42"/>
                      <a:pt x="0" y="33"/>
                    </a:cubicBezTo>
                    <a:close/>
                    <a:moveTo>
                      <a:pt x="6" y="33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3"/>
                      <a:pt x="11" y="56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8"/>
                    </a:cubicBezTo>
                    <a:cubicBezTo>
                      <a:pt x="32" y="56"/>
                      <a:pt x="34" y="54"/>
                      <a:pt x="35" y="50"/>
                    </a:cubicBezTo>
                    <a:cubicBezTo>
                      <a:pt x="37" y="45"/>
                      <a:pt x="38" y="40"/>
                      <a:pt x="38" y="33"/>
                    </a:cubicBezTo>
                    <a:cubicBezTo>
                      <a:pt x="38" y="27"/>
                      <a:pt x="37" y="22"/>
                      <a:pt x="36" y="17"/>
                    </a:cubicBezTo>
                    <a:cubicBezTo>
                      <a:pt x="34" y="13"/>
                      <a:pt x="32" y="10"/>
                      <a:pt x="30" y="8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8"/>
                    </a:cubicBezTo>
                    <a:cubicBezTo>
                      <a:pt x="11" y="10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3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0" name="Freeform 188"/>
              <p:cNvSpPr>
                <a:spLocks/>
              </p:cNvSpPr>
              <p:nvPr userDrawn="1"/>
            </p:nvSpPr>
            <p:spPr bwMode="auto">
              <a:xfrm>
                <a:off x="771" y="2697"/>
                <a:ext cx="20" cy="79"/>
              </a:xfrm>
              <a:custGeom>
                <a:avLst/>
                <a:gdLst>
                  <a:gd name="T0" fmla="*/ 5 w 20"/>
                  <a:gd name="T1" fmla="*/ 0 h 79"/>
                  <a:gd name="T2" fmla="*/ 20 w 20"/>
                  <a:gd name="T3" fmla="*/ 0 h 79"/>
                  <a:gd name="T4" fmla="*/ 20 w 20"/>
                  <a:gd name="T5" fmla="*/ 79 h 79"/>
                  <a:gd name="T6" fmla="*/ 12 w 20"/>
                  <a:gd name="T7" fmla="*/ 79 h 79"/>
                  <a:gd name="T8" fmla="*/ 12 w 20"/>
                  <a:gd name="T9" fmla="*/ 8 h 79"/>
                  <a:gd name="T10" fmla="*/ 0 w 20"/>
                  <a:gd name="T11" fmla="*/ 8 h 79"/>
                  <a:gd name="T12" fmla="*/ 5 w 20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79">
                    <a:moveTo>
                      <a:pt x="5" y="0"/>
                    </a:moveTo>
                    <a:lnTo>
                      <a:pt x="20" y="0"/>
                    </a:lnTo>
                    <a:lnTo>
                      <a:pt x="20" y="79"/>
                    </a:lnTo>
                    <a:lnTo>
                      <a:pt x="12" y="79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1" name="Freeform 189"/>
              <p:cNvSpPr>
                <a:spLocks noEditPoints="1"/>
              </p:cNvSpPr>
              <p:nvPr userDrawn="1"/>
            </p:nvSpPr>
            <p:spPr bwMode="auto">
              <a:xfrm>
                <a:off x="759" y="2806"/>
                <a:ext cx="54" cy="83"/>
              </a:xfrm>
              <a:custGeom>
                <a:avLst/>
                <a:gdLst>
                  <a:gd name="T0" fmla="*/ 0 w 44"/>
                  <a:gd name="T1" fmla="*/ 34 h 67"/>
                  <a:gd name="T2" fmla="*/ 3 w 44"/>
                  <a:gd name="T3" fmla="*/ 14 h 67"/>
                  <a:gd name="T4" fmla="*/ 10 w 44"/>
                  <a:gd name="T5" fmla="*/ 3 h 67"/>
                  <a:gd name="T6" fmla="*/ 22 w 44"/>
                  <a:gd name="T7" fmla="*/ 0 h 67"/>
                  <a:gd name="T8" fmla="*/ 33 w 44"/>
                  <a:gd name="T9" fmla="*/ 3 h 67"/>
                  <a:gd name="T10" fmla="*/ 41 w 44"/>
                  <a:gd name="T11" fmla="*/ 14 h 67"/>
                  <a:gd name="T12" fmla="*/ 44 w 44"/>
                  <a:gd name="T13" fmla="*/ 34 h 67"/>
                  <a:gd name="T14" fmla="*/ 41 w 44"/>
                  <a:gd name="T15" fmla="*/ 53 h 67"/>
                  <a:gd name="T16" fmla="*/ 33 w 44"/>
                  <a:gd name="T17" fmla="*/ 63 h 67"/>
                  <a:gd name="T18" fmla="*/ 22 w 44"/>
                  <a:gd name="T19" fmla="*/ 67 h 67"/>
                  <a:gd name="T20" fmla="*/ 10 w 44"/>
                  <a:gd name="T21" fmla="*/ 64 h 67"/>
                  <a:gd name="T22" fmla="*/ 3 w 44"/>
                  <a:gd name="T23" fmla="*/ 53 h 67"/>
                  <a:gd name="T24" fmla="*/ 0 w 44"/>
                  <a:gd name="T25" fmla="*/ 34 h 67"/>
                  <a:gd name="T26" fmla="*/ 6 w 44"/>
                  <a:gd name="T27" fmla="*/ 34 h 67"/>
                  <a:gd name="T28" fmla="*/ 8 w 44"/>
                  <a:gd name="T29" fmla="*/ 50 h 67"/>
                  <a:gd name="T30" fmla="*/ 14 w 44"/>
                  <a:gd name="T31" fmla="*/ 58 h 67"/>
                  <a:gd name="T32" fmla="*/ 22 w 44"/>
                  <a:gd name="T33" fmla="*/ 61 h 67"/>
                  <a:gd name="T34" fmla="*/ 30 w 44"/>
                  <a:gd name="T35" fmla="*/ 59 h 67"/>
                  <a:gd name="T36" fmla="*/ 35 w 44"/>
                  <a:gd name="T37" fmla="*/ 50 h 67"/>
                  <a:gd name="T38" fmla="*/ 38 w 44"/>
                  <a:gd name="T39" fmla="*/ 34 h 67"/>
                  <a:gd name="T40" fmla="*/ 36 w 44"/>
                  <a:gd name="T41" fmla="*/ 18 h 67"/>
                  <a:gd name="T42" fmla="*/ 30 w 44"/>
                  <a:gd name="T43" fmla="*/ 9 h 67"/>
                  <a:gd name="T44" fmla="*/ 22 w 44"/>
                  <a:gd name="T45" fmla="*/ 6 h 67"/>
                  <a:gd name="T46" fmla="*/ 14 w 44"/>
                  <a:gd name="T47" fmla="*/ 9 h 67"/>
                  <a:gd name="T48" fmla="*/ 8 w 44"/>
                  <a:gd name="T49" fmla="*/ 17 h 67"/>
                  <a:gd name="T50" fmla="*/ 6 w 44"/>
                  <a:gd name="T51" fmla="*/ 3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4" h="67">
                    <a:moveTo>
                      <a:pt x="0" y="34"/>
                    </a:moveTo>
                    <a:cubicBezTo>
                      <a:pt x="0" y="25"/>
                      <a:pt x="1" y="19"/>
                      <a:pt x="3" y="14"/>
                    </a:cubicBezTo>
                    <a:cubicBezTo>
                      <a:pt x="5" y="9"/>
                      <a:pt x="7" y="6"/>
                      <a:pt x="10" y="3"/>
                    </a:cubicBezTo>
                    <a:cubicBezTo>
                      <a:pt x="14" y="1"/>
                      <a:pt x="17" y="0"/>
                      <a:pt x="22" y="0"/>
                    </a:cubicBezTo>
                    <a:cubicBezTo>
                      <a:pt x="26" y="0"/>
                      <a:pt x="29" y="1"/>
                      <a:pt x="33" y="3"/>
                    </a:cubicBezTo>
                    <a:cubicBezTo>
                      <a:pt x="36" y="6"/>
                      <a:pt x="39" y="9"/>
                      <a:pt x="41" y="14"/>
                    </a:cubicBezTo>
                    <a:cubicBezTo>
                      <a:pt x="43" y="19"/>
                      <a:pt x="44" y="25"/>
                      <a:pt x="44" y="34"/>
                    </a:cubicBezTo>
                    <a:cubicBezTo>
                      <a:pt x="44" y="42"/>
                      <a:pt x="43" y="48"/>
                      <a:pt x="41" y="53"/>
                    </a:cubicBezTo>
                    <a:cubicBezTo>
                      <a:pt x="39" y="57"/>
                      <a:pt x="36" y="61"/>
                      <a:pt x="33" y="63"/>
                    </a:cubicBezTo>
                    <a:cubicBezTo>
                      <a:pt x="29" y="66"/>
                      <a:pt x="26" y="67"/>
                      <a:pt x="22" y="67"/>
                    </a:cubicBezTo>
                    <a:cubicBezTo>
                      <a:pt x="17" y="67"/>
                      <a:pt x="14" y="66"/>
                      <a:pt x="10" y="64"/>
                    </a:cubicBezTo>
                    <a:cubicBezTo>
                      <a:pt x="7" y="61"/>
                      <a:pt x="5" y="58"/>
                      <a:pt x="3" y="53"/>
                    </a:cubicBezTo>
                    <a:cubicBezTo>
                      <a:pt x="1" y="48"/>
                      <a:pt x="0" y="42"/>
                      <a:pt x="0" y="34"/>
                    </a:cubicBezTo>
                    <a:close/>
                    <a:moveTo>
                      <a:pt x="6" y="34"/>
                    </a:moveTo>
                    <a:cubicBezTo>
                      <a:pt x="6" y="41"/>
                      <a:pt x="7" y="46"/>
                      <a:pt x="8" y="50"/>
                    </a:cubicBezTo>
                    <a:cubicBezTo>
                      <a:pt x="9" y="54"/>
                      <a:pt x="11" y="57"/>
                      <a:pt x="14" y="58"/>
                    </a:cubicBezTo>
                    <a:cubicBezTo>
                      <a:pt x="16" y="60"/>
                      <a:pt x="19" y="61"/>
                      <a:pt x="22" y="61"/>
                    </a:cubicBezTo>
                    <a:cubicBezTo>
                      <a:pt x="25" y="61"/>
                      <a:pt x="27" y="60"/>
                      <a:pt x="30" y="59"/>
                    </a:cubicBezTo>
                    <a:cubicBezTo>
                      <a:pt x="32" y="57"/>
                      <a:pt x="34" y="54"/>
                      <a:pt x="35" y="50"/>
                    </a:cubicBezTo>
                    <a:cubicBezTo>
                      <a:pt x="37" y="46"/>
                      <a:pt x="38" y="40"/>
                      <a:pt x="38" y="34"/>
                    </a:cubicBezTo>
                    <a:cubicBezTo>
                      <a:pt x="38" y="27"/>
                      <a:pt x="37" y="22"/>
                      <a:pt x="36" y="18"/>
                    </a:cubicBezTo>
                    <a:cubicBezTo>
                      <a:pt x="34" y="14"/>
                      <a:pt x="32" y="11"/>
                      <a:pt x="30" y="9"/>
                    </a:cubicBezTo>
                    <a:cubicBezTo>
                      <a:pt x="27" y="7"/>
                      <a:pt x="25" y="6"/>
                      <a:pt x="22" y="6"/>
                    </a:cubicBezTo>
                    <a:cubicBezTo>
                      <a:pt x="19" y="6"/>
                      <a:pt x="16" y="7"/>
                      <a:pt x="14" y="9"/>
                    </a:cubicBezTo>
                    <a:cubicBezTo>
                      <a:pt x="11" y="11"/>
                      <a:pt x="9" y="13"/>
                      <a:pt x="8" y="17"/>
                    </a:cubicBezTo>
                    <a:cubicBezTo>
                      <a:pt x="7" y="21"/>
                      <a:pt x="6" y="26"/>
                      <a:pt x="6" y="34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2" name="Freeform 190"/>
              <p:cNvSpPr>
                <a:spLocks/>
              </p:cNvSpPr>
              <p:nvPr userDrawn="1"/>
            </p:nvSpPr>
            <p:spPr bwMode="auto">
              <a:xfrm>
                <a:off x="3122" y="1626"/>
                <a:ext cx="21" cy="79"/>
              </a:xfrm>
              <a:custGeom>
                <a:avLst/>
                <a:gdLst>
                  <a:gd name="T0" fmla="*/ 5 w 21"/>
                  <a:gd name="T1" fmla="*/ 0 h 79"/>
                  <a:gd name="T2" fmla="*/ 21 w 21"/>
                  <a:gd name="T3" fmla="*/ 0 h 79"/>
                  <a:gd name="T4" fmla="*/ 21 w 21"/>
                  <a:gd name="T5" fmla="*/ 79 h 79"/>
                  <a:gd name="T6" fmla="*/ 13 w 21"/>
                  <a:gd name="T7" fmla="*/ 79 h 79"/>
                  <a:gd name="T8" fmla="*/ 13 w 21"/>
                  <a:gd name="T9" fmla="*/ 8 h 79"/>
                  <a:gd name="T10" fmla="*/ 0 w 21"/>
                  <a:gd name="T11" fmla="*/ 8 h 79"/>
                  <a:gd name="T12" fmla="*/ 5 w 21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9">
                    <a:moveTo>
                      <a:pt x="5" y="0"/>
                    </a:moveTo>
                    <a:lnTo>
                      <a:pt x="21" y="0"/>
                    </a:lnTo>
                    <a:lnTo>
                      <a:pt x="21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3" name="Freeform 191"/>
              <p:cNvSpPr>
                <a:spLocks/>
              </p:cNvSpPr>
              <p:nvPr userDrawn="1"/>
            </p:nvSpPr>
            <p:spPr bwMode="auto">
              <a:xfrm>
                <a:off x="3122" y="1736"/>
                <a:ext cx="21" cy="79"/>
              </a:xfrm>
              <a:custGeom>
                <a:avLst/>
                <a:gdLst>
                  <a:gd name="T0" fmla="*/ 5 w 21"/>
                  <a:gd name="T1" fmla="*/ 0 h 79"/>
                  <a:gd name="T2" fmla="*/ 21 w 21"/>
                  <a:gd name="T3" fmla="*/ 0 h 79"/>
                  <a:gd name="T4" fmla="*/ 21 w 21"/>
                  <a:gd name="T5" fmla="*/ 79 h 79"/>
                  <a:gd name="T6" fmla="*/ 13 w 21"/>
                  <a:gd name="T7" fmla="*/ 79 h 79"/>
                  <a:gd name="T8" fmla="*/ 13 w 21"/>
                  <a:gd name="T9" fmla="*/ 8 h 79"/>
                  <a:gd name="T10" fmla="*/ 0 w 21"/>
                  <a:gd name="T11" fmla="*/ 8 h 79"/>
                  <a:gd name="T12" fmla="*/ 5 w 21"/>
                  <a:gd name="T13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79">
                    <a:moveTo>
                      <a:pt x="5" y="0"/>
                    </a:moveTo>
                    <a:lnTo>
                      <a:pt x="21" y="0"/>
                    </a:lnTo>
                    <a:lnTo>
                      <a:pt x="21" y="79"/>
                    </a:lnTo>
                    <a:lnTo>
                      <a:pt x="13" y="79"/>
                    </a:lnTo>
                    <a:lnTo>
                      <a:pt x="13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4" name="Freeform 192"/>
              <p:cNvSpPr>
                <a:spLocks/>
              </p:cNvSpPr>
              <p:nvPr userDrawn="1"/>
            </p:nvSpPr>
            <p:spPr bwMode="auto">
              <a:xfrm>
                <a:off x="2516" y="903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5" name="Freeform 193"/>
              <p:cNvSpPr>
                <a:spLocks noEditPoints="1"/>
              </p:cNvSpPr>
              <p:nvPr userDrawn="1"/>
            </p:nvSpPr>
            <p:spPr bwMode="auto">
              <a:xfrm>
                <a:off x="2760" y="1489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6" name="Freeform 194"/>
              <p:cNvSpPr>
                <a:spLocks noEditPoints="1"/>
              </p:cNvSpPr>
              <p:nvPr userDrawn="1"/>
            </p:nvSpPr>
            <p:spPr bwMode="auto">
              <a:xfrm>
                <a:off x="2760" y="1558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40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7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7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40"/>
                      <a:pt x="13" y="40"/>
                    </a:cubicBezTo>
                    <a:cubicBezTo>
                      <a:pt x="15" y="40"/>
                      <a:pt x="17" y="39"/>
                      <a:pt x="18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7" name="Freeform 195"/>
              <p:cNvSpPr>
                <a:spLocks/>
              </p:cNvSpPr>
              <p:nvPr userDrawn="1"/>
            </p:nvSpPr>
            <p:spPr bwMode="auto">
              <a:xfrm>
                <a:off x="2767" y="163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8" name="Freeform 196"/>
              <p:cNvSpPr>
                <a:spLocks/>
              </p:cNvSpPr>
              <p:nvPr userDrawn="1"/>
            </p:nvSpPr>
            <p:spPr bwMode="auto">
              <a:xfrm>
                <a:off x="2767" y="170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59" name="Freeform 197"/>
              <p:cNvSpPr>
                <a:spLocks/>
              </p:cNvSpPr>
              <p:nvPr userDrawn="1"/>
            </p:nvSpPr>
            <p:spPr bwMode="auto">
              <a:xfrm>
                <a:off x="2767" y="1770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0" name="Freeform 198"/>
              <p:cNvSpPr>
                <a:spLocks noEditPoints="1"/>
              </p:cNvSpPr>
              <p:nvPr userDrawn="1"/>
            </p:nvSpPr>
            <p:spPr bwMode="auto">
              <a:xfrm>
                <a:off x="2760" y="1839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1" name="Freeform 199"/>
              <p:cNvSpPr>
                <a:spLocks/>
              </p:cNvSpPr>
              <p:nvPr userDrawn="1"/>
            </p:nvSpPr>
            <p:spPr bwMode="auto">
              <a:xfrm>
                <a:off x="2767" y="1911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2" name="Freeform 200"/>
              <p:cNvSpPr>
                <a:spLocks/>
              </p:cNvSpPr>
              <p:nvPr userDrawn="1"/>
            </p:nvSpPr>
            <p:spPr bwMode="auto">
              <a:xfrm>
                <a:off x="2767" y="198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3" name="Freeform 201"/>
              <p:cNvSpPr>
                <a:spLocks noEditPoints="1"/>
              </p:cNvSpPr>
              <p:nvPr userDrawn="1"/>
            </p:nvSpPr>
            <p:spPr bwMode="auto">
              <a:xfrm>
                <a:off x="2760" y="2049"/>
                <a:ext cx="33" cy="54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4" name="Freeform 202"/>
              <p:cNvSpPr>
                <a:spLocks/>
              </p:cNvSpPr>
              <p:nvPr userDrawn="1"/>
            </p:nvSpPr>
            <p:spPr bwMode="auto">
              <a:xfrm>
                <a:off x="2767" y="2121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5" name="Freeform 203"/>
              <p:cNvSpPr>
                <a:spLocks noEditPoints="1"/>
              </p:cNvSpPr>
              <p:nvPr userDrawn="1"/>
            </p:nvSpPr>
            <p:spPr bwMode="auto">
              <a:xfrm>
                <a:off x="2760" y="2189"/>
                <a:ext cx="33" cy="54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39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66" name="Freeform 204"/>
              <p:cNvSpPr>
                <a:spLocks noEditPoints="1"/>
              </p:cNvSpPr>
              <p:nvPr userDrawn="1"/>
            </p:nvSpPr>
            <p:spPr bwMode="auto">
              <a:xfrm>
                <a:off x="2760" y="2260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0" name="Group 406"/>
            <p:cNvGrpSpPr>
              <a:grpSpLocks/>
            </p:cNvGrpSpPr>
            <p:nvPr userDrawn="1"/>
          </p:nvGrpSpPr>
          <p:grpSpPr bwMode="auto">
            <a:xfrm>
              <a:off x="1385888" y="442912"/>
              <a:ext cx="3627438" cy="4164013"/>
              <a:chOff x="873" y="279"/>
              <a:chExt cx="2285" cy="2623"/>
            </a:xfrm>
          </p:grpSpPr>
          <p:sp>
            <p:nvSpPr>
              <p:cNvPr id="967" name="Freeform 206"/>
              <p:cNvSpPr>
                <a:spLocks noEditPoints="1"/>
              </p:cNvSpPr>
              <p:nvPr userDrawn="1"/>
            </p:nvSpPr>
            <p:spPr bwMode="auto">
              <a:xfrm>
                <a:off x="2760" y="2330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4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2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4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8" name="Freeform 207"/>
              <p:cNvSpPr>
                <a:spLocks/>
              </p:cNvSpPr>
              <p:nvPr userDrawn="1"/>
            </p:nvSpPr>
            <p:spPr bwMode="auto">
              <a:xfrm>
                <a:off x="2767" y="2401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9" name="Freeform 208"/>
              <p:cNvSpPr>
                <a:spLocks/>
              </p:cNvSpPr>
              <p:nvPr userDrawn="1"/>
            </p:nvSpPr>
            <p:spPr bwMode="auto">
              <a:xfrm>
                <a:off x="2767" y="2472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4 h 50"/>
                  <a:gd name="T10" fmla="*/ 0 w 13"/>
                  <a:gd name="T11" fmla="*/ 4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0" name="Freeform 209"/>
              <p:cNvSpPr>
                <a:spLocks noEditPoints="1"/>
              </p:cNvSpPr>
              <p:nvPr userDrawn="1"/>
            </p:nvSpPr>
            <p:spPr bwMode="auto">
              <a:xfrm>
                <a:off x="2760" y="2541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2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4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6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1" name="Freeform 210"/>
              <p:cNvSpPr>
                <a:spLocks noEditPoints="1"/>
              </p:cNvSpPr>
              <p:nvPr userDrawn="1"/>
            </p:nvSpPr>
            <p:spPr bwMode="auto">
              <a:xfrm>
                <a:off x="2760" y="2610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39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2" name="Freeform 211"/>
              <p:cNvSpPr>
                <a:spLocks/>
              </p:cNvSpPr>
              <p:nvPr userDrawn="1"/>
            </p:nvSpPr>
            <p:spPr bwMode="auto">
              <a:xfrm>
                <a:off x="2767" y="268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3" name="Freeform 212"/>
              <p:cNvSpPr>
                <a:spLocks/>
              </p:cNvSpPr>
              <p:nvPr userDrawn="1"/>
            </p:nvSpPr>
            <p:spPr bwMode="auto">
              <a:xfrm>
                <a:off x="2767" y="2752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4" name="Freeform 213"/>
              <p:cNvSpPr>
                <a:spLocks/>
              </p:cNvSpPr>
              <p:nvPr userDrawn="1"/>
            </p:nvSpPr>
            <p:spPr bwMode="auto">
              <a:xfrm>
                <a:off x="2767" y="282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5" name="Freeform 214"/>
              <p:cNvSpPr>
                <a:spLocks/>
              </p:cNvSpPr>
              <p:nvPr userDrawn="1"/>
            </p:nvSpPr>
            <p:spPr bwMode="auto">
              <a:xfrm>
                <a:off x="2761" y="2891"/>
                <a:ext cx="30" cy="11"/>
              </a:xfrm>
              <a:custGeom>
                <a:avLst/>
                <a:gdLst>
                  <a:gd name="T0" fmla="*/ 5 w 24"/>
                  <a:gd name="T1" fmla="*/ 9 h 9"/>
                  <a:gd name="T2" fmla="*/ 7 w 24"/>
                  <a:gd name="T3" fmla="*/ 6 h 9"/>
                  <a:gd name="T4" fmla="*/ 12 w 24"/>
                  <a:gd name="T5" fmla="*/ 4 h 9"/>
                  <a:gd name="T6" fmla="*/ 17 w 24"/>
                  <a:gd name="T7" fmla="*/ 6 h 9"/>
                  <a:gd name="T8" fmla="*/ 20 w 24"/>
                  <a:gd name="T9" fmla="*/ 9 h 9"/>
                  <a:gd name="T10" fmla="*/ 24 w 24"/>
                  <a:gd name="T11" fmla="*/ 9 h 9"/>
                  <a:gd name="T12" fmla="*/ 19 w 24"/>
                  <a:gd name="T13" fmla="*/ 2 h 9"/>
                  <a:gd name="T14" fmla="*/ 12 w 24"/>
                  <a:gd name="T15" fmla="*/ 0 h 9"/>
                  <a:gd name="T16" fmla="*/ 5 w 24"/>
                  <a:gd name="T17" fmla="*/ 2 h 9"/>
                  <a:gd name="T18" fmla="*/ 0 w 24"/>
                  <a:gd name="T19" fmla="*/ 9 h 9"/>
                  <a:gd name="T20" fmla="*/ 0 w 24"/>
                  <a:gd name="T21" fmla="*/ 9 h 9"/>
                  <a:gd name="T22" fmla="*/ 5 w 24"/>
                  <a:gd name="T2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9">
                    <a:moveTo>
                      <a:pt x="5" y="9"/>
                    </a:moveTo>
                    <a:cubicBezTo>
                      <a:pt x="5" y="8"/>
                      <a:pt x="6" y="6"/>
                      <a:pt x="7" y="6"/>
                    </a:cubicBezTo>
                    <a:cubicBezTo>
                      <a:pt x="9" y="4"/>
                      <a:pt x="11" y="4"/>
                      <a:pt x="12" y="4"/>
                    </a:cubicBezTo>
                    <a:cubicBezTo>
                      <a:pt x="14" y="4"/>
                      <a:pt x="16" y="4"/>
                      <a:pt x="17" y="6"/>
                    </a:cubicBezTo>
                    <a:cubicBezTo>
                      <a:pt x="19" y="6"/>
                      <a:pt x="19" y="8"/>
                      <a:pt x="20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3" y="6"/>
                      <a:pt x="22" y="4"/>
                      <a:pt x="19" y="2"/>
                    </a:cubicBezTo>
                    <a:cubicBezTo>
                      <a:pt x="17" y="1"/>
                      <a:pt x="15" y="0"/>
                      <a:pt x="12" y="0"/>
                    </a:cubicBezTo>
                    <a:cubicBezTo>
                      <a:pt x="10" y="0"/>
                      <a:pt x="7" y="1"/>
                      <a:pt x="5" y="2"/>
                    </a:cubicBezTo>
                    <a:cubicBezTo>
                      <a:pt x="3" y="4"/>
                      <a:pt x="1" y="6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lnTo>
                      <a:pt x="5" y="9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6" name="Freeform 215"/>
              <p:cNvSpPr>
                <a:spLocks/>
              </p:cNvSpPr>
              <p:nvPr userDrawn="1"/>
            </p:nvSpPr>
            <p:spPr bwMode="auto">
              <a:xfrm>
                <a:off x="1634" y="182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7" name="Freeform 216"/>
              <p:cNvSpPr>
                <a:spLocks noEditPoints="1"/>
              </p:cNvSpPr>
              <p:nvPr userDrawn="1"/>
            </p:nvSpPr>
            <p:spPr bwMode="auto">
              <a:xfrm>
                <a:off x="1626" y="1897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8" name="Freeform 217"/>
              <p:cNvSpPr>
                <a:spLocks noEditPoints="1"/>
              </p:cNvSpPr>
              <p:nvPr userDrawn="1"/>
            </p:nvSpPr>
            <p:spPr bwMode="auto">
              <a:xfrm>
                <a:off x="1626" y="1968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79" name="Freeform 218"/>
              <p:cNvSpPr>
                <a:spLocks/>
              </p:cNvSpPr>
              <p:nvPr userDrawn="1"/>
            </p:nvSpPr>
            <p:spPr bwMode="auto">
              <a:xfrm>
                <a:off x="1634" y="2038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0" name="Freeform 219"/>
              <p:cNvSpPr>
                <a:spLocks/>
              </p:cNvSpPr>
              <p:nvPr userDrawn="1"/>
            </p:nvSpPr>
            <p:spPr bwMode="auto">
              <a:xfrm>
                <a:off x="2984" y="1106"/>
                <a:ext cx="13" cy="51"/>
              </a:xfrm>
              <a:custGeom>
                <a:avLst/>
                <a:gdLst>
                  <a:gd name="T0" fmla="*/ 4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4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4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1" name="Freeform 220"/>
              <p:cNvSpPr>
                <a:spLocks noEditPoints="1"/>
              </p:cNvSpPr>
              <p:nvPr userDrawn="1"/>
            </p:nvSpPr>
            <p:spPr bwMode="auto">
              <a:xfrm>
                <a:off x="2676" y="1486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2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1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8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5" y="8"/>
                      <a:pt x="5" y="11"/>
                    </a:cubicBezTo>
                    <a:cubicBezTo>
                      <a:pt x="4" y="13"/>
                      <a:pt x="3" y="16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2" name="Freeform 221"/>
              <p:cNvSpPr>
                <a:spLocks/>
              </p:cNvSpPr>
              <p:nvPr userDrawn="1"/>
            </p:nvSpPr>
            <p:spPr bwMode="auto">
              <a:xfrm>
                <a:off x="2683" y="1557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3" name="Freeform 222"/>
              <p:cNvSpPr>
                <a:spLocks noEditPoints="1"/>
              </p:cNvSpPr>
              <p:nvPr userDrawn="1"/>
            </p:nvSpPr>
            <p:spPr bwMode="auto">
              <a:xfrm>
                <a:off x="2676" y="1626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4" name="Freeform 223"/>
              <p:cNvSpPr>
                <a:spLocks/>
              </p:cNvSpPr>
              <p:nvPr userDrawn="1"/>
            </p:nvSpPr>
            <p:spPr bwMode="auto">
              <a:xfrm>
                <a:off x="2683" y="1698"/>
                <a:ext cx="12" cy="49"/>
              </a:xfrm>
              <a:custGeom>
                <a:avLst/>
                <a:gdLst>
                  <a:gd name="T0" fmla="*/ 3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8 w 12"/>
                  <a:gd name="T7" fmla="*/ 49 h 49"/>
                  <a:gd name="T8" fmla="*/ 8 w 12"/>
                  <a:gd name="T9" fmla="*/ 5 h 49"/>
                  <a:gd name="T10" fmla="*/ 0 w 12"/>
                  <a:gd name="T11" fmla="*/ 5 h 49"/>
                  <a:gd name="T12" fmla="*/ 3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3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5" name="Freeform 224"/>
              <p:cNvSpPr>
                <a:spLocks noEditPoints="1"/>
              </p:cNvSpPr>
              <p:nvPr userDrawn="1"/>
            </p:nvSpPr>
            <p:spPr bwMode="auto">
              <a:xfrm>
                <a:off x="2676" y="1766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6" name="Freeform 225"/>
              <p:cNvSpPr>
                <a:spLocks noEditPoints="1"/>
              </p:cNvSpPr>
              <p:nvPr userDrawn="1"/>
            </p:nvSpPr>
            <p:spPr bwMode="auto">
              <a:xfrm>
                <a:off x="2676" y="1837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7" name="Freeform 226"/>
              <p:cNvSpPr>
                <a:spLocks/>
              </p:cNvSpPr>
              <p:nvPr userDrawn="1"/>
            </p:nvSpPr>
            <p:spPr bwMode="auto">
              <a:xfrm>
                <a:off x="2683" y="1908"/>
                <a:ext cx="12" cy="50"/>
              </a:xfrm>
              <a:custGeom>
                <a:avLst/>
                <a:gdLst>
                  <a:gd name="T0" fmla="*/ 3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8 w 12"/>
                  <a:gd name="T7" fmla="*/ 50 h 50"/>
                  <a:gd name="T8" fmla="*/ 8 w 12"/>
                  <a:gd name="T9" fmla="*/ 5 h 50"/>
                  <a:gd name="T10" fmla="*/ 0 w 12"/>
                  <a:gd name="T11" fmla="*/ 5 h 50"/>
                  <a:gd name="T12" fmla="*/ 3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3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8" name="Freeform 227"/>
              <p:cNvSpPr>
                <a:spLocks noEditPoints="1"/>
              </p:cNvSpPr>
              <p:nvPr userDrawn="1"/>
            </p:nvSpPr>
            <p:spPr bwMode="auto">
              <a:xfrm>
                <a:off x="2676" y="1976"/>
                <a:ext cx="33" cy="54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89" name="Freeform 228"/>
              <p:cNvSpPr>
                <a:spLocks noEditPoints="1"/>
              </p:cNvSpPr>
              <p:nvPr userDrawn="1"/>
            </p:nvSpPr>
            <p:spPr bwMode="auto">
              <a:xfrm>
                <a:off x="2676" y="2047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0" name="Freeform 229"/>
              <p:cNvSpPr>
                <a:spLocks/>
              </p:cNvSpPr>
              <p:nvPr userDrawn="1"/>
            </p:nvSpPr>
            <p:spPr bwMode="auto">
              <a:xfrm>
                <a:off x="2683" y="2119"/>
                <a:ext cx="12" cy="49"/>
              </a:xfrm>
              <a:custGeom>
                <a:avLst/>
                <a:gdLst>
                  <a:gd name="T0" fmla="*/ 3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8 w 12"/>
                  <a:gd name="T7" fmla="*/ 49 h 49"/>
                  <a:gd name="T8" fmla="*/ 8 w 12"/>
                  <a:gd name="T9" fmla="*/ 5 h 49"/>
                  <a:gd name="T10" fmla="*/ 0 w 12"/>
                  <a:gd name="T11" fmla="*/ 5 h 49"/>
                  <a:gd name="T12" fmla="*/ 3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3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1" name="Freeform 230"/>
              <p:cNvSpPr>
                <a:spLocks noEditPoints="1"/>
              </p:cNvSpPr>
              <p:nvPr userDrawn="1"/>
            </p:nvSpPr>
            <p:spPr bwMode="auto">
              <a:xfrm>
                <a:off x="2676" y="2187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2" name="Freeform 231"/>
              <p:cNvSpPr>
                <a:spLocks noEditPoints="1"/>
              </p:cNvSpPr>
              <p:nvPr userDrawn="1"/>
            </p:nvSpPr>
            <p:spPr bwMode="auto">
              <a:xfrm>
                <a:off x="2676" y="2257"/>
                <a:ext cx="33" cy="54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3" name="Freeform 232"/>
              <p:cNvSpPr>
                <a:spLocks noEditPoints="1"/>
              </p:cNvSpPr>
              <p:nvPr userDrawn="1"/>
            </p:nvSpPr>
            <p:spPr bwMode="auto">
              <a:xfrm>
                <a:off x="2676" y="2327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40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7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7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7"/>
                      <a:pt x="4" y="30"/>
                      <a:pt x="5" y="32"/>
                    </a:cubicBezTo>
                    <a:cubicBezTo>
                      <a:pt x="5" y="35"/>
                      <a:pt x="7" y="37"/>
                      <a:pt x="8" y="38"/>
                    </a:cubicBezTo>
                    <a:cubicBezTo>
                      <a:pt x="10" y="39"/>
                      <a:pt x="12" y="40"/>
                      <a:pt x="13" y="40"/>
                    </a:cubicBezTo>
                    <a:cubicBezTo>
                      <a:pt x="15" y="40"/>
                      <a:pt x="17" y="39"/>
                      <a:pt x="18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30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4" name="Freeform 233"/>
              <p:cNvSpPr>
                <a:spLocks/>
              </p:cNvSpPr>
              <p:nvPr userDrawn="1"/>
            </p:nvSpPr>
            <p:spPr bwMode="auto">
              <a:xfrm>
                <a:off x="2683" y="2398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5" name="Freeform 234"/>
              <p:cNvSpPr>
                <a:spLocks noEditPoints="1"/>
              </p:cNvSpPr>
              <p:nvPr userDrawn="1"/>
            </p:nvSpPr>
            <p:spPr bwMode="auto">
              <a:xfrm>
                <a:off x="2676" y="2468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6" name="Freeform 235"/>
              <p:cNvSpPr>
                <a:spLocks noEditPoints="1"/>
              </p:cNvSpPr>
              <p:nvPr userDrawn="1"/>
            </p:nvSpPr>
            <p:spPr bwMode="auto">
              <a:xfrm>
                <a:off x="2676" y="2537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3 h 43"/>
                  <a:gd name="T6" fmla="*/ 13 w 27"/>
                  <a:gd name="T7" fmla="*/ 0 h 43"/>
                  <a:gd name="T8" fmla="*/ 20 w 27"/>
                  <a:gd name="T9" fmla="*/ 3 h 43"/>
                  <a:gd name="T10" fmla="*/ 25 w 27"/>
                  <a:gd name="T11" fmla="*/ 10 h 43"/>
                  <a:gd name="T12" fmla="*/ 27 w 27"/>
                  <a:gd name="T13" fmla="*/ 22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8 h 43"/>
                  <a:gd name="T32" fmla="*/ 13 w 27"/>
                  <a:gd name="T33" fmla="*/ 40 h 43"/>
                  <a:gd name="T34" fmla="*/ 18 w 27"/>
                  <a:gd name="T35" fmla="*/ 38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3"/>
                    </a:cubicBezTo>
                    <a:cubicBezTo>
                      <a:pt x="23" y="4"/>
                      <a:pt x="24" y="7"/>
                      <a:pt x="25" y="10"/>
                    </a:cubicBezTo>
                    <a:cubicBezTo>
                      <a:pt x="27" y="13"/>
                      <a:pt x="27" y="17"/>
                      <a:pt x="27" y="22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7"/>
                      <a:pt x="4" y="30"/>
                      <a:pt x="5" y="32"/>
                    </a:cubicBezTo>
                    <a:cubicBezTo>
                      <a:pt x="5" y="35"/>
                      <a:pt x="7" y="36"/>
                      <a:pt x="8" y="38"/>
                    </a:cubicBezTo>
                    <a:cubicBezTo>
                      <a:pt x="10" y="39"/>
                      <a:pt x="12" y="40"/>
                      <a:pt x="13" y="40"/>
                    </a:cubicBezTo>
                    <a:cubicBezTo>
                      <a:pt x="15" y="40"/>
                      <a:pt x="17" y="39"/>
                      <a:pt x="18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4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7" name="Freeform 236"/>
              <p:cNvSpPr>
                <a:spLocks/>
              </p:cNvSpPr>
              <p:nvPr userDrawn="1"/>
            </p:nvSpPr>
            <p:spPr bwMode="auto">
              <a:xfrm>
                <a:off x="2683" y="2609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8" name="Freeform 237"/>
              <p:cNvSpPr>
                <a:spLocks noEditPoints="1"/>
              </p:cNvSpPr>
              <p:nvPr userDrawn="1"/>
            </p:nvSpPr>
            <p:spPr bwMode="auto">
              <a:xfrm>
                <a:off x="2676" y="2678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3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0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8 w 27"/>
                  <a:gd name="T43" fmla="*/ 5 h 43"/>
                  <a:gd name="T44" fmla="*/ 13 w 27"/>
                  <a:gd name="T45" fmla="*/ 4 h 43"/>
                  <a:gd name="T46" fmla="*/ 8 w 27"/>
                  <a:gd name="T47" fmla="*/ 5 h 43"/>
                  <a:gd name="T48" fmla="*/ 5 w 27"/>
                  <a:gd name="T49" fmla="*/ 11 h 43"/>
                  <a:gd name="T50" fmla="*/ 3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0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5" y="8"/>
                      <a:pt x="5" y="11"/>
                    </a:cubicBezTo>
                    <a:cubicBezTo>
                      <a:pt x="4" y="13"/>
                      <a:pt x="3" y="17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99" name="Freeform 238"/>
              <p:cNvSpPr>
                <a:spLocks/>
              </p:cNvSpPr>
              <p:nvPr userDrawn="1"/>
            </p:nvSpPr>
            <p:spPr bwMode="auto">
              <a:xfrm>
                <a:off x="2683" y="2749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0" name="Freeform 239"/>
              <p:cNvSpPr>
                <a:spLocks noEditPoints="1"/>
              </p:cNvSpPr>
              <p:nvPr userDrawn="1"/>
            </p:nvSpPr>
            <p:spPr bwMode="auto">
              <a:xfrm>
                <a:off x="2676" y="2818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1" name="Freeform 240"/>
              <p:cNvSpPr>
                <a:spLocks/>
              </p:cNvSpPr>
              <p:nvPr userDrawn="1"/>
            </p:nvSpPr>
            <p:spPr bwMode="auto">
              <a:xfrm>
                <a:off x="2677" y="2889"/>
                <a:ext cx="31" cy="13"/>
              </a:xfrm>
              <a:custGeom>
                <a:avLst/>
                <a:gdLst>
                  <a:gd name="T0" fmla="*/ 4 w 25"/>
                  <a:gd name="T1" fmla="*/ 11 h 11"/>
                  <a:gd name="T2" fmla="*/ 4 w 25"/>
                  <a:gd name="T3" fmla="*/ 11 h 11"/>
                  <a:gd name="T4" fmla="*/ 7 w 25"/>
                  <a:gd name="T5" fmla="*/ 5 h 11"/>
                  <a:gd name="T6" fmla="*/ 12 w 25"/>
                  <a:gd name="T7" fmla="*/ 4 h 11"/>
                  <a:gd name="T8" fmla="*/ 17 w 25"/>
                  <a:gd name="T9" fmla="*/ 5 h 11"/>
                  <a:gd name="T10" fmla="*/ 21 w 25"/>
                  <a:gd name="T11" fmla="*/ 11 h 11"/>
                  <a:gd name="T12" fmla="*/ 25 w 25"/>
                  <a:gd name="T13" fmla="*/ 11 h 11"/>
                  <a:gd name="T14" fmla="*/ 24 w 25"/>
                  <a:gd name="T15" fmla="*/ 9 h 11"/>
                  <a:gd name="T16" fmla="*/ 19 w 25"/>
                  <a:gd name="T17" fmla="*/ 2 h 11"/>
                  <a:gd name="T18" fmla="*/ 12 w 25"/>
                  <a:gd name="T19" fmla="*/ 0 h 11"/>
                  <a:gd name="T20" fmla="*/ 5 w 25"/>
                  <a:gd name="T21" fmla="*/ 2 h 11"/>
                  <a:gd name="T22" fmla="*/ 0 w 25"/>
                  <a:gd name="T23" fmla="*/ 9 h 11"/>
                  <a:gd name="T24" fmla="*/ 0 w 25"/>
                  <a:gd name="T25" fmla="*/ 11 h 11"/>
                  <a:gd name="T26" fmla="*/ 4 w 25"/>
                  <a:gd name="T27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" h="11">
                    <a:moveTo>
                      <a:pt x="4" y="11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4" y="8"/>
                      <a:pt x="6" y="7"/>
                      <a:pt x="7" y="5"/>
                    </a:cubicBezTo>
                    <a:cubicBezTo>
                      <a:pt x="9" y="4"/>
                      <a:pt x="11" y="4"/>
                      <a:pt x="12" y="4"/>
                    </a:cubicBezTo>
                    <a:cubicBezTo>
                      <a:pt x="14" y="4"/>
                      <a:pt x="16" y="4"/>
                      <a:pt x="17" y="5"/>
                    </a:cubicBezTo>
                    <a:cubicBezTo>
                      <a:pt x="19" y="7"/>
                      <a:pt x="20" y="8"/>
                      <a:pt x="21" y="11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10"/>
                      <a:pt x="25" y="10"/>
                      <a:pt x="24" y="9"/>
                    </a:cubicBezTo>
                    <a:cubicBezTo>
                      <a:pt x="23" y="6"/>
                      <a:pt x="22" y="4"/>
                      <a:pt x="19" y="2"/>
                    </a:cubicBezTo>
                    <a:cubicBezTo>
                      <a:pt x="17" y="1"/>
                      <a:pt x="15" y="0"/>
                      <a:pt x="12" y="0"/>
                    </a:cubicBezTo>
                    <a:cubicBezTo>
                      <a:pt x="10" y="0"/>
                      <a:pt x="7" y="0"/>
                      <a:pt x="5" y="2"/>
                    </a:cubicBezTo>
                    <a:cubicBezTo>
                      <a:pt x="3" y="4"/>
                      <a:pt x="1" y="6"/>
                      <a:pt x="0" y="9"/>
                    </a:cubicBezTo>
                    <a:cubicBezTo>
                      <a:pt x="0" y="9"/>
                      <a:pt x="0" y="10"/>
                      <a:pt x="0" y="11"/>
                    </a:cubicBezTo>
                    <a:lnTo>
                      <a:pt x="4" y="11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2" name="Freeform 241"/>
              <p:cNvSpPr>
                <a:spLocks/>
              </p:cNvSpPr>
              <p:nvPr userDrawn="1"/>
            </p:nvSpPr>
            <p:spPr bwMode="auto">
              <a:xfrm>
                <a:off x="989" y="1551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3" name="Freeform 242"/>
              <p:cNvSpPr>
                <a:spLocks/>
              </p:cNvSpPr>
              <p:nvPr userDrawn="1"/>
            </p:nvSpPr>
            <p:spPr bwMode="auto">
              <a:xfrm>
                <a:off x="1370" y="737"/>
                <a:ext cx="12" cy="51"/>
              </a:xfrm>
              <a:custGeom>
                <a:avLst/>
                <a:gdLst>
                  <a:gd name="T0" fmla="*/ 3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8 w 12"/>
                  <a:gd name="T7" fmla="*/ 51 h 51"/>
                  <a:gd name="T8" fmla="*/ 8 w 12"/>
                  <a:gd name="T9" fmla="*/ 5 h 51"/>
                  <a:gd name="T10" fmla="*/ 0 w 12"/>
                  <a:gd name="T11" fmla="*/ 5 h 51"/>
                  <a:gd name="T12" fmla="*/ 3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3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4" name="Freeform 243"/>
              <p:cNvSpPr>
                <a:spLocks noEditPoints="1"/>
              </p:cNvSpPr>
              <p:nvPr userDrawn="1"/>
            </p:nvSpPr>
            <p:spPr bwMode="auto">
              <a:xfrm>
                <a:off x="982" y="1619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5" name="Freeform 244"/>
              <p:cNvSpPr>
                <a:spLocks noEditPoints="1"/>
              </p:cNvSpPr>
              <p:nvPr userDrawn="1"/>
            </p:nvSpPr>
            <p:spPr bwMode="auto">
              <a:xfrm>
                <a:off x="982" y="1689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6" name="Freeform 245"/>
              <p:cNvSpPr>
                <a:spLocks/>
              </p:cNvSpPr>
              <p:nvPr userDrawn="1"/>
            </p:nvSpPr>
            <p:spPr bwMode="auto">
              <a:xfrm>
                <a:off x="989" y="176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7" name="Freeform 246"/>
              <p:cNvSpPr>
                <a:spLocks noEditPoints="1"/>
              </p:cNvSpPr>
              <p:nvPr userDrawn="1"/>
            </p:nvSpPr>
            <p:spPr bwMode="auto">
              <a:xfrm>
                <a:off x="982" y="1829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8" name="Freeform 247"/>
              <p:cNvSpPr>
                <a:spLocks/>
              </p:cNvSpPr>
              <p:nvPr userDrawn="1"/>
            </p:nvSpPr>
            <p:spPr bwMode="auto">
              <a:xfrm>
                <a:off x="927" y="2238"/>
                <a:ext cx="12" cy="50"/>
              </a:xfrm>
              <a:custGeom>
                <a:avLst/>
                <a:gdLst>
                  <a:gd name="T0" fmla="*/ 3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3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3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09" name="Freeform 248"/>
              <p:cNvSpPr>
                <a:spLocks/>
              </p:cNvSpPr>
              <p:nvPr userDrawn="1"/>
            </p:nvSpPr>
            <p:spPr bwMode="auto">
              <a:xfrm>
                <a:off x="989" y="1971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0" name="Freeform 249"/>
              <p:cNvSpPr>
                <a:spLocks/>
              </p:cNvSpPr>
              <p:nvPr userDrawn="1"/>
            </p:nvSpPr>
            <p:spPr bwMode="auto">
              <a:xfrm>
                <a:off x="989" y="2041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1" name="Freeform 250"/>
              <p:cNvSpPr>
                <a:spLocks noEditPoints="1"/>
              </p:cNvSpPr>
              <p:nvPr userDrawn="1"/>
            </p:nvSpPr>
            <p:spPr bwMode="auto">
              <a:xfrm>
                <a:off x="982" y="2110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2" name="Freeform 251"/>
              <p:cNvSpPr>
                <a:spLocks noEditPoints="1"/>
              </p:cNvSpPr>
              <p:nvPr userDrawn="1"/>
            </p:nvSpPr>
            <p:spPr bwMode="auto">
              <a:xfrm>
                <a:off x="982" y="218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0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3" name="Freeform 252"/>
              <p:cNvSpPr>
                <a:spLocks/>
              </p:cNvSpPr>
              <p:nvPr userDrawn="1"/>
            </p:nvSpPr>
            <p:spPr bwMode="auto">
              <a:xfrm>
                <a:off x="989" y="2251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4" name="Freeform 253"/>
              <p:cNvSpPr>
                <a:spLocks noEditPoints="1"/>
              </p:cNvSpPr>
              <p:nvPr userDrawn="1"/>
            </p:nvSpPr>
            <p:spPr bwMode="auto">
              <a:xfrm>
                <a:off x="982" y="2320"/>
                <a:ext cx="34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5" name="Freeform 254"/>
              <p:cNvSpPr>
                <a:spLocks/>
              </p:cNvSpPr>
              <p:nvPr userDrawn="1"/>
            </p:nvSpPr>
            <p:spPr bwMode="auto">
              <a:xfrm>
                <a:off x="989" y="2392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6" name="Freeform 255"/>
              <p:cNvSpPr>
                <a:spLocks noEditPoints="1"/>
              </p:cNvSpPr>
              <p:nvPr userDrawn="1"/>
            </p:nvSpPr>
            <p:spPr bwMode="auto">
              <a:xfrm>
                <a:off x="982" y="2460"/>
                <a:ext cx="34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7" name="Freeform 256"/>
              <p:cNvSpPr>
                <a:spLocks/>
              </p:cNvSpPr>
              <p:nvPr userDrawn="1"/>
            </p:nvSpPr>
            <p:spPr bwMode="auto">
              <a:xfrm>
                <a:off x="989" y="2532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8" name="Freeform 257"/>
              <p:cNvSpPr>
                <a:spLocks noEditPoints="1"/>
              </p:cNvSpPr>
              <p:nvPr userDrawn="1"/>
            </p:nvSpPr>
            <p:spPr bwMode="auto">
              <a:xfrm>
                <a:off x="982" y="2601"/>
                <a:ext cx="34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0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19" name="Freeform 258"/>
              <p:cNvSpPr>
                <a:spLocks noEditPoints="1"/>
              </p:cNvSpPr>
              <p:nvPr userDrawn="1"/>
            </p:nvSpPr>
            <p:spPr bwMode="auto">
              <a:xfrm>
                <a:off x="982" y="2671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0" name="Freeform 259"/>
              <p:cNvSpPr>
                <a:spLocks/>
              </p:cNvSpPr>
              <p:nvPr userDrawn="1"/>
            </p:nvSpPr>
            <p:spPr bwMode="auto">
              <a:xfrm>
                <a:off x="989" y="2743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1" name="Freeform 260"/>
              <p:cNvSpPr>
                <a:spLocks noEditPoints="1"/>
              </p:cNvSpPr>
              <p:nvPr userDrawn="1"/>
            </p:nvSpPr>
            <p:spPr bwMode="auto">
              <a:xfrm>
                <a:off x="982" y="2811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40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7"/>
                      <a:pt x="1" y="12"/>
                      <a:pt x="2" y="9"/>
                    </a:cubicBezTo>
                    <a:cubicBezTo>
                      <a:pt x="3" y="7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40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7"/>
                      <a:pt x="4" y="30"/>
                      <a:pt x="5" y="32"/>
                    </a:cubicBezTo>
                    <a:cubicBezTo>
                      <a:pt x="6" y="35"/>
                      <a:pt x="7" y="37"/>
                      <a:pt x="9" y="38"/>
                    </a:cubicBezTo>
                    <a:cubicBezTo>
                      <a:pt x="11" y="39"/>
                      <a:pt x="12" y="40"/>
                      <a:pt x="14" y="40"/>
                    </a:cubicBezTo>
                    <a:cubicBezTo>
                      <a:pt x="16" y="40"/>
                      <a:pt x="17" y="39"/>
                      <a:pt x="19" y="38"/>
                    </a:cubicBezTo>
                    <a:cubicBezTo>
                      <a:pt x="21" y="37"/>
                      <a:pt x="22" y="35"/>
                      <a:pt x="23" y="32"/>
                    </a:cubicBezTo>
                    <a:cubicBezTo>
                      <a:pt x="24" y="30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2" name="Freeform 261"/>
              <p:cNvSpPr>
                <a:spLocks/>
              </p:cNvSpPr>
              <p:nvPr userDrawn="1"/>
            </p:nvSpPr>
            <p:spPr bwMode="auto">
              <a:xfrm>
                <a:off x="982" y="2881"/>
                <a:ext cx="34" cy="21"/>
              </a:xfrm>
              <a:custGeom>
                <a:avLst/>
                <a:gdLst>
                  <a:gd name="T0" fmla="*/ 4 w 28"/>
                  <a:gd name="T1" fmla="*/ 17 h 17"/>
                  <a:gd name="T2" fmla="*/ 5 w 28"/>
                  <a:gd name="T3" fmla="*/ 11 h 17"/>
                  <a:gd name="T4" fmla="*/ 9 w 28"/>
                  <a:gd name="T5" fmla="*/ 6 h 17"/>
                  <a:gd name="T6" fmla="*/ 14 w 28"/>
                  <a:gd name="T7" fmla="*/ 4 h 17"/>
                  <a:gd name="T8" fmla="*/ 19 w 28"/>
                  <a:gd name="T9" fmla="*/ 6 h 17"/>
                  <a:gd name="T10" fmla="*/ 23 w 28"/>
                  <a:gd name="T11" fmla="*/ 12 h 17"/>
                  <a:gd name="T12" fmla="*/ 24 w 28"/>
                  <a:gd name="T13" fmla="*/ 17 h 17"/>
                  <a:gd name="T14" fmla="*/ 28 w 28"/>
                  <a:gd name="T15" fmla="*/ 17 h 17"/>
                  <a:gd name="T16" fmla="*/ 26 w 28"/>
                  <a:gd name="T17" fmla="*/ 9 h 17"/>
                  <a:gd name="T18" fmla="*/ 21 w 28"/>
                  <a:gd name="T19" fmla="*/ 2 h 17"/>
                  <a:gd name="T20" fmla="*/ 14 w 28"/>
                  <a:gd name="T21" fmla="*/ 0 h 17"/>
                  <a:gd name="T22" fmla="*/ 7 w 28"/>
                  <a:gd name="T23" fmla="*/ 2 h 17"/>
                  <a:gd name="T24" fmla="*/ 2 w 28"/>
                  <a:gd name="T25" fmla="*/ 9 h 17"/>
                  <a:gd name="T26" fmla="*/ 0 w 28"/>
                  <a:gd name="T27" fmla="*/ 17 h 17"/>
                  <a:gd name="T28" fmla="*/ 4 w 28"/>
                  <a:gd name="T2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" h="17">
                    <a:moveTo>
                      <a:pt x="4" y="17"/>
                    </a:moveTo>
                    <a:cubicBezTo>
                      <a:pt x="4" y="15"/>
                      <a:pt x="5" y="13"/>
                      <a:pt x="5" y="11"/>
                    </a:cubicBezTo>
                    <a:cubicBezTo>
                      <a:pt x="6" y="9"/>
                      <a:pt x="7" y="7"/>
                      <a:pt x="9" y="6"/>
                    </a:cubicBezTo>
                    <a:cubicBezTo>
                      <a:pt x="10" y="5"/>
                      <a:pt x="12" y="4"/>
                      <a:pt x="14" y="4"/>
                    </a:cubicBezTo>
                    <a:cubicBezTo>
                      <a:pt x="16" y="4"/>
                      <a:pt x="17" y="5"/>
                      <a:pt x="19" y="6"/>
                    </a:cubicBezTo>
                    <a:cubicBezTo>
                      <a:pt x="21" y="7"/>
                      <a:pt x="22" y="9"/>
                      <a:pt x="23" y="12"/>
                    </a:cubicBezTo>
                    <a:cubicBezTo>
                      <a:pt x="23" y="13"/>
                      <a:pt x="24" y="15"/>
                      <a:pt x="24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4"/>
                      <a:pt x="27" y="11"/>
                      <a:pt x="26" y="9"/>
                    </a:cubicBezTo>
                    <a:cubicBezTo>
                      <a:pt x="25" y="6"/>
                      <a:pt x="23" y="4"/>
                      <a:pt x="21" y="2"/>
                    </a:cubicBezTo>
                    <a:cubicBezTo>
                      <a:pt x="19" y="1"/>
                      <a:pt x="17" y="0"/>
                      <a:pt x="14" y="0"/>
                    </a:cubicBezTo>
                    <a:cubicBezTo>
                      <a:pt x="11" y="0"/>
                      <a:pt x="9" y="1"/>
                      <a:pt x="7" y="2"/>
                    </a:cubicBezTo>
                    <a:cubicBezTo>
                      <a:pt x="5" y="4"/>
                      <a:pt x="3" y="6"/>
                      <a:pt x="2" y="9"/>
                    </a:cubicBezTo>
                    <a:cubicBezTo>
                      <a:pt x="1" y="11"/>
                      <a:pt x="1" y="14"/>
                      <a:pt x="0" y="17"/>
                    </a:cubicBezTo>
                    <a:lnTo>
                      <a:pt x="4" y="17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3" name="Freeform 262"/>
              <p:cNvSpPr>
                <a:spLocks noEditPoints="1"/>
              </p:cNvSpPr>
              <p:nvPr userDrawn="1"/>
            </p:nvSpPr>
            <p:spPr bwMode="auto">
              <a:xfrm>
                <a:off x="2299" y="1713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40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40"/>
                      <a:pt x="14" y="40"/>
                    </a:cubicBezTo>
                    <a:cubicBezTo>
                      <a:pt x="15" y="40"/>
                      <a:pt x="17" y="39"/>
                      <a:pt x="19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4" name="Freeform 263"/>
              <p:cNvSpPr>
                <a:spLocks noEditPoints="1"/>
              </p:cNvSpPr>
              <p:nvPr userDrawn="1"/>
            </p:nvSpPr>
            <p:spPr bwMode="auto">
              <a:xfrm>
                <a:off x="1574" y="646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4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3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5" name="Freeform 264"/>
              <p:cNvSpPr>
                <a:spLocks/>
              </p:cNvSpPr>
              <p:nvPr userDrawn="1"/>
            </p:nvSpPr>
            <p:spPr bwMode="auto">
              <a:xfrm>
                <a:off x="2307" y="1785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4 h 50"/>
                  <a:gd name="T10" fmla="*/ 0 w 12"/>
                  <a:gd name="T11" fmla="*/ 4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6" name="Freeform 265"/>
              <p:cNvSpPr>
                <a:spLocks noEditPoints="1"/>
              </p:cNvSpPr>
              <p:nvPr userDrawn="1"/>
            </p:nvSpPr>
            <p:spPr bwMode="auto">
              <a:xfrm>
                <a:off x="2299" y="1854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7" name="Freeform 266"/>
              <p:cNvSpPr>
                <a:spLocks/>
              </p:cNvSpPr>
              <p:nvPr userDrawn="1"/>
            </p:nvSpPr>
            <p:spPr bwMode="auto">
              <a:xfrm>
                <a:off x="2307" y="1924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8" name="Freeform 267"/>
              <p:cNvSpPr>
                <a:spLocks noEditPoints="1"/>
              </p:cNvSpPr>
              <p:nvPr userDrawn="1"/>
            </p:nvSpPr>
            <p:spPr bwMode="auto">
              <a:xfrm>
                <a:off x="2299" y="1994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29" name="Freeform 268"/>
              <p:cNvSpPr>
                <a:spLocks noEditPoints="1"/>
              </p:cNvSpPr>
              <p:nvPr userDrawn="1"/>
            </p:nvSpPr>
            <p:spPr bwMode="auto">
              <a:xfrm>
                <a:off x="2299" y="2064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0" name="Freeform 269"/>
              <p:cNvSpPr>
                <a:spLocks noEditPoints="1"/>
              </p:cNvSpPr>
              <p:nvPr userDrawn="1"/>
            </p:nvSpPr>
            <p:spPr bwMode="auto">
              <a:xfrm>
                <a:off x="2299" y="241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1 w 28"/>
                  <a:gd name="T3" fmla="*/ 9 h 43"/>
                  <a:gd name="T4" fmla="*/ 6 w 28"/>
                  <a:gd name="T5" fmla="*/ 2 h 43"/>
                  <a:gd name="T6" fmla="*/ 13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8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1" name="Freeform 270"/>
              <p:cNvSpPr>
                <a:spLocks noEditPoints="1"/>
              </p:cNvSpPr>
              <p:nvPr userDrawn="1"/>
            </p:nvSpPr>
            <p:spPr bwMode="auto">
              <a:xfrm>
                <a:off x="2299" y="248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2" name="Freeform 271"/>
              <p:cNvSpPr>
                <a:spLocks noEditPoints="1"/>
              </p:cNvSpPr>
              <p:nvPr userDrawn="1"/>
            </p:nvSpPr>
            <p:spPr bwMode="auto">
              <a:xfrm>
                <a:off x="2299" y="2554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3" name="Freeform 272"/>
              <p:cNvSpPr>
                <a:spLocks/>
              </p:cNvSpPr>
              <p:nvPr userDrawn="1"/>
            </p:nvSpPr>
            <p:spPr bwMode="auto">
              <a:xfrm>
                <a:off x="2307" y="2626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4" name="Freeform 273"/>
              <p:cNvSpPr>
                <a:spLocks noEditPoints="1"/>
              </p:cNvSpPr>
              <p:nvPr userDrawn="1"/>
            </p:nvSpPr>
            <p:spPr bwMode="auto">
              <a:xfrm>
                <a:off x="2299" y="269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1 w 28"/>
                  <a:gd name="T3" fmla="*/ 9 h 42"/>
                  <a:gd name="T4" fmla="*/ 6 w 28"/>
                  <a:gd name="T5" fmla="*/ 2 h 42"/>
                  <a:gd name="T6" fmla="*/ 13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3 w 28"/>
                  <a:gd name="T19" fmla="*/ 42 h 42"/>
                  <a:gd name="T20" fmla="*/ 6 w 28"/>
                  <a:gd name="T21" fmla="*/ 40 h 42"/>
                  <a:gd name="T22" fmla="*/ 1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8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8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3"/>
                      <a:pt x="24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9" y="5"/>
                    </a:cubicBezTo>
                    <a:cubicBezTo>
                      <a:pt x="17" y="4"/>
                      <a:pt x="15" y="3"/>
                      <a:pt x="14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5" name="Freeform 274"/>
              <p:cNvSpPr>
                <a:spLocks noEditPoints="1"/>
              </p:cNvSpPr>
              <p:nvPr userDrawn="1"/>
            </p:nvSpPr>
            <p:spPr bwMode="auto">
              <a:xfrm>
                <a:off x="2299" y="2765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1 w 28"/>
                  <a:gd name="T3" fmla="*/ 9 h 43"/>
                  <a:gd name="T4" fmla="*/ 6 w 28"/>
                  <a:gd name="T5" fmla="*/ 3 h 43"/>
                  <a:gd name="T6" fmla="*/ 13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3 w 28"/>
                  <a:gd name="T19" fmla="*/ 43 h 43"/>
                  <a:gd name="T20" fmla="*/ 6 w 28"/>
                  <a:gd name="T21" fmla="*/ 41 h 43"/>
                  <a:gd name="T22" fmla="*/ 1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8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8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3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8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6" name="Freeform 275"/>
              <p:cNvSpPr>
                <a:spLocks/>
              </p:cNvSpPr>
              <p:nvPr userDrawn="1"/>
            </p:nvSpPr>
            <p:spPr bwMode="auto">
              <a:xfrm>
                <a:off x="2307" y="2837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7" name="Freeform 276"/>
              <p:cNvSpPr>
                <a:spLocks noEditPoints="1"/>
              </p:cNvSpPr>
              <p:nvPr userDrawn="1"/>
            </p:nvSpPr>
            <p:spPr bwMode="auto">
              <a:xfrm>
                <a:off x="1960" y="989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8" name="Freeform 277"/>
              <p:cNvSpPr>
                <a:spLocks noEditPoints="1"/>
              </p:cNvSpPr>
              <p:nvPr userDrawn="1"/>
            </p:nvSpPr>
            <p:spPr bwMode="auto">
              <a:xfrm>
                <a:off x="1960" y="1058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39" name="Freeform 278"/>
              <p:cNvSpPr>
                <a:spLocks noEditPoints="1"/>
              </p:cNvSpPr>
              <p:nvPr userDrawn="1"/>
            </p:nvSpPr>
            <p:spPr bwMode="auto">
              <a:xfrm>
                <a:off x="1960" y="1129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0" name="Freeform 279"/>
              <p:cNvSpPr>
                <a:spLocks/>
              </p:cNvSpPr>
              <p:nvPr userDrawn="1"/>
            </p:nvSpPr>
            <p:spPr bwMode="auto">
              <a:xfrm>
                <a:off x="1969" y="1200"/>
                <a:ext cx="12" cy="50"/>
              </a:xfrm>
              <a:custGeom>
                <a:avLst/>
                <a:gdLst>
                  <a:gd name="T0" fmla="*/ 3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3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3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1" name="Freeform 280"/>
              <p:cNvSpPr>
                <a:spLocks/>
              </p:cNvSpPr>
              <p:nvPr userDrawn="1"/>
            </p:nvSpPr>
            <p:spPr bwMode="auto">
              <a:xfrm>
                <a:off x="2309" y="953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2" name="Freeform 281"/>
              <p:cNvSpPr>
                <a:spLocks/>
              </p:cNvSpPr>
              <p:nvPr userDrawn="1"/>
            </p:nvSpPr>
            <p:spPr bwMode="auto">
              <a:xfrm>
                <a:off x="1663" y="508"/>
                <a:ext cx="14" cy="51"/>
              </a:xfrm>
              <a:custGeom>
                <a:avLst/>
                <a:gdLst>
                  <a:gd name="T0" fmla="*/ 4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5 h 51"/>
                  <a:gd name="T10" fmla="*/ 0 w 14"/>
                  <a:gd name="T11" fmla="*/ 5 h 51"/>
                  <a:gd name="T12" fmla="*/ 4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4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3" name="Freeform 282"/>
              <p:cNvSpPr>
                <a:spLocks noEditPoints="1"/>
              </p:cNvSpPr>
              <p:nvPr userDrawn="1"/>
            </p:nvSpPr>
            <p:spPr bwMode="auto">
              <a:xfrm>
                <a:off x="1960" y="1268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4" name="Freeform 283"/>
              <p:cNvSpPr>
                <a:spLocks noEditPoints="1"/>
              </p:cNvSpPr>
              <p:nvPr userDrawn="1"/>
            </p:nvSpPr>
            <p:spPr bwMode="auto">
              <a:xfrm>
                <a:off x="1960" y="1339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5" name="Freeform 284"/>
              <p:cNvSpPr>
                <a:spLocks noEditPoints="1"/>
              </p:cNvSpPr>
              <p:nvPr userDrawn="1"/>
            </p:nvSpPr>
            <p:spPr bwMode="auto">
              <a:xfrm>
                <a:off x="2452" y="792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1 h 43"/>
                  <a:gd name="T14" fmla="*/ 25 w 27"/>
                  <a:gd name="T15" fmla="*/ 34 h 43"/>
                  <a:gd name="T16" fmla="*/ 20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5" y="34"/>
                    </a:cubicBezTo>
                    <a:cubicBezTo>
                      <a:pt x="24" y="37"/>
                      <a:pt x="23" y="39"/>
                      <a:pt x="20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6" name="Freeform 285"/>
              <p:cNvSpPr>
                <a:spLocks noEditPoints="1"/>
              </p:cNvSpPr>
              <p:nvPr userDrawn="1"/>
            </p:nvSpPr>
            <p:spPr bwMode="auto">
              <a:xfrm>
                <a:off x="1754" y="581"/>
                <a:ext cx="34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7" name="Freeform 286"/>
              <p:cNvSpPr>
                <a:spLocks/>
              </p:cNvSpPr>
              <p:nvPr userDrawn="1"/>
            </p:nvSpPr>
            <p:spPr bwMode="auto">
              <a:xfrm>
                <a:off x="1969" y="1411"/>
                <a:ext cx="12" cy="49"/>
              </a:xfrm>
              <a:custGeom>
                <a:avLst/>
                <a:gdLst>
                  <a:gd name="T0" fmla="*/ 3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3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3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8" name="Freeform 287"/>
              <p:cNvSpPr>
                <a:spLocks noEditPoints="1"/>
              </p:cNvSpPr>
              <p:nvPr userDrawn="1"/>
            </p:nvSpPr>
            <p:spPr bwMode="auto">
              <a:xfrm>
                <a:off x="1641" y="2605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7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49" name="Freeform 288"/>
              <p:cNvSpPr>
                <a:spLocks/>
              </p:cNvSpPr>
              <p:nvPr userDrawn="1"/>
            </p:nvSpPr>
            <p:spPr bwMode="auto">
              <a:xfrm>
                <a:off x="1650" y="2677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0" name="Freeform 289"/>
              <p:cNvSpPr>
                <a:spLocks noEditPoints="1"/>
              </p:cNvSpPr>
              <p:nvPr userDrawn="1"/>
            </p:nvSpPr>
            <p:spPr bwMode="auto">
              <a:xfrm>
                <a:off x="1641" y="274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1" name="Freeform 290"/>
              <p:cNvSpPr>
                <a:spLocks noEditPoints="1"/>
              </p:cNvSpPr>
              <p:nvPr userDrawn="1"/>
            </p:nvSpPr>
            <p:spPr bwMode="auto">
              <a:xfrm>
                <a:off x="1641" y="2816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2" name="Freeform 291"/>
              <p:cNvSpPr>
                <a:spLocks noEditPoints="1"/>
              </p:cNvSpPr>
              <p:nvPr userDrawn="1"/>
            </p:nvSpPr>
            <p:spPr bwMode="auto">
              <a:xfrm>
                <a:off x="2189" y="2270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3" name="Freeform 292"/>
              <p:cNvSpPr>
                <a:spLocks/>
              </p:cNvSpPr>
              <p:nvPr userDrawn="1"/>
            </p:nvSpPr>
            <p:spPr bwMode="auto">
              <a:xfrm>
                <a:off x="2197" y="234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4" name="Freeform 293"/>
              <p:cNvSpPr>
                <a:spLocks noEditPoints="1"/>
              </p:cNvSpPr>
              <p:nvPr userDrawn="1"/>
            </p:nvSpPr>
            <p:spPr bwMode="auto">
              <a:xfrm>
                <a:off x="2189" y="241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5" name="Freeform 294"/>
              <p:cNvSpPr>
                <a:spLocks/>
              </p:cNvSpPr>
              <p:nvPr userDrawn="1"/>
            </p:nvSpPr>
            <p:spPr bwMode="auto">
              <a:xfrm>
                <a:off x="2197" y="2174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6" name="Freeform 295"/>
              <p:cNvSpPr>
                <a:spLocks noEditPoints="1"/>
              </p:cNvSpPr>
              <p:nvPr userDrawn="1"/>
            </p:nvSpPr>
            <p:spPr bwMode="auto">
              <a:xfrm>
                <a:off x="1369" y="159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7" name="Freeform 296"/>
              <p:cNvSpPr>
                <a:spLocks/>
              </p:cNvSpPr>
              <p:nvPr userDrawn="1"/>
            </p:nvSpPr>
            <p:spPr bwMode="auto">
              <a:xfrm>
                <a:off x="1376" y="1666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8" name="Freeform 297"/>
              <p:cNvSpPr>
                <a:spLocks noEditPoints="1"/>
              </p:cNvSpPr>
              <p:nvPr userDrawn="1"/>
            </p:nvSpPr>
            <p:spPr bwMode="auto">
              <a:xfrm>
                <a:off x="1369" y="173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59" name="Freeform 298"/>
              <p:cNvSpPr>
                <a:spLocks/>
              </p:cNvSpPr>
              <p:nvPr userDrawn="1"/>
            </p:nvSpPr>
            <p:spPr bwMode="auto">
              <a:xfrm>
                <a:off x="1376" y="1806"/>
                <a:ext cx="14" cy="50"/>
              </a:xfrm>
              <a:custGeom>
                <a:avLst/>
                <a:gdLst>
                  <a:gd name="T0" fmla="*/ 4 w 14"/>
                  <a:gd name="T1" fmla="*/ 0 h 50"/>
                  <a:gd name="T2" fmla="*/ 14 w 14"/>
                  <a:gd name="T3" fmla="*/ 0 h 50"/>
                  <a:gd name="T4" fmla="*/ 14 w 14"/>
                  <a:gd name="T5" fmla="*/ 50 h 50"/>
                  <a:gd name="T6" fmla="*/ 9 w 14"/>
                  <a:gd name="T7" fmla="*/ 50 h 50"/>
                  <a:gd name="T8" fmla="*/ 9 w 14"/>
                  <a:gd name="T9" fmla="*/ 5 h 50"/>
                  <a:gd name="T10" fmla="*/ 0 w 14"/>
                  <a:gd name="T11" fmla="*/ 5 h 50"/>
                  <a:gd name="T12" fmla="*/ 4 w 1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0">
                    <a:moveTo>
                      <a:pt x="4" y="0"/>
                    </a:moveTo>
                    <a:lnTo>
                      <a:pt x="14" y="0"/>
                    </a:lnTo>
                    <a:lnTo>
                      <a:pt x="14" y="50"/>
                    </a:lnTo>
                    <a:lnTo>
                      <a:pt x="9" y="50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0" name="Freeform 299"/>
              <p:cNvSpPr>
                <a:spLocks noEditPoints="1"/>
              </p:cNvSpPr>
              <p:nvPr userDrawn="1"/>
            </p:nvSpPr>
            <p:spPr bwMode="auto">
              <a:xfrm>
                <a:off x="1626" y="1682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1" name="Freeform 300"/>
              <p:cNvSpPr>
                <a:spLocks noEditPoints="1"/>
              </p:cNvSpPr>
              <p:nvPr userDrawn="1"/>
            </p:nvSpPr>
            <p:spPr bwMode="auto">
              <a:xfrm>
                <a:off x="1626" y="1752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2" name="Freeform 301"/>
              <p:cNvSpPr>
                <a:spLocks noEditPoints="1"/>
              </p:cNvSpPr>
              <p:nvPr userDrawn="1"/>
            </p:nvSpPr>
            <p:spPr bwMode="auto">
              <a:xfrm>
                <a:off x="1639" y="2313"/>
                <a:ext cx="34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3" name="Freeform 302"/>
              <p:cNvSpPr>
                <a:spLocks/>
              </p:cNvSpPr>
              <p:nvPr userDrawn="1"/>
            </p:nvSpPr>
            <p:spPr bwMode="auto">
              <a:xfrm>
                <a:off x="1646" y="2385"/>
                <a:ext cx="14" cy="49"/>
              </a:xfrm>
              <a:custGeom>
                <a:avLst/>
                <a:gdLst>
                  <a:gd name="T0" fmla="*/ 4 w 14"/>
                  <a:gd name="T1" fmla="*/ 0 h 49"/>
                  <a:gd name="T2" fmla="*/ 14 w 14"/>
                  <a:gd name="T3" fmla="*/ 0 h 49"/>
                  <a:gd name="T4" fmla="*/ 14 w 14"/>
                  <a:gd name="T5" fmla="*/ 49 h 49"/>
                  <a:gd name="T6" fmla="*/ 9 w 14"/>
                  <a:gd name="T7" fmla="*/ 49 h 49"/>
                  <a:gd name="T8" fmla="*/ 9 w 14"/>
                  <a:gd name="T9" fmla="*/ 5 h 49"/>
                  <a:gd name="T10" fmla="*/ 0 w 14"/>
                  <a:gd name="T11" fmla="*/ 5 h 49"/>
                  <a:gd name="T12" fmla="*/ 4 w 14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9">
                    <a:moveTo>
                      <a:pt x="4" y="0"/>
                    </a:moveTo>
                    <a:lnTo>
                      <a:pt x="14" y="0"/>
                    </a:lnTo>
                    <a:lnTo>
                      <a:pt x="14" y="49"/>
                    </a:lnTo>
                    <a:lnTo>
                      <a:pt x="9" y="49"/>
                    </a:lnTo>
                    <a:lnTo>
                      <a:pt x="9" y="5"/>
                    </a:lnTo>
                    <a:lnTo>
                      <a:pt x="0" y="5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4" name="Freeform 303"/>
              <p:cNvSpPr>
                <a:spLocks noEditPoints="1"/>
              </p:cNvSpPr>
              <p:nvPr userDrawn="1"/>
            </p:nvSpPr>
            <p:spPr bwMode="auto">
              <a:xfrm>
                <a:off x="1639" y="2453"/>
                <a:ext cx="34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5" name="Freeform 304"/>
              <p:cNvSpPr>
                <a:spLocks/>
              </p:cNvSpPr>
              <p:nvPr userDrawn="1"/>
            </p:nvSpPr>
            <p:spPr bwMode="auto">
              <a:xfrm>
                <a:off x="1646" y="2525"/>
                <a:ext cx="14" cy="48"/>
              </a:xfrm>
              <a:custGeom>
                <a:avLst/>
                <a:gdLst>
                  <a:gd name="T0" fmla="*/ 9 w 14"/>
                  <a:gd name="T1" fmla="*/ 48 h 48"/>
                  <a:gd name="T2" fmla="*/ 14 w 14"/>
                  <a:gd name="T3" fmla="*/ 48 h 48"/>
                  <a:gd name="T4" fmla="*/ 14 w 14"/>
                  <a:gd name="T5" fmla="*/ 0 h 48"/>
                  <a:gd name="T6" fmla="*/ 4 w 14"/>
                  <a:gd name="T7" fmla="*/ 0 h 48"/>
                  <a:gd name="T8" fmla="*/ 0 w 14"/>
                  <a:gd name="T9" fmla="*/ 5 h 48"/>
                  <a:gd name="T10" fmla="*/ 9 w 14"/>
                  <a:gd name="T11" fmla="*/ 5 h 48"/>
                  <a:gd name="T12" fmla="*/ 9 w 14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48">
                    <a:moveTo>
                      <a:pt x="9" y="48"/>
                    </a:moveTo>
                    <a:lnTo>
                      <a:pt x="14" y="48"/>
                    </a:lnTo>
                    <a:lnTo>
                      <a:pt x="14" y="0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9" y="5"/>
                    </a:lnTo>
                    <a:lnTo>
                      <a:pt x="9" y="48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6" name="Freeform 305"/>
              <p:cNvSpPr>
                <a:spLocks/>
              </p:cNvSpPr>
              <p:nvPr userDrawn="1"/>
            </p:nvSpPr>
            <p:spPr bwMode="auto">
              <a:xfrm>
                <a:off x="881" y="2224"/>
                <a:ext cx="14" cy="53"/>
              </a:xfrm>
              <a:custGeom>
                <a:avLst/>
                <a:gdLst>
                  <a:gd name="T0" fmla="*/ 3 w 14"/>
                  <a:gd name="T1" fmla="*/ 0 h 53"/>
                  <a:gd name="T2" fmla="*/ 14 w 14"/>
                  <a:gd name="T3" fmla="*/ 0 h 53"/>
                  <a:gd name="T4" fmla="*/ 14 w 14"/>
                  <a:gd name="T5" fmla="*/ 53 h 53"/>
                  <a:gd name="T6" fmla="*/ 9 w 14"/>
                  <a:gd name="T7" fmla="*/ 53 h 53"/>
                  <a:gd name="T8" fmla="*/ 9 w 14"/>
                  <a:gd name="T9" fmla="*/ 6 h 53"/>
                  <a:gd name="T10" fmla="*/ 0 w 14"/>
                  <a:gd name="T11" fmla="*/ 6 h 53"/>
                  <a:gd name="T12" fmla="*/ 3 w 14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3">
                    <a:moveTo>
                      <a:pt x="3" y="0"/>
                    </a:moveTo>
                    <a:lnTo>
                      <a:pt x="14" y="0"/>
                    </a:lnTo>
                    <a:lnTo>
                      <a:pt x="14" y="53"/>
                    </a:lnTo>
                    <a:lnTo>
                      <a:pt x="9" y="53"/>
                    </a:lnTo>
                    <a:lnTo>
                      <a:pt x="9" y="6"/>
                    </a:lnTo>
                    <a:lnTo>
                      <a:pt x="0" y="6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7" name="Freeform 306"/>
              <p:cNvSpPr>
                <a:spLocks noEditPoints="1"/>
              </p:cNvSpPr>
              <p:nvPr userDrawn="1"/>
            </p:nvSpPr>
            <p:spPr bwMode="auto">
              <a:xfrm>
                <a:off x="873" y="2297"/>
                <a:ext cx="35" cy="56"/>
              </a:xfrm>
              <a:custGeom>
                <a:avLst/>
                <a:gdLst>
                  <a:gd name="T0" fmla="*/ 0 w 29"/>
                  <a:gd name="T1" fmla="*/ 22 h 45"/>
                  <a:gd name="T2" fmla="*/ 2 w 29"/>
                  <a:gd name="T3" fmla="*/ 9 h 45"/>
                  <a:gd name="T4" fmla="*/ 7 w 29"/>
                  <a:gd name="T5" fmla="*/ 2 h 45"/>
                  <a:gd name="T6" fmla="*/ 15 w 29"/>
                  <a:gd name="T7" fmla="*/ 0 h 45"/>
                  <a:gd name="T8" fmla="*/ 22 w 29"/>
                  <a:gd name="T9" fmla="*/ 2 h 45"/>
                  <a:gd name="T10" fmla="*/ 28 w 29"/>
                  <a:gd name="T11" fmla="*/ 9 h 45"/>
                  <a:gd name="T12" fmla="*/ 29 w 29"/>
                  <a:gd name="T13" fmla="*/ 22 h 45"/>
                  <a:gd name="T14" fmla="*/ 28 w 29"/>
                  <a:gd name="T15" fmla="*/ 35 h 45"/>
                  <a:gd name="T16" fmla="*/ 22 w 29"/>
                  <a:gd name="T17" fmla="*/ 42 h 45"/>
                  <a:gd name="T18" fmla="*/ 15 w 29"/>
                  <a:gd name="T19" fmla="*/ 45 h 45"/>
                  <a:gd name="T20" fmla="*/ 7 w 29"/>
                  <a:gd name="T21" fmla="*/ 42 h 45"/>
                  <a:gd name="T22" fmla="*/ 2 w 29"/>
                  <a:gd name="T23" fmla="*/ 35 h 45"/>
                  <a:gd name="T24" fmla="*/ 0 w 29"/>
                  <a:gd name="T25" fmla="*/ 22 h 45"/>
                  <a:gd name="T26" fmla="*/ 4 w 29"/>
                  <a:gd name="T27" fmla="*/ 22 h 45"/>
                  <a:gd name="T28" fmla="*/ 6 w 29"/>
                  <a:gd name="T29" fmla="*/ 33 h 45"/>
                  <a:gd name="T30" fmla="*/ 9 w 29"/>
                  <a:gd name="T31" fmla="*/ 39 h 45"/>
                  <a:gd name="T32" fmla="*/ 15 w 29"/>
                  <a:gd name="T33" fmla="*/ 41 h 45"/>
                  <a:gd name="T34" fmla="*/ 20 w 29"/>
                  <a:gd name="T35" fmla="*/ 39 h 45"/>
                  <a:gd name="T36" fmla="*/ 24 w 29"/>
                  <a:gd name="T37" fmla="*/ 33 h 45"/>
                  <a:gd name="T38" fmla="*/ 25 w 29"/>
                  <a:gd name="T39" fmla="*/ 22 h 45"/>
                  <a:gd name="T40" fmla="*/ 24 w 29"/>
                  <a:gd name="T41" fmla="*/ 12 h 45"/>
                  <a:gd name="T42" fmla="*/ 20 w 29"/>
                  <a:gd name="T43" fmla="*/ 6 h 45"/>
                  <a:gd name="T44" fmla="*/ 15 w 29"/>
                  <a:gd name="T45" fmla="*/ 4 h 45"/>
                  <a:gd name="T46" fmla="*/ 9 w 29"/>
                  <a:gd name="T47" fmla="*/ 6 h 45"/>
                  <a:gd name="T48" fmla="*/ 6 w 29"/>
                  <a:gd name="T49" fmla="*/ 11 h 45"/>
                  <a:gd name="T50" fmla="*/ 4 w 29"/>
                  <a:gd name="T51" fmla="*/ 2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9" h="45">
                    <a:moveTo>
                      <a:pt x="0" y="22"/>
                    </a:moveTo>
                    <a:cubicBezTo>
                      <a:pt x="0" y="17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2" y="0"/>
                      <a:pt x="15" y="0"/>
                    </a:cubicBezTo>
                    <a:cubicBezTo>
                      <a:pt x="17" y="0"/>
                      <a:pt x="20" y="1"/>
                      <a:pt x="22" y="2"/>
                    </a:cubicBezTo>
                    <a:cubicBezTo>
                      <a:pt x="24" y="4"/>
                      <a:pt x="26" y="6"/>
                      <a:pt x="28" y="9"/>
                    </a:cubicBezTo>
                    <a:cubicBezTo>
                      <a:pt x="29" y="13"/>
                      <a:pt x="29" y="17"/>
                      <a:pt x="29" y="22"/>
                    </a:cubicBezTo>
                    <a:cubicBezTo>
                      <a:pt x="29" y="28"/>
                      <a:pt x="29" y="32"/>
                      <a:pt x="28" y="35"/>
                    </a:cubicBezTo>
                    <a:cubicBezTo>
                      <a:pt x="26" y="38"/>
                      <a:pt x="24" y="41"/>
                      <a:pt x="22" y="42"/>
                    </a:cubicBezTo>
                    <a:cubicBezTo>
                      <a:pt x="20" y="44"/>
                      <a:pt x="17" y="45"/>
                      <a:pt x="15" y="45"/>
                    </a:cubicBezTo>
                    <a:cubicBezTo>
                      <a:pt x="12" y="45"/>
                      <a:pt x="10" y="44"/>
                      <a:pt x="7" y="42"/>
                    </a:cubicBezTo>
                    <a:cubicBezTo>
                      <a:pt x="5" y="41"/>
                      <a:pt x="3" y="38"/>
                      <a:pt x="2" y="35"/>
                    </a:cubicBezTo>
                    <a:cubicBezTo>
                      <a:pt x="1" y="32"/>
                      <a:pt x="0" y="28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7"/>
                      <a:pt x="5" y="31"/>
                      <a:pt x="6" y="33"/>
                    </a:cubicBezTo>
                    <a:cubicBezTo>
                      <a:pt x="7" y="36"/>
                      <a:pt x="8" y="38"/>
                      <a:pt x="9" y="39"/>
                    </a:cubicBezTo>
                    <a:cubicBezTo>
                      <a:pt x="11" y="40"/>
                      <a:pt x="13" y="41"/>
                      <a:pt x="15" y="41"/>
                    </a:cubicBezTo>
                    <a:cubicBezTo>
                      <a:pt x="17" y="41"/>
                      <a:pt x="18" y="40"/>
                      <a:pt x="20" y="39"/>
                    </a:cubicBezTo>
                    <a:cubicBezTo>
                      <a:pt x="22" y="38"/>
                      <a:pt x="23" y="36"/>
                      <a:pt x="24" y="33"/>
                    </a:cubicBezTo>
                    <a:cubicBezTo>
                      <a:pt x="25" y="30"/>
                      <a:pt x="25" y="27"/>
                      <a:pt x="25" y="22"/>
                    </a:cubicBezTo>
                    <a:cubicBezTo>
                      <a:pt x="25" y="18"/>
                      <a:pt x="25" y="14"/>
                      <a:pt x="24" y="12"/>
                    </a:cubicBezTo>
                    <a:cubicBezTo>
                      <a:pt x="23" y="9"/>
                      <a:pt x="22" y="7"/>
                      <a:pt x="20" y="6"/>
                    </a:cubicBezTo>
                    <a:cubicBezTo>
                      <a:pt x="18" y="4"/>
                      <a:pt x="17" y="4"/>
                      <a:pt x="15" y="4"/>
                    </a:cubicBezTo>
                    <a:cubicBezTo>
                      <a:pt x="13" y="4"/>
                      <a:pt x="11" y="4"/>
                      <a:pt x="9" y="6"/>
                    </a:cubicBezTo>
                    <a:cubicBezTo>
                      <a:pt x="8" y="7"/>
                      <a:pt x="7" y="9"/>
                      <a:pt x="6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8" name="Freeform 307"/>
              <p:cNvSpPr>
                <a:spLocks noEditPoints="1"/>
              </p:cNvSpPr>
              <p:nvPr userDrawn="1"/>
            </p:nvSpPr>
            <p:spPr bwMode="auto">
              <a:xfrm>
                <a:off x="873" y="2370"/>
                <a:ext cx="35" cy="56"/>
              </a:xfrm>
              <a:custGeom>
                <a:avLst/>
                <a:gdLst>
                  <a:gd name="T0" fmla="*/ 0 w 29"/>
                  <a:gd name="T1" fmla="*/ 23 h 45"/>
                  <a:gd name="T2" fmla="*/ 2 w 29"/>
                  <a:gd name="T3" fmla="*/ 10 h 45"/>
                  <a:gd name="T4" fmla="*/ 7 w 29"/>
                  <a:gd name="T5" fmla="*/ 3 h 45"/>
                  <a:gd name="T6" fmla="*/ 15 w 29"/>
                  <a:gd name="T7" fmla="*/ 0 h 45"/>
                  <a:gd name="T8" fmla="*/ 22 w 29"/>
                  <a:gd name="T9" fmla="*/ 3 h 45"/>
                  <a:gd name="T10" fmla="*/ 28 w 29"/>
                  <a:gd name="T11" fmla="*/ 10 h 45"/>
                  <a:gd name="T12" fmla="*/ 29 w 29"/>
                  <a:gd name="T13" fmla="*/ 23 h 45"/>
                  <a:gd name="T14" fmla="*/ 28 w 29"/>
                  <a:gd name="T15" fmla="*/ 35 h 45"/>
                  <a:gd name="T16" fmla="*/ 22 w 29"/>
                  <a:gd name="T17" fmla="*/ 43 h 45"/>
                  <a:gd name="T18" fmla="*/ 15 w 29"/>
                  <a:gd name="T19" fmla="*/ 45 h 45"/>
                  <a:gd name="T20" fmla="*/ 7 w 29"/>
                  <a:gd name="T21" fmla="*/ 43 h 45"/>
                  <a:gd name="T22" fmla="*/ 2 w 29"/>
                  <a:gd name="T23" fmla="*/ 36 h 45"/>
                  <a:gd name="T24" fmla="*/ 0 w 29"/>
                  <a:gd name="T25" fmla="*/ 23 h 45"/>
                  <a:gd name="T26" fmla="*/ 4 w 29"/>
                  <a:gd name="T27" fmla="*/ 23 h 45"/>
                  <a:gd name="T28" fmla="*/ 6 w 29"/>
                  <a:gd name="T29" fmla="*/ 34 h 45"/>
                  <a:gd name="T30" fmla="*/ 9 w 29"/>
                  <a:gd name="T31" fmla="*/ 39 h 45"/>
                  <a:gd name="T32" fmla="*/ 15 w 29"/>
                  <a:gd name="T33" fmla="*/ 41 h 45"/>
                  <a:gd name="T34" fmla="*/ 20 w 29"/>
                  <a:gd name="T35" fmla="*/ 39 h 45"/>
                  <a:gd name="T36" fmla="*/ 24 w 29"/>
                  <a:gd name="T37" fmla="*/ 34 h 45"/>
                  <a:gd name="T38" fmla="*/ 25 w 29"/>
                  <a:gd name="T39" fmla="*/ 23 h 45"/>
                  <a:gd name="T40" fmla="*/ 24 w 29"/>
                  <a:gd name="T41" fmla="*/ 12 h 45"/>
                  <a:gd name="T42" fmla="*/ 20 w 29"/>
                  <a:gd name="T43" fmla="*/ 6 h 45"/>
                  <a:gd name="T44" fmla="*/ 15 w 29"/>
                  <a:gd name="T45" fmla="*/ 4 h 45"/>
                  <a:gd name="T46" fmla="*/ 9 w 29"/>
                  <a:gd name="T47" fmla="*/ 6 h 45"/>
                  <a:gd name="T48" fmla="*/ 6 w 29"/>
                  <a:gd name="T49" fmla="*/ 12 h 45"/>
                  <a:gd name="T50" fmla="*/ 4 w 29"/>
                  <a:gd name="T51" fmla="*/ 2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9" h="45">
                    <a:moveTo>
                      <a:pt x="0" y="23"/>
                    </a:moveTo>
                    <a:cubicBezTo>
                      <a:pt x="0" y="17"/>
                      <a:pt x="1" y="13"/>
                      <a:pt x="2" y="10"/>
                    </a:cubicBezTo>
                    <a:cubicBezTo>
                      <a:pt x="3" y="7"/>
                      <a:pt x="5" y="4"/>
                      <a:pt x="7" y="3"/>
                    </a:cubicBezTo>
                    <a:cubicBezTo>
                      <a:pt x="9" y="1"/>
                      <a:pt x="12" y="0"/>
                      <a:pt x="15" y="0"/>
                    </a:cubicBezTo>
                    <a:cubicBezTo>
                      <a:pt x="17" y="0"/>
                      <a:pt x="20" y="1"/>
                      <a:pt x="22" y="3"/>
                    </a:cubicBezTo>
                    <a:cubicBezTo>
                      <a:pt x="24" y="4"/>
                      <a:pt x="26" y="7"/>
                      <a:pt x="28" y="10"/>
                    </a:cubicBezTo>
                    <a:cubicBezTo>
                      <a:pt x="29" y="13"/>
                      <a:pt x="29" y="17"/>
                      <a:pt x="29" y="23"/>
                    </a:cubicBezTo>
                    <a:cubicBezTo>
                      <a:pt x="29" y="28"/>
                      <a:pt x="29" y="32"/>
                      <a:pt x="28" y="35"/>
                    </a:cubicBezTo>
                    <a:cubicBezTo>
                      <a:pt x="26" y="39"/>
                      <a:pt x="24" y="41"/>
                      <a:pt x="22" y="43"/>
                    </a:cubicBezTo>
                    <a:cubicBezTo>
                      <a:pt x="20" y="44"/>
                      <a:pt x="17" y="45"/>
                      <a:pt x="15" y="45"/>
                    </a:cubicBezTo>
                    <a:cubicBezTo>
                      <a:pt x="12" y="45"/>
                      <a:pt x="10" y="44"/>
                      <a:pt x="7" y="43"/>
                    </a:cubicBezTo>
                    <a:cubicBezTo>
                      <a:pt x="5" y="41"/>
                      <a:pt x="3" y="39"/>
                      <a:pt x="2" y="36"/>
                    </a:cubicBezTo>
                    <a:cubicBezTo>
                      <a:pt x="1" y="33"/>
                      <a:pt x="0" y="28"/>
                      <a:pt x="0" y="23"/>
                    </a:cubicBezTo>
                    <a:close/>
                    <a:moveTo>
                      <a:pt x="4" y="23"/>
                    </a:moveTo>
                    <a:cubicBezTo>
                      <a:pt x="4" y="28"/>
                      <a:pt x="5" y="31"/>
                      <a:pt x="6" y="34"/>
                    </a:cubicBezTo>
                    <a:cubicBezTo>
                      <a:pt x="7" y="36"/>
                      <a:pt x="8" y="38"/>
                      <a:pt x="9" y="39"/>
                    </a:cubicBezTo>
                    <a:cubicBezTo>
                      <a:pt x="11" y="41"/>
                      <a:pt x="13" y="41"/>
                      <a:pt x="15" y="41"/>
                    </a:cubicBezTo>
                    <a:cubicBezTo>
                      <a:pt x="17" y="41"/>
                      <a:pt x="18" y="41"/>
                      <a:pt x="20" y="39"/>
                    </a:cubicBezTo>
                    <a:cubicBezTo>
                      <a:pt x="22" y="38"/>
                      <a:pt x="23" y="36"/>
                      <a:pt x="24" y="34"/>
                    </a:cubicBezTo>
                    <a:cubicBezTo>
                      <a:pt x="25" y="31"/>
                      <a:pt x="25" y="27"/>
                      <a:pt x="25" y="23"/>
                    </a:cubicBezTo>
                    <a:cubicBezTo>
                      <a:pt x="25" y="18"/>
                      <a:pt x="25" y="15"/>
                      <a:pt x="24" y="12"/>
                    </a:cubicBezTo>
                    <a:cubicBezTo>
                      <a:pt x="23" y="9"/>
                      <a:pt x="22" y="7"/>
                      <a:pt x="20" y="6"/>
                    </a:cubicBezTo>
                    <a:cubicBezTo>
                      <a:pt x="18" y="5"/>
                      <a:pt x="17" y="4"/>
                      <a:pt x="15" y="4"/>
                    </a:cubicBezTo>
                    <a:cubicBezTo>
                      <a:pt x="13" y="4"/>
                      <a:pt x="11" y="5"/>
                      <a:pt x="9" y="6"/>
                    </a:cubicBezTo>
                    <a:cubicBezTo>
                      <a:pt x="8" y="7"/>
                      <a:pt x="7" y="9"/>
                      <a:pt x="6" y="12"/>
                    </a:cubicBezTo>
                    <a:cubicBezTo>
                      <a:pt x="5" y="14"/>
                      <a:pt x="4" y="18"/>
                      <a:pt x="4" y="23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69" name="Freeform 308"/>
              <p:cNvSpPr>
                <a:spLocks/>
              </p:cNvSpPr>
              <p:nvPr userDrawn="1"/>
            </p:nvSpPr>
            <p:spPr bwMode="auto">
              <a:xfrm>
                <a:off x="881" y="2446"/>
                <a:ext cx="14" cy="51"/>
              </a:xfrm>
              <a:custGeom>
                <a:avLst/>
                <a:gdLst>
                  <a:gd name="T0" fmla="*/ 3 w 14"/>
                  <a:gd name="T1" fmla="*/ 0 h 51"/>
                  <a:gd name="T2" fmla="*/ 14 w 14"/>
                  <a:gd name="T3" fmla="*/ 0 h 51"/>
                  <a:gd name="T4" fmla="*/ 14 w 14"/>
                  <a:gd name="T5" fmla="*/ 51 h 51"/>
                  <a:gd name="T6" fmla="*/ 9 w 14"/>
                  <a:gd name="T7" fmla="*/ 51 h 51"/>
                  <a:gd name="T8" fmla="*/ 9 w 14"/>
                  <a:gd name="T9" fmla="*/ 4 h 51"/>
                  <a:gd name="T10" fmla="*/ 0 w 14"/>
                  <a:gd name="T11" fmla="*/ 4 h 51"/>
                  <a:gd name="T12" fmla="*/ 3 w 14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" h="51">
                    <a:moveTo>
                      <a:pt x="3" y="0"/>
                    </a:moveTo>
                    <a:lnTo>
                      <a:pt x="14" y="0"/>
                    </a:lnTo>
                    <a:lnTo>
                      <a:pt x="14" y="51"/>
                    </a:lnTo>
                    <a:lnTo>
                      <a:pt x="9" y="51"/>
                    </a:lnTo>
                    <a:lnTo>
                      <a:pt x="9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0" name="Freeform 309"/>
              <p:cNvSpPr>
                <a:spLocks/>
              </p:cNvSpPr>
              <p:nvPr userDrawn="1"/>
            </p:nvSpPr>
            <p:spPr bwMode="auto">
              <a:xfrm>
                <a:off x="2379" y="1496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1" name="Freeform 310"/>
              <p:cNvSpPr>
                <a:spLocks/>
              </p:cNvSpPr>
              <p:nvPr userDrawn="1"/>
            </p:nvSpPr>
            <p:spPr bwMode="auto">
              <a:xfrm>
                <a:off x="2272" y="625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2" name="Freeform 311"/>
              <p:cNvSpPr>
                <a:spLocks noEditPoints="1"/>
              </p:cNvSpPr>
              <p:nvPr userDrawn="1"/>
            </p:nvSpPr>
            <p:spPr bwMode="auto">
              <a:xfrm>
                <a:off x="2371" y="156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3" name="Freeform 312"/>
              <p:cNvSpPr>
                <a:spLocks noEditPoints="1"/>
              </p:cNvSpPr>
              <p:nvPr userDrawn="1"/>
            </p:nvSpPr>
            <p:spPr bwMode="auto">
              <a:xfrm>
                <a:off x="2371" y="163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4" name="Freeform 313"/>
              <p:cNvSpPr>
                <a:spLocks noEditPoints="1"/>
              </p:cNvSpPr>
              <p:nvPr userDrawn="1"/>
            </p:nvSpPr>
            <p:spPr bwMode="auto">
              <a:xfrm>
                <a:off x="2538" y="1244"/>
                <a:ext cx="34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0 w 27"/>
                  <a:gd name="T9" fmla="*/ 2 h 42"/>
                  <a:gd name="T10" fmla="*/ 25 w 27"/>
                  <a:gd name="T11" fmla="*/ 9 h 42"/>
                  <a:gd name="T12" fmla="*/ 27 w 27"/>
                  <a:gd name="T13" fmla="*/ 21 h 42"/>
                  <a:gd name="T14" fmla="*/ 25 w 27"/>
                  <a:gd name="T15" fmla="*/ 33 h 42"/>
                  <a:gd name="T16" fmla="*/ 20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3 h 42"/>
                  <a:gd name="T24" fmla="*/ 0 w 27"/>
                  <a:gd name="T25" fmla="*/ 21 h 42"/>
                  <a:gd name="T26" fmla="*/ 3 w 27"/>
                  <a:gd name="T27" fmla="*/ 21 h 42"/>
                  <a:gd name="T28" fmla="*/ 5 w 27"/>
                  <a:gd name="T29" fmla="*/ 31 h 42"/>
                  <a:gd name="T30" fmla="*/ 8 w 27"/>
                  <a:gd name="T31" fmla="*/ 37 h 42"/>
                  <a:gd name="T32" fmla="*/ 13 w 27"/>
                  <a:gd name="T33" fmla="*/ 39 h 42"/>
                  <a:gd name="T34" fmla="*/ 18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8 w 27"/>
                  <a:gd name="T43" fmla="*/ 5 h 42"/>
                  <a:gd name="T44" fmla="*/ 13 w 27"/>
                  <a:gd name="T45" fmla="*/ 3 h 42"/>
                  <a:gd name="T46" fmla="*/ 8 w 27"/>
                  <a:gd name="T47" fmla="*/ 5 h 42"/>
                  <a:gd name="T48" fmla="*/ 5 w 27"/>
                  <a:gd name="T49" fmla="*/ 11 h 42"/>
                  <a:gd name="T50" fmla="*/ 3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1"/>
                      <a:pt x="1" y="9"/>
                    </a:cubicBezTo>
                    <a:cubicBezTo>
                      <a:pt x="2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0" y="2"/>
                    </a:cubicBezTo>
                    <a:cubicBezTo>
                      <a:pt x="23" y="3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5" y="33"/>
                    </a:cubicBezTo>
                    <a:cubicBezTo>
                      <a:pt x="24" y="36"/>
                      <a:pt x="23" y="39"/>
                      <a:pt x="20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2" y="36"/>
                      <a:pt x="1" y="33"/>
                    </a:cubicBezTo>
                    <a:cubicBezTo>
                      <a:pt x="0" y="30"/>
                      <a:pt x="0" y="26"/>
                      <a:pt x="0" y="21"/>
                    </a:cubicBezTo>
                    <a:close/>
                    <a:moveTo>
                      <a:pt x="3" y="21"/>
                    </a:moveTo>
                    <a:cubicBezTo>
                      <a:pt x="3" y="26"/>
                      <a:pt x="4" y="29"/>
                      <a:pt x="5" y="31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6"/>
                      <a:pt x="18" y="5"/>
                    </a:cubicBezTo>
                    <a:cubicBezTo>
                      <a:pt x="17" y="4"/>
                      <a:pt x="15" y="3"/>
                      <a:pt x="13" y="3"/>
                    </a:cubicBezTo>
                    <a:cubicBezTo>
                      <a:pt x="12" y="3"/>
                      <a:pt x="10" y="4"/>
                      <a:pt x="8" y="5"/>
                    </a:cubicBezTo>
                    <a:cubicBezTo>
                      <a:pt x="7" y="6"/>
                      <a:pt x="5" y="8"/>
                      <a:pt x="5" y="11"/>
                    </a:cubicBezTo>
                    <a:cubicBezTo>
                      <a:pt x="4" y="13"/>
                      <a:pt x="3" y="16"/>
                      <a:pt x="3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5" name="Freeform 314"/>
              <p:cNvSpPr>
                <a:spLocks/>
              </p:cNvSpPr>
              <p:nvPr userDrawn="1"/>
            </p:nvSpPr>
            <p:spPr bwMode="auto">
              <a:xfrm>
                <a:off x="2379" y="1707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6" name="Freeform 315"/>
              <p:cNvSpPr>
                <a:spLocks/>
              </p:cNvSpPr>
              <p:nvPr userDrawn="1"/>
            </p:nvSpPr>
            <p:spPr bwMode="auto">
              <a:xfrm>
                <a:off x="2379" y="1776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7" name="Freeform 316"/>
              <p:cNvSpPr>
                <a:spLocks noEditPoints="1"/>
              </p:cNvSpPr>
              <p:nvPr userDrawn="1"/>
            </p:nvSpPr>
            <p:spPr bwMode="auto">
              <a:xfrm>
                <a:off x="1793" y="2562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6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6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2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1"/>
                    </a:cubicBezTo>
                    <a:cubicBezTo>
                      <a:pt x="28" y="26"/>
                      <a:pt x="28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2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6" y="31"/>
                    </a:cubicBezTo>
                    <a:cubicBezTo>
                      <a:pt x="6" y="34"/>
                      <a:pt x="8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8" y="6"/>
                      <a:pt x="6" y="8"/>
                      <a:pt x="6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8" name="Freeform 317"/>
              <p:cNvSpPr>
                <a:spLocks noEditPoints="1"/>
              </p:cNvSpPr>
              <p:nvPr userDrawn="1"/>
            </p:nvSpPr>
            <p:spPr bwMode="auto">
              <a:xfrm>
                <a:off x="1793" y="2631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6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6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2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8" y="12"/>
                      <a:pt x="28" y="16"/>
                      <a:pt x="28" y="22"/>
                    </a:cubicBezTo>
                    <a:cubicBezTo>
                      <a:pt x="28" y="27"/>
                      <a:pt x="28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2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6" y="32"/>
                    </a:cubicBezTo>
                    <a:cubicBezTo>
                      <a:pt x="6" y="34"/>
                      <a:pt x="8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8" y="7"/>
                      <a:pt x="6" y="9"/>
                      <a:pt x="6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79" name="Freeform 318"/>
              <p:cNvSpPr>
                <a:spLocks/>
              </p:cNvSpPr>
              <p:nvPr userDrawn="1"/>
            </p:nvSpPr>
            <p:spPr bwMode="auto">
              <a:xfrm>
                <a:off x="1802" y="2703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0" name="Freeform 319"/>
              <p:cNvSpPr>
                <a:spLocks/>
              </p:cNvSpPr>
              <p:nvPr userDrawn="1"/>
            </p:nvSpPr>
            <p:spPr bwMode="auto">
              <a:xfrm>
                <a:off x="1802" y="2774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4 h 49"/>
                  <a:gd name="T10" fmla="*/ 0 w 12"/>
                  <a:gd name="T11" fmla="*/ 4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1" name="Freeform 320"/>
              <p:cNvSpPr>
                <a:spLocks/>
              </p:cNvSpPr>
              <p:nvPr userDrawn="1"/>
            </p:nvSpPr>
            <p:spPr bwMode="auto">
              <a:xfrm>
                <a:off x="1802" y="2843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2" name="Freeform 321"/>
              <p:cNvSpPr>
                <a:spLocks noEditPoints="1"/>
              </p:cNvSpPr>
              <p:nvPr userDrawn="1"/>
            </p:nvSpPr>
            <p:spPr bwMode="auto">
              <a:xfrm>
                <a:off x="2371" y="1834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3" name="Freeform 322"/>
              <p:cNvSpPr>
                <a:spLocks/>
              </p:cNvSpPr>
              <p:nvPr userDrawn="1"/>
            </p:nvSpPr>
            <p:spPr bwMode="auto">
              <a:xfrm>
                <a:off x="2379" y="1906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4" name="Freeform 323"/>
              <p:cNvSpPr>
                <a:spLocks/>
              </p:cNvSpPr>
              <p:nvPr userDrawn="1"/>
            </p:nvSpPr>
            <p:spPr bwMode="auto">
              <a:xfrm>
                <a:off x="2379" y="1975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5" name="Freeform 324"/>
              <p:cNvSpPr>
                <a:spLocks noEditPoints="1"/>
              </p:cNvSpPr>
              <p:nvPr userDrawn="1"/>
            </p:nvSpPr>
            <p:spPr bwMode="auto">
              <a:xfrm>
                <a:off x="2371" y="2044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6" name="Freeform 325"/>
              <p:cNvSpPr>
                <a:spLocks/>
              </p:cNvSpPr>
              <p:nvPr userDrawn="1"/>
            </p:nvSpPr>
            <p:spPr bwMode="auto">
              <a:xfrm>
                <a:off x="2379" y="2116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7" name="Freeform 326"/>
              <p:cNvSpPr>
                <a:spLocks noEditPoints="1"/>
              </p:cNvSpPr>
              <p:nvPr userDrawn="1"/>
            </p:nvSpPr>
            <p:spPr bwMode="auto">
              <a:xfrm>
                <a:off x="2371" y="2184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7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7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8" name="Freeform 327"/>
              <p:cNvSpPr>
                <a:spLocks noEditPoints="1"/>
              </p:cNvSpPr>
              <p:nvPr userDrawn="1"/>
            </p:nvSpPr>
            <p:spPr bwMode="auto">
              <a:xfrm>
                <a:off x="2371" y="2255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6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89" name="Freeform 328"/>
              <p:cNvSpPr>
                <a:spLocks noEditPoints="1"/>
              </p:cNvSpPr>
              <p:nvPr userDrawn="1"/>
            </p:nvSpPr>
            <p:spPr bwMode="auto">
              <a:xfrm>
                <a:off x="2371" y="2325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6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9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0" name="Freeform 329"/>
              <p:cNvSpPr>
                <a:spLocks/>
              </p:cNvSpPr>
              <p:nvPr userDrawn="1"/>
            </p:nvSpPr>
            <p:spPr bwMode="auto">
              <a:xfrm>
                <a:off x="2379" y="2396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1" name="Freeform 330"/>
              <p:cNvSpPr>
                <a:spLocks/>
              </p:cNvSpPr>
              <p:nvPr userDrawn="1"/>
            </p:nvSpPr>
            <p:spPr bwMode="auto">
              <a:xfrm>
                <a:off x="2379" y="2467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2" name="Freeform 331"/>
              <p:cNvSpPr>
                <a:spLocks noEditPoints="1"/>
              </p:cNvSpPr>
              <p:nvPr userDrawn="1"/>
            </p:nvSpPr>
            <p:spPr bwMode="auto">
              <a:xfrm>
                <a:off x="2371" y="2536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6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2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4" y="39"/>
                      <a:pt x="3" y="36"/>
                      <a:pt x="2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2" y="8"/>
                      <a:pt x="20" y="7"/>
                      <a:pt x="19" y="5"/>
                    </a:cubicBezTo>
                    <a:cubicBezTo>
                      <a:pt x="17" y="4"/>
                      <a:pt x="15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3" name="Freeform 332"/>
              <p:cNvSpPr>
                <a:spLocks noEditPoints="1"/>
              </p:cNvSpPr>
              <p:nvPr userDrawn="1"/>
            </p:nvSpPr>
            <p:spPr bwMode="auto">
              <a:xfrm>
                <a:off x="2371" y="2605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6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10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2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0" y="12"/>
                      <a:pt x="2" y="9"/>
                    </a:cubicBezTo>
                    <a:cubicBezTo>
                      <a:pt x="3" y="6"/>
                      <a:pt x="4" y="4"/>
                      <a:pt x="6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10"/>
                    </a:cubicBezTo>
                    <a:cubicBezTo>
                      <a:pt x="27" y="13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4" y="39"/>
                      <a:pt x="3" y="37"/>
                      <a:pt x="2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5" y="39"/>
                      <a:pt x="17" y="39"/>
                      <a:pt x="19" y="38"/>
                    </a:cubicBezTo>
                    <a:cubicBezTo>
                      <a:pt x="20" y="36"/>
                      <a:pt x="21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3" y="14"/>
                      <a:pt x="22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4" name="Freeform 333"/>
              <p:cNvSpPr>
                <a:spLocks/>
              </p:cNvSpPr>
              <p:nvPr userDrawn="1"/>
            </p:nvSpPr>
            <p:spPr bwMode="auto">
              <a:xfrm>
                <a:off x="2379" y="2677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5" name="Freeform 334"/>
              <p:cNvSpPr>
                <a:spLocks/>
              </p:cNvSpPr>
              <p:nvPr userDrawn="1"/>
            </p:nvSpPr>
            <p:spPr bwMode="auto">
              <a:xfrm>
                <a:off x="2379" y="2748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4 h 49"/>
                  <a:gd name="T10" fmla="*/ 0 w 13"/>
                  <a:gd name="T11" fmla="*/ 4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4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6" name="Freeform 335"/>
              <p:cNvSpPr>
                <a:spLocks/>
              </p:cNvSpPr>
              <p:nvPr userDrawn="1"/>
            </p:nvSpPr>
            <p:spPr bwMode="auto">
              <a:xfrm>
                <a:off x="2379" y="2817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7" name="Freeform 336"/>
              <p:cNvSpPr>
                <a:spLocks/>
              </p:cNvSpPr>
              <p:nvPr userDrawn="1"/>
            </p:nvSpPr>
            <p:spPr bwMode="auto">
              <a:xfrm>
                <a:off x="2372" y="2886"/>
                <a:ext cx="33" cy="16"/>
              </a:xfrm>
              <a:custGeom>
                <a:avLst/>
                <a:gdLst>
                  <a:gd name="T0" fmla="*/ 3 w 26"/>
                  <a:gd name="T1" fmla="*/ 13 h 13"/>
                  <a:gd name="T2" fmla="*/ 4 w 26"/>
                  <a:gd name="T3" fmla="*/ 11 h 13"/>
                  <a:gd name="T4" fmla="*/ 8 w 26"/>
                  <a:gd name="T5" fmla="*/ 6 h 13"/>
                  <a:gd name="T6" fmla="*/ 13 w 26"/>
                  <a:gd name="T7" fmla="*/ 4 h 13"/>
                  <a:gd name="T8" fmla="*/ 18 w 26"/>
                  <a:gd name="T9" fmla="*/ 6 h 13"/>
                  <a:gd name="T10" fmla="*/ 21 w 26"/>
                  <a:gd name="T11" fmla="*/ 11 h 13"/>
                  <a:gd name="T12" fmla="*/ 22 w 26"/>
                  <a:gd name="T13" fmla="*/ 13 h 13"/>
                  <a:gd name="T14" fmla="*/ 26 w 26"/>
                  <a:gd name="T15" fmla="*/ 13 h 13"/>
                  <a:gd name="T16" fmla="*/ 25 w 26"/>
                  <a:gd name="T17" fmla="*/ 9 h 13"/>
                  <a:gd name="T18" fmla="*/ 20 w 26"/>
                  <a:gd name="T19" fmla="*/ 2 h 13"/>
                  <a:gd name="T20" fmla="*/ 13 w 26"/>
                  <a:gd name="T21" fmla="*/ 0 h 13"/>
                  <a:gd name="T22" fmla="*/ 5 w 26"/>
                  <a:gd name="T23" fmla="*/ 2 h 13"/>
                  <a:gd name="T24" fmla="*/ 1 w 26"/>
                  <a:gd name="T25" fmla="*/ 9 h 13"/>
                  <a:gd name="T26" fmla="*/ 0 w 26"/>
                  <a:gd name="T27" fmla="*/ 13 h 13"/>
                  <a:gd name="T28" fmla="*/ 3 w 26"/>
                  <a:gd name="T2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" h="13">
                    <a:moveTo>
                      <a:pt x="3" y="13"/>
                    </a:moveTo>
                    <a:cubicBezTo>
                      <a:pt x="4" y="12"/>
                      <a:pt x="4" y="12"/>
                      <a:pt x="4" y="11"/>
                    </a:cubicBezTo>
                    <a:cubicBezTo>
                      <a:pt x="5" y="9"/>
                      <a:pt x="6" y="7"/>
                      <a:pt x="8" y="6"/>
                    </a:cubicBezTo>
                    <a:cubicBezTo>
                      <a:pt x="9" y="4"/>
                      <a:pt x="11" y="4"/>
                      <a:pt x="13" y="4"/>
                    </a:cubicBezTo>
                    <a:cubicBezTo>
                      <a:pt x="14" y="4"/>
                      <a:pt x="16" y="4"/>
                      <a:pt x="18" y="6"/>
                    </a:cubicBezTo>
                    <a:cubicBezTo>
                      <a:pt x="19" y="7"/>
                      <a:pt x="21" y="9"/>
                      <a:pt x="21" y="11"/>
                    </a:cubicBezTo>
                    <a:cubicBezTo>
                      <a:pt x="22" y="12"/>
                      <a:pt x="22" y="12"/>
                      <a:pt x="22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2"/>
                      <a:pt x="25" y="10"/>
                      <a:pt x="25" y="9"/>
                    </a:cubicBezTo>
                    <a:cubicBezTo>
                      <a:pt x="24" y="6"/>
                      <a:pt x="22" y="4"/>
                      <a:pt x="20" y="2"/>
                    </a:cubicBezTo>
                    <a:cubicBezTo>
                      <a:pt x="18" y="1"/>
                      <a:pt x="15" y="0"/>
                      <a:pt x="13" y="0"/>
                    </a:cubicBezTo>
                    <a:cubicBezTo>
                      <a:pt x="10" y="0"/>
                      <a:pt x="8" y="1"/>
                      <a:pt x="5" y="2"/>
                    </a:cubicBezTo>
                    <a:cubicBezTo>
                      <a:pt x="3" y="4"/>
                      <a:pt x="2" y="6"/>
                      <a:pt x="1" y="9"/>
                    </a:cubicBezTo>
                    <a:cubicBezTo>
                      <a:pt x="0" y="10"/>
                      <a:pt x="0" y="11"/>
                      <a:pt x="0" y="13"/>
                    </a:cubicBezTo>
                    <a:lnTo>
                      <a:pt x="3" y="13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8" name="Freeform 337"/>
              <p:cNvSpPr>
                <a:spLocks noEditPoints="1"/>
              </p:cNvSpPr>
              <p:nvPr userDrawn="1"/>
            </p:nvSpPr>
            <p:spPr bwMode="auto">
              <a:xfrm>
                <a:off x="2075" y="1067"/>
                <a:ext cx="51" cy="76"/>
              </a:xfrm>
              <a:custGeom>
                <a:avLst/>
                <a:gdLst>
                  <a:gd name="T0" fmla="*/ 0 w 41"/>
                  <a:gd name="T1" fmla="*/ 31 h 62"/>
                  <a:gd name="T2" fmla="*/ 3 w 41"/>
                  <a:gd name="T3" fmla="*/ 13 h 62"/>
                  <a:gd name="T4" fmla="*/ 10 w 41"/>
                  <a:gd name="T5" fmla="*/ 3 h 62"/>
                  <a:gd name="T6" fmla="*/ 20 w 41"/>
                  <a:gd name="T7" fmla="*/ 0 h 62"/>
                  <a:gd name="T8" fmla="*/ 31 w 41"/>
                  <a:gd name="T9" fmla="*/ 3 h 62"/>
                  <a:gd name="T10" fmla="*/ 38 w 41"/>
                  <a:gd name="T11" fmla="*/ 13 h 62"/>
                  <a:gd name="T12" fmla="*/ 41 w 41"/>
                  <a:gd name="T13" fmla="*/ 31 h 62"/>
                  <a:gd name="T14" fmla="*/ 38 w 41"/>
                  <a:gd name="T15" fmla="*/ 49 h 62"/>
                  <a:gd name="T16" fmla="*/ 31 w 41"/>
                  <a:gd name="T17" fmla="*/ 59 h 62"/>
                  <a:gd name="T18" fmla="*/ 20 w 41"/>
                  <a:gd name="T19" fmla="*/ 62 h 62"/>
                  <a:gd name="T20" fmla="*/ 10 w 41"/>
                  <a:gd name="T21" fmla="*/ 59 h 62"/>
                  <a:gd name="T22" fmla="*/ 3 w 41"/>
                  <a:gd name="T23" fmla="*/ 49 h 62"/>
                  <a:gd name="T24" fmla="*/ 0 w 41"/>
                  <a:gd name="T25" fmla="*/ 31 h 62"/>
                  <a:gd name="T26" fmla="*/ 6 w 41"/>
                  <a:gd name="T27" fmla="*/ 31 h 62"/>
                  <a:gd name="T28" fmla="*/ 8 w 41"/>
                  <a:gd name="T29" fmla="*/ 46 h 62"/>
                  <a:gd name="T30" fmla="*/ 13 w 41"/>
                  <a:gd name="T31" fmla="*/ 54 h 62"/>
                  <a:gd name="T32" fmla="*/ 20 w 41"/>
                  <a:gd name="T33" fmla="*/ 57 h 62"/>
                  <a:gd name="T34" fmla="*/ 28 w 41"/>
                  <a:gd name="T35" fmla="*/ 54 h 62"/>
                  <a:gd name="T36" fmla="*/ 33 w 41"/>
                  <a:gd name="T37" fmla="*/ 46 h 62"/>
                  <a:gd name="T38" fmla="*/ 35 w 41"/>
                  <a:gd name="T39" fmla="*/ 31 h 62"/>
                  <a:gd name="T40" fmla="*/ 33 w 41"/>
                  <a:gd name="T41" fmla="*/ 16 h 62"/>
                  <a:gd name="T42" fmla="*/ 28 w 41"/>
                  <a:gd name="T43" fmla="*/ 8 h 62"/>
                  <a:gd name="T44" fmla="*/ 20 w 41"/>
                  <a:gd name="T45" fmla="*/ 6 h 62"/>
                  <a:gd name="T46" fmla="*/ 13 w 41"/>
                  <a:gd name="T47" fmla="*/ 8 h 62"/>
                  <a:gd name="T48" fmla="*/ 8 w 41"/>
                  <a:gd name="T49" fmla="*/ 16 h 62"/>
                  <a:gd name="T50" fmla="*/ 6 w 41"/>
                  <a:gd name="T51" fmla="*/ 3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1" h="62">
                    <a:moveTo>
                      <a:pt x="0" y="31"/>
                    </a:moveTo>
                    <a:cubicBezTo>
                      <a:pt x="0" y="23"/>
                      <a:pt x="1" y="17"/>
                      <a:pt x="3" y="13"/>
                    </a:cubicBezTo>
                    <a:cubicBezTo>
                      <a:pt x="4" y="9"/>
                      <a:pt x="7" y="5"/>
                      <a:pt x="10" y="3"/>
                    </a:cubicBezTo>
                    <a:cubicBezTo>
                      <a:pt x="13" y="1"/>
                      <a:pt x="16" y="0"/>
                      <a:pt x="20" y="0"/>
                    </a:cubicBezTo>
                    <a:cubicBezTo>
                      <a:pt x="24" y="0"/>
                      <a:pt x="27" y="1"/>
                      <a:pt x="31" y="3"/>
                    </a:cubicBezTo>
                    <a:cubicBezTo>
                      <a:pt x="34" y="5"/>
                      <a:pt x="36" y="9"/>
                      <a:pt x="38" y="13"/>
                    </a:cubicBezTo>
                    <a:cubicBezTo>
                      <a:pt x="40" y="18"/>
                      <a:pt x="41" y="24"/>
                      <a:pt x="41" y="31"/>
                    </a:cubicBezTo>
                    <a:cubicBezTo>
                      <a:pt x="41" y="38"/>
                      <a:pt x="40" y="44"/>
                      <a:pt x="38" y="49"/>
                    </a:cubicBezTo>
                    <a:cubicBezTo>
                      <a:pt x="36" y="53"/>
                      <a:pt x="34" y="56"/>
                      <a:pt x="31" y="59"/>
                    </a:cubicBezTo>
                    <a:cubicBezTo>
                      <a:pt x="27" y="61"/>
                      <a:pt x="24" y="62"/>
                      <a:pt x="20" y="62"/>
                    </a:cubicBezTo>
                    <a:cubicBezTo>
                      <a:pt x="16" y="62"/>
                      <a:pt x="13" y="61"/>
                      <a:pt x="10" y="59"/>
                    </a:cubicBezTo>
                    <a:cubicBezTo>
                      <a:pt x="7" y="57"/>
                      <a:pt x="5" y="53"/>
                      <a:pt x="3" y="49"/>
                    </a:cubicBezTo>
                    <a:cubicBezTo>
                      <a:pt x="1" y="45"/>
                      <a:pt x="0" y="39"/>
                      <a:pt x="0" y="31"/>
                    </a:cubicBezTo>
                    <a:close/>
                    <a:moveTo>
                      <a:pt x="6" y="31"/>
                    </a:moveTo>
                    <a:cubicBezTo>
                      <a:pt x="6" y="38"/>
                      <a:pt x="6" y="43"/>
                      <a:pt x="8" y="46"/>
                    </a:cubicBezTo>
                    <a:cubicBezTo>
                      <a:pt x="9" y="50"/>
                      <a:pt x="11" y="52"/>
                      <a:pt x="13" y="54"/>
                    </a:cubicBezTo>
                    <a:cubicBezTo>
                      <a:pt x="15" y="56"/>
                      <a:pt x="18" y="57"/>
                      <a:pt x="20" y="57"/>
                    </a:cubicBezTo>
                    <a:cubicBezTo>
                      <a:pt x="23" y="57"/>
                      <a:pt x="25" y="56"/>
                      <a:pt x="28" y="54"/>
                    </a:cubicBezTo>
                    <a:cubicBezTo>
                      <a:pt x="30" y="52"/>
                      <a:pt x="32" y="50"/>
                      <a:pt x="33" y="46"/>
                    </a:cubicBezTo>
                    <a:cubicBezTo>
                      <a:pt x="34" y="42"/>
                      <a:pt x="35" y="37"/>
                      <a:pt x="35" y="31"/>
                    </a:cubicBezTo>
                    <a:cubicBezTo>
                      <a:pt x="35" y="25"/>
                      <a:pt x="34" y="20"/>
                      <a:pt x="33" y="16"/>
                    </a:cubicBezTo>
                    <a:cubicBezTo>
                      <a:pt x="32" y="13"/>
                      <a:pt x="30" y="10"/>
                      <a:pt x="28" y="8"/>
                    </a:cubicBezTo>
                    <a:cubicBezTo>
                      <a:pt x="25" y="6"/>
                      <a:pt x="23" y="6"/>
                      <a:pt x="20" y="6"/>
                    </a:cubicBezTo>
                    <a:cubicBezTo>
                      <a:pt x="18" y="6"/>
                      <a:pt x="15" y="6"/>
                      <a:pt x="13" y="8"/>
                    </a:cubicBezTo>
                    <a:cubicBezTo>
                      <a:pt x="11" y="10"/>
                      <a:pt x="9" y="12"/>
                      <a:pt x="8" y="16"/>
                    </a:cubicBezTo>
                    <a:cubicBezTo>
                      <a:pt x="6" y="19"/>
                      <a:pt x="6" y="24"/>
                      <a:pt x="6" y="3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099" name="Freeform 338"/>
              <p:cNvSpPr>
                <a:spLocks noEditPoints="1"/>
              </p:cNvSpPr>
              <p:nvPr userDrawn="1"/>
            </p:nvSpPr>
            <p:spPr bwMode="auto">
              <a:xfrm>
                <a:off x="2075" y="1168"/>
                <a:ext cx="51" cy="78"/>
              </a:xfrm>
              <a:custGeom>
                <a:avLst/>
                <a:gdLst>
                  <a:gd name="T0" fmla="*/ 0 w 41"/>
                  <a:gd name="T1" fmla="*/ 31 h 63"/>
                  <a:gd name="T2" fmla="*/ 3 w 41"/>
                  <a:gd name="T3" fmla="*/ 13 h 63"/>
                  <a:gd name="T4" fmla="*/ 10 w 41"/>
                  <a:gd name="T5" fmla="*/ 4 h 63"/>
                  <a:gd name="T6" fmla="*/ 20 w 41"/>
                  <a:gd name="T7" fmla="*/ 0 h 63"/>
                  <a:gd name="T8" fmla="*/ 31 w 41"/>
                  <a:gd name="T9" fmla="*/ 4 h 63"/>
                  <a:gd name="T10" fmla="*/ 38 w 41"/>
                  <a:gd name="T11" fmla="*/ 14 h 63"/>
                  <a:gd name="T12" fmla="*/ 41 w 41"/>
                  <a:gd name="T13" fmla="*/ 31 h 63"/>
                  <a:gd name="T14" fmla="*/ 38 w 41"/>
                  <a:gd name="T15" fmla="*/ 49 h 63"/>
                  <a:gd name="T16" fmla="*/ 31 w 41"/>
                  <a:gd name="T17" fmla="*/ 59 h 63"/>
                  <a:gd name="T18" fmla="*/ 20 w 41"/>
                  <a:gd name="T19" fmla="*/ 63 h 63"/>
                  <a:gd name="T20" fmla="*/ 10 w 41"/>
                  <a:gd name="T21" fmla="*/ 59 h 63"/>
                  <a:gd name="T22" fmla="*/ 3 w 41"/>
                  <a:gd name="T23" fmla="*/ 50 h 63"/>
                  <a:gd name="T24" fmla="*/ 0 w 41"/>
                  <a:gd name="T25" fmla="*/ 31 h 63"/>
                  <a:gd name="T26" fmla="*/ 6 w 41"/>
                  <a:gd name="T27" fmla="*/ 32 h 63"/>
                  <a:gd name="T28" fmla="*/ 8 w 41"/>
                  <a:gd name="T29" fmla="*/ 47 h 63"/>
                  <a:gd name="T30" fmla="*/ 13 w 41"/>
                  <a:gd name="T31" fmla="*/ 55 h 63"/>
                  <a:gd name="T32" fmla="*/ 20 w 41"/>
                  <a:gd name="T33" fmla="*/ 57 h 63"/>
                  <a:gd name="T34" fmla="*/ 28 w 41"/>
                  <a:gd name="T35" fmla="*/ 55 h 63"/>
                  <a:gd name="T36" fmla="*/ 33 w 41"/>
                  <a:gd name="T37" fmla="*/ 47 h 63"/>
                  <a:gd name="T38" fmla="*/ 35 w 41"/>
                  <a:gd name="T39" fmla="*/ 32 h 63"/>
                  <a:gd name="T40" fmla="*/ 33 w 41"/>
                  <a:gd name="T41" fmla="*/ 17 h 63"/>
                  <a:gd name="T42" fmla="*/ 28 w 41"/>
                  <a:gd name="T43" fmla="*/ 9 h 63"/>
                  <a:gd name="T44" fmla="*/ 20 w 41"/>
                  <a:gd name="T45" fmla="*/ 6 h 63"/>
                  <a:gd name="T46" fmla="*/ 13 w 41"/>
                  <a:gd name="T47" fmla="*/ 9 h 63"/>
                  <a:gd name="T48" fmla="*/ 8 w 41"/>
                  <a:gd name="T49" fmla="*/ 16 h 63"/>
                  <a:gd name="T50" fmla="*/ 6 w 41"/>
                  <a:gd name="T51" fmla="*/ 3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1" h="63">
                    <a:moveTo>
                      <a:pt x="0" y="31"/>
                    </a:moveTo>
                    <a:cubicBezTo>
                      <a:pt x="0" y="24"/>
                      <a:pt x="1" y="18"/>
                      <a:pt x="3" y="13"/>
                    </a:cubicBezTo>
                    <a:cubicBezTo>
                      <a:pt x="4" y="9"/>
                      <a:pt x="7" y="6"/>
                      <a:pt x="10" y="4"/>
                    </a:cubicBezTo>
                    <a:cubicBezTo>
                      <a:pt x="13" y="1"/>
                      <a:pt x="16" y="0"/>
                      <a:pt x="20" y="0"/>
                    </a:cubicBezTo>
                    <a:cubicBezTo>
                      <a:pt x="24" y="0"/>
                      <a:pt x="27" y="1"/>
                      <a:pt x="31" y="4"/>
                    </a:cubicBezTo>
                    <a:cubicBezTo>
                      <a:pt x="34" y="6"/>
                      <a:pt x="36" y="9"/>
                      <a:pt x="38" y="14"/>
                    </a:cubicBezTo>
                    <a:cubicBezTo>
                      <a:pt x="40" y="18"/>
                      <a:pt x="41" y="24"/>
                      <a:pt x="41" y="31"/>
                    </a:cubicBezTo>
                    <a:cubicBezTo>
                      <a:pt x="41" y="39"/>
                      <a:pt x="40" y="45"/>
                      <a:pt x="38" y="49"/>
                    </a:cubicBezTo>
                    <a:cubicBezTo>
                      <a:pt x="36" y="54"/>
                      <a:pt x="34" y="57"/>
                      <a:pt x="31" y="59"/>
                    </a:cubicBezTo>
                    <a:cubicBezTo>
                      <a:pt x="27" y="61"/>
                      <a:pt x="24" y="63"/>
                      <a:pt x="20" y="63"/>
                    </a:cubicBezTo>
                    <a:cubicBezTo>
                      <a:pt x="16" y="63"/>
                      <a:pt x="13" y="61"/>
                      <a:pt x="10" y="59"/>
                    </a:cubicBezTo>
                    <a:cubicBezTo>
                      <a:pt x="7" y="57"/>
                      <a:pt x="5" y="54"/>
                      <a:pt x="3" y="50"/>
                    </a:cubicBezTo>
                    <a:cubicBezTo>
                      <a:pt x="1" y="45"/>
                      <a:pt x="0" y="39"/>
                      <a:pt x="0" y="31"/>
                    </a:cubicBezTo>
                    <a:close/>
                    <a:moveTo>
                      <a:pt x="6" y="32"/>
                    </a:moveTo>
                    <a:cubicBezTo>
                      <a:pt x="6" y="38"/>
                      <a:pt x="6" y="43"/>
                      <a:pt x="8" y="47"/>
                    </a:cubicBezTo>
                    <a:cubicBezTo>
                      <a:pt x="9" y="50"/>
                      <a:pt x="11" y="53"/>
                      <a:pt x="13" y="55"/>
                    </a:cubicBezTo>
                    <a:cubicBezTo>
                      <a:pt x="15" y="56"/>
                      <a:pt x="18" y="57"/>
                      <a:pt x="20" y="57"/>
                    </a:cubicBezTo>
                    <a:cubicBezTo>
                      <a:pt x="23" y="57"/>
                      <a:pt x="25" y="56"/>
                      <a:pt x="28" y="55"/>
                    </a:cubicBezTo>
                    <a:cubicBezTo>
                      <a:pt x="30" y="53"/>
                      <a:pt x="32" y="50"/>
                      <a:pt x="33" y="47"/>
                    </a:cubicBezTo>
                    <a:cubicBezTo>
                      <a:pt x="34" y="43"/>
                      <a:pt x="35" y="37"/>
                      <a:pt x="35" y="32"/>
                    </a:cubicBezTo>
                    <a:cubicBezTo>
                      <a:pt x="35" y="26"/>
                      <a:pt x="34" y="21"/>
                      <a:pt x="33" y="17"/>
                    </a:cubicBezTo>
                    <a:cubicBezTo>
                      <a:pt x="32" y="13"/>
                      <a:pt x="30" y="10"/>
                      <a:pt x="28" y="9"/>
                    </a:cubicBezTo>
                    <a:cubicBezTo>
                      <a:pt x="25" y="7"/>
                      <a:pt x="23" y="6"/>
                      <a:pt x="20" y="6"/>
                    </a:cubicBezTo>
                    <a:cubicBezTo>
                      <a:pt x="18" y="6"/>
                      <a:pt x="15" y="7"/>
                      <a:pt x="13" y="9"/>
                    </a:cubicBezTo>
                    <a:cubicBezTo>
                      <a:pt x="11" y="10"/>
                      <a:pt x="9" y="13"/>
                      <a:pt x="8" y="16"/>
                    </a:cubicBezTo>
                    <a:cubicBezTo>
                      <a:pt x="6" y="20"/>
                      <a:pt x="6" y="25"/>
                      <a:pt x="6" y="3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0" name="Freeform 339"/>
              <p:cNvSpPr>
                <a:spLocks/>
              </p:cNvSpPr>
              <p:nvPr userDrawn="1"/>
            </p:nvSpPr>
            <p:spPr bwMode="auto">
              <a:xfrm>
                <a:off x="2087" y="1272"/>
                <a:ext cx="19" cy="73"/>
              </a:xfrm>
              <a:custGeom>
                <a:avLst/>
                <a:gdLst>
                  <a:gd name="T0" fmla="*/ 5 w 19"/>
                  <a:gd name="T1" fmla="*/ 0 h 73"/>
                  <a:gd name="T2" fmla="*/ 19 w 19"/>
                  <a:gd name="T3" fmla="*/ 0 h 73"/>
                  <a:gd name="T4" fmla="*/ 19 w 19"/>
                  <a:gd name="T5" fmla="*/ 73 h 73"/>
                  <a:gd name="T6" fmla="*/ 12 w 19"/>
                  <a:gd name="T7" fmla="*/ 73 h 73"/>
                  <a:gd name="T8" fmla="*/ 12 w 19"/>
                  <a:gd name="T9" fmla="*/ 8 h 73"/>
                  <a:gd name="T10" fmla="*/ 0 w 19"/>
                  <a:gd name="T11" fmla="*/ 8 h 73"/>
                  <a:gd name="T12" fmla="*/ 5 w 19"/>
                  <a:gd name="T13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" h="73">
                    <a:moveTo>
                      <a:pt x="5" y="0"/>
                    </a:moveTo>
                    <a:lnTo>
                      <a:pt x="19" y="0"/>
                    </a:lnTo>
                    <a:lnTo>
                      <a:pt x="19" y="73"/>
                    </a:lnTo>
                    <a:lnTo>
                      <a:pt x="12" y="73"/>
                    </a:lnTo>
                    <a:lnTo>
                      <a:pt x="12" y="8"/>
                    </a:lnTo>
                    <a:lnTo>
                      <a:pt x="0" y="8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1" name="Freeform 340"/>
              <p:cNvSpPr>
                <a:spLocks noEditPoints="1"/>
              </p:cNvSpPr>
              <p:nvPr userDrawn="1"/>
            </p:nvSpPr>
            <p:spPr bwMode="auto">
              <a:xfrm>
                <a:off x="1495" y="1829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2" name="Freeform 341"/>
              <p:cNvSpPr>
                <a:spLocks noEditPoints="1"/>
              </p:cNvSpPr>
              <p:nvPr userDrawn="1"/>
            </p:nvSpPr>
            <p:spPr bwMode="auto">
              <a:xfrm>
                <a:off x="1495" y="190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3" name="Freeform 342"/>
              <p:cNvSpPr>
                <a:spLocks/>
              </p:cNvSpPr>
              <p:nvPr userDrawn="1"/>
            </p:nvSpPr>
            <p:spPr bwMode="auto">
              <a:xfrm>
                <a:off x="1504" y="1971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4" name="Freeform 343"/>
              <p:cNvSpPr>
                <a:spLocks noEditPoints="1"/>
              </p:cNvSpPr>
              <p:nvPr userDrawn="1"/>
            </p:nvSpPr>
            <p:spPr bwMode="auto">
              <a:xfrm>
                <a:off x="1495" y="204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5" name="Freeform 344"/>
              <p:cNvSpPr>
                <a:spLocks noEditPoints="1"/>
              </p:cNvSpPr>
              <p:nvPr userDrawn="1"/>
            </p:nvSpPr>
            <p:spPr bwMode="auto">
              <a:xfrm>
                <a:off x="1495" y="2110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6" name="Freeform 345"/>
              <p:cNvSpPr>
                <a:spLocks/>
              </p:cNvSpPr>
              <p:nvPr userDrawn="1"/>
            </p:nvSpPr>
            <p:spPr bwMode="auto">
              <a:xfrm>
                <a:off x="1504" y="2182"/>
                <a:ext cx="12" cy="49"/>
              </a:xfrm>
              <a:custGeom>
                <a:avLst/>
                <a:gdLst>
                  <a:gd name="T0" fmla="*/ 2 w 12"/>
                  <a:gd name="T1" fmla="*/ 0 h 49"/>
                  <a:gd name="T2" fmla="*/ 12 w 12"/>
                  <a:gd name="T3" fmla="*/ 0 h 49"/>
                  <a:gd name="T4" fmla="*/ 12 w 12"/>
                  <a:gd name="T5" fmla="*/ 49 h 49"/>
                  <a:gd name="T6" fmla="*/ 7 w 12"/>
                  <a:gd name="T7" fmla="*/ 49 h 49"/>
                  <a:gd name="T8" fmla="*/ 7 w 12"/>
                  <a:gd name="T9" fmla="*/ 5 h 49"/>
                  <a:gd name="T10" fmla="*/ 0 w 12"/>
                  <a:gd name="T11" fmla="*/ 5 h 49"/>
                  <a:gd name="T12" fmla="*/ 2 w 12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9">
                    <a:moveTo>
                      <a:pt x="2" y="0"/>
                    </a:moveTo>
                    <a:lnTo>
                      <a:pt x="12" y="0"/>
                    </a:lnTo>
                    <a:lnTo>
                      <a:pt x="12" y="49"/>
                    </a:lnTo>
                    <a:lnTo>
                      <a:pt x="7" y="49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7" name="Freeform 346"/>
              <p:cNvSpPr>
                <a:spLocks noEditPoints="1"/>
              </p:cNvSpPr>
              <p:nvPr userDrawn="1"/>
            </p:nvSpPr>
            <p:spPr bwMode="auto">
              <a:xfrm>
                <a:off x="1495" y="2250"/>
                <a:ext cx="35" cy="53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8 h 43"/>
                  <a:gd name="T36" fmla="*/ 23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5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9"/>
                      <a:pt x="12" y="39"/>
                      <a:pt x="14" y="39"/>
                    </a:cubicBezTo>
                    <a:cubicBezTo>
                      <a:pt x="16" y="39"/>
                      <a:pt x="18" y="39"/>
                      <a:pt x="19" y="38"/>
                    </a:cubicBezTo>
                    <a:cubicBezTo>
                      <a:pt x="21" y="36"/>
                      <a:pt x="22" y="35"/>
                      <a:pt x="23" y="32"/>
                    </a:cubicBezTo>
                    <a:cubicBezTo>
                      <a:pt x="24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5"/>
                      <a:pt x="16" y="4"/>
                      <a:pt x="14" y="4"/>
                    </a:cubicBezTo>
                    <a:cubicBezTo>
                      <a:pt x="12" y="4"/>
                      <a:pt x="11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8" name="Freeform 347"/>
              <p:cNvSpPr>
                <a:spLocks noEditPoints="1"/>
              </p:cNvSpPr>
              <p:nvPr userDrawn="1"/>
            </p:nvSpPr>
            <p:spPr bwMode="auto">
              <a:xfrm>
                <a:off x="1495" y="2320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09" name="Freeform 348"/>
              <p:cNvSpPr>
                <a:spLocks noEditPoints="1"/>
              </p:cNvSpPr>
              <p:nvPr userDrawn="1"/>
            </p:nvSpPr>
            <p:spPr bwMode="auto">
              <a:xfrm>
                <a:off x="1495" y="239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2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0" name="Freeform 349"/>
              <p:cNvSpPr>
                <a:spLocks/>
              </p:cNvSpPr>
              <p:nvPr userDrawn="1"/>
            </p:nvSpPr>
            <p:spPr bwMode="auto">
              <a:xfrm>
                <a:off x="1504" y="2462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1" name="Freeform 350"/>
              <p:cNvSpPr>
                <a:spLocks noEditPoints="1"/>
              </p:cNvSpPr>
              <p:nvPr userDrawn="1"/>
            </p:nvSpPr>
            <p:spPr bwMode="auto">
              <a:xfrm>
                <a:off x="1495" y="2531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6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2" name="Freeform 351"/>
              <p:cNvSpPr>
                <a:spLocks noEditPoints="1"/>
              </p:cNvSpPr>
              <p:nvPr userDrawn="1"/>
            </p:nvSpPr>
            <p:spPr bwMode="auto">
              <a:xfrm>
                <a:off x="1495" y="260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8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1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3 w 28"/>
                  <a:gd name="T37" fmla="*/ 31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1"/>
                      <a:pt x="2" y="8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7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8"/>
                      <a:pt x="21" y="40"/>
                    </a:cubicBezTo>
                    <a:cubicBezTo>
                      <a:pt x="19" y="41"/>
                      <a:pt x="17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0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1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1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1" y="6"/>
                      <a:pt x="19" y="5"/>
                    </a:cubicBezTo>
                    <a:cubicBezTo>
                      <a:pt x="18" y="4"/>
                      <a:pt x="16" y="3"/>
                      <a:pt x="14" y="3"/>
                    </a:cubicBezTo>
                    <a:cubicBezTo>
                      <a:pt x="12" y="3"/>
                      <a:pt x="11" y="4"/>
                      <a:pt x="9" y="5"/>
                    </a:cubicBezTo>
                    <a:cubicBezTo>
                      <a:pt x="7" y="6"/>
                      <a:pt x="6" y="8"/>
                      <a:pt x="5" y="11"/>
                    </a:cubicBezTo>
                    <a:cubicBezTo>
                      <a:pt x="5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3" name="Freeform 352"/>
              <p:cNvSpPr>
                <a:spLocks/>
              </p:cNvSpPr>
              <p:nvPr userDrawn="1"/>
            </p:nvSpPr>
            <p:spPr bwMode="auto">
              <a:xfrm>
                <a:off x="1504" y="2672"/>
                <a:ext cx="12" cy="51"/>
              </a:xfrm>
              <a:custGeom>
                <a:avLst/>
                <a:gdLst>
                  <a:gd name="T0" fmla="*/ 2 w 12"/>
                  <a:gd name="T1" fmla="*/ 0 h 51"/>
                  <a:gd name="T2" fmla="*/ 12 w 12"/>
                  <a:gd name="T3" fmla="*/ 0 h 51"/>
                  <a:gd name="T4" fmla="*/ 12 w 12"/>
                  <a:gd name="T5" fmla="*/ 51 h 51"/>
                  <a:gd name="T6" fmla="*/ 7 w 12"/>
                  <a:gd name="T7" fmla="*/ 51 h 51"/>
                  <a:gd name="T8" fmla="*/ 7 w 12"/>
                  <a:gd name="T9" fmla="*/ 5 h 51"/>
                  <a:gd name="T10" fmla="*/ 0 w 12"/>
                  <a:gd name="T11" fmla="*/ 5 h 51"/>
                  <a:gd name="T12" fmla="*/ 2 w 12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1">
                    <a:moveTo>
                      <a:pt x="2" y="0"/>
                    </a:moveTo>
                    <a:lnTo>
                      <a:pt x="12" y="0"/>
                    </a:lnTo>
                    <a:lnTo>
                      <a:pt x="12" y="51"/>
                    </a:lnTo>
                    <a:lnTo>
                      <a:pt x="7" y="51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4" name="Freeform 353"/>
              <p:cNvSpPr>
                <a:spLocks noEditPoints="1"/>
              </p:cNvSpPr>
              <p:nvPr userDrawn="1"/>
            </p:nvSpPr>
            <p:spPr bwMode="auto">
              <a:xfrm>
                <a:off x="1495" y="2741"/>
                <a:ext cx="35" cy="54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3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0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3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5 h 43"/>
                  <a:gd name="T44" fmla="*/ 14 w 28"/>
                  <a:gd name="T45" fmla="*/ 4 h 43"/>
                  <a:gd name="T46" fmla="*/ 9 w 28"/>
                  <a:gd name="T47" fmla="*/ 5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7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7" y="43"/>
                      <a:pt x="14" y="43"/>
                    </a:cubicBezTo>
                    <a:cubicBezTo>
                      <a:pt x="11" y="43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5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1" y="38"/>
                      <a:pt x="12" y="39"/>
                      <a:pt x="14" y="39"/>
                    </a:cubicBezTo>
                    <a:cubicBezTo>
                      <a:pt x="16" y="39"/>
                      <a:pt x="18" y="38"/>
                      <a:pt x="19" y="37"/>
                    </a:cubicBezTo>
                    <a:cubicBezTo>
                      <a:pt x="21" y="36"/>
                      <a:pt x="22" y="34"/>
                      <a:pt x="23" y="32"/>
                    </a:cubicBezTo>
                    <a:cubicBezTo>
                      <a:pt x="24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1" y="7"/>
                      <a:pt x="19" y="5"/>
                    </a:cubicBezTo>
                    <a:cubicBezTo>
                      <a:pt x="18" y="4"/>
                      <a:pt x="16" y="4"/>
                      <a:pt x="14" y="4"/>
                    </a:cubicBezTo>
                    <a:cubicBezTo>
                      <a:pt x="12" y="4"/>
                      <a:pt x="11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5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5" name="Freeform 354"/>
              <p:cNvSpPr>
                <a:spLocks/>
              </p:cNvSpPr>
              <p:nvPr userDrawn="1"/>
            </p:nvSpPr>
            <p:spPr bwMode="auto">
              <a:xfrm>
                <a:off x="1504" y="2813"/>
                <a:ext cx="12" cy="50"/>
              </a:xfrm>
              <a:custGeom>
                <a:avLst/>
                <a:gdLst>
                  <a:gd name="T0" fmla="*/ 2 w 12"/>
                  <a:gd name="T1" fmla="*/ 0 h 50"/>
                  <a:gd name="T2" fmla="*/ 12 w 12"/>
                  <a:gd name="T3" fmla="*/ 0 h 50"/>
                  <a:gd name="T4" fmla="*/ 12 w 12"/>
                  <a:gd name="T5" fmla="*/ 50 h 50"/>
                  <a:gd name="T6" fmla="*/ 7 w 12"/>
                  <a:gd name="T7" fmla="*/ 50 h 50"/>
                  <a:gd name="T8" fmla="*/ 7 w 12"/>
                  <a:gd name="T9" fmla="*/ 5 h 50"/>
                  <a:gd name="T10" fmla="*/ 0 w 12"/>
                  <a:gd name="T11" fmla="*/ 5 h 50"/>
                  <a:gd name="T12" fmla="*/ 2 w 12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0">
                    <a:moveTo>
                      <a:pt x="2" y="0"/>
                    </a:moveTo>
                    <a:lnTo>
                      <a:pt x="12" y="0"/>
                    </a:lnTo>
                    <a:lnTo>
                      <a:pt x="12" y="50"/>
                    </a:lnTo>
                    <a:lnTo>
                      <a:pt x="7" y="50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6" name="Freeform 355"/>
              <p:cNvSpPr>
                <a:spLocks/>
              </p:cNvSpPr>
              <p:nvPr userDrawn="1"/>
            </p:nvSpPr>
            <p:spPr bwMode="auto">
              <a:xfrm>
                <a:off x="1496" y="2886"/>
                <a:ext cx="32" cy="16"/>
              </a:xfrm>
              <a:custGeom>
                <a:avLst/>
                <a:gdLst>
                  <a:gd name="T0" fmla="*/ 4 w 26"/>
                  <a:gd name="T1" fmla="*/ 13 h 13"/>
                  <a:gd name="T2" fmla="*/ 4 w 26"/>
                  <a:gd name="T3" fmla="*/ 11 h 13"/>
                  <a:gd name="T4" fmla="*/ 8 w 26"/>
                  <a:gd name="T5" fmla="*/ 6 h 13"/>
                  <a:gd name="T6" fmla="*/ 13 w 26"/>
                  <a:gd name="T7" fmla="*/ 4 h 13"/>
                  <a:gd name="T8" fmla="*/ 18 w 26"/>
                  <a:gd name="T9" fmla="*/ 6 h 13"/>
                  <a:gd name="T10" fmla="*/ 22 w 26"/>
                  <a:gd name="T11" fmla="*/ 12 h 13"/>
                  <a:gd name="T12" fmla="*/ 22 w 26"/>
                  <a:gd name="T13" fmla="*/ 13 h 13"/>
                  <a:gd name="T14" fmla="*/ 26 w 26"/>
                  <a:gd name="T15" fmla="*/ 13 h 13"/>
                  <a:gd name="T16" fmla="*/ 25 w 26"/>
                  <a:gd name="T17" fmla="*/ 10 h 13"/>
                  <a:gd name="T18" fmla="*/ 20 w 26"/>
                  <a:gd name="T19" fmla="*/ 3 h 13"/>
                  <a:gd name="T20" fmla="*/ 13 w 26"/>
                  <a:gd name="T21" fmla="*/ 0 h 13"/>
                  <a:gd name="T22" fmla="*/ 6 w 26"/>
                  <a:gd name="T23" fmla="*/ 3 h 13"/>
                  <a:gd name="T24" fmla="*/ 1 w 26"/>
                  <a:gd name="T25" fmla="*/ 9 h 13"/>
                  <a:gd name="T26" fmla="*/ 0 w 26"/>
                  <a:gd name="T27" fmla="*/ 13 h 13"/>
                  <a:gd name="T28" fmla="*/ 4 w 26"/>
                  <a:gd name="T29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" h="13">
                    <a:moveTo>
                      <a:pt x="4" y="13"/>
                    </a:moveTo>
                    <a:cubicBezTo>
                      <a:pt x="4" y="12"/>
                      <a:pt x="4" y="12"/>
                      <a:pt x="4" y="11"/>
                    </a:cubicBezTo>
                    <a:cubicBezTo>
                      <a:pt x="5" y="9"/>
                      <a:pt x="6" y="7"/>
                      <a:pt x="8" y="6"/>
                    </a:cubicBezTo>
                    <a:cubicBezTo>
                      <a:pt x="10" y="5"/>
                      <a:pt x="11" y="4"/>
                      <a:pt x="13" y="4"/>
                    </a:cubicBezTo>
                    <a:cubicBezTo>
                      <a:pt x="15" y="4"/>
                      <a:pt x="17" y="5"/>
                      <a:pt x="18" y="6"/>
                    </a:cubicBezTo>
                    <a:cubicBezTo>
                      <a:pt x="20" y="7"/>
                      <a:pt x="21" y="9"/>
                      <a:pt x="22" y="12"/>
                    </a:cubicBezTo>
                    <a:cubicBezTo>
                      <a:pt x="22" y="12"/>
                      <a:pt x="22" y="13"/>
                      <a:pt x="22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2"/>
                      <a:pt x="26" y="11"/>
                      <a:pt x="25" y="10"/>
                    </a:cubicBezTo>
                    <a:cubicBezTo>
                      <a:pt x="24" y="6"/>
                      <a:pt x="22" y="4"/>
                      <a:pt x="20" y="3"/>
                    </a:cubicBezTo>
                    <a:cubicBezTo>
                      <a:pt x="18" y="1"/>
                      <a:pt x="16" y="0"/>
                      <a:pt x="13" y="0"/>
                    </a:cubicBezTo>
                    <a:cubicBezTo>
                      <a:pt x="10" y="0"/>
                      <a:pt x="8" y="1"/>
                      <a:pt x="6" y="3"/>
                    </a:cubicBezTo>
                    <a:cubicBezTo>
                      <a:pt x="4" y="4"/>
                      <a:pt x="2" y="6"/>
                      <a:pt x="1" y="9"/>
                    </a:cubicBezTo>
                    <a:cubicBezTo>
                      <a:pt x="1" y="10"/>
                      <a:pt x="0" y="12"/>
                      <a:pt x="0" y="13"/>
                    </a:cubicBezTo>
                    <a:lnTo>
                      <a:pt x="4" y="13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7" name="Freeform 356"/>
              <p:cNvSpPr>
                <a:spLocks noEditPoints="1"/>
              </p:cNvSpPr>
              <p:nvPr userDrawn="1"/>
            </p:nvSpPr>
            <p:spPr bwMode="auto">
              <a:xfrm>
                <a:off x="1192" y="1272"/>
                <a:ext cx="33" cy="53"/>
              </a:xfrm>
              <a:custGeom>
                <a:avLst/>
                <a:gdLst>
                  <a:gd name="T0" fmla="*/ 0 w 27"/>
                  <a:gd name="T1" fmla="*/ 22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0 w 27"/>
                  <a:gd name="T9" fmla="*/ 2 h 43"/>
                  <a:gd name="T10" fmla="*/ 25 w 27"/>
                  <a:gd name="T11" fmla="*/ 9 h 43"/>
                  <a:gd name="T12" fmla="*/ 27 w 27"/>
                  <a:gd name="T13" fmla="*/ 22 h 43"/>
                  <a:gd name="T14" fmla="*/ 25 w 27"/>
                  <a:gd name="T15" fmla="*/ 34 h 43"/>
                  <a:gd name="T16" fmla="*/ 20 w 27"/>
                  <a:gd name="T17" fmla="*/ 41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2 h 43"/>
                  <a:gd name="T26" fmla="*/ 3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8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2 h 43"/>
                  <a:gd name="T42" fmla="*/ 18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3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2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2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0" y="2"/>
                    </a:cubicBezTo>
                    <a:cubicBezTo>
                      <a:pt x="23" y="4"/>
                      <a:pt x="24" y="6"/>
                      <a:pt x="25" y="9"/>
                    </a:cubicBezTo>
                    <a:cubicBezTo>
                      <a:pt x="27" y="12"/>
                      <a:pt x="27" y="16"/>
                      <a:pt x="27" y="22"/>
                    </a:cubicBezTo>
                    <a:cubicBezTo>
                      <a:pt x="27" y="27"/>
                      <a:pt x="27" y="31"/>
                      <a:pt x="25" y="34"/>
                    </a:cubicBezTo>
                    <a:cubicBezTo>
                      <a:pt x="24" y="37"/>
                      <a:pt x="23" y="39"/>
                      <a:pt x="20" y="41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2" y="37"/>
                      <a:pt x="1" y="34"/>
                    </a:cubicBezTo>
                    <a:cubicBezTo>
                      <a:pt x="0" y="31"/>
                      <a:pt x="0" y="27"/>
                      <a:pt x="0" y="22"/>
                    </a:cubicBezTo>
                    <a:close/>
                    <a:moveTo>
                      <a:pt x="3" y="22"/>
                    </a:moveTo>
                    <a:cubicBezTo>
                      <a:pt x="3" y="26"/>
                      <a:pt x="4" y="30"/>
                      <a:pt x="5" y="32"/>
                    </a:cubicBezTo>
                    <a:cubicBezTo>
                      <a:pt x="5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8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2"/>
                    </a:cubicBezTo>
                    <a:cubicBezTo>
                      <a:pt x="21" y="9"/>
                      <a:pt x="20" y="7"/>
                      <a:pt x="18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5" y="9"/>
                      <a:pt x="5" y="11"/>
                    </a:cubicBezTo>
                    <a:cubicBezTo>
                      <a:pt x="4" y="13"/>
                      <a:pt x="3" y="17"/>
                      <a:pt x="3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8" name="Freeform 357"/>
              <p:cNvSpPr>
                <a:spLocks noEditPoints="1"/>
              </p:cNvSpPr>
              <p:nvPr userDrawn="1"/>
            </p:nvSpPr>
            <p:spPr bwMode="auto">
              <a:xfrm>
                <a:off x="1365" y="203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0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19" name="Freeform 358"/>
              <p:cNvSpPr>
                <a:spLocks/>
              </p:cNvSpPr>
              <p:nvPr userDrawn="1"/>
            </p:nvSpPr>
            <p:spPr bwMode="auto">
              <a:xfrm>
                <a:off x="1373" y="2101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0" name="Freeform 359"/>
              <p:cNvSpPr>
                <a:spLocks noEditPoints="1"/>
              </p:cNvSpPr>
              <p:nvPr userDrawn="1"/>
            </p:nvSpPr>
            <p:spPr bwMode="auto">
              <a:xfrm>
                <a:off x="1365" y="2171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2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1" name="Freeform 360"/>
              <p:cNvSpPr>
                <a:spLocks noEditPoints="1"/>
              </p:cNvSpPr>
              <p:nvPr userDrawn="1"/>
            </p:nvSpPr>
            <p:spPr bwMode="auto">
              <a:xfrm>
                <a:off x="1365" y="2241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4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4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4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0" y="7"/>
                      <a:pt x="19" y="5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2" name="Freeform 361"/>
              <p:cNvSpPr>
                <a:spLocks/>
              </p:cNvSpPr>
              <p:nvPr userDrawn="1"/>
            </p:nvSpPr>
            <p:spPr bwMode="auto">
              <a:xfrm>
                <a:off x="1373" y="231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3" name="Freeform 362"/>
              <p:cNvSpPr>
                <a:spLocks noEditPoints="1"/>
              </p:cNvSpPr>
              <p:nvPr userDrawn="1"/>
            </p:nvSpPr>
            <p:spPr bwMode="auto">
              <a:xfrm>
                <a:off x="1365" y="2381"/>
                <a:ext cx="35" cy="53"/>
              </a:xfrm>
              <a:custGeom>
                <a:avLst/>
                <a:gdLst>
                  <a:gd name="T0" fmla="*/ 0 w 28"/>
                  <a:gd name="T1" fmla="*/ 21 h 43"/>
                  <a:gd name="T2" fmla="*/ 2 w 28"/>
                  <a:gd name="T3" fmla="*/ 9 h 43"/>
                  <a:gd name="T4" fmla="*/ 7 w 28"/>
                  <a:gd name="T5" fmla="*/ 2 h 43"/>
                  <a:gd name="T6" fmla="*/ 14 w 28"/>
                  <a:gd name="T7" fmla="*/ 0 h 43"/>
                  <a:gd name="T8" fmla="*/ 21 w 28"/>
                  <a:gd name="T9" fmla="*/ 2 h 43"/>
                  <a:gd name="T10" fmla="*/ 26 w 28"/>
                  <a:gd name="T11" fmla="*/ 9 h 43"/>
                  <a:gd name="T12" fmla="*/ 28 w 28"/>
                  <a:gd name="T13" fmla="*/ 21 h 43"/>
                  <a:gd name="T14" fmla="*/ 26 w 28"/>
                  <a:gd name="T15" fmla="*/ 34 h 43"/>
                  <a:gd name="T16" fmla="*/ 21 w 28"/>
                  <a:gd name="T17" fmla="*/ 40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1 h 43"/>
                  <a:gd name="T26" fmla="*/ 4 w 28"/>
                  <a:gd name="T27" fmla="*/ 21 h 43"/>
                  <a:gd name="T28" fmla="*/ 5 w 28"/>
                  <a:gd name="T29" fmla="*/ 32 h 43"/>
                  <a:gd name="T30" fmla="*/ 9 w 28"/>
                  <a:gd name="T31" fmla="*/ 37 h 43"/>
                  <a:gd name="T32" fmla="*/ 14 w 28"/>
                  <a:gd name="T33" fmla="*/ 39 h 43"/>
                  <a:gd name="T34" fmla="*/ 19 w 28"/>
                  <a:gd name="T35" fmla="*/ 37 h 43"/>
                  <a:gd name="T36" fmla="*/ 22 w 28"/>
                  <a:gd name="T37" fmla="*/ 32 h 43"/>
                  <a:gd name="T38" fmla="*/ 24 w 28"/>
                  <a:gd name="T39" fmla="*/ 21 h 43"/>
                  <a:gd name="T40" fmla="*/ 23 w 28"/>
                  <a:gd name="T41" fmla="*/ 11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2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0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4"/>
                      <a:pt x="16" y="4"/>
                      <a:pt x="14" y="4"/>
                    </a:cubicBezTo>
                    <a:cubicBezTo>
                      <a:pt x="12" y="4"/>
                      <a:pt x="10" y="4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4" name="Freeform 363"/>
              <p:cNvSpPr>
                <a:spLocks/>
              </p:cNvSpPr>
              <p:nvPr userDrawn="1"/>
            </p:nvSpPr>
            <p:spPr bwMode="auto">
              <a:xfrm>
                <a:off x="1373" y="2453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5" name="Freeform 364"/>
              <p:cNvSpPr>
                <a:spLocks/>
              </p:cNvSpPr>
              <p:nvPr userDrawn="1"/>
            </p:nvSpPr>
            <p:spPr bwMode="auto">
              <a:xfrm>
                <a:off x="1373" y="2522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6" name="Freeform 365"/>
              <p:cNvSpPr>
                <a:spLocks/>
              </p:cNvSpPr>
              <p:nvPr userDrawn="1"/>
            </p:nvSpPr>
            <p:spPr bwMode="auto">
              <a:xfrm>
                <a:off x="1373" y="2593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7" name="Freeform 366"/>
              <p:cNvSpPr>
                <a:spLocks noEditPoints="1"/>
              </p:cNvSpPr>
              <p:nvPr userDrawn="1"/>
            </p:nvSpPr>
            <p:spPr bwMode="auto">
              <a:xfrm>
                <a:off x="1365" y="2662"/>
                <a:ext cx="35" cy="52"/>
              </a:xfrm>
              <a:custGeom>
                <a:avLst/>
                <a:gdLst>
                  <a:gd name="T0" fmla="*/ 0 w 28"/>
                  <a:gd name="T1" fmla="*/ 21 h 42"/>
                  <a:gd name="T2" fmla="*/ 2 w 28"/>
                  <a:gd name="T3" fmla="*/ 9 h 42"/>
                  <a:gd name="T4" fmla="*/ 7 w 28"/>
                  <a:gd name="T5" fmla="*/ 2 h 42"/>
                  <a:gd name="T6" fmla="*/ 14 w 28"/>
                  <a:gd name="T7" fmla="*/ 0 h 42"/>
                  <a:gd name="T8" fmla="*/ 21 w 28"/>
                  <a:gd name="T9" fmla="*/ 2 h 42"/>
                  <a:gd name="T10" fmla="*/ 26 w 28"/>
                  <a:gd name="T11" fmla="*/ 9 h 42"/>
                  <a:gd name="T12" fmla="*/ 28 w 28"/>
                  <a:gd name="T13" fmla="*/ 21 h 42"/>
                  <a:gd name="T14" fmla="*/ 26 w 28"/>
                  <a:gd name="T15" fmla="*/ 33 h 42"/>
                  <a:gd name="T16" fmla="*/ 21 w 28"/>
                  <a:gd name="T17" fmla="*/ 40 h 42"/>
                  <a:gd name="T18" fmla="*/ 14 w 28"/>
                  <a:gd name="T19" fmla="*/ 42 h 42"/>
                  <a:gd name="T20" fmla="*/ 7 w 28"/>
                  <a:gd name="T21" fmla="*/ 40 h 42"/>
                  <a:gd name="T22" fmla="*/ 2 w 28"/>
                  <a:gd name="T23" fmla="*/ 33 h 42"/>
                  <a:gd name="T24" fmla="*/ 0 w 28"/>
                  <a:gd name="T25" fmla="*/ 21 h 42"/>
                  <a:gd name="T26" fmla="*/ 4 w 28"/>
                  <a:gd name="T27" fmla="*/ 21 h 42"/>
                  <a:gd name="T28" fmla="*/ 5 w 28"/>
                  <a:gd name="T29" fmla="*/ 32 h 42"/>
                  <a:gd name="T30" fmla="*/ 9 w 28"/>
                  <a:gd name="T31" fmla="*/ 37 h 42"/>
                  <a:gd name="T32" fmla="*/ 14 w 28"/>
                  <a:gd name="T33" fmla="*/ 39 h 42"/>
                  <a:gd name="T34" fmla="*/ 19 w 28"/>
                  <a:gd name="T35" fmla="*/ 37 h 42"/>
                  <a:gd name="T36" fmla="*/ 22 w 28"/>
                  <a:gd name="T37" fmla="*/ 32 h 42"/>
                  <a:gd name="T38" fmla="*/ 24 w 28"/>
                  <a:gd name="T39" fmla="*/ 21 h 42"/>
                  <a:gd name="T40" fmla="*/ 23 w 28"/>
                  <a:gd name="T41" fmla="*/ 11 h 42"/>
                  <a:gd name="T42" fmla="*/ 19 w 28"/>
                  <a:gd name="T43" fmla="*/ 5 h 42"/>
                  <a:gd name="T44" fmla="*/ 14 w 28"/>
                  <a:gd name="T45" fmla="*/ 3 h 42"/>
                  <a:gd name="T46" fmla="*/ 9 w 28"/>
                  <a:gd name="T47" fmla="*/ 5 h 42"/>
                  <a:gd name="T48" fmla="*/ 5 w 28"/>
                  <a:gd name="T49" fmla="*/ 11 h 42"/>
                  <a:gd name="T50" fmla="*/ 4 w 28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2">
                    <a:moveTo>
                      <a:pt x="0" y="21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3"/>
                      <a:pt x="7" y="2"/>
                    </a:cubicBezTo>
                    <a:cubicBezTo>
                      <a:pt x="9" y="0"/>
                      <a:pt x="11" y="0"/>
                      <a:pt x="14" y="0"/>
                    </a:cubicBezTo>
                    <a:cubicBezTo>
                      <a:pt x="16" y="0"/>
                      <a:pt x="19" y="0"/>
                      <a:pt x="21" y="2"/>
                    </a:cubicBezTo>
                    <a:cubicBezTo>
                      <a:pt x="23" y="3"/>
                      <a:pt x="25" y="6"/>
                      <a:pt x="26" y="9"/>
                    </a:cubicBezTo>
                    <a:cubicBezTo>
                      <a:pt x="27" y="12"/>
                      <a:pt x="28" y="16"/>
                      <a:pt x="28" y="21"/>
                    </a:cubicBezTo>
                    <a:cubicBezTo>
                      <a:pt x="28" y="26"/>
                      <a:pt x="27" y="30"/>
                      <a:pt x="26" y="33"/>
                    </a:cubicBezTo>
                    <a:cubicBezTo>
                      <a:pt x="25" y="36"/>
                      <a:pt x="23" y="39"/>
                      <a:pt x="21" y="40"/>
                    </a:cubicBezTo>
                    <a:cubicBezTo>
                      <a:pt x="19" y="42"/>
                      <a:pt x="16" y="42"/>
                      <a:pt x="14" y="42"/>
                    </a:cubicBezTo>
                    <a:cubicBezTo>
                      <a:pt x="11" y="42"/>
                      <a:pt x="9" y="42"/>
                      <a:pt x="7" y="40"/>
                    </a:cubicBezTo>
                    <a:cubicBezTo>
                      <a:pt x="5" y="39"/>
                      <a:pt x="3" y="36"/>
                      <a:pt x="2" y="33"/>
                    </a:cubicBezTo>
                    <a:cubicBezTo>
                      <a:pt x="1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9" y="37"/>
                    </a:cubicBezTo>
                    <a:cubicBezTo>
                      <a:pt x="10" y="38"/>
                      <a:pt x="12" y="39"/>
                      <a:pt x="14" y="39"/>
                    </a:cubicBezTo>
                    <a:cubicBezTo>
                      <a:pt x="16" y="39"/>
                      <a:pt x="17" y="38"/>
                      <a:pt x="19" y="37"/>
                    </a:cubicBezTo>
                    <a:cubicBezTo>
                      <a:pt x="20" y="36"/>
                      <a:pt x="22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4" y="14"/>
                      <a:pt x="23" y="11"/>
                    </a:cubicBezTo>
                    <a:cubicBezTo>
                      <a:pt x="22" y="8"/>
                      <a:pt x="20" y="7"/>
                      <a:pt x="19" y="5"/>
                    </a:cubicBezTo>
                    <a:cubicBezTo>
                      <a:pt x="17" y="4"/>
                      <a:pt x="16" y="3"/>
                      <a:pt x="14" y="3"/>
                    </a:cubicBezTo>
                    <a:cubicBezTo>
                      <a:pt x="12" y="3"/>
                      <a:pt x="10" y="4"/>
                      <a:pt x="9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6"/>
                      <a:pt x="4" y="21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8" name="Freeform 367"/>
              <p:cNvSpPr>
                <a:spLocks noEditPoints="1"/>
              </p:cNvSpPr>
              <p:nvPr userDrawn="1"/>
            </p:nvSpPr>
            <p:spPr bwMode="auto">
              <a:xfrm>
                <a:off x="1365" y="2731"/>
                <a:ext cx="35" cy="54"/>
              </a:xfrm>
              <a:custGeom>
                <a:avLst/>
                <a:gdLst>
                  <a:gd name="T0" fmla="*/ 0 w 28"/>
                  <a:gd name="T1" fmla="*/ 22 h 43"/>
                  <a:gd name="T2" fmla="*/ 2 w 28"/>
                  <a:gd name="T3" fmla="*/ 9 h 43"/>
                  <a:gd name="T4" fmla="*/ 7 w 28"/>
                  <a:gd name="T5" fmla="*/ 3 h 43"/>
                  <a:gd name="T6" fmla="*/ 14 w 28"/>
                  <a:gd name="T7" fmla="*/ 0 h 43"/>
                  <a:gd name="T8" fmla="*/ 21 w 28"/>
                  <a:gd name="T9" fmla="*/ 3 h 43"/>
                  <a:gd name="T10" fmla="*/ 26 w 28"/>
                  <a:gd name="T11" fmla="*/ 9 h 43"/>
                  <a:gd name="T12" fmla="*/ 28 w 28"/>
                  <a:gd name="T13" fmla="*/ 22 h 43"/>
                  <a:gd name="T14" fmla="*/ 26 w 28"/>
                  <a:gd name="T15" fmla="*/ 34 h 43"/>
                  <a:gd name="T16" fmla="*/ 21 w 28"/>
                  <a:gd name="T17" fmla="*/ 41 h 43"/>
                  <a:gd name="T18" fmla="*/ 14 w 28"/>
                  <a:gd name="T19" fmla="*/ 43 h 43"/>
                  <a:gd name="T20" fmla="*/ 7 w 28"/>
                  <a:gd name="T21" fmla="*/ 41 h 43"/>
                  <a:gd name="T22" fmla="*/ 2 w 28"/>
                  <a:gd name="T23" fmla="*/ 34 h 43"/>
                  <a:gd name="T24" fmla="*/ 0 w 28"/>
                  <a:gd name="T25" fmla="*/ 22 h 43"/>
                  <a:gd name="T26" fmla="*/ 4 w 28"/>
                  <a:gd name="T27" fmla="*/ 22 h 43"/>
                  <a:gd name="T28" fmla="*/ 5 w 28"/>
                  <a:gd name="T29" fmla="*/ 32 h 43"/>
                  <a:gd name="T30" fmla="*/ 9 w 28"/>
                  <a:gd name="T31" fmla="*/ 38 h 43"/>
                  <a:gd name="T32" fmla="*/ 14 w 28"/>
                  <a:gd name="T33" fmla="*/ 39 h 43"/>
                  <a:gd name="T34" fmla="*/ 19 w 28"/>
                  <a:gd name="T35" fmla="*/ 38 h 43"/>
                  <a:gd name="T36" fmla="*/ 22 w 28"/>
                  <a:gd name="T37" fmla="*/ 32 h 43"/>
                  <a:gd name="T38" fmla="*/ 24 w 28"/>
                  <a:gd name="T39" fmla="*/ 22 h 43"/>
                  <a:gd name="T40" fmla="*/ 23 w 28"/>
                  <a:gd name="T41" fmla="*/ 12 h 43"/>
                  <a:gd name="T42" fmla="*/ 19 w 28"/>
                  <a:gd name="T43" fmla="*/ 6 h 43"/>
                  <a:gd name="T44" fmla="*/ 14 w 28"/>
                  <a:gd name="T45" fmla="*/ 4 h 43"/>
                  <a:gd name="T46" fmla="*/ 9 w 28"/>
                  <a:gd name="T47" fmla="*/ 6 h 43"/>
                  <a:gd name="T48" fmla="*/ 5 w 28"/>
                  <a:gd name="T49" fmla="*/ 11 h 43"/>
                  <a:gd name="T50" fmla="*/ 4 w 28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8" h="43">
                    <a:moveTo>
                      <a:pt x="0" y="22"/>
                    </a:moveTo>
                    <a:cubicBezTo>
                      <a:pt x="0" y="16"/>
                      <a:pt x="1" y="12"/>
                      <a:pt x="2" y="9"/>
                    </a:cubicBezTo>
                    <a:cubicBezTo>
                      <a:pt x="3" y="6"/>
                      <a:pt x="5" y="4"/>
                      <a:pt x="7" y="3"/>
                    </a:cubicBezTo>
                    <a:cubicBezTo>
                      <a:pt x="9" y="1"/>
                      <a:pt x="11" y="0"/>
                      <a:pt x="14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3" y="4"/>
                      <a:pt x="25" y="6"/>
                      <a:pt x="26" y="9"/>
                    </a:cubicBezTo>
                    <a:cubicBezTo>
                      <a:pt x="27" y="12"/>
                      <a:pt x="28" y="17"/>
                      <a:pt x="28" y="22"/>
                    </a:cubicBezTo>
                    <a:cubicBezTo>
                      <a:pt x="28" y="27"/>
                      <a:pt x="27" y="31"/>
                      <a:pt x="26" y="34"/>
                    </a:cubicBezTo>
                    <a:cubicBezTo>
                      <a:pt x="25" y="37"/>
                      <a:pt x="23" y="39"/>
                      <a:pt x="21" y="41"/>
                    </a:cubicBezTo>
                    <a:cubicBezTo>
                      <a:pt x="19" y="42"/>
                      <a:pt x="16" y="43"/>
                      <a:pt x="14" y="43"/>
                    </a:cubicBezTo>
                    <a:cubicBezTo>
                      <a:pt x="11" y="43"/>
                      <a:pt x="9" y="42"/>
                      <a:pt x="7" y="41"/>
                    </a:cubicBezTo>
                    <a:cubicBezTo>
                      <a:pt x="5" y="39"/>
                      <a:pt x="3" y="37"/>
                      <a:pt x="2" y="34"/>
                    </a:cubicBezTo>
                    <a:cubicBezTo>
                      <a:pt x="1" y="31"/>
                      <a:pt x="0" y="27"/>
                      <a:pt x="0" y="22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5"/>
                      <a:pt x="7" y="36"/>
                      <a:pt x="9" y="38"/>
                    </a:cubicBezTo>
                    <a:cubicBezTo>
                      <a:pt x="10" y="39"/>
                      <a:pt x="12" y="39"/>
                      <a:pt x="14" y="39"/>
                    </a:cubicBezTo>
                    <a:cubicBezTo>
                      <a:pt x="16" y="39"/>
                      <a:pt x="17" y="39"/>
                      <a:pt x="19" y="38"/>
                    </a:cubicBezTo>
                    <a:cubicBezTo>
                      <a:pt x="20" y="36"/>
                      <a:pt x="22" y="35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8"/>
                      <a:pt x="24" y="14"/>
                      <a:pt x="23" y="12"/>
                    </a:cubicBezTo>
                    <a:cubicBezTo>
                      <a:pt x="22" y="9"/>
                      <a:pt x="20" y="7"/>
                      <a:pt x="19" y="6"/>
                    </a:cubicBezTo>
                    <a:cubicBezTo>
                      <a:pt x="17" y="5"/>
                      <a:pt x="16" y="4"/>
                      <a:pt x="14" y="4"/>
                    </a:cubicBezTo>
                    <a:cubicBezTo>
                      <a:pt x="12" y="4"/>
                      <a:pt x="10" y="5"/>
                      <a:pt x="9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4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29" name="Freeform 368"/>
              <p:cNvSpPr>
                <a:spLocks/>
              </p:cNvSpPr>
              <p:nvPr userDrawn="1"/>
            </p:nvSpPr>
            <p:spPr bwMode="auto">
              <a:xfrm>
                <a:off x="1373" y="2803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A5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0" name="Freeform 369"/>
              <p:cNvSpPr>
                <a:spLocks noEditPoints="1"/>
              </p:cNvSpPr>
              <p:nvPr userDrawn="1"/>
            </p:nvSpPr>
            <p:spPr bwMode="auto">
              <a:xfrm>
                <a:off x="1874" y="1336"/>
                <a:ext cx="33" cy="54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1 w 27"/>
                  <a:gd name="T9" fmla="*/ 2 h 43"/>
                  <a:gd name="T10" fmla="*/ 26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1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4 w 27"/>
                  <a:gd name="T27" fmla="*/ 22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2 h 43"/>
                  <a:gd name="T40" fmla="*/ 22 w 27"/>
                  <a:gd name="T41" fmla="*/ 11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2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9"/>
                      <a:pt x="12" y="39"/>
                      <a:pt x="13" y="39"/>
                    </a:cubicBezTo>
                    <a:cubicBezTo>
                      <a:pt x="15" y="39"/>
                      <a:pt x="17" y="39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2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5"/>
                      <a:pt x="15" y="4"/>
                      <a:pt x="13" y="4"/>
                    </a:cubicBezTo>
                    <a:cubicBezTo>
                      <a:pt x="12" y="4"/>
                      <a:pt x="10" y="5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2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1" name="Freeform 370"/>
              <p:cNvSpPr>
                <a:spLocks noEditPoints="1"/>
              </p:cNvSpPr>
              <p:nvPr userDrawn="1"/>
            </p:nvSpPr>
            <p:spPr bwMode="auto">
              <a:xfrm>
                <a:off x="1874" y="1407"/>
                <a:ext cx="33" cy="52"/>
              </a:xfrm>
              <a:custGeom>
                <a:avLst/>
                <a:gdLst>
                  <a:gd name="T0" fmla="*/ 0 w 27"/>
                  <a:gd name="T1" fmla="*/ 21 h 42"/>
                  <a:gd name="T2" fmla="*/ 1 w 27"/>
                  <a:gd name="T3" fmla="*/ 9 h 42"/>
                  <a:gd name="T4" fmla="*/ 6 w 27"/>
                  <a:gd name="T5" fmla="*/ 2 h 42"/>
                  <a:gd name="T6" fmla="*/ 13 w 27"/>
                  <a:gd name="T7" fmla="*/ 0 h 42"/>
                  <a:gd name="T8" fmla="*/ 21 w 27"/>
                  <a:gd name="T9" fmla="*/ 2 h 42"/>
                  <a:gd name="T10" fmla="*/ 26 w 27"/>
                  <a:gd name="T11" fmla="*/ 9 h 42"/>
                  <a:gd name="T12" fmla="*/ 27 w 27"/>
                  <a:gd name="T13" fmla="*/ 21 h 42"/>
                  <a:gd name="T14" fmla="*/ 26 w 27"/>
                  <a:gd name="T15" fmla="*/ 33 h 42"/>
                  <a:gd name="T16" fmla="*/ 21 w 27"/>
                  <a:gd name="T17" fmla="*/ 40 h 42"/>
                  <a:gd name="T18" fmla="*/ 13 w 27"/>
                  <a:gd name="T19" fmla="*/ 42 h 42"/>
                  <a:gd name="T20" fmla="*/ 6 w 27"/>
                  <a:gd name="T21" fmla="*/ 40 h 42"/>
                  <a:gd name="T22" fmla="*/ 1 w 27"/>
                  <a:gd name="T23" fmla="*/ 34 h 42"/>
                  <a:gd name="T24" fmla="*/ 0 w 27"/>
                  <a:gd name="T25" fmla="*/ 21 h 42"/>
                  <a:gd name="T26" fmla="*/ 4 w 27"/>
                  <a:gd name="T27" fmla="*/ 21 h 42"/>
                  <a:gd name="T28" fmla="*/ 5 w 27"/>
                  <a:gd name="T29" fmla="*/ 32 h 42"/>
                  <a:gd name="T30" fmla="*/ 8 w 27"/>
                  <a:gd name="T31" fmla="*/ 37 h 42"/>
                  <a:gd name="T32" fmla="*/ 13 w 27"/>
                  <a:gd name="T33" fmla="*/ 39 h 42"/>
                  <a:gd name="T34" fmla="*/ 19 w 27"/>
                  <a:gd name="T35" fmla="*/ 37 h 42"/>
                  <a:gd name="T36" fmla="*/ 22 w 27"/>
                  <a:gd name="T37" fmla="*/ 32 h 42"/>
                  <a:gd name="T38" fmla="*/ 24 w 27"/>
                  <a:gd name="T39" fmla="*/ 21 h 42"/>
                  <a:gd name="T40" fmla="*/ 22 w 27"/>
                  <a:gd name="T41" fmla="*/ 11 h 42"/>
                  <a:gd name="T42" fmla="*/ 19 w 27"/>
                  <a:gd name="T43" fmla="*/ 5 h 42"/>
                  <a:gd name="T44" fmla="*/ 13 w 27"/>
                  <a:gd name="T45" fmla="*/ 4 h 42"/>
                  <a:gd name="T46" fmla="*/ 8 w 27"/>
                  <a:gd name="T47" fmla="*/ 5 h 42"/>
                  <a:gd name="T48" fmla="*/ 5 w 27"/>
                  <a:gd name="T49" fmla="*/ 11 h 42"/>
                  <a:gd name="T50" fmla="*/ 4 w 27"/>
                  <a:gd name="T51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2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3"/>
                      <a:pt x="6" y="2"/>
                    </a:cubicBezTo>
                    <a:cubicBezTo>
                      <a:pt x="8" y="0"/>
                      <a:pt x="11" y="0"/>
                      <a:pt x="13" y="0"/>
                    </a:cubicBezTo>
                    <a:cubicBezTo>
                      <a:pt x="16" y="0"/>
                      <a:pt x="18" y="0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6"/>
                      <a:pt x="27" y="30"/>
                      <a:pt x="26" y="33"/>
                    </a:cubicBezTo>
                    <a:cubicBezTo>
                      <a:pt x="24" y="36"/>
                      <a:pt x="23" y="39"/>
                      <a:pt x="21" y="40"/>
                    </a:cubicBezTo>
                    <a:cubicBezTo>
                      <a:pt x="18" y="42"/>
                      <a:pt x="16" y="42"/>
                      <a:pt x="13" y="42"/>
                    </a:cubicBezTo>
                    <a:cubicBezTo>
                      <a:pt x="11" y="42"/>
                      <a:pt x="8" y="42"/>
                      <a:pt x="6" y="40"/>
                    </a:cubicBezTo>
                    <a:cubicBezTo>
                      <a:pt x="4" y="39"/>
                      <a:pt x="3" y="36"/>
                      <a:pt x="1" y="34"/>
                    </a:cubicBezTo>
                    <a:cubicBezTo>
                      <a:pt x="0" y="31"/>
                      <a:pt x="0" y="26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29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5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8"/>
                      <a:pt x="20" y="7"/>
                      <a:pt x="19" y="5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5"/>
                    </a:cubicBezTo>
                    <a:cubicBezTo>
                      <a:pt x="7" y="7"/>
                      <a:pt x="6" y="8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2" name="Freeform 371"/>
              <p:cNvSpPr>
                <a:spLocks/>
              </p:cNvSpPr>
              <p:nvPr userDrawn="1"/>
            </p:nvSpPr>
            <p:spPr bwMode="auto">
              <a:xfrm>
                <a:off x="1881" y="1478"/>
                <a:ext cx="13" cy="50"/>
              </a:xfrm>
              <a:custGeom>
                <a:avLst/>
                <a:gdLst>
                  <a:gd name="T0" fmla="*/ 3 w 13"/>
                  <a:gd name="T1" fmla="*/ 0 h 50"/>
                  <a:gd name="T2" fmla="*/ 13 w 13"/>
                  <a:gd name="T3" fmla="*/ 0 h 50"/>
                  <a:gd name="T4" fmla="*/ 13 w 13"/>
                  <a:gd name="T5" fmla="*/ 50 h 50"/>
                  <a:gd name="T6" fmla="*/ 8 w 13"/>
                  <a:gd name="T7" fmla="*/ 50 h 50"/>
                  <a:gd name="T8" fmla="*/ 8 w 13"/>
                  <a:gd name="T9" fmla="*/ 5 h 50"/>
                  <a:gd name="T10" fmla="*/ 0 w 13"/>
                  <a:gd name="T11" fmla="*/ 5 h 50"/>
                  <a:gd name="T12" fmla="*/ 3 w 13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3" y="0"/>
                    </a:moveTo>
                    <a:lnTo>
                      <a:pt x="13" y="0"/>
                    </a:lnTo>
                    <a:lnTo>
                      <a:pt x="13" y="50"/>
                    </a:lnTo>
                    <a:lnTo>
                      <a:pt x="8" y="50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3" name="Freeform 372"/>
              <p:cNvSpPr>
                <a:spLocks/>
              </p:cNvSpPr>
              <p:nvPr userDrawn="1"/>
            </p:nvSpPr>
            <p:spPr bwMode="auto">
              <a:xfrm>
                <a:off x="2462" y="1200"/>
                <a:ext cx="13" cy="51"/>
              </a:xfrm>
              <a:custGeom>
                <a:avLst/>
                <a:gdLst>
                  <a:gd name="T0" fmla="*/ 3 w 13"/>
                  <a:gd name="T1" fmla="*/ 0 h 51"/>
                  <a:gd name="T2" fmla="*/ 13 w 13"/>
                  <a:gd name="T3" fmla="*/ 0 h 51"/>
                  <a:gd name="T4" fmla="*/ 13 w 13"/>
                  <a:gd name="T5" fmla="*/ 51 h 51"/>
                  <a:gd name="T6" fmla="*/ 8 w 13"/>
                  <a:gd name="T7" fmla="*/ 51 h 51"/>
                  <a:gd name="T8" fmla="*/ 8 w 13"/>
                  <a:gd name="T9" fmla="*/ 5 h 51"/>
                  <a:gd name="T10" fmla="*/ 0 w 13"/>
                  <a:gd name="T11" fmla="*/ 5 h 51"/>
                  <a:gd name="T12" fmla="*/ 3 w 13"/>
                  <a:gd name="T1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1">
                    <a:moveTo>
                      <a:pt x="3" y="0"/>
                    </a:moveTo>
                    <a:lnTo>
                      <a:pt x="13" y="0"/>
                    </a:lnTo>
                    <a:lnTo>
                      <a:pt x="13" y="51"/>
                    </a:lnTo>
                    <a:lnTo>
                      <a:pt x="8" y="51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4" name="Freeform 373"/>
              <p:cNvSpPr>
                <a:spLocks noEditPoints="1"/>
              </p:cNvSpPr>
              <p:nvPr userDrawn="1"/>
            </p:nvSpPr>
            <p:spPr bwMode="auto">
              <a:xfrm>
                <a:off x="1874" y="1547"/>
                <a:ext cx="33" cy="53"/>
              </a:xfrm>
              <a:custGeom>
                <a:avLst/>
                <a:gdLst>
                  <a:gd name="T0" fmla="*/ 0 w 27"/>
                  <a:gd name="T1" fmla="*/ 21 h 43"/>
                  <a:gd name="T2" fmla="*/ 1 w 27"/>
                  <a:gd name="T3" fmla="*/ 9 h 43"/>
                  <a:gd name="T4" fmla="*/ 6 w 27"/>
                  <a:gd name="T5" fmla="*/ 2 h 43"/>
                  <a:gd name="T6" fmla="*/ 13 w 27"/>
                  <a:gd name="T7" fmla="*/ 0 h 43"/>
                  <a:gd name="T8" fmla="*/ 21 w 27"/>
                  <a:gd name="T9" fmla="*/ 2 h 43"/>
                  <a:gd name="T10" fmla="*/ 26 w 27"/>
                  <a:gd name="T11" fmla="*/ 9 h 43"/>
                  <a:gd name="T12" fmla="*/ 27 w 27"/>
                  <a:gd name="T13" fmla="*/ 21 h 43"/>
                  <a:gd name="T14" fmla="*/ 26 w 27"/>
                  <a:gd name="T15" fmla="*/ 34 h 43"/>
                  <a:gd name="T16" fmla="*/ 21 w 27"/>
                  <a:gd name="T17" fmla="*/ 40 h 43"/>
                  <a:gd name="T18" fmla="*/ 13 w 27"/>
                  <a:gd name="T19" fmla="*/ 43 h 43"/>
                  <a:gd name="T20" fmla="*/ 6 w 27"/>
                  <a:gd name="T21" fmla="*/ 41 h 43"/>
                  <a:gd name="T22" fmla="*/ 1 w 27"/>
                  <a:gd name="T23" fmla="*/ 34 h 43"/>
                  <a:gd name="T24" fmla="*/ 0 w 27"/>
                  <a:gd name="T25" fmla="*/ 21 h 43"/>
                  <a:gd name="T26" fmla="*/ 4 w 27"/>
                  <a:gd name="T27" fmla="*/ 21 h 43"/>
                  <a:gd name="T28" fmla="*/ 5 w 27"/>
                  <a:gd name="T29" fmla="*/ 32 h 43"/>
                  <a:gd name="T30" fmla="*/ 8 w 27"/>
                  <a:gd name="T31" fmla="*/ 37 h 43"/>
                  <a:gd name="T32" fmla="*/ 13 w 27"/>
                  <a:gd name="T33" fmla="*/ 39 h 43"/>
                  <a:gd name="T34" fmla="*/ 19 w 27"/>
                  <a:gd name="T35" fmla="*/ 37 h 43"/>
                  <a:gd name="T36" fmla="*/ 22 w 27"/>
                  <a:gd name="T37" fmla="*/ 32 h 43"/>
                  <a:gd name="T38" fmla="*/ 24 w 27"/>
                  <a:gd name="T39" fmla="*/ 21 h 43"/>
                  <a:gd name="T40" fmla="*/ 22 w 27"/>
                  <a:gd name="T41" fmla="*/ 11 h 43"/>
                  <a:gd name="T42" fmla="*/ 19 w 27"/>
                  <a:gd name="T43" fmla="*/ 6 h 43"/>
                  <a:gd name="T44" fmla="*/ 13 w 27"/>
                  <a:gd name="T45" fmla="*/ 4 h 43"/>
                  <a:gd name="T46" fmla="*/ 8 w 27"/>
                  <a:gd name="T47" fmla="*/ 6 h 43"/>
                  <a:gd name="T48" fmla="*/ 5 w 27"/>
                  <a:gd name="T49" fmla="*/ 11 h 43"/>
                  <a:gd name="T50" fmla="*/ 4 w 27"/>
                  <a:gd name="T51" fmla="*/ 2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7" h="43">
                    <a:moveTo>
                      <a:pt x="0" y="21"/>
                    </a:moveTo>
                    <a:cubicBezTo>
                      <a:pt x="0" y="16"/>
                      <a:pt x="0" y="12"/>
                      <a:pt x="1" y="9"/>
                    </a:cubicBezTo>
                    <a:cubicBezTo>
                      <a:pt x="3" y="6"/>
                      <a:pt x="4" y="4"/>
                      <a:pt x="6" y="2"/>
                    </a:cubicBezTo>
                    <a:cubicBezTo>
                      <a:pt x="8" y="1"/>
                      <a:pt x="11" y="0"/>
                      <a:pt x="13" y="0"/>
                    </a:cubicBezTo>
                    <a:cubicBezTo>
                      <a:pt x="16" y="0"/>
                      <a:pt x="18" y="1"/>
                      <a:pt x="21" y="2"/>
                    </a:cubicBezTo>
                    <a:cubicBezTo>
                      <a:pt x="23" y="4"/>
                      <a:pt x="24" y="6"/>
                      <a:pt x="26" y="9"/>
                    </a:cubicBezTo>
                    <a:cubicBezTo>
                      <a:pt x="27" y="12"/>
                      <a:pt x="27" y="16"/>
                      <a:pt x="27" y="21"/>
                    </a:cubicBezTo>
                    <a:cubicBezTo>
                      <a:pt x="27" y="27"/>
                      <a:pt x="27" y="31"/>
                      <a:pt x="26" y="34"/>
                    </a:cubicBezTo>
                    <a:cubicBezTo>
                      <a:pt x="24" y="37"/>
                      <a:pt x="23" y="39"/>
                      <a:pt x="21" y="40"/>
                    </a:cubicBezTo>
                    <a:cubicBezTo>
                      <a:pt x="18" y="42"/>
                      <a:pt x="16" y="43"/>
                      <a:pt x="13" y="43"/>
                    </a:cubicBezTo>
                    <a:cubicBezTo>
                      <a:pt x="11" y="43"/>
                      <a:pt x="8" y="42"/>
                      <a:pt x="6" y="41"/>
                    </a:cubicBezTo>
                    <a:cubicBezTo>
                      <a:pt x="4" y="39"/>
                      <a:pt x="3" y="37"/>
                      <a:pt x="1" y="34"/>
                    </a:cubicBezTo>
                    <a:cubicBezTo>
                      <a:pt x="0" y="31"/>
                      <a:pt x="0" y="27"/>
                      <a:pt x="0" y="21"/>
                    </a:cubicBezTo>
                    <a:close/>
                    <a:moveTo>
                      <a:pt x="4" y="21"/>
                    </a:moveTo>
                    <a:cubicBezTo>
                      <a:pt x="4" y="26"/>
                      <a:pt x="4" y="30"/>
                      <a:pt x="5" y="32"/>
                    </a:cubicBezTo>
                    <a:cubicBezTo>
                      <a:pt x="6" y="34"/>
                      <a:pt x="7" y="36"/>
                      <a:pt x="8" y="37"/>
                    </a:cubicBezTo>
                    <a:cubicBezTo>
                      <a:pt x="10" y="38"/>
                      <a:pt x="12" y="39"/>
                      <a:pt x="13" y="39"/>
                    </a:cubicBezTo>
                    <a:cubicBezTo>
                      <a:pt x="15" y="39"/>
                      <a:pt x="17" y="38"/>
                      <a:pt x="19" y="37"/>
                    </a:cubicBezTo>
                    <a:cubicBezTo>
                      <a:pt x="20" y="36"/>
                      <a:pt x="21" y="34"/>
                      <a:pt x="22" y="32"/>
                    </a:cubicBezTo>
                    <a:cubicBezTo>
                      <a:pt x="23" y="29"/>
                      <a:pt x="24" y="26"/>
                      <a:pt x="24" y="21"/>
                    </a:cubicBezTo>
                    <a:cubicBezTo>
                      <a:pt x="24" y="17"/>
                      <a:pt x="23" y="14"/>
                      <a:pt x="22" y="11"/>
                    </a:cubicBezTo>
                    <a:cubicBezTo>
                      <a:pt x="21" y="9"/>
                      <a:pt x="20" y="7"/>
                      <a:pt x="19" y="6"/>
                    </a:cubicBezTo>
                    <a:cubicBezTo>
                      <a:pt x="17" y="4"/>
                      <a:pt x="15" y="4"/>
                      <a:pt x="13" y="4"/>
                    </a:cubicBezTo>
                    <a:cubicBezTo>
                      <a:pt x="12" y="4"/>
                      <a:pt x="10" y="4"/>
                      <a:pt x="8" y="6"/>
                    </a:cubicBezTo>
                    <a:cubicBezTo>
                      <a:pt x="7" y="7"/>
                      <a:pt x="6" y="9"/>
                      <a:pt x="5" y="11"/>
                    </a:cubicBezTo>
                    <a:cubicBezTo>
                      <a:pt x="4" y="13"/>
                      <a:pt x="4" y="17"/>
                      <a:pt x="4" y="21"/>
                    </a:cubicBez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5" name="Freeform 374"/>
              <p:cNvSpPr>
                <a:spLocks/>
              </p:cNvSpPr>
              <p:nvPr userDrawn="1"/>
            </p:nvSpPr>
            <p:spPr bwMode="auto">
              <a:xfrm>
                <a:off x="1881" y="1619"/>
                <a:ext cx="13" cy="49"/>
              </a:xfrm>
              <a:custGeom>
                <a:avLst/>
                <a:gdLst>
                  <a:gd name="T0" fmla="*/ 3 w 13"/>
                  <a:gd name="T1" fmla="*/ 0 h 49"/>
                  <a:gd name="T2" fmla="*/ 13 w 13"/>
                  <a:gd name="T3" fmla="*/ 0 h 49"/>
                  <a:gd name="T4" fmla="*/ 13 w 13"/>
                  <a:gd name="T5" fmla="*/ 49 h 49"/>
                  <a:gd name="T6" fmla="*/ 8 w 13"/>
                  <a:gd name="T7" fmla="*/ 49 h 49"/>
                  <a:gd name="T8" fmla="*/ 8 w 13"/>
                  <a:gd name="T9" fmla="*/ 5 h 49"/>
                  <a:gd name="T10" fmla="*/ 0 w 13"/>
                  <a:gd name="T11" fmla="*/ 5 h 49"/>
                  <a:gd name="T12" fmla="*/ 3 w 13"/>
                  <a:gd name="T1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9">
                    <a:moveTo>
                      <a:pt x="3" y="0"/>
                    </a:moveTo>
                    <a:lnTo>
                      <a:pt x="13" y="0"/>
                    </a:lnTo>
                    <a:lnTo>
                      <a:pt x="13" y="49"/>
                    </a:lnTo>
                    <a:lnTo>
                      <a:pt x="8" y="49"/>
                    </a:lnTo>
                    <a:lnTo>
                      <a:pt x="8" y="5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6" name="Freeform 375"/>
              <p:cNvSpPr>
                <a:spLocks/>
              </p:cNvSpPr>
              <p:nvPr userDrawn="1"/>
            </p:nvSpPr>
            <p:spPr bwMode="auto">
              <a:xfrm>
                <a:off x="1881" y="1688"/>
                <a:ext cx="13" cy="50"/>
              </a:xfrm>
              <a:custGeom>
                <a:avLst/>
                <a:gdLst>
                  <a:gd name="T0" fmla="*/ 8 w 13"/>
                  <a:gd name="T1" fmla="*/ 50 h 50"/>
                  <a:gd name="T2" fmla="*/ 13 w 13"/>
                  <a:gd name="T3" fmla="*/ 50 h 50"/>
                  <a:gd name="T4" fmla="*/ 13 w 13"/>
                  <a:gd name="T5" fmla="*/ 0 h 50"/>
                  <a:gd name="T6" fmla="*/ 3 w 13"/>
                  <a:gd name="T7" fmla="*/ 0 h 50"/>
                  <a:gd name="T8" fmla="*/ 0 w 13"/>
                  <a:gd name="T9" fmla="*/ 5 h 50"/>
                  <a:gd name="T10" fmla="*/ 8 w 13"/>
                  <a:gd name="T11" fmla="*/ 5 h 50"/>
                  <a:gd name="T12" fmla="*/ 8 w 13"/>
                  <a:gd name="T13" fmla="*/ 5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50">
                    <a:moveTo>
                      <a:pt x="8" y="50"/>
                    </a:moveTo>
                    <a:lnTo>
                      <a:pt x="13" y="50"/>
                    </a:lnTo>
                    <a:lnTo>
                      <a:pt x="13" y="0"/>
                    </a:lnTo>
                    <a:lnTo>
                      <a:pt x="3" y="0"/>
                    </a:lnTo>
                    <a:lnTo>
                      <a:pt x="0" y="5"/>
                    </a:lnTo>
                    <a:lnTo>
                      <a:pt x="8" y="5"/>
                    </a:lnTo>
                    <a:lnTo>
                      <a:pt x="8" y="50"/>
                    </a:lnTo>
                    <a:close/>
                  </a:path>
                </a:pathLst>
              </a:custGeom>
              <a:solidFill>
                <a:srgbClr val="2424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7" name="Freeform 376"/>
              <p:cNvSpPr>
                <a:spLocks noEditPoints="1"/>
              </p:cNvSpPr>
              <p:nvPr userDrawn="1"/>
            </p:nvSpPr>
            <p:spPr bwMode="auto">
              <a:xfrm>
                <a:off x="2890" y="784"/>
                <a:ext cx="37" cy="148"/>
              </a:xfrm>
              <a:custGeom>
                <a:avLst/>
                <a:gdLst>
                  <a:gd name="T0" fmla="*/ 15 w 30"/>
                  <a:gd name="T1" fmla="*/ 22 h 119"/>
                  <a:gd name="T2" fmla="*/ 0 w 30"/>
                  <a:gd name="T3" fmla="*/ 44 h 119"/>
                  <a:gd name="T4" fmla="*/ 5 w 30"/>
                  <a:gd name="T5" fmla="*/ 119 h 119"/>
                  <a:gd name="T6" fmla="*/ 20 w 30"/>
                  <a:gd name="T7" fmla="*/ 50 h 119"/>
                  <a:gd name="T8" fmla="*/ 15 w 30"/>
                  <a:gd name="T9" fmla="*/ 22 h 119"/>
                  <a:gd name="T10" fmla="*/ 30 w 30"/>
                  <a:gd name="T11" fmla="*/ 0 h 119"/>
                  <a:gd name="T12" fmla="*/ 30 w 30"/>
                  <a:gd name="T13" fmla="*/ 0 h 119"/>
                  <a:gd name="T14" fmla="*/ 25 w 30"/>
                  <a:gd name="T15" fmla="*/ 8 h 119"/>
                  <a:gd name="T16" fmla="*/ 23 w 30"/>
                  <a:gd name="T17" fmla="*/ 34 h 119"/>
                  <a:gd name="T18" fmla="*/ 30 w 30"/>
                  <a:gd name="T19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119">
                    <a:moveTo>
                      <a:pt x="15" y="22"/>
                    </a:moveTo>
                    <a:cubicBezTo>
                      <a:pt x="10" y="29"/>
                      <a:pt x="5" y="36"/>
                      <a:pt x="0" y="44"/>
                    </a:cubicBezTo>
                    <a:cubicBezTo>
                      <a:pt x="5" y="119"/>
                      <a:pt x="5" y="119"/>
                      <a:pt x="5" y="119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15" y="22"/>
                      <a:pt x="15" y="22"/>
                      <a:pt x="15" y="22"/>
                    </a:cubicBezTo>
                    <a:moveTo>
                      <a:pt x="30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3"/>
                      <a:pt x="27" y="5"/>
                      <a:pt x="25" y="8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30" y="0"/>
                      <a:pt x="30" y="0"/>
                      <a:pt x="3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8" name="Freeform 377"/>
              <p:cNvSpPr>
                <a:spLocks noEditPoints="1"/>
              </p:cNvSpPr>
              <p:nvPr userDrawn="1"/>
            </p:nvSpPr>
            <p:spPr bwMode="auto">
              <a:xfrm>
                <a:off x="2915" y="593"/>
                <a:ext cx="12" cy="191"/>
              </a:xfrm>
              <a:custGeom>
                <a:avLst/>
                <a:gdLst>
                  <a:gd name="T0" fmla="*/ 9 w 12"/>
                  <a:gd name="T1" fmla="*/ 152 h 191"/>
                  <a:gd name="T2" fmla="*/ 7 w 12"/>
                  <a:gd name="T3" fmla="*/ 182 h 191"/>
                  <a:gd name="T4" fmla="*/ 12 w 12"/>
                  <a:gd name="T5" fmla="*/ 191 h 191"/>
                  <a:gd name="T6" fmla="*/ 12 w 12"/>
                  <a:gd name="T7" fmla="*/ 191 h 191"/>
                  <a:gd name="T8" fmla="*/ 9 w 12"/>
                  <a:gd name="T9" fmla="*/ 152 h 191"/>
                  <a:gd name="T10" fmla="*/ 0 w 12"/>
                  <a:gd name="T11" fmla="*/ 0 h 191"/>
                  <a:gd name="T12" fmla="*/ 0 w 12"/>
                  <a:gd name="T13" fmla="*/ 1 h 191"/>
                  <a:gd name="T14" fmla="*/ 0 w 12"/>
                  <a:gd name="T15" fmla="*/ 3 h 191"/>
                  <a:gd name="T16" fmla="*/ 0 w 12"/>
                  <a:gd name="T17" fmla="*/ 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91">
                    <a:moveTo>
                      <a:pt x="9" y="152"/>
                    </a:moveTo>
                    <a:lnTo>
                      <a:pt x="7" y="18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9" y="152"/>
                    </a:lnTo>
                    <a:close/>
                    <a:moveTo>
                      <a:pt x="0" y="0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39" name="Freeform 378"/>
              <p:cNvSpPr>
                <a:spLocks noEditPoints="1"/>
              </p:cNvSpPr>
              <p:nvPr userDrawn="1"/>
            </p:nvSpPr>
            <p:spPr bwMode="auto">
              <a:xfrm>
                <a:off x="2915" y="593"/>
                <a:ext cx="12" cy="191"/>
              </a:xfrm>
              <a:custGeom>
                <a:avLst/>
                <a:gdLst>
                  <a:gd name="T0" fmla="*/ 9 w 12"/>
                  <a:gd name="T1" fmla="*/ 152 h 191"/>
                  <a:gd name="T2" fmla="*/ 7 w 12"/>
                  <a:gd name="T3" fmla="*/ 182 h 191"/>
                  <a:gd name="T4" fmla="*/ 12 w 12"/>
                  <a:gd name="T5" fmla="*/ 191 h 191"/>
                  <a:gd name="T6" fmla="*/ 12 w 12"/>
                  <a:gd name="T7" fmla="*/ 191 h 191"/>
                  <a:gd name="T8" fmla="*/ 9 w 12"/>
                  <a:gd name="T9" fmla="*/ 152 h 191"/>
                  <a:gd name="T10" fmla="*/ 0 w 12"/>
                  <a:gd name="T11" fmla="*/ 0 h 191"/>
                  <a:gd name="T12" fmla="*/ 0 w 12"/>
                  <a:gd name="T13" fmla="*/ 1 h 191"/>
                  <a:gd name="T14" fmla="*/ 0 w 12"/>
                  <a:gd name="T15" fmla="*/ 3 h 191"/>
                  <a:gd name="T16" fmla="*/ 0 w 12"/>
                  <a:gd name="T17" fmla="*/ 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191">
                    <a:moveTo>
                      <a:pt x="9" y="152"/>
                    </a:moveTo>
                    <a:lnTo>
                      <a:pt x="7" y="182"/>
                    </a:lnTo>
                    <a:lnTo>
                      <a:pt x="12" y="191"/>
                    </a:lnTo>
                    <a:lnTo>
                      <a:pt x="12" y="191"/>
                    </a:lnTo>
                    <a:lnTo>
                      <a:pt x="9" y="152"/>
                    </a:lnTo>
                    <a:moveTo>
                      <a:pt x="0" y="0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0" name="Freeform 379"/>
              <p:cNvSpPr>
                <a:spLocks noEditPoints="1"/>
              </p:cNvSpPr>
              <p:nvPr userDrawn="1"/>
            </p:nvSpPr>
            <p:spPr bwMode="auto">
              <a:xfrm>
                <a:off x="2885" y="555"/>
                <a:ext cx="43" cy="134"/>
              </a:xfrm>
              <a:custGeom>
                <a:avLst/>
                <a:gdLst>
                  <a:gd name="T0" fmla="*/ 30 w 43"/>
                  <a:gd name="T1" fmla="*/ 41 h 134"/>
                  <a:gd name="T2" fmla="*/ 36 w 43"/>
                  <a:gd name="T3" fmla="*/ 128 h 134"/>
                  <a:gd name="T4" fmla="*/ 43 w 43"/>
                  <a:gd name="T5" fmla="*/ 134 h 134"/>
                  <a:gd name="T6" fmla="*/ 30 w 43"/>
                  <a:gd name="T7" fmla="*/ 41 h 134"/>
                  <a:gd name="T8" fmla="*/ 23 w 43"/>
                  <a:gd name="T9" fmla="*/ 0 h 134"/>
                  <a:gd name="T10" fmla="*/ 0 w 43"/>
                  <a:gd name="T11" fmla="*/ 101 h 134"/>
                  <a:gd name="T12" fmla="*/ 22 w 43"/>
                  <a:gd name="T13" fmla="*/ 118 h 134"/>
                  <a:gd name="T14" fmla="*/ 30 w 43"/>
                  <a:gd name="T15" fmla="*/ 39 h 134"/>
                  <a:gd name="T16" fmla="*/ 23 w 43"/>
                  <a:gd name="T17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34">
                    <a:moveTo>
                      <a:pt x="30" y="41"/>
                    </a:moveTo>
                    <a:lnTo>
                      <a:pt x="36" y="128"/>
                    </a:lnTo>
                    <a:lnTo>
                      <a:pt x="43" y="134"/>
                    </a:lnTo>
                    <a:lnTo>
                      <a:pt x="30" y="41"/>
                    </a:lnTo>
                    <a:close/>
                    <a:moveTo>
                      <a:pt x="23" y="0"/>
                    </a:moveTo>
                    <a:lnTo>
                      <a:pt x="0" y="101"/>
                    </a:lnTo>
                    <a:lnTo>
                      <a:pt x="22" y="118"/>
                    </a:lnTo>
                    <a:lnTo>
                      <a:pt x="30" y="39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1" name="Freeform 380"/>
              <p:cNvSpPr>
                <a:spLocks noEditPoints="1"/>
              </p:cNvSpPr>
              <p:nvPr userDrawn="1"/>
            </p:nvSpPr>
            <p:spPr bwMode="auto">
              <a:xfrm>
                <a:off x="2885" y="555"/>
                <a:ext cx="43" cy="134"/>
              </a:xfrm>
              <a:custGeom>
                <a:avLst/>
                <a:gdLst>
                  <a:gd name="T0" fmla="*/ 30 w 43"/>
                  <a:gd name="T1" fmla="*/ 41 h 134"/>
                  <a:gd name="T2" fmla="*/ 36 w 43"/>
                  <a:gd name="T3" fmla="*/ 128 h 134"/>
                  <a:gd name="T4" fmla="*/ 43 w 43"/>
                  <a:gd name="T5" fmla="*/ 134 h 134"/>
                  <a:gd name="T6" fmla="*/ 30 w 43"/>
                  <a:gd name="T7" fmla="*/ 41 h 134"/>
                  <a:gd name="T8" fmla="*/ 23 w 43"/>
                  <a:gd name="T9" fmla="*/ 0 h 134"/>
                  <a:gd name="T10" fmla="*/ 0 w 43"/>
                  <a:gd name="T11" fmla="*/ 101 h 134"/>
                  <a:gd name="T12" fmla="*/ 22 w 43"/>
                  <a:gd name="T13" fmla="*/ 118 h 134"/>
                  <a:gd name="T14" fmla="*/ 30 w 43"/>
                  <a:gd name="T15" fmla="*/ 39 h 134"/>
                  <a:gd name="T16" fmla="*/ 23 w 43"/>
                  <a:gd name="T17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134">
                    <a:moveTo>
                      <a:pt x="30" y="41"/>
                    </a:moveTo>
                    <a:lnTo>
                      <a:pt x="36" y="128"/>
                    </a:lnTo>
                    <a:lnTo>
                      <a:pt x="43" y="134"/>
                    </a:lnTo>
                    <a:lnTo>
                      <a:pt x="30" y="41"/>
                    </a:lnTo>
                    <a:moveTo>
                      <a:pt x="23" y="0"/>
                    </a:moveTo>
                    <a:lnTo>
                      <a:pt x="0" y="101"/>
                    </a:lnTo>
                    <a:lnTo>
                      <a:pt x="22" y="118"/>
                    </a:lnTo>
                    <a:lnTo>
                      <a:pt x="30" y="39"/>
                    </a:lnTo>
                    <a:lnTo>
                      <a:pt x="2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2" name="Freeform 381"/>
              <p:cNvSpPr>
                <a:spLocks/>
              </p:cNvSpPr>
              <p:nvPr userDrawn="1"/>
            </p:nvSpPr>
            <p:spPr bwMode="auto">
              <a:xfrm>
                <a:off x="2907" y="594"/>
                <a:ext cx="14" cy="89"/>
              </a:xfrm>
              <a:custGeom>
                <a:avLst/>
                <a:gdLst>
                  <a:gd name="T0" fmla="*/ 8 w 14"/>
                  <a:gd name="T1" fmla="*/ 0 h 89"/>
                  <a:gd name="T2" fmla="*/ 0 w 14"/>
                  <a:gd name="T3" fmla="*/ 79 h 89"/>
                  <a:gd name="T4" fmla="*/ 14 w 14"/>
                  <a:gd name="T5" fmla="*/ 89 h 89"/>
                  <a:gd name="T6" fmla="*/ 8 w 14"/>
                  <a:gd name="T7" fmla="*/ 2 h 89"/>
                  <a:gd name="T8" fmla="*/ 8 w 14"/>
                  <a:gd name="T9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9">
                    <a:moveTo>
                      <a:pt x="8" y="0"/>
                    </a:moveTo>
                    <a:lnTo>
                      <a:pt x="0" y="79"/>
                    </a:lnTo>
                    <a:lnTo>
                      <a:pt x="14" y="89"/>
                    </a:lnTo>
                    <a:lnTo>
                      <a:pt x="8" y="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3" name="Freeform 382"/>
              <p:cNvSpPr>
                <a:spLocks/>
              </p:cNvSpPr>
              <p:nvPr userDrawn="1"/>
            </p:nvSpPr>
            <p:spPr bwMode="auto">
              <a:xfrm>
                <a:off x="2907" y="594"/>
                <a:ext cx="14" cy="89"/>
              </a:xfrm>
              <a:custGeom>
                <a:avLst/>
                <a:gdLst>
                  <a:gd name="T0" fmla="*/ 8 w 14"/>
                  <a:gd name="T1" fmla="*/ 0 h 89"/>
                  <a:gd name="T2" fmla="*/ 0 w 14"/>
                  <a:gd name="T3" fmla="*/ 79 h 89"/>
                  <a:gd name="T4" fmla="*/ 14 w 14"/>
                  <a:gd name="T5" fmla="*/ 89 h 89"/>
                  <a:gd name="T6" fmla="*/ 8 w 14"/>
                  <a:gd name="T7" fmla="*/ 2 h 89"/>
                  <a:gd name="T8" fmla="*/ 8 w 14"/>
                  <a:gd name="T9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9">
                    <a:moveTo>
                      <a:pt x="8" y="0"/>
                    </a:moveTo>
                    <a:lnTo>
                      <a:pt x="0" y="79"/>
                    </a:lnTo>
                    <a:lnTo>
                      <a:pt x="14" y="89"/>
                    </a:lnTo>
                    <a:lnTo>
                      <a:pt x="8" y="2"/>
                    </a:lnTo>
                    <a:lnTo>
                      <a:pt x="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4" name="Freeform 383"/>
              <p:cNvSpPr>
                <a:spLocks noEditPoints="1"/>
              </p:cNvSpPr>
              <p:nvPr userDrawn="1"/>
            </p:nvSpPr>
            <p:spPr bwMode="auto">
              <a:xfrm>
                <a:off x="2885" y="656"/>
                <a:ext cx="43" cy="203"/>
              </a:xfrm>
              <a:custGeom>
                <a:avLst/>
                <a:gdLst>
                  <a:gd name="T0" fmla="*/ 27 w 35"/>
                  <a:gd name="T1" fmla="*/ 138 h 164"/>
                  <a:gd name="T2" fmla="*/ 24 w 35"/>
                  <a:gd name="T3" fmla="*/ 154 h 164"/>
                  <a:gd name="T4" fmla="*/ 25 w 35"/>
                  <a:gd name="T5" fmla="*/ 164 h 164"/>
                  <a:gd name="T6" fmla="*/ 27 w 35"/>
                  <a:gd name="T7" fmla="*/ 138 h 164"/>
                  <a:gd name="T8" fmla="*/ 29 w 35"/>
                  <a:gd name="T9" fmla="*/ 22 h 164"/>
                  <a:gd name="T10" fmla="*/ 32 w 35"/>
                  <a:gd name="T11" fmla="*/ 72 h 164"/>
                  <a:gd name="T12" fmla="*/ 35 w 35"/>
                  <a:gd name="T13" fmla="*/ 27 h 164"/>
                  <a:gd name="T14" fmla="*/ 29 w 35"/>
                  <a:gd name="T15" fmla="*/ 22 h 164"/>
                  <a:gd name="T16" fmla="*/ 0 w 35"/>
                  <a:gd name="T17" fmla="*/ 0 h 164"/>
                  <a:gd name="T18" fmla="*/ 17 w 35"/>
                  <a:gd name="T19" fmla="*/ 112 h 164"/>
                  <a:gd name="T20" fmla="*/ 30 w 35"/>
                  <a:gd name="T21" fmla="*/ 106 h 164"/>
                  <a:gd name="T22" fmla="*/ 30 w 35"/>
                  <a:gd name="T23" fmla="*/ 96 h 164"/>
                  <a:gd name="T24" fmla="*/ 14 w 35"/>
                  <a:gd name="T25" fmla="*/ 63 h 164"/>
                  <a:gd name="T26" fmla="*/ 18 w 35"/>
                  <a:gd name="T27" fmla="*/ 14 h 164"/>
                  <a:gd name="T28" fmla="*/ 0 w 35"/>
                  <a:gd name="T29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164">
                    <a:moveTo>
                      <a:pt x="27" y="138"/>
                    </a:moveTo>
                    <a:cubicBezTo>
                      <a:pt x="24" y="154"/>
                      <a:pt x="24" y="154"/>
                      <a:pt x="24" y="154"/>
                    </a:cubicBezTo>
                    <a:cubicBezTo>
                      <a:pt x="25" y="164"/>
                      <a:pt x="25" y="164"/>
                      <a:pt x="25" y="164"/>
                    </a:cubicBezTo>
                    <a:cubicBezTo>
                      <a:pt x="27" y="138"/>
                      <a:pt x="27" y="138"/>
                      <a:pt x="27" y="138"/>
                    </a:cubicBezTo>
                    <a:moveTo>
                      <a:pt x="29" y="22"/>
                    </a:moveTo>
                    <a:cubicBezTo>
                      <a:pt x="32" y="72"/>
                      <a:pt x="32" y="72"/>
                      <a:pt x="32" y="72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29" y="22"/>
                      <a:pt x="29" y="22"/>
                      <a:pt x="29" y="22"/>
                    </a:cubicBezTo>
                    <a:moveTo>
                      <a:pt x="0" y="0"/>
                    </a:moveTo>
                    <a:cubicBezTo>
                      <a:pt x="17" y="112"/>
                      <a:pt x="17" y="112"/>
                      <a:pt x="17" y="112"/>
                    </a:cubicBezTo>
                    <a:cubicBezTo>
                      <a:pt x="21" y="110"/>
                      <a:pt x="25" y="108"/>
                      <a:pt x="30" y="106"/>
                    </a:cubicBezTo>
                    <a:cubicBezTo>
                      <a:pt x="30" y="96"/>
                      <a:pt x="30" y="96"/>
                      <a:pt x="30" y="96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5" name="Freeform 384"/>
              <p:cNvSpPr>
                <a:spLocks/>
              </p:cNvSpPr>
              <p:nvPr userDrawn="1"/>
            </p:nvSpPr>
            <p:spPr bwMode="auto">
              <a:xfrm>
                <a:off x="2908" y="794"/>
                <a:ext cx="13" cy="52"/>
              </a:xfrm>
              <a:custGeom>
                <a:avLst/>
                <a:gdLst>
                  <a:gd name="T0" fmla="*/ 10 w 10"/>
                  <a:gd name="T1" fmla="*/ 0 h 42"/>
                  <a:gd name="T2" fmla="*/ 0 w 10"/>
                  <a:gd name="T3" fmla="*/ 14 h 42"/>
                  <a:gd name="T4" fmla="*/ 5 w 10"/>
                  <a:gd name="T5" fmla="*/ 42 h 42"/>
                  <a:gd name="T6" fmla="*/ 8 w 10"/>
                  <a:gd name="T7" fmla="*/ 26 h 42"/>
                  <a:gd name="T8" fmla="*/ 10 w 10"/>
                  <a:gd name="T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42">
                    <a:moveTo>
                      <a:pt x="10" y="0"/>
                    </a:moveTo>
                    <a:cubicBezTo>
                      <a:pt x="7" y="4"/>
                      <a:pt x="4" y="9"/>
                      <a:pt x="0" y="14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6" name="Freeform 385"/>
              <p:cNvSpPr>
                <a:spLocks/>
              </p:cNvSpPr>
              <p:nvPr userDrawn="1"/>
            </p:nvSpPr>
            <p:spPr bwMode="auto">
              <a:xfrm>
                <a:off x="2902" y="673"/>
                <a:ext cx="22" cy="102"/>
              </a:xfrm>
              <a:custGeom>
                <a:avLst/>
                <a:gdLst>
                  <a:gd name="T0" fmla="*/ 5 w 22"/>
                  <a:gd name="T1" fmla="*/ 0 h 102"/>
                  <a:gd name="T2" fmla="*/ 0 w 22"/>
                  <a:gd name="T3" fmla="*/ 61 h 102"/>
                  <a:gd name="T4" fmla="*/ 20 w 22"/>
                  <a:gd name="T5" fmla="*/ 102 h 102"/>
                  <a:gd name="T6" fmla="*/ 22 w 22"/>
                  <a:gd name="T7" fmla="*/ 72 h 102"/>
                  <a:gd name="T8" fmla="*/ 19 w 22"/>
                  <a:gd name="T9" fmla="*/ 10 h 102"/>
                  <a:gd name="T10" fmla="*/ 5 w 22"/>
                  <a:gd name="T11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02">
                    <a:moveTo>
                      <a:pt x="5" y="0"/>
                    </a:moveTo>
                    <a:lnTo>
                      <a:pt x="0" y="61"/>
                    </a:lnTo>
                    <a:lnTo>
                      <a:pt x="20" y="102"/>
                    </a:lnTo>
                    <a:lnTo>
                      <a:pt x="22" y="72"/>
                    </a:lnTo>
                    <a:lnTo>
                      <a:pt x="19" y="1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7" name="Freeform 386"/>
              <p:cNvSpPr>
                <a:spLocks/>
              </p:cNvSpPr>
              <p:nvPr userDrawn="1"/>
            </p:nvSpPr>
            <p:spPr bwMode="auto">
              <a:xfrm>
                <a:off x="2902" y="673"/>
                <a:ext cx="22" cy="102"/>
              </a:xfrm>
              <a:custGeom>
                <a:avLst/>
                <a:gdLst>
                  <a:gd name="T0" fmla="*/ 5 w 22"/>
                  <a:gd name="T1" fmla="*/ 0 h 102"/>
                  <a:gd name="T2" fmla="*/ 0 w 22"/>
                  <a:gd name="T3" fmla="*/ 61 h 102"/>
                  <a:gd name="T4" fmla="*/ 20 w 22"/>
                  <a:gd name="T5" fmla="*/ 102 h 102"/>
                  <a:gd name="T6" fmla="*/ 22 w 22"/>
                  <a:gd name="T7" fmla="*/ 72 h 102"/>
                  <a:gd name="T8" fmla="*/ 19 w 22"/>
                  <a:gd name="T9" fmla="*/ 10 h 102"/>
                  <a:gd name="T10" fmla="*/ 5 w 22"/>
                  <a:gd name="T11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02">
                    <a:moveTo>
                      <a:pt x="5" y="0"/>
                    </a:moveTo>
                    <a:lnTo>
                      <a:pt x="0" y="61"/>
                    </a:lnTo>
                    <a:lnTo>
                      <a:pt x="20" y="102"/>
                    </a:lnTo>
                    <a:lnTo>
                      <a:pt x="22" y="72"/>
                    </a:lnTo>
                    <a:lnTo>
                      <a:pt x="19" y="10"/>
                    </a:lnTo>
                    <a:lnTo>
                      <a:pt x="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8" name="Freeform 387"/>
              <p:cNvSpPr>
                <a:spLocks/>
              </p:cNvSpPr>
              <p:nvPr userDrawn="1"/>
            </p:nvSpPr>
            <p:spPr bwMode="auto">
              <a:xfrm>
                <a:off x="2859" y="451"/>
                <a:ext cx="49" cy="104"/>
              </a:xfrm>
              <a:custGeom>
                <a:avLst/>
                <a:gdLst>
                  <a:gd name="T0" fmla="*/ 0 w 49"/>
                  <a:gd name="T1" fmla="*/ 0 h 104"/>
                  <a:gd name="T2" fmla="*/ 0 w 49"/>
                  <a:gd name="T3" fmla="*/ 77 h 104"/>
                  <a:gd name="T4" fmla="*/ 49 w 49"/>
                  <a:gd name="T5" fmla="*/ 104 h 104"/>
                  <a:gd name="T6" fmla="*/ 0 w 49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4">
                    <a:moveTo>
                      <a:pt x="0" y="0"/>
                    </a:moveTo>
                    <a:lnTo>
                      <a:pt x="0" y="77"/>
                    </a:lnTo>
                    <a:lnTo>
                      <a:pt x="49" y="1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49" name="Freeform 388"/>
              <p:cNvSpPr>
                <a:spLocks/>
              </p:cNvSpPr>
              <p:nvPr userDrawn="1"/>
            </p:nvSpPr>
            <p:spPr bwMode="auto">
              <a:xfrm>
                <a:off x="2859" y="451"/>
                <a:ext cx="49" cy="104"/>
              </a:xfrm>
              <a:custGeom>
                <a:avLst/>
                <a:gdLst>
                  <a:gd name="T0" fmla="*/ 0 w 49"/>
                  <a:gd name="T1" fmla="*/ 0 h 104"/>
                  <a:gd name="T2" fmla="*/ 0 w 49"/>
                  <a:gd name="T3" fmla="*/ 77 h 104"/>
                  <a:gd name="T4" fmla="*/ 49 w 49"/>
                  <a:gd name="T5" fmla="*/ 104 h 104"/>
                  <a:gd name="T6" fmla="*/ 0 w 49"/>
                  <a:gd name="T7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4">
                    <a:moveTo>
                      <a:pt x="0" y="0"/>
                    </a:moveTo>
                    <a:lnTo>
                      <a:pt x="0" y="77"/>
                    </a:lnTo>
                    <a:lnTo>
                      <a:pt x="49" y="10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0" name="Freeform 389"/>
              <p:cNvSpPr>
                <a:spLocks/>
              </p:cNvSpPr>
              <p:nvPr userDrawn="1"/>
            </p:nvSpPr>
            <p:spPr bwMode="auto">
              <a:xfrm>
                <a:off x="3072" y="383"/>
                <a:ext cx="49" cy="106"/>
              </a:xfrm>
              <a:custGeom>
                <a:avLst/>
                <a:gdLst>
                  <a:gd name="T0" fmla="*/ 0 w 49"/>
                  <a:gd name="T1" fmla="*/ 0 h 106"/>
                  <a:gd name="T2" fmla="*/ 0 w 49"/>
                  <a:gd name="T3" fmla="*/ 77 h 106"/>
                  <a:gd name="T4" fmla="*/ 49 w 49"/>
                  <a:gd name="T5" fmla="*/ 106 h 106"/>
                  <a:gd name="T6" fmla="*/ 0 w 49"/>
                  <a:gd name="T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6">
                    <a:moveTo>
                      <a:pt x="0" y="0"/>
                    </a:moveTo>
                    <a:lnTo>
                      <a:pt x="0" y="77"/>
                    </a:lnTo>
                    <a:lnTo>
                      <a:pt x="49" y="1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1" name="Freeform 390"/>
              <p:cNvSpPr>
                <a:spLocks/>
              </p:cNvSpPr>
              <p:nvPr userDrawn="1"/>
            </p:nvSpPr>
            <p:spPr bwMode="auto">
              <a:xfrm>
                <a:off x="3072" y="383"/>
                <a:ext cx="49" cy="106"/>
              </a:xfrm>
              <a:custGeom>
                <a:avLst/>
                <a:gdLst>
                  <a:gd name="T0" fmla="*/ 0 w 49"/>
                  <a:gd name="T1" fmla="*/ 0 h 106"/>
                  <a:gd name="T2" fmla="*/ 0 w 49"/>
                  <a:gd name="T3" fmla="*/ 77 h 106"/>
                  <a:gd name="T4" fmla="*/ 49 w 49"/>
                  <a:gd name="T5" fmla="*/ 106 h 106"/>
                  <a:gd name="T6" fmla="*/ 0 w 49"/>
                  <a:gd name="T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6">
                    <a:moveTo>
                      <a:pt x="0" y="0"/>
                    </a:moveTo>
                    <a:lnTo>
                      <a:pt x="0" y="77"/>
                    </a:lnTo>
                    <a:lnTo>
                      <a:pt x="49" y="10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2" name="Freeform 391"/>
              <p:cNvSpPr>
                <a:spLocks/>
              </p:cNvSpPr>
              <p:nvPr userDrawn="1"/>
            </p:nvSpPr>
            <p:spPr bwMode="auto">
              <a:xfrm>
                <a:off x="2759" y="375"/>
                <a:ext cx="50" cy="86"/>
              </a:xfrm>
              <a:custGeom>
                <a:avLst/>
                <a:gdLst>
                  <a:gd name="T0" fmla="*/ 0 w 50"/>
                  <a:gd name="T1" fmla="*/ 0 h 86"/>
                  <a:gd name="T2" fmla="*/ 0 w 50"/>
                  <a:gd name="T3" fmla="*/ 58 h 86"/>
                  <a:gd name="T4" fmla="*/ 50 w 50"/>
                  <a:gd name="T5" fmla="*/ 86 h 86"/>
                  <a:gd name="T6" fmla="*/ 11 w 50"/>
                  <a:gd name="T7" fmla="*/ 5 h 86"/>
                  <a:gd name="T8" fmla="*/ 0 w 50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6">
                    <a:moveTo>
                      <a:pt x="0" y="0"/>
                    </a:moveTo>
                    <a:lnTo>
                      <a:pt x="0" y="58"/>
                    </a:lnTo>
                    <a:lnTo>
                      <a:pt x="50" y="86"/>
                    </a:lnTo>
                    <a:lnTo>
                      <a:pt x="11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3" name="Freeform 392"/>
              <p:cNvSpPr>
                <a:spLocks/>
              </p:cNvSpPr>
              <p:nvPr userDrawn="1"/>
            </p:nvSpPr>
            <p:spPr bwMode="auto">
              <a:xfrm>
                <a:off x="2759" y="375"/>
                <a:ext cx="50" cy="86"/>
              </a:xfrm>
              <a:custGeom>
                <a:avLst/>
                <a:gdLst>
                  <a:gd name="T0" fmla="*/ 0 w 50"/>
                  <a:gd name="T1" fmla="*/ 0 h 86"/>
                  <a:gd name="T2" fmla="*/ 0 w 50"/>
                  <a:gd name="T3" fmla="*/ 58 h 86"/>
                  <a:gd name="T4" fmla="*/ 50 w 50"/>
                  <a:gd name="T5" fmla="*/ 86 h 86"/>
                  <a:gd name="T6" fmla="*/ 11 w 50"/>
                  <a:gd name="T7" fmla="*/ 5 h 86"/>
                  <a:gd name="T8" fmla="*/ 0 w 50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86">
                    <a:moveTo>
                      <a:pt x="0" y="0"/>
                    </a:moveTo>
                    <a:lnTo>
                      <a:pt x="0" y="58"/>
                    </a:lnTo>
                    <a:lnTo>
                      <a:pt x="50" y="86"/>
                    </a:lnTo>
                    <a:lnTo>
                      <a:pt x="11" y="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4" name="Freeform 393"/>
              <p:cNvSpPr>
                <a:spLocks noEditPoints="1"/>
              </p:cNvSpPr>
              <p:nvPr userDrawn="1"/>
            </p:nvSpPr>
            <p:spPr bwMode="auto">
              <a:xfrm>
                <a:off x="2785" y="356"/>
                <a:ext cx="74" cy="124"/>
              </a:xfrm>
              <a:custGeom>
                <a:avLst/>
                <a:gdLst>
                  <a:gd name="T0" fmla="*/ 14 w 74"/>
                  <a:gd name="T1" fmla="*/ 36 h 124"/>
                  <a:gd name="T2" fmla="*/ 53 w 74"/>
                  <a:gd name="T3" fmla="*/ 124 h 124"/>
                  <a:gd name="T4" fmla="*/ 74 w 74"/>
                  <a:gd name="T5" fmla="*/ 95 h 124"/>
                  <a:gd name="T6" fmla="*/ 33 w 74"/>
                  <a:gd name="T7" fmla="*/ 43 h 124"/>
                  <a:gd name="T8" fmla="*/ 14 w 74"/>
                  <a:gd name="T9" fmla="*/ 36 h 124"/>
                  <a:gd name="T10" fmla="*/ 0 w 74"/>
                  <a:gd name="T11" fmla="*/ 0 h 124"/>
                  <a:gd name="T12" fmla="*/ 3 w 74"/>
                  <a:gd name="T13" fmla="*/ 11 h 124"/>
                  <a:gd name="T14" fmla="*/ 19 w 74"/>
                  <a:gd name="T15" fmla="*/ 26 h 124"/>
                  <a:gd name="T16" fmla="*/ 0 w 74"/>
                  <a:gd name="T17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" h="124">
                    <a:moveTo>
                      <a:pt x="14" y="36"/>
                    </a:moveTo>
                    <a:lnTo>
                      <a:pt x="53" y="124"/>
                    </a:lnTo>
                    <a:lnTo>
                      <a:pt x="74" y="95"/>
                    </a:lnTo>
                    <a:lnTo>
                      <a:pt x="33" y="43"/>
                    </a:lnTo>
                    <a:lnTo>
                      <a:pt x="14" y="36"/>
                    </a:lnTo>
                    <a:close/>
                    <a:moveTo>
                      <a:pt x="0" y="0"/>
                    </a:moveTo>
                    <a:lnTo>
                      <a:pt x="3" y="11"/>
                    </a:lnTo>
                    <a:lnTo>
                      <a:pt x="19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5" name="Freeform 394"/>
              <p:cNvSpPr>
                <a:spLocks noEditPoints="1"/>
              </p:cNvSpPr>
              <p:nvPr userDrawn="1"/>
            </p:nvSpPr>
            <p:spPr bwMode="auto">
              <a:xfrm>
                <a:off x="2785" y="356"/>
                <a:ext cx="74" cy="124"/>
              </a:xfrm>
              <a:custGeom>
                <a:avLst/>
                <a:gdLst>
                  <a:gd name="T0" fmla="*/ 14 w 74"/>
                  <a:gd name="T1" fmla="*/ 36 h 124"/>
                  <a:gd name="T2" fmla="*/ 53 w 74"/>
                  <a:gd name="T3" fmla="*/ 124 h 124"/>
                  <a:gd name="T4" fmla="*/ 74 w 74"/>
                  <a:gd name="T5" fmla="*/ 95 h 124"/>
                  <a:gd name="T6" fmla="*/ 33 w 74"/>
                  <a:gd name="T7" fmla="*/ 43 h 124"/>
                  <a:gd name="T8" fmla="*/ 14 w 74"/>
                  <a:gd name="T9" fmla="*/ 36 h 124"/>
                  <a:gd name="T10" fmla="*/ 0 w 74"/>
                  <a:gd name="T11" fmla="*/ 0 h 124"/>
                  <a:gd name="T12" fmla="*/ 3 w 74"/>
                  <a:gd name="T13" fmla="*/ 11 h 124"/>
                  <a:gd name="T14" fmla="*/ 19 w 74"/>
                  <a:gd name="T15" fmla="*/ 26 h 124"/>
                  <a:gd name="T16" fmla="*/ 0 w 74"/>
                  <a:gd name="T17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" h="124">
                    <a:moveTo>
                      <a:pt x="14" y="36"/>
                    </a:moveTo>
                    <a:lnTo>
                      <a:pt x="53" y="124"/>
                    </a:lnTo>
                    <a:lnTo>
                      <a:pt x="74" y="95"/>
                    </a:lnTo>
                    <a:lnTo>
                      <a:pt x="33" y="43"/>
                    </a:lnTo>
                    <a:lnTo>
                      <a:pt x="14" y="36"/>
                    </a:lnTo>
                    <a:moveTo>
                      <a:pt x="0" y="0"/>
                    </a:moveTo>
                    <a:lnTo>
                      <a:pt x="3" y="11"/>
                    </a:lnTo>
                    <a:lnTo>
                      <a:pt x="19" y="2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6" name="Freeform 395"/>
              <p:cNvSpPr>
                <a:spLocks noEditPoints="1"/>
              </p:cNvSpPr>
              <p:nvPr userDrawn="1"/>
            </p:nvSpPr>
            <p:spPr bwMode="auto">
              <a:xfrm>
                <a:off x="2668" y="279"/>
                <a:ext cx="117" cy="77"/>
              </a:xfrm>
              <a:custGeom>
                <a:avLst/>
                <a:gdLst>
                  <a:gd name="T0" fmla="*/ 93 w 117"/>
                  <a:gd name="T1" fmla="*/ 62 h 77"/>
                  <a:gd name="T2" fmla="*/ 108 w 117"/>
                  <a:gd name="T3" fmla="*/ 77 h 77"/>
                  <a:gd name="T4" fmla="*/ 117 w 117"/>
                  <a:gd name="T5" fmla="*/ 77 h 77"/>
                  <a:gd name="T6" fmla="*/ 93 w 117"/>
                  <a:gd name="T7" fmla="*/ 62 h 77"/>
                  <a:gd name="T8" fmla="*/ 0 w 117"/>
                  <a:gd name="T9" fmla="*/ 0 h 77"/>
                  <a:gd name="T10" fmla="*/ 37 w 117"/>
                  <a:gd name="T11" fmla="*/ 70 h 77"/>
                  <a:gd name="T12" fmla="*/ 68 w 117"/>
                  <a:gd name="T13" fmla="*/ 73 h 77"/>
                  <a:gd name="T14" fmla="*/ 68 w 117"/>
                  <a:gd name="T15" fmla="*/ 46 h 77"/>
                  <a:gd name="T16" fmla="*/ 0 w 117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7" h="77">
                    <a:moveTo>
                      <a:pt x="93" y="62"/>
                    </a:moveTo>
                    <a:lnTo>
                      <a:pt x="108" y="77"/>
                    </a:lnTo>
                    <a:lnTo>
                      <a:pt x="117" y="77"/>
                    </a:lnTo>
                    <a:lnTo>
                      <a:pt x="93" y="62"/>
                    </a:lnTo>
                    <a:close/>
                    <a:moveTo>
                      <a:pt x="0" y="0"/>
                    </a:moveTo>
                    <a:lnTo>
                      <a:pt x="37" y="70"/>
                    </a:lnTo>
                    <a:lnTo>
                      <a:pt x="68" y="73"/>
                    </a:lnTo>
                    <a:lnTo>
                      <a:pt x="68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7" name="Freeform 396"/>
              <p:cNvSpPr>
                <a:spLocks noEditPoints="1"/>
              </p:cNvSpPr>
              <p:nvPr userDrawn="1"/>
            </p:nvSpPr>
            <p:spPr bwMode="auto">
              <a:xfrm>
                <a:off x="2668" y="279"/>
                <a:ext cx="117" cy="77"/>
              </a:xfrm>
              <a:custGeom>
                <a:avLst/>
                <a:gdLst>
                  <a:gd name="T0" fmla="*/ 93 w 117"/>
                  <a:gd name="T1" fmla="*/ 62 h 77"/>
                  <a:gd name="T2" fmla="*/ 108 w 117"/>
                  <a:gd name="T3" fmla="*/ 77 h 77"/>
                  <a:gd name="T4" fmla="*/ 117 w 117"/>
                  <a:gd name="T5" fmla="*/ 77 h 77"/>
                  <a:gd name="T6" fmla="*/ 93 w 117"/>
                  <a:gd name="T7" fmla="*/ 62 h 77"/>
                  <a:gd name="T8" fmla="*/ 0 w 117"/>
                  <a:gd name="T9" fmla="*/ 0 h 77"/>
                  <a:gd name="T10" fmla="*/ 37 w 117"/>
                  <a:gd name="T11" fmla="*/ 70 h 77"/>
                  <a:gd name="T12" fmla="*/ 68 w 117"/>
                  <a:gd name="T13" fmla="*/ 73 h 77"/>
                  <a:gd name="T14" fmla="*/ 68 w 117"/>
                  <a:gd name="T15" fmla="*/ 46 h 77"/>
                  <a:gd name="T16" fmla="*/ 0 w 117"/>
                  <a:gd name="T1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7" h="77">
                    <a:moveTo>
                      <a:pt x="93" y="62"/>
                    </a:moveTo>
                    <a:lnTo>
                      <a:pt x="108" y="77"/>
                    </a:lnTo>
                    <a:lnTo>
                      <a:pt x="117" y="77"/>
                    </a:lnTo>
                    <a:lnTo>
                      <a:pt x="93" y="62"/>
                    </a:lnTo>
                    <a:moveTo>
                      <a:pt x="0" y="0"/>
                    </a:moveTo>
                    <a:lnTo>
                      <a:pt x="37" y="70"/>
                    </a:lnTo>
                    <a:lnTo>
                      <a:pt x="68" y="73"/>
                    </a:lnTo>
                    <a:lnTo>
                      <a:pt x="68" y="4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8" name="Freeform 397"/>
              <p:cNvSpPr>
                <a:spLocks/>
              </p:cNvSpPr>
              <p:nvPr userDrawn="1"/>
            </p:nvSpPr>
            <p:spPr bwMode="auto">
              <a:xfrm>
                <a:off x="2896" y="918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4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4"/>
                    </a:lnTo>
                    <a:lnTo>
                      <a:pt x="47" y="40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59" name="Freeform 398"/>
              <p:cNvSpPr>
                <a:spLocks/>
              </p:cNvSpPr>
              <p:nvPr userDrawn="1"/>
            </p:nvSpPr>
            <p:spPr bwMode="auto">
              <a:xfrm>
                <a:off x="2896" y="918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4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4"/>
                    </a:lnTo>
                    <a:lnTo>
                      <a:pt x="47" y="40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0" name="Freeform 399"/>
              <p:cNvSpPr>
                <a:spLocks/>
              </p:cNvSpPr>
              <p:nvPr userDrawn="1"/>
            </p:nvSpPr>
            <p:spPr bwMode="auto">
              <a:xfrm>
                <a:off x="2660" y="725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2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2"/>
                    </a:lnTo>
                    <a:lnTo>
                      <a:pt x="47" y="40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1" name="Freeform 400"/>
              <p:cNvSpPr>
                <a:spLocks/>
              </p:cNvSpPr>
              <p:nvPr userDrawn="1"/>
            </p:nvSpPr>
            <p:spPr bwMode="auto">
              <a:xfrm>
                <a:off x="2660" y="725"/>
                <a:ext cx="73" cy="40"/>
              </a:xfrm>
              <a:custGeom>
                <a:avLst/>
                <a:gdLst>
                  <a:gd name="T0" fmla="*/ 73 w 73"/>
                  <a:gd name="T1" fmla="*/ 0 h 40"/>
                  <a:gd name="T2" fmla="*/ 0 w 73"/>
                  <a:gd name="T3" fmla="*/ 12 h 40"/>
                  <a:gd name="T4" fmla="*/ 47 w 73"/>
                  <a:gd name="T5" fmla="*/ 40 h 40"/>
                  <a:gd name="T6" fmla="*/ 73 w 73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40">
                    <a:moveTo>
                      <a:pt x="73" y="0"/>
                    </a:moveTo>
                    <a:lnTo>
                      <a:pt x="0" y="12"/>
                    </a:lnTo>
                    <a:lnTo>
                      <a:pt x="47" y="40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2" name="Freeform 401"/>
              <p:cNvSpPr>
                <a:spLocks/>
              </p:cNvSpPr>
              <p:nvPr userDrawn="1"/>
            </p:nvSpPr>
            <p:spPr bwMode="auto">
              <a:xfrm>
                <a:off x="921" y="1197"/>
                <a:ext cx="73" cy="39"/>
              </a:xfrm>
              <a:custGeom>
                <a:avLst/>
                <a:gdLst>
                  <a:gd name="T0" fmla="*/ 73 w 73"/>
                  <a:gd name="T1" fmla="*/ 0 h 39"/>
                  <a:gd name="T2" fmla="*/ 0 w 73"/>
                  <a:gd name="T3" fmla="*/ 13 h 39"/>
                  <a:gd name="T4" fmla="*/ 47 w 73"/>
                  <a:gd name="T5" fmla="*/ 39 h 39"/>
                  <a:gd name="T6" fmla="*/ 73 w 73"/>
                  <a:gd name="T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39">
                    <a:moveTo>
                      <a:pt x="73" y="0"/>
                    </a:moveTo>
                    <a:lnTo>
                      <a:pt x="0" y="13"/>
                    </a:lnTo>
                    <a:lnTo>
                      <a:pt x="47" y="39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3" name="Freeform 402"/>
              <p:cNvSpPr>
                <a:spLocks/>
              </p:cNvSpPr>
              <p:nvPr userDrawn="1"/>
            </p:nvSpPr>
            <p:spPr bwMode="auto">
              <a:xfrm>
                <a:off x="921" y="1197"/>
                <a:ext cx="73" cy="39"/>
              </a:xfrm>
              <a:custGeom>
                <a:avLst/>
                <a:gdLst>
                  <a:gd name="T0" fmla="*/ 73 w 73"/>
                  <a:gd name="T1" fmla="*/ 0 h 39"/>
                  <a:gd name="T2" fmla="*/ 0 w 73"/>
                  <a:gd name="T3" fmla="*/ 13 h 39"/>
                  <a:gd name="T4" fmla="*/ 47 w 73"/>
                  <a:gd name="T5" fmla="*/ 39 h 39"/>
                  <a:gd name="T6" fmla="*/ 73 w 73"/>
                  <a:gd name="T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39">
                    <a:moveTo>
                      <a:pt x="73" y="0"/>
                    </a:moveTo>
                    <a:lnTo>
                      <a:pt x="0" y="13"/>
                    </a:lnTo>
                    <a:lnTo>
                      <a:pt x="47" y="39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4" name="Freeform 403"/>
              <p:cNvSpPr>
                <a:spLocks/>
              </p:cNvSpPr>
              <p:nvPr userDrawn="1"/>
            </p:nvSpPr>
            <p:spPr bwMode="auto">
              <a:xfrm>
                <a:off x="2969" y="918"/>
                <a:ext cx="101" cy="27"/>
              </a:xfrm>
              <a:custGeom>
                <a:avLst/>
                <a:gdLst>
                  <a:gd name="T0" fmla="*/ 0 w 101"/>
                  <a:gd name="T1" fmla="*/ 0 h 27"/>
                  <a:gd name="T2" fmla="*/ 51 w 101"/>
                  <a:gd name="T3" fmla="*/ 27 h 27"/>
                  <a:gd name="T4" fmla="*/ 101 w 101"/>
                  <a:gd name="T5" fmla="*/ 14 h 27"/>
                  <a:gd name="T6" fmla="*/ 0 w 10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1" h="27">
                    <a:moveTo>
                      <a:pt x="0" y="0"/>
                    </a:moveTo>
                    <a:lnTo>
                      <a:pt x="51" y="27"/>
                    </a:lnTo>
                    <a:lnTo>
                      <a:pt x="101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5" name="Freeform 404"/>
              <p:cNvSpPr>
                <a:spLocks/>
              </p:cNvSpPr>
              <p:nvPr userDrawn="1"/>
            </p:nvSpPr>
            <p:spPr bwMode="auto">
              <a:xfrm>
                <a:off x="2969" y="918"/>
                <a:ext cx="101" cy="27"/>
              </a:xfrm>
              <a:custGeom>
                <a:avLst/>
                <a:gdLst>
                  <a:gd name="T0" fmla="*/ 0 w 101"/>
                  <a:gd name="T1" fmla="*/ 0 h 27"/>
                  <a:gd name="T2" fmla="*/ 51 w 101"/>
                  <a:gd name="T3" fmla="*/ 27 h 27"/>
                  <a:gd name="T4" fmla="*/ 101 w 101"/>
                  <a:gd name="T5" fmla="*/ 14 h 27"/>
                  <a:gd name="T6" fmla="*/ 0 w 10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1" h="27">
                    <a:moveTo>
                      <a:pt x="0" y="0"/>
                    </a:moveTo>
                    <a:lnTo>
                      <a:pt x="51" y="27"/>
                    </a:lnTo>
                    <a:lnTo>
                      <a:pt x="101" y="1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66" name="Freeform 405"/>
              <p:cNvSpPr>
                <a:spLocks noEditPoints="1"/>
              </p:cNvSpPr>
              <p:nvPr userDrawn="1"/>
            </p:nvSpPr>
            <p:spPr bwMode="auto">
              <a:xfrm>
                <a:off x="3020" y="932"/>
                <a:ext cx="138" cy="46"/>
              </a:xfrm>
              <a:custGeom>
                <a:avLst/>
                <a:gdLst>
                  <a:gd name="T0" fmla="*/ 106 w 138"/>
                  <a:gd name="T1" fmla="*/ 28 h 46"/>
                  <a:gd name="T2" fmla="*/ 123 w 138"/>
                  <a:gd name="T3" fmla="*/ 42 h 46"/>
                  <a:gd name="T4" fmla="*/ 138 w 138"/>
                  <a:gd name="T5" fmla="*/ 46 h 46"/>
                  <a:gd name="T6" fmla="*/ 106 w 138"/>
                  <a:gd name="T7" fmla="*/ 28 h 46"/>
                  <a:gd name="T8" fmla="*/ 50 w 138"/>
                  <a:gd name="T9" fmla="*/ 0 h 46"/>
                  <a:gd name="T10" fmla="*/ 50 w 138"/>
                  <a:gd name="T11" fmla="*/ 0 h 46"/>
                  <a:gd name="T12" fmla="*/ 0 w 138"/>
                  <a:gd name="T13" fmla="*/ 13 h 46"/>
                  <a:gd name="T14" fmla="*/ 68 w 138"/>
                  <a:gd name="T15" fmla="*/ 28 h 46"/>
                  <a:gd name="T16" fmla="*/ 81 w 138"/>
                  <a:gd name="T17" fmla="*/ 16 h 46"/>
                  <a:gd name="T18" fmla="*/ 50 w 138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8" h="46">
                    <a:moveTo>
                      <a:pt x="106" y="28"/>
                    </a:moveTo>
                    <a:lnTo>
                      <a:pt x="123" y="42"/>
                    </a:lnTo>
                    <a:lnTo>
                      <a:pt x="138" y="46"/>
                    </a:lnTo>
                    <a:lnTo>
                      <a:pt x="106" y="28"/>
                    </a:lnTo>
                    <a:close/>
                    <a:moveTo>
                      <a:pt x="50" y="0"/>
                    </a:moveTo>
                    <a:lnTo>
                      <a:pt x="50" y="0"/>
                    </a:lnTo>
                    <a:lnTo>
                      <a:pt x="0" y="13"/>
                    </a:lnTo>
                    <a:lnTo>
                      <a:pt x="68" y="28"/>
                    </a:lnTo>
                    <a:lnTo>
                      <a:pt x="81" y="16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1" name="Group 607"/>
            <p:cNvGrpSpPr>
              <a:grpSpLocks/>
            </p:cNvGrpSpPr>
            <p:nvPr userDrawn="1"/>
          </p:nvGrpSpPr>
          <p:grpSpPr bwMode="auto">
            <a:xfrm>
              <a:off x="2070101" y="-11113"/>
              <a:ext cx="3352800" cy="2368550"/>
              <a:chOff x="1304" y="-7"/>
              <a:chExt cx="2112" cy="1492"/>
            </a:xfrm>
          </p:grpSpPr>
          <p:sp>
            <p:nvSpPr>
              <p:cNvPr id="767" name="Freeform 407"/>
              <p:cNvSpPr>
                <a:spLocks noEditPoints="1"/>
              </p:cNvSpPr>
              <p:nvPr userDrawn="1"/>
            </p:nvSpPr>
            <p:spPr bwMode="auto">
              <a:xfrm>
                <a:off x="3020" y="932"/>
                <a:ext cx="138" cy="46"/>
              </a:xfrm>
              <a:custGeom>
                <a:avLst/>
                <a:gdLst>
                  <a:gd name="T0" fmla="*/ 106 w 138"/>
                  <a:gd name="T1" fmla="*/ 28 h 46"/>
                  <a:gd name="T2" fmla="*/ 123 w 138"/>
                  <a:gd name="T3" fmla="*/ 42 h 46"/>
                  <a:gd name="T4" fmla="*/ 138 w 138"/>
                  <a:gd name="T5" fmla="*/ 46 h 46"/>
                  <a:gd name="T6" fmla="*/ 106 w 138"/>
                  <a:gd name="T7" fmla="*/ 28 h 46"/>
                  <a:gd name="T8" fmla="*/ 50 w 138"/>
                  <a:gd name="T9" fmla="*/ 0 h 46"/>
                  <a:gd name="T10" fmla="*/ 50 w 138"/>
                  <a:gd name="T11" fmla="*/ 0 h 46"/>
                  <a:gd name="T12" fmla="*/ 0 w 138"/>
                  <a:gd name="T13" fmla="*/ 13 h 46"/>
                  <a:gd name="T14" fmla="*/ 68 w 138"/>
                  <a:gd name="T15" fmla="*/ 28 h 46"/>
                  <a:gd name="T16" fmla="*/ 81 w 138"/>
                  <a:gd name="T17" fmla="*/ 16 h 46"/>
                  <a:gd name="T18" fmla="*/ 50 w 138"/>
                  <a:gd name="T1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8" h="46">
                    <a:moveTo>
                      <a:pt x="106" y="28"/>
                    </a:moveTo>
                    <a:lnTo>
                      <a:pt x="123" y="42"/>
                    </a:lnTo>
                    <a:lnTo>
                      <a:pt x="138" y="46"/>
                    </a:lnTo>
                    <a:lnTo>
                      <a:pt x="106" y="28"/>
                    </a:lnTo>
                    <a:moveTo>
                      <a:pt x="50" y="0"/>
                    </a:moveTo>
                    <a:lnTo>
                      <a:pt x="50" y="0"/>
                    </a:lnTo>
                    <a:lnTo>
                      <a:pt x="0" y="13"/>
                    </a:lnTo>
                    <a:lnTo>
                      <a:pt x="68" y="28"/>
                    </a:lnTo>
                    <a:lnTo>
                      <a:pt x="81" y="16"/>
                    </a:lnTo>
                    <a:lnTo>
                      <a:pt x="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8" name="Freeform 408"/>
              <p:cNvSpPr>
                <a:spLocks noEditPoints="1"/>
              </p:cNvSpPr>
              <p:nvPr userDrawn="1"/>
            </p:nvSpPr>
            <p:spPr bwMode="auto">
              <a:xfrm>
                <a:off x="3158" y="978"/>
                <a:ext cx="63" cy="68"/>
              </a:xfrm>
              <a:custGeom>
                <a:avLst/>
                <a:gdLst>
                  <a:gd name="T0" fmla="*/ 0 w 51"/>
                  <a:gd name="T1" fmla="*/ 19 h 55"/>
                  <a:gd name="T2" fmla="*/ 0 w 51"/>
                  <a:gd name="T3" fmla="*/ 32 h 55"/>
                  <a:gd name="T4" fmla="*/ 0 w 51"/>
                  <a:gd name="T5" fmla="*/ 32 h 55"/>
                  <a:gd name="T6" fmla="*/ 51 w 51"/>
                  <a:gd name="T7" fmla="*/ 55 h 55"/>
                  <a:gd name="T8" fmla="*/ 24 w 51"/>
                  <a:gd name="T9" fmla="*/ 26 h 55"/>
                  <a:gd name="T10" fmla="*/ 0 w 51"/>
                  <a:gd name="T11" fmla="*/ 19 h 55"/>
                  <a:gd name="T12" fmla="*/ 0 w 51"/>
                  <a:gd name="T13" fmla="*/ 0 h 55"/>
                  <a:gd name="T14" fmla="*/ 0 w 51"/>
                  <a:gd name="T15" fmla="*/ 5 h 55"/>
                  <a:gd name="T16" fmla="*/ 17 w 51"/>
                  <a:gd name="T17" fmla="*/ 18 h 55"/>
                  <a:gd name="T18" fmla="*/ 0 w 51"/>
                  <a:gd name="T19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55">
                    <a:moveTo>
                      <a:pt x="0" y="19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51" y="55"/>
                      <a:pt x="51" y="55"/>
                      <a:pt x="51" y="55"/>
                    </a:cubicBezTo>
                    <a:cubicBezTo>
                      <a:pt x="49" y="53"/>
                      <a:pt x="37" y="39"/>
                      <a:pt x="24" y="26"/>
                    </a:cubicBezTo>
                    <a:cubicBezTo>
                      <a:pt x="0" y="19"/>
                      <a:pt x="0" y="19"/>
                      <a:pt x="0" y="19"/>
                    </a:cubicBezTo>
                    <a:moveTo>
                      <a:pt x="0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8" y="8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9" name="Freeform 409"/>
              <p:cNvSpPr>
                <a:spLocks noEditPoints="1"/>
              </p:cNvSpPr>
              <p:nvPr userDrawn="1"/>
            </p:nvSpPr>
            <p:spPr bwMode="auto">
              <a:xfrm>
                <a:off x="3070" y="945"/>
                <a:ext cx="56" cy="39"/>
              </a:xfrm>
              <a:custGeom>
                <a:avLst/>
                <a:gdLst>
                  <a:gd name="T0" fmla="*/ 4 w 56"/>
                  <a:gd name="T1" fmla="*/ 29 h 39"/>
                  <a:gd name="T2" fmla="*/ 0 w 56"/>
                  <a:gd name="T3" fmla="*/ 33 h 39"/>
                  <a:gd name="T4" fmla="*/ 25 w 56"/>
                  <a:gd name="T5" fmla="*/ 39 h 39"/>
                  <a:gd name="T6" fmla="*/ 4 w 56"/>
                  <a:gd name="T7" fmla="*/ 29 h 39"/>
                  <a:gd name="T8" fmla="*/ 34 w 56"/>
                  <a:gd name="T9" fmla="*/ 0 h 39"/>
                  <a:gd name="T10" fmla="*/ 31 w 56"/>
                  <a:gd name="T11" fmla="*/ 3 h 39"/>
                  <a:gd name="T12" fmla="*/ 56 w 56"/>
                  <a:gd name="T13" fmla="*/ 15 h 39"/>
                  <a:gd name="T14" fmla="*/ 34 w 56"/>
                  <a:gd name="T15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39">
                    <a:moveTo>
                      <a:pt x="4" y="29"/>
                    </a:moveTo>
                    <a:lnTo>
                      <a:pt x="0" y="33"/>
                    </a:lnTo>
                    <a:lnTo>
                      <a:pt x="25" y="39"/>
                    </a:lnTo>
                    <a:lnTo>
                      <a:pt x="4" y="29"/>
                    </a:lnTo>
                    <a:close/>
                    <a:moveTo>
                      <a:pt x="34" y="0"/>
                    </a:moveTo>
                    <a:lnTo>
                      <a:pt x="31" y="3"/>
                    </a:lnTo>
                    <a:lnTo>
                      <a:pt x="56" y="1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0" name="Freeform 410"/>
              <p:cNvSpPr>
                <a:spLocks noEditPoints="1"/>
              </p:cNvSpPr>
              <p:nvPr userDrawn="1"/>
            </p:nvSpPr>
            <p:spPr bwMode="auto">
              <a:xfrm>
                <a:off x="3070" y="945"/>
                <a:ext cx="56" cy="39"/>
              </a:xfrm>
              <a:custGeom>
                <a:avLst/>
                <a:gdLst>
                  <a:gd name="T0" fmla="*/ 4 w 56"/>
                  <a:gd name="T1" fmla="*/ 29 h 39"/>
                  <a:gd name="T2" fmla="*/ 0 w 56"/>
                  <a:gd name="T3" fmla="*/ 33 h 39"/>
                  <a:gd name="T4" fmla="*/ 25 w 56"/>
                  <a:gd name="T5" fmla="*/ 39 h 39"/>
                  <a:gd name="T6" fmla="*/ 4 w 56"/>
                  <a:gd name="T7" fmla="*/ 29 h 39"/>
                  <a:gd name="T8" fmla="*/ 34 w 56"/>
                  <a:gd name="T9" fmla="*/ 0 h 39"/>
                  <a:gd name="T10" fmla="*/ 31 w 56"/>
                  <a:gd name="T11" fmla="*/ 3 h 39"/>
                  <a:gd name="T12" fmla="*/ 56 w 56"/>
                  <a:gd name="T13" fmla="*/ 15 h 39"/>
                  <a:gd name="T14" fmla="*/ 34 w 56"/>
                  <a:gd name="T15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39">
                    <a:moveTo>
                      <a:pt x="4" y="29"/>
                    </a:moveTo>
                    <a:lnTo>
                      <a:pt x="0" y="33"/>
                    </a:lnTo>
                    <a:lnTo>
                      <a:pt x="25" y="39"/>
                    </a:lnTo>
                    <a:lnTo>
                      <a:pt x="4" y="29"/>
                    </a:lnTo>
                    <a:moveTo>
                      <a:pt x="34" y="0"/>
                    </a:moveTo>
                    <a:lnTo>
                      <a:pt x="31" y="3"/>
                    </a:lnTo>
                    <a:lnTo>
                      <a:pt x="56" y="15"/>
                    </a:lnTo>
                    <a:lnTo>
                      <a:pt x="3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1" name="Freeform 411"/>
              <p:cNvSpPr>
                <a:spLocks/>
              </p:cNvSpPr>
              <p:nvPr userDrawn="1"/>
            </p:nvSpPr>
            <p:spPr bwMode="auto">
              <a:xfrm>
                <a:off x="3088" y="948"/>
                <a:ext cx="55" cy="26"/>
              </a:xfrm>
              <a:custGeom>
                <a:avLst/>
                <a:gdLst>
                  <a:gd name="T0" fmla="*/ 13 w 55"/>
                  <a:gd name="T1" fmla="*/ 0 h 26"/>
                  <a:gd name="T2" fmla="*/ 0 w 55"/>
                  <a:gd name="T3" fmla="*/ 12 h 26"/>
                  <a:gd name="T4" fmla="*/ 55 w 55"/>
                  <a:gd name="T5" fmla="*/ 26 h 26"/>
                  <a:gd name="T6" fmla="*/ 38 w 55"/>
                  <a:gd name="T7" fmla="*/ 12 h 26"/>
                  <a:gd name="T8" fmla="*/ 13 w 55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6">
                    <a:moveTo>
                      <a:pt x="13" y="0"/>
                    </a:moveTo>
                    <a:lnTo>
                      <a:pt x="0" y="12"/>
                    </a:lnTo>
                    <a:lnTo>
                      <a:pt x="55" y="26"/>
                    </a:lnTo>
                    <a:lnTo>
                      <a:pt x="38" y="12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2" name="Freeform 412"/>
              <p:cNvSpPr>
                <a:spLocks/>
              </p:cNvSpPr>
              <p:nvPr userDrawn="1"/>
            </p:nvSpPr>
            <p:spPr bwMode="auto">
              <a:xfrm>
                <a:off x="3088" y="948"/>
                <a:ext cx="55" cy="26"/>
              </a:xfrm>
              <a:custGeom>
                <a:avLst/>
                <a:gdLst>
                  <a:gd name="T0" fmla="*/ 13 w 55"/>
                  <a:gd name="T1" fmla="*/ 0 h 26"/>
                  <a:gd name="T2" fmla="*/ 0 w 55"/>
                  <a:gd name="T3" fmla="*/ 12 h 26"/>
                  <a:gd name="T4" fmla="*/ 55 w 55"/>
                  <a:gd name="T5" fmla="*/ 26 h 26"/>
                  <a:gd name="T6" fmla="*/ 38 w 55"/>
                  <a:gd name="T7" fmla="*/ 12 h 26"/>
                  <a:gd name="T8" fmla="*/ 13 w 55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6">
                    <a:moveTo>
                      <a:pt x="13" y="0"/>
                    </a:moveTo>
                    <a:lnTo>
                      <a:pt x="0" y="12"/>
                    </a:lnTo>
                    <a:lnTo>
                      <a:pt x="55" y="26"/>
                    </a:lnTo>
                    <a:lnTo>
                      <a:pt x="38" y="12"/>
                    </a:lnTo>
                    <a:lnTo>
                      <a:pt x="1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3" name="Freeform 413"/>
              <p:cNvSpPr>
                <a:spLocks/>
              </p:cNvSpPr>
              <p:nvPr userDrawn="1"/>
            </p:nvSpPr>
            <p:spPr bwMode="auto">
              <a:xfrm>
                <a:off x="3179" y="1000"/>
                <a:ext cx="15" cy="11"/>
              </a:xfrm>
              <a:custGeom>
                <a:avLst/>
                <a:gdLst>
                  <a:gd name="T0" fmla="*/ 0 w 12"/>
                  <a:gd name="T1" fmla="*/ 0 h 9"/>
                  <a:gd name="T2" fmla="*/ 7 w 12"/>
                  <a:gd name="T3" fmla="*/ 8 h 9"/>
                  <a:gd name="T4" fmla="*/ 12 w 12"/>
                  <a:gd name="T5" fmla="*/ 9 h 9"/>
                  <a:gd name="T6" fmla="*/ 0 w 12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9">
                    <a:moveTo>
                      <a:pt x="0" y="0"/>
                    </a:moveTo>
                    <a:cubicBezTo>
                      <a:pt x="3" y="3"/>
                      <a:pt x="5" y="5"/>
                      <a:pt x="7" y="8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4" name="Freeform 414"/>
              <p:cNvSpPr>
                <a:spLocks/>
              </p:cNvSpPr>
              <p:nvPr userDrawn="1"/>
            </p:nvSpPr>
            <p:spPr bwMode="auto">
              <a:xfrm>
                <a:off x="3158" y="984"/>
                <a:ext cx="30" cy="26"/>
              </a:xfrm>
              <a:custGeom>
                <a:avLst/>
                <a:gdLst>
                  <a:gd name="T0" fmla="*/ 0 w 24"/>
                  <a:gd name="T1" fmla="*/ 0 h 21"/>
                  <a:gd name="T2" fmla="*/ 0 w 24"/>
                  <a:gd name="T3" fmla="*/ 14 h 21"/>
                  <a:gd name="T4" fmla="*/ 24 w 24"/>
                  <a:gd name="T5" fmla="*/ 21 h 21"/>
                  <a:gd name="T6" fmla="*/ 17 w 24"/>
                  <a:gd name="T7" fmla="*/ 13 h 21"/>
                  <a:gd name="T8" fmla="*/ 0 w 24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1">
                    <a:moveTo>
                      <a:pt x="0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2" y="18"/>
                      <a:pt x="20" y="16"/>
                      <a:pt x="17" y="1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5" name="Freeform 415"/>
              <p:cNvSpPr>
                <a:spLocks/>
              </p:cNvSpPr>
              <p:nvPr userDrawn="1"/>
            </p:nvSpPr>
            <p:spPr bwMode="auto">
              <a:xfrm>
                <a:off x="2589" y="253"/>
                <a:ext cx="79" cy="26"/>
              </a:xfrm>
              <a:custGeom>
                <a:avLst/>
                <a:gdLst>
                  <a:gd name="T0" fmla="*/ 0 w 64"/>
                  <a:gd name="T1" fmla="*/ 0 h 21"/>
                  <a:gd name="T2" fmla="*/ 5 w 64"/>
                  <a:gd name="T3" fmla="*/ 21 h 21"/>
                  <a:gd name="T4" fmla="*/ 64 w 64"/>
                  <a:gd name="T5" fmla="*/ 21 h 21"/>
                  <a:gd name="T6" fmla="*/ 0 w 64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" h="21">
                    <a:moveTo>
                      <a:pt x="0" y="0"/>
                    </a:moveTo>
                    <a:cubicBezTo>
                      <a:pt x="1" y="7"/>
                      <a:pt x="3" y="14"/>
                      <a:pt x="5" y="21"/>
                    </a:cubicBezTo>
                    <a:cubicBezTo>
                      <a:pt x="64" y="21"/>
                      <a:pt x="64" y="21"/>
                      <a:pt x="64" y="2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6" name="Freeform 416"/>
              <p:cNvSpPr>
                <a:spLocks noEditPoints="1"/>
              </p:cNvSpPr>
              <p:nvPr userDrawn="1"/>
            </p:nvSpPr>
            <p:spPr bwMode="auto">
              <a:xfrm>
                <a:off x="2736" y="318"/>
                <a:ext cx="89" cy="85"/>
              </a:xfrm>
              <a:custGeom>
                <a:avLst/>
                <a:gdLst>
                  <a:gd name="T0" fmla="*/ 68 w 89"/>
                  <a:gd name="T1" fmla="*/ 64 h 85"/>
                  <a:gd name="T2" fmla="*/ 82 w 89"/>
                  <a:gd name="T3" fmla="*/ 81 h 85"/>
                  <a:gd name="T4" fmla="*/ 89 w 89"/>
                  <a:gd name="T5" fmla="*/ 85 h 85"/>
                  <a:gd name="T6" fmla="*/ 68 w 89"/>
                  <a:gd name="T7" fmla="*/ 64 h 85"/>
                  <a:gd name="T8" fmla="*/ 0 w 89"/>
                  <a:gd name="T9" fmla="*/ 34 h 85"/>
                  <a:gd name="T10" fmla="*/ 0 w 89"/>
                  <a:gd name="T11" fmla="*/ 48 h 85"/>
                  <a:gd name="T12" fmla="*/ 23 w 89"/>
                  <a:gd name="T13" fmla="*/ 57 h 85"/>
                  <a:gd name="T14" fmla="*/ 23 w 89"/>
                  <a:gd name="T15" fmla="*/ 38 h 85"/>
                  <a:gd name="T16" fmla="*/ 34 w 89"/>
                  <a:gd name="T17" fmla="*/ 62 h 85"/>
                  <a:gd name="T18" fmla="*/ 63 w 89"/>
                  <a:gd name="T19" fmla="*/ 74 h 85"/>
                  <a:gd name="T20" fmla="*/ 52 w 89"/>
                  <a:gd name="T21" fmla="*/ 49 h 85"/>
                  <a:gd name="T22" fmla="*/ 40 w 89"/>
                  <a:gd name="T23" fmla="*/ 38 h 85"/>
                  <a:gd name="T24" fmla="*/ 0 w 89"/>
                  <a:gd name="T25" fmla="*/ 34 h 85"/>
                  <a:gd name="T26" fmla="*/ 0 w 89"/>
                  <a:gd name="T27" fmla="*/ 0 h 85"/>
                  <a:gd name="T28" fmla="*/ 0 w 89"/>
                  <a:gd name="T29" fmla="*/ 7 h 85"/>
                  <a:gd name="T30" fmla="*/ 25 w 89"/>
                  <a:gd name="T31" fmla="*/ 23 h 85"/>
                  <a:gd name="T32" fmla="*/ 0 w 89"/>
                  <a:gd name="T3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9" h="85">
                    <a:moveTo>
                      <a:pt x="68" y="64"/>
                    </a:moveTo>
                    <a:lnTo>
                      <a:pt x="82" y="81"/>
                    </a:lnTo>
                    <a:lnTo>
                      <a:pt x="89" y="85"/>
                    </a:lnTo>
                    <a:lnTo>
                      <a:pt x="68" y="64"/>
                    </a:lnTo>
                    <a:close/>
                    <a:moveTo>
                      <a:pt x="0" y="34"/>
                    </a:moveTo>
                    <a:lnTo>
                      <a:pt x="0" y="48"/>
                    </a:lnTo>
                    <a:lnTo>
                      <a:pt x="23" y="57"/>
                    </a:lnTo>
                    <a:lnTo>
                      <a:pt x="23" y="38"/>
                    </a:lnTo>
                    <a:lnTo>
                      <a:pt x="34" y="62"/>
                    </a:lnTo>
                    <a:lnTo>
                      <a:pt x="63" y="74"/>
                    </a:lnTo>
                    <a:lnTo>
                      <a:pt x="52" y="49"/>
                    </a:lnTo>
                    <a:lnTo>
                      <a:pt x="40" y="38"/>
                    </a:lnTo>
                    <a:lnTo>
                      <a:pt x="0" y="34"/>
                    </a:lnTo>
                    <a:close/>
                    <a:moveTo>
                      <a:pt x="0" y="0"/>
                    </a:moveTo>
                    <a:lnTo>
                      <a:pt x="0" y="7"/>
                    </a:lnTo>
                    <a:lnTo>
                      <a:pt x="25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7" name="Freeform 417"/>
              <p:cNvSpPr>
                <a:spLocks noEditPoints="1"/>
              </p:cNvSpPr>
              <p:nvPr userDrawn="1"/>
            </p:nvSpPr>
            <p:spPr bwMode="auto">
              <a:xfrm>
                <a:off x="2736" y="318"/>
                <a:ext cx="89" cy="85"/>
              </a:xfrm>
              <a:custGeom>
                <a:avLst/>
                <a:gdLst>
                  <a:gd name="T0" fmla="*/ 68 w 89"/>
                  <a:gd name="T1" fmla="*/ 64 h 85"/>
                  <a:gd name="T2" fmla="*/ 82 w 89"/>
                  <a:gd name="T3" fmla="*/ 81 h 85"/>
                  <a:gd name="T4" fmla="*/ 89 w 89"/>
                  <a:gd name="T5" fmla="*/ 85 h 85"/>
                  <a:gd name="T6" fmla="*/ 68 w 89"/>
                  <a:gd name="T7" fmla="*/ 64 h 85"/>
                  <a:gd name="T8" fmla="*/ 0 w 89"/>
                  <a:gd name="T9" fmla="*/ 34 h 85"/>
                  <a:gd name="T10" fmla="*/ 0 w 89"/>
                  <a:gd name="T11" fmla="*/ 48 h 85"/>
                  <a:gd name="T12" fmla="*/ 23 w 89"/>
                  <a:gd name="T13" fmla="*/ 57 h 85"/>
                  <a:gd name="T14" fmla="*/ 23 w 89"/>
                  <a:gd name="T15" fmla="*/ 38 h 85"/>
                  <a:gd name="T16" fmla="*/ 34 w 89"/>
                  <a:gd name="T17" fmla="*/ 62 h 85"/>
                  <a:gd name="T18" fmla="*/ 63 w 89"/>
                  <a:gd name="T19" fmla="*/ 74 h 85"/>
                  <a:gd name="T20" fmla="*/ 52 w 89"/>
                  <a:gd name="T21" fmla="*/ 49 h 85"/>
                  <a:gd name="T22" fmla="*/ 40 w 89"/>
                  <a:gd name="T23" fmla="*/ 38 h 85"/>
                  <a:gd name="T24" fmla="*/ 0 w 89"/>
                  <a:gd name="T25" fmla="*/ 34 h 85"/>
                  <a:gd name="T26" fmla="*/ 0 w 89"/>
                  <a:gd name="T27" fmla="*/ 0 h 85"/>
                  <a:gd name="T28" fmla="*/ 0 w 89"/>
                  <a:gd name="T29" fmla="*/ 7 h 85"/>
                  <a:gd name="T30" fmla="*/ 25 w 89"/>
                  <a:gd name="T31" fmla="*/ 23 h 85"/>
                  <a:gd name="T32" fmla="*/ 0 w 89"/>
                  <a:gd name="T3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9" h="85">
                    <a:moveTo>
                      <a:pt x="68" y="64"/>
                    </a:moveTo>
                    <a:lnTo>
                      <a:pt x="82" y="81"/>
                    </a:lnTo>
                    <a:lnTo>
                      <a:pt x="89" y="85"/>
                    </a:lnTo>
                    <a:lnTo>
                      <a:pt x="68" y="64"/>
                    </a:lnTo>
                    <a:moveTo>
                      <a:pt x="0" y="34"/>
                    </a:moveTo>
                    <a:lnTo>
                      <a:pt x="0" y="48"/>
                    </a:lnTo>
                    <a:lnTo>
                      <a:pt x="23" y="57"/>
                    </a:lnTo>
                    <a:lnTo>
                      <a:pt x="23" y="38"/>
                    </a:lnTo>
                    <a:lnTo>
                      <a:pt x="34" y="62"/>
                    </a:lnTo>
                    <a:lnTo>
                      <a:pt x="63" y="74"/>
                    </a:lnTo>
                    <a:lnTo>
                      <a:pt x="52" y="49"/>
                    </a:lnTo>
                    <a:lnTo>
                      <a:pt x="40" y="38"/>
                    </a:lnTo>
                    <a:lnTo>
                      <a:pt x="0" y="34"/>
                    </a:lnTo>
                    <a:moveTo>
                      <a:pt x="0" y="0"/>
                    </a:moveTo>
                    <a:lnTo>
                      <a:pt x="0" y="7"/>
                    </a:lnTo>
                    <a:lnTo>
                      <a:pt x="25" y="2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8" name="Freeform 418"/>
              <p:cNvSpPr>
                <a:spLocks/>
              </p:cNvSpPr>
              <p:nvPr userDrawn="1"/>
            </p:nvSpPr>
            <p:spPr bwMode="auto">
              <a:xfrm>
                <a:off x="2759" y="356"/>
                <a:ext cx="11" cy="24"/>
              </a:xfrm>
              <a:custGeom>
                <a:avLst/>
                <a:gdLst>
                  <a:gd name="T0" fmla="*/ 0 w 11"/>
                  <a:gd name="T1" fmla="*/ 0 h 24"/>
                  <a:gd name="T2" fmla="*/ 0 w 11"/>
                  <a:gd name="T3" fmla="*/ 19 h 24"/>
                  <a:gd name="T4" fmla="*/ 11 w 11"/>
                  <a:gd name="T5" fmla="*/ 24 h 24"/>
                  <a:gd name="T6" fmla="*/ 0 w 11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24">
                    <a:moveTo>
                      <a:pt x="0" y="0"/>
                    </a:moveTo>
                    <a:lnTo>
                      <a:pt x="0" y="19"/>
                    </a:lnTo>
                    <a:lnTo>
                      <a:pt x="11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79" name="Freeform 419"/>
              <p:cNvSpPr>
                <a:spLocks/>
              </p:cNvSpPr>
              <p:nvPr userDrawn="1"/>
            </p:nvSpPr>
            <p:spPr bwMode="auto">
              <a:xfrm>
                <a:off x="2759" y="356"/>
                <a:ext cx="11" cy="24"/>
              </a:xfrm>
              <a:custGeom>
                <a:avLst/>
                <a:gdLst>
                  <a:gd name="T0" fmla="*/ 0 w 11"/>
                  <a:gd name="T1" fmla="*/ 0 h 24"/>
                  <a:gd name="T2" fmla="*/ 0 w 11"/>
                  <a:gd name="T3" fmla="*/ 19 h 24"/>
                  <a:gd name="T4" fmla="*/ 11 w 11"/>
                  <a:gd name="T5" fmla="*/ 24 h 24"/>
                  <a:gd name="T6" fmla="*/ 0 w 11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24">
                    <a:moveTo>
                      <a:pt x="0" y="0"/>
                    </a:moveTo>
                    <a:lnTo>
                      <a:pt x="0" y="19"/>
                    </a:lnTo>
                    <a:lnTo>
                      <a:pt x="11" y="2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0" name="Freeform 420"/>
              <p:cNvSpPr>
                <a:spLocks/>
              </p:cNvSpPr>
              <p:nvPr userDrawn="1"/>
            </p:nvSpPr>
            <p:spPr bwMode="auto">
              <a:xfrm>
                <a:off x="2788" y="36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11 w 30"/>
                  <a:gd name="T3" fmla="*/ 25 h 32"/>
                  <a:gd name="T4" fmla="*/ 30 w 30"/>
                  <a:gd name="T5" fmla="*/ 32 h 32"/>
                  <a:gd name="T6" fmla="*/ 16 w 30"/>
                  <a:gd name="T7" fmla="*/ 15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11" y="25"/>
                    </a:lnTo>
                    <a:lnTo>
                      <a:pt x="30" y="32"/>
                    </a:lnTo>
                    <a:lnTo>
                      <a:pt x="16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1" name="Freeform 421"/>
              <p:cNvSpPr>
                <a:spLocks/>
              </p:cNvSpPr>
              <p:nvPr userDrawn="1"/>
            </p:nvSpPr>
            <p:spPr bwMode="auto">
              <a:xfrm>
                <a:off x="2788" y="36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11 w 30"/>
                  <a:gd name="T3" fmla="*/ 25 h 32"/>
                  <a:gd name="T4" fmla="*/ 30 w 30"/>
                  <a:gd name="T5" fmla="*/ 32 h 32"/>
                  <a:gd name="T6" fmla="*/ 16 w 30"/>
                  <a:gd name="T7" fmla="*/ 15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11" y="25"/>
                    </a:lnTo>
                    <a:lnTo>
                      <a:pt x="30" y="32"/>
                    </a:lnTo>
                    <a:lnTo>
                      <a:pt x="16" y="1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2" name="Freeform 422"/>
              <p:cNvSpPr>
                <a:spLocks/>
              </p:cNvSpPr>
              <p:nvPr userDrawn="1"/>
            </p:nvSpPr>
            <p:spPr bwMode="auto">
              <a:xfrm>
                <a:off x="2736" y="325"/>
                <a:ext cx="40" cy="31"/>
              </a:xfrm>
              <a:custGeom>
                <a:avLst/>
                <a:gdLst>
                  <a:gd name="T0" fmla="*/ 0 w 40"/>
                  <a:gd name="T1" fmla="*/ 0 h 31"/>
                  <a:gd name="T2" fmla="*/ 0 w 40"/>
                  <a:gd name="T3" fmla="*/ 27 h 31"/>
                  <a:gd name="T4" fmla="*/ 40 w 40"/>
                  <a:gd name="T5" fmla="*/ 31 h 31"/>
                  <a:gd name="T6" fmla="*/ 25 w 40"/>
                  <a:gd name="T7" fmla="*/ 16 h 31"/>
                  <a:gd name="T8" fmla="*/ 0 w 40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31">
                    <a:moveTo>
                      <a:pt x="0" y="0"/>
                    </a:moveTo>
                    <a:lnTo>
                      <a:pt x="0" y="27"/>
                    </a:lnTo>
                    <a:lnTo>
                      <a:pt x="40" y="31"/>
                    </a:lnTo>
                    <a:lnTo>
                      <a:pt x="25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3" name="Freeform 423"/>
              <p:cNvSpPr>
                <a:spLocks/>
              </p:cNvSpPr>
              <p:nvPr userDrawn="1"/>
            </p:nvSpPr>
            <p:spPr bwMode="auto">
              <a:xfrm>
                <a:off x="2736" y="325"/>
                <a:ext cx="40" cy="31"/>
              </a:xfrm>
              <a:custGeom>
                <a:avLst/>
                <a:gdLst>
                  <a:gd name="T0" fmla="*/ 0 w 40"/>
                  <a:gd name="T1" fmla="*/ 0 h 31"/>
                  <a:gd name="T2" fmla="*/ 0 w 40"/>
                  <a:gd name="T3" fmla="*/ 27 h 31"/>
                  <a:gd name="T4" fmla="*/ 40 w 40"/>
                  <a:gd name="T5" fmla="*/ 31 h 31"/>
                  <a:gd name="T6" fmla="*/ 25 w 40"/>
                  <a:gd name="T7" fmla="*/ 16 h 31"/>
                  <a:gd name="T8" fmla="*/ 0 w 40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31">
                    <a:moveTo>
                      <a:pt x="0" y="0"/>
                    </a:moveTo>
                    <a:lnTo>
                      <a:pt x="0" y="27"/>
                    </a:lnTo>
                    <a:lnTo>
                      <a:pt x="40" y="31"/>
                    </a:lnTo>
                    <a:lnTo>
                      <a:pt x="25" y="1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4" name="Freeform 424"/>
              <p:cNvSpPr>
                <a:spLocks/>
              </p:cNvSpPr>
              <p:nvPr userDrawn="1"/>
            </p:nvSpPr>
            <p:spPr bwMode="auto">
              <a:xfrm>
                <a:off x="2491" y="240"/>
                <a:ext cx="120" cy="107"/>
              </a:xfrm>
              <a:custGeom>
                <a:avLst/>
                <a:gdLst>
                  <a:gd name="T0" fmla="*/ 0 w 97"/>
                  <a:gd name="T1" fmla="*/ 0 h 87"/>
                  <a:gd name="T2" fmla="*/ 49 w 97"/>
                  <a:gd name="T3" fmla="*/ 32 h 87"/>
                  <a:gd name="T4" fmla="*/ 45 w 97"/>
                  <a:gd name="T5" fmla="*/ 40 h 87"/>
                  <a:gd name="T6" fmla="*/ 97 w 97"/>
                  <a:gd name="T7" fmla="*/ 87 h 87"/>
                  <a:gd name="T8" fmla="*/ 84 w 97"/>
                  <a:gd name="T9" fmla="*/ 32 h 87"/>
                  <a:gd name="T10" fmla="*/ 49 w 97"/>
                  <a:gd name="T11" fmla="*/ 32 h 87"/>
                  <a:gd name="T12" fmla="*/ 79 w 97"/>
                  <a:gd name="T13" fmla="*/ 11 h 87"/>
                  <a:gd name="T14" fmla="*/ 79 w 97"/>
                  <a:gd name="T15" fmla="*/ 11 h 87"/>
                  <a:gd name="T16" fmla="*/ 0 w 97"/>
                  <a:gd name="T17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7" h="87">
                    <a:moveTo>
                      <a:pt x="0" y="0"/>
                    </a:moveTo>
                    <a:cubicBezTo>
                      <a:pt x="49" y="32"/>
                      <a:pt x="49" y="32"/>
                      <a:pt x="49" y="32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62" y="55"/>
                      <a:pt x="79" y="71"/>
                      <a:pt x="97" y="87"/>
                    </a:cubicBezTo>
                    <a:cubicBezTo>
                      <a:pt x="92" y="69"/>
                      <a:pt x="88" y="51"/>
                      <a:pt x="84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5" name="Freeform 425"/>
              <p:cNvSpPr>
                <a:spLocks/>
              </p:cNvSpPr>
              <p:nvPr userDrawn="1"/>
            </p:nvSpPr>
            <p:spPr bwMode="auto">
              <a:xfrm>
                <a:off x="2552" y="253"/>
                <a:ext cx="43" cy="26"/>
              </a:xfrm>
              <a:custGeom>
                <a:avLst/>
                <a:gdLst>
                  <a:gd name="T0" fmla="*/ 30 w 35"/>
                  <a:gd name="T1" fmla="*/ 0 h 21"/>
                  <a:gd name="T2" fmla="*/ 0 w 35"/>
                  <a:gd name="T3" fmla="*/ 21 h 21"/>
                  <a:gd name="T4" fmla="*/ 35 w 35"/>
                  <a:gd name="T5" fmla="*/ 21 h 21"/>
                  <a:gd name="T6" fmla="*/ 30 w 35"/>
                  <a:gd name="T7" fmla="*/ 0 h 21"/>
                  <a:gd name="T8" fmla="*/ 30 w 35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1">
                    <a:moveTo>
                      <a:pt x="30" y="0"/>
                    </a:moveTo>
                    <a:cubicBezTo>
                      <a:pt x="0" y="21"/>
                      <a:pt x="0" y="21"/>
                      <a:pt x="0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3" y="14"/>
                      <a:pt x="31" y="7"/>
                      <a:pt x="30" y="0"/>
                    </a:cubicBezTo>
                    <a:cubicBezTo>
                      <a:pt x="30" y="0"/>
                      <a:pt x="30" y="0"/>
                      <a:pt x="3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6" name="Freeform 426"/>
              <p:cNvSpPr>
                <a:spLocks/>
              </p:cNvSpPr>
              <p:nvPr userDrawn="1"/>
            </p:nvSpPr>
            <p:spPr bwMode="auto">
              <a:xfrm>
                <a:off x="2553" y="-7"/>
                <a:ext cx="119" cy="108"/>
              </a:xfrm>
              <a:custGeom>
                <a:avLst/>
                <a:gdLst>
                  <a:gd name="T0" fmla="*/ 0 w 96"/>
                  <a:gd name="T1" fmla="*/ 0 h 87"/>
                  <a:gd name="T2" fmla="*/ 96 w 96"/>
                  <a:gd name="T3" fmla="*/ 87 h 87"/>
                  <a:gd name="T4" fmla="*/ 78 w 96"/>
                  <a:gd name="T5" fmla="*/ 11 h 87"/>
                  <a:gd name="T6" fmla="*/ 0 w 96"/>
                  <a:gd name="T7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87">
                    <a:moveTo>
                      <a:pt x="0" y="0"/>
                    </a:moveTo>
                    <a:cubicBezTo>
                      <a:pt x="32" y="29"/>
                      <a:pt x="64" y="58"/>
                      <a:pt x="96" y="87"/>
                    </a:cubicBezTo>
                    <a:cubicBezTo>
                      <a:pt x="90" y="61"/>
                      <a:pt x="84" y="36"/>
                      <a:pt x="78" y="1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7" name="Freeform 427"/>
              <p:cNvSpPr>
                <a:spLocks noEditPoints="1"/>
              </p:cNvSpPr>
              <p:nvPr userDrawn="1"/>
            </p:nvSpPr>
            <p:spPr bwMode="auto">
              <a:xfrm>
                <a:off x="2372" y="240"/>
                <a:ext cx="121" cy="63"/>
              </a:xfrm>
              <a:custGeom>
                <a:avLst/>
                <a:gdLst>
                  <a:gd name="T0" fmla="*/ 96 w 97"/>
                  <a:gd name="T1" fmla="*/ 0 h 51"/>
                  <a:gd name="T2" fmla="*/ 0 w 97"/>
                  <a:gd name="T3" fmla="*/ 5 h 51"/>
                  <a:gd name="T4" fmla="*/ 28 w 97"/>
                  <a:gd name="T5" fmla="*/ 19 h 51"/>
                  <a:gd name="T6" fmla="*/ 96 w 97"/>
                  <a:gd name="T7" fmla="*/ 0 h 51"/>
                  <a:gd name="T8" fmla="*/ 96 w 97"/>
                  <a:gd name="T9" fmla="*/ 0 h 51"/>
                  <a:gd name="T10" fmla="*/ 96 w 97"/>
                  <a:gd name="T11" fmla="*/ 0 h 51"/>
                  <a:gd name="T12" fmla="*/ 54 w 97"/>
                  <a:gd name="T13" fmla="*/ 31 h 51"/>
                  <a:gd name="T14" fmla="*/ 97 w 97"/>
                  <a:gd name="T15" fmla="*/ 51 h 51"/>
                  <a:gd name="T16" fmla="*/ 96 w 97"/>
                  <a:gd name="T17" fmla="*/ 0 h 51"/>
                  <a:gd name="T18" fmla="*/ 96 w 97"/>
                  <a:gd name="T19" fmla="*/ 0 h 51"/>
                  <a:gd name="T20" fmla="*/ 96 w 97"/>
                  <a:gd name="T21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7" h="51">
                    <a:moveTo>
                      <a:pt x="96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9" y="10"/>
                      <a:pt x="19" y="14"/>
                      <a:pt x="28" y="19"/>
                    </a:cubicBezTo>
                    <a:cubicBezTo>
                      <a:pt x="96" y="0"/>
                      <a:pt x="96" y="0"/>
                      <a:pt x="96" y="0"/>
                    </a:cubicBezTo>
                    <a:moveTo>
                      <a:pt x="96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82" y="10"/>
                      <a:pt x="68" y="20"/>
                      <a:pt x="54" y="31"/>
                    </a:cubicBezTo>
                    <a:cubicBezTo>
                      <a:pt x="68" y="38"/>
                      <a:pt x="82" y="45"/>
                      <a:pt x="97" y="51"/>
                    </a:cubicBezTo>
                    <a:cubicBezTo>
                      <a:pt x="97" y="34"/>
                      <a:pt x="96" y="17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8" name="Freeform 428"/>
              <p:cNvSpPr>
                <a:spLocks/>
              </p:cNvSpPr>
              <p:nvPr userDrawn="1"/>
            </p:nvSpPr>
            <p:spPr bwMode="auto">
              <a:xfrm>
                <a:off x="2325" y="458"/>
                <a:ext cx="120" cy="64"/>
              </a:xfrm>
              <a:custGeom>
                <a:avLst/>
                <a:gdLst>
                  <a:gd name="T0" fmla="*/ 96 w 97"/>
                  <a:gd name="T1" fmla="*/ 0 h 52"/>
                  <a:gd name="T2" fmla="*/ 0 w 97"/>
                  <a:gd name="T3" fmla="*/ 6 h 52"/>
                  <a:gd name="T4" fmla="*/ 97 w 97"/>
                  <a:gd name="T5" fmla="*/ 52 h 52"/>
                  <a:gd name="T6" fmla="*/ 96 w 97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7" h="52">
                    <a:moveTo>
                      <a:pt x="96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32" y="21"/>
                      <a:pt x="65" y="37"/>
                      <a:pt x="97" y="52"/>
                    </a:cubicBezTo>
                    <a:cubicBezTo>
                      <a:pt x="97" y="35"/>
                      <a:pt x="97" y="17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89" name="Freeform 429"/>
              <p:cNvSpPr>
                <a:spLocks/>
              </p:cNvSpPr>
              <p:nvPr userDrawn="1"/>
            </p:nvSpPr>
            <p:spPr bwMode="auto">
              <a:xfrm>
                <a:off x="2167" y="119"/>
                <a:ext cx="119" cy="63"/>
              </a:xfrm>
              <a:custGeom>
                <a:avLst/>
                <a:gdLst>
                  <a:gd name="T0" fmla="*/ 96 w 96"/>
                  <a:gd name="T1" fmla="*/ 0 h 51"/>
                  <a:gd name="T2" fmla="*/ 0 w 96"/>
                  <a:gd name="T3" fmla="*/ 6 h 51"/>
                  <a:gd name="T4" fmla="*/ 96 w 96"/>
                  <a:gd name="T5" fmla="*/ 51 h 51"/>
                  <a:gd name="T6" fmla="*/ 96 w 96"/>
                  <a:gd name="T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51">
                    <a:moveTo>
                      <a:pt x="96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32" y="21"/>
                      <a:pt x="64" y="36"/>
                      <a:pt x="96" y="51"/>
                    </a:cubicBezTo>
                    <a:cubicBezTo>
                      <a:pt x="96" y="34"/>
                      <a:pt x="96" y="17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0" name="Freeform 430"/>
              <p:cNvSpPr>
                <a:spLocks noEditPoints="1"/>
              </p:cNvSpPr>
              <p:nvPr userDrawn="1"/>
            </p:nvSpPr>
            <p:spPr bwMode="auto">
              <a:xfrm>
                <a:off x="2140" y="277"/>
                <a:ext cx="119" cy="59"/>
              </a:xfrm>
              <a:custGeom>
                <a:avLst/>
                <a:gdLst>
                  <a:gd name="T0" fmla="*/ 69 w 119"/>
                  <a:gd name="T1" fmla="*/ 25 h 59"/>
                  <a:gd name="T2" fmla="*/ 0 w 119"/>
                  <a:gd name="T3" fmla="*/ 59 h 59"/>
                  <a:gd name="T4" fmla="*/ 88 w 119"/>
                  <a:gd name="T5" fmla="*/ 59 h 59"/>
                  <a:gd name="T6" fmla="*/ 69 w 119"/>
                  <a:gd name="T7" fmla="*/ 25 h 59"/>
                  <a:gd name="T8" fmla="*/ 119 w 119"/>
                  <a:gd name="T9" fmla="*/ 0 h 59"/>
                  <a:gd name="T10" fmla="*/ 69 w 119"/>
                  <a:gd name="T11" fmla="*/ 25 h 59"/>
                  <a:gd name="T12" fmla="*/ 114 w 119"/>
                  <a:gd name="T13" fmla="*/ 7 h 59"/>
                  <a:gd name="T14" fmla="*/ 119 w 119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59">
                    <a:moveTo>
                      <a:pt x="69" y="25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69" y="25"/>
                    </a:lnTo>
                    <a:close/>
                    <a:moveTo>
                      <a:pt x="119" y="0"/>
                    </a:moveTo>
                    <a:lnTo>
                      <a:pt x="69" y="25"/>
                    </a:lnTo>
                    <a:lnTo>
                      <a:pt x="114" y="7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1" name="Freeform 431"/>
              <p:cNvSpPr>
                <a:spLocks noEditPoints="1"/>
              </p:cNvSpPr>
              <p:nvPr userDrawn="1"/>
            </p:nvSpPr>
            <p:spPr bwMode="auto">
              <a:xfrm>
                <a:off x="2140" y="277"/>
                <a:ext cx="119" cy="59"/>
              </a:xfrm>
              <a:custGeom>
                <a:avLst/>
                <a:gdLst>
                  <a:gd name="T0" fmla="*/ 69 w 119"/>
                  <a:gd name="T1" fmla="*/ 25 h 59"/>
                  <a:gd name="T2" fmla="*/ 0 w 119"/>
                  <a:gd name="T3" fmla="*/ 59 h 59"/>
                  <a:gd name="T4" fmla="*/ 88 w 119"/>
                  <a:gd name="T5" fmla="*/ 59 h 59"/>
                  <a:gd name="T6" fmla="*/ 69 w 119"/>
                  <a:gd name="T7" fmla="*/ 25 h 59"/>
                  <a:gd name="T8" fmla="*/ 119 w 119"/>
                  <a:gd name="T9" fmla="*/ 0 h 59"/>
                  <a:gd name="T10" fmla="*/ 69 w 119"/>
                  <a:gd name="T11" fmla="*/ 25 h 59"/>
                  <a:gd name="T12" fmla="*/ 114 w 119"/>
                  <a:gd name="T13" fmla="*/ 7 h 59"/>
                  <a:gd name="T14" fmla="*/ 119 w 119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59">
                    <a:moveTo>
                      <a:pt x="69" y="25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69" y="25"/>
                    </a:lnTo>
                    <a:moveTo>
                      <a:pt x="119" y="0"/>
                    </a:moveTo>
                    <a:lnTo>
                      <a:pt x="69" y="25"/>
                    </a:lnTo>
                    <a:lnTo>
                      <a:pt x="114" y="7"/>
                    </a:lnTo>
                    <a:lnTo>
                      <a:pt x="1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2" name="Freeform 432"/>
              <p:cNvSpPr>
                <a:spLocks/>
              </p:cNvSpPr>
              <p:nvPr userDrawn="1"/>
            </p:nvSpPr>
            <p:spPr bwMode="auto">
              <a:xfrm>
                <a:off x="2625" y="1192"/>
                <a:ext cx="118" cy="59"/>
              </a:xfrm>
              <a:custGeom>
                <a:avLst/>
                <a:gdLst>
                  <a:gd name="T0" fmla="*/ 118 w 118"/>
                  <a:gd name="T1" fmla="*/ 0 h 59"/>
                  <a:gd name="T2" fmla="*/ 0 w 118"/>
                  <a:gd name="T3" fmla="*/ 59 h 59"/>
                  <a:gd name="T4" fmla="*/ 88 w 118"/>
                  <a:gd name="T5" fmla="*/ 59 h 59"/>
                  <a:gd name="T6" fmla="*/ 118 w 118"/>
                  <a:gd name="T7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" h="59">
                    <a:moveTo>
                      <a:pt x="118" y="0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3" name="Freeform 433"/>
              <p:cNvSpPr>
                <a:spLocks/>
              </p:cNvSpPr>
              <p:nvPr userDrawn="1"/>
            </p:nvSpPr>
            <p:spPr bwMode="auto">
              <a:xfrm>
                <a:off x="2625" y="1192"/>
                <a:ext cx="118" cy="59"/>
              </a:xfrm>
              <a:custGeom>
                <a:avLst/>
                <a:gdLst>
                  <a:gd name="T0" fmla="*/ 118 w 118"/>
                  <a:gd name="T1" fmla="*/ 0 h 59"/>
                  <a:gd name="T2" fmla="*/ 0 w 118"/>
                  <a:gd name="T3" fmla="*/ 59 h 59"/>
                  <a:gd name="T4" fmla="*/ 88 w 118"/>
                  <a:gd name="T5" fmla="*/ 59 h 59"/>
                  <a:gd name="T6" fmla="*/ 118 w 118"/>
                  <a:gd name="T7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8" h="59">
                    <a:moveTo>
                      <a:pt x="118" y="0"/>
                    </a:moveTo>
                    <a:lnTo>
                      <a:pt x="0" y="59"/>
                    </a:lnTo>
                    <a:lnTo>
                      <a:pt x="88" y="59"/>
                    </a:lnTo>
                    <a:lnTo>
                      <a:pt x="11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4" name="Freeform 434"/>
              <p:cNvSpPr>
                <a:spLocks/>
              </p:cNvSpPr>
              <p:nvPr userDrawn="1"/>
            </p:nvSpPr>
            <p:spPr bwMode="auto">
              <a:xfrm>
                <a:off x="2078" y="336"/>
                <a:ext cx="62" cy="88"/>
              </a:xfrm>
              <a:custGeom>
                <a:avLst/>
                <a:gdLst>
                  <a:gd name="T0" fmla="*/ 50 w 50"/>
                  <a:gd name="T1" fmla="*/ 0 h 71"/>
                  <a:gd name="T2" fmla="*/ 0 w 50"/>
                  <a:gd name="T3" fmla="*/ 37 h 71"/>
                  <a:gd name="T4" fmla="*/ 29 w 50"/>
                  <a:gd name="T5" fmla="*/ 71 h 71"/>
                  <a:gd name="T6" fmla="*/ 50 w 50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71">
                    <a:moveTo>
                      <a:pt x="50" y="0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10" y="48"/>
                      <a:pt x="19" y="60"/>
                      <a:pt x="29" y="71"/>
                    </a:cubicBezTo>
                    <a:cubicBezTo>
                      <a:pt x="36" y="47"/>
                      <a:pt x="43" y="24"/>
                      <a:pt x="5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5" name="Freeform 435"/>
              <p:cNvSpPr>
                <a:spLocks noEditPoints="1"/>
              </p:cNvSpPr>
              <p:nvPr userDrawn="1"/>
            </p:nvSpPr>
            <p:spPr bwMode="auto">
              <a:xfrm>
                <a:off x="2012" y="382"/>
                <a:ext cx="66" cy="63"/>
              </a:xfrm>
              <a:custGeom>
                <a:avLst/>
                <a:gdLst>
                  <a:gd name="T0" fmla="*/ 34 w 66"/>
                  <a:gd name="T1" fmla="*/ 32 h 63"/>
                  <a:gd name="T2" fmla="*/ 0 w 66"/>
                  <a:gd name="T3" fmla="*/ 63 h 63"/>
                  <a:gd name="T4" fmla="*/ 8 w 66"/>
                  <a:gd name="T5" fmla="*/ 61 h 63"/>
                  <a:gd name="T6" fmla="*/ 34 w 66"/>
                  <a:gd name="T7" fmla="*/ 32 h 63"/>
                  <a:gd name="T8" fmla="*/ 66 w 66"/>
                  <a:gd name="T9" fmla="*/ 0 h 63"/>
                  <a:gd name="T10" fmla="*/ 34 w 66"/>
                  <a:gd name="T11" fmla="*/ 32 h 63"/>
                  <a:gd name="T12" fmla="*/ 36 w 66"/>
                  <a:gd name="T13" fmla="*/ 50 h 63"/>
                  <a:gd name="T14" fmla="*/ 42 w 66"/>
                  <a:gd name="T15" fmla="*/ 47 h 63"/>
                  <a:gd name="T16" fmla="*/ 66 w 66"/>
                  <a:gd name="T1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63">
                    <a:moveTo>
                      <a:pt x="34" y="32"/>
                    </a:moveTo>
                    <a:lnTo>
                      <a:pt x="0" y="63"/>
                    </a:lnTo>
                    <a:lnTo>
                      <a:pt x="8" y="61"/>
                    </a:lnTo>
                    <a:lnTo>
                      <a:pt x="34" y="32"/>
                    </a:lnTo>
                    <a:close/>
                    <a:moveTo>
                      <a:pt x="66" y="0"/>
                    </a:moveTo>
                    <a:lnTo>
                      <a:pt x="34" y="32"/>
                    </a:lnTo>
                    <a:lnTo>
                      <a:pt x="36" y="50"/>
                    </a:lnTo>
                    <a:lnTo>
                      <a:pt x="42" y="47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6" name="Freeform 436"/>
              <p:cNvSpPr>
                <a:spLocks noEditPoints="1"/>
              </p:cNvSpPr>
              <p:nvPr userDrawn="1"/>
            </p:nvSpPr>
            <p:spPr bwMode="auto">
              <a:xfrm>
                <a:off x="2012" y="382"/>
                <a:ext cx="66" cy="63"/>
              </a:xfrm>
              <a:custGeom>
                <a:avLst/>
                <a:gdLst>
                  <a:gd name="T0" fmla="*/ 34 w 66"/>
                  <a:gd name="T1" fmla="*/ 32 h 63"/>
                  <a:gd name="T2" fmla="*/ 0 w 66"/>
                  <a:gd name="T3" fmla="*/ 63 h 63"/>
                  <a:gd name="T4" fmla="*/ 8 w 66"/>
                  <a:gd name="T5" fmla="*/ 61 h 63"/>
                  <a:gd name="T6" fmla="*/ 34 w 66"/>
                  <a:gd name="T7" fmla="*/ 32 h 63"/>
                  <a:gd name="T8" fmla="*/ 66 w 66"/>
                  <a:gd name="T9" fmla="*/ 0 h 63"/>
                  <a:gd name="T10" fmla="*/ 34 w 66"/>
                  <a:gd name="T11" fmla="*/ 32 h 63"/>
                  <a:gd name="T12" fmla="*/ 36 w 66"/>
                  <a:gd name="T13" fmla="*/ 50 h 63"/>
                  <a:gd name="T14" fmla="*/ 42 w 66"/>
                  <a:gd name="T15" fmla="*/ 47 h 63"/>
                  <a:gd name="T16" fmla="*/ 66 w 66"/>
                  <a:gd name="T1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63">
                    <a:moveTo>
                      <a:pt x="34" y="32"/>
                    </a:moveTo>
                    <a:lnTo>
                      <a:pt x="0" y="63"/>
                    </a:lnTo>
                    <a:lnTo>
                      <a:pt x="8" y="61"/>
                    </a:lnTo>
                    <a:lnTo>
                      <a:pt x="34" y="32"/>
                    </a:lnTo>
                    <a:moveTo>
                      <a:pt x="66" y="0"/>
                    </a:moveTo>
                    <a:lnTo>
                      <a:pt x="34" y="32"/>
                    </a:lnTo>
                    <a:lnTo>
                      <a:pt x="36" y="50"/>
                    </a:lnTo>
                    <a:lnTo>
                      <a:pt x="42" y="47"/>
                    </a:lnTo>
                    <a:lnTo>
                      <a:pt x="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7" name="Freeform 437"/>
              <p:cNvSpPr>
                <a:spLocks noEditPoints="1"/>
              </p:cNvSpPr>
              <p:nvPr userDrawn="1"/>
            </p:nvSpPr>
            <p:spPr bwMode="auto">
              <a:xfrm>
                <a:off x="1304" y="430"/>
                <a:ext cx="60" cy="103"/>
              </a:xfrm>
              <a:custGeom>
                <a:avLst/>
                <a:gdLst>
                  <a:gd name="T0" fmla="*/ 6 w 48"/>
                  <a:gd name="T1" fmla="*/ 46 h 83"/>
                  <a:gd name="T2" fmla="*/ 0 w 48"/>
                  <a:gd name="T3" fmla="*/ 53 h 83"/>
                  <a:gd name="T4" fmla="*/ 4 w 48"/>
                  <a:gd name="T5" fmla="*/ 83 h 83"/>
                  <a:gd name="T6" fmla="*/ 13 w 48"/>
                  <a:gd name="T7" fmla="*/ 80 h 83"/>
                  <a:gd name="T8" fmla="*/ 24 w 48"/>
                  <a:gd name="T9" fmla="*/ 54 h 83"/>
                  <a:gd name="T10" fmla="*/ 6 w 48"/>
                  <a:gd name="T11" fmla="*/ 46 h 83"/>
                  <a:gd name="T12" fmla="*/ 48 w 48"/>
                  <a:gd name="T13" fmla="*/ 0 h 83"/>
                  <a:gd name="T14" fmla="*/ 39 w 48"/>
                  <a:gd name="T15" fmla="*/ 9 h 83"/>
                  <a:gd name="T16" fmla="*/ 45 w 48"/>
                  <a:gd name="T17" fmla="*/ 5 h 83"/>
                  <a:gd name="T18" fmla="*/ 45 w 48"/>
                  <a:gd name="T19" fmla="*/ 7 h 83"/>
                  <a:gd name="T20" fmla="*/ 45 w 48"/>
                  <a:gd name="T21" fmla="*/ 6 h 83"/>
                  <a:gd name="T22" fmla="*/ 45 w 48"/>
                  <a:gd name="T23" fmla="*/ 5 h 83"/>
                  <a:gd name="T24" fmla="*/ 46 w 48"/>
                  <a:gd name="T25" fmla="*/ 4 h 83"/>
                  <a:gd name="T26" fmla="*/ 48 w 48"/>
                  <a:gd name="T2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83">
                    <a:moveTo>
                      <a:pt x="6" y="46"/>
                    </a:moveTo>
                    <a:cubicBezTo>
                      <a:pt x="0" y="53"/>
                      <a:pt x="0" y="53"/>
                      <a:pt x="0" y="53"/>
                    </a:cubicBezTo>
                    <a:cubicBezTo>
                      <a:pt x="4" y="83"/>
                      <a:pt x="4" y="83"/>
                      <a:pt x="4" y="83"/>
                    </a:cubicBezTo>
                    <a:cubicBezTo>
                      <a:pt x="13" y="80"/>
                      <a:pt x="13" y="80"/>
                      <a:pt x="13" y="80"/>
                    </a:cubicBezTo>
                    <a:cubicBezTo>
                      <a:pt x="24" y="54"/>
                      <a:pt x="24" y="54"/>
                      <a:pt x="24" y="54"/>
                    </a:cubicBezTo>
                    <a:cubicBezTo>
                      <a:pt x="18" y="51"/>
                      <a:pt x="12" y="49"/>
                      <a:pt x="6" y="46"/>
                    </a:cubicBezTo>
                    <a:moveTo>
                      <a:pt x="48" y="0"/>
                    </a:moveTo>
                    <a:cubicBezTo>
                      <a:pt x="39" y="9"/>
                      <a:pt x="39" y="9"/>
                      <a:pt x="39" y="9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5" y="5"/>
                      <a:pt x="45" y="6"/>
                      <a:pt x="45" y="7"/>
                    </a:cubicBezTo>
                    <a:cubicBezTo>
                      <a:pt x="45" y="6"/>
                      <a:pt x="45" y="6"/>
                      <a:pt x="45" y="6"/>
                    </a:cubicBezTo>
                    <a:cubicBezTo>
                      <a:pt x="45" y="5"/>
                      <a:pt x="45" y="5"/>
                      <a:pt x="45" y="5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8" y="0"/>
                      <a:pt x="48" y="0"/>
                      <a:pt x="48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8" name="Freeform 438"/>
              <p:cNvSpPr>
                <a:spLocks noEditPoints="1"/>
              </p:cNvSpPr>
              <p:nvPr userDrawn="1"/>
            </p:nvSpPr>
            <p:spPr bwMode="auto">
              <a:xfrm>
                <a:off x="3158" y="1017"/>
                <a:ext cx="101" cy="105"/>
              </a:xfrm>
              <a:custGeom>
                <a:avLst/>
                <a:gdLst>
                  <a:gd name="T0" fmla="*/ 101 w 101"/>
                  <a:gd name="T1" fmla="*/ 105 h 105"/>
                  <a:gd name="T2" fmla="*/ 101 w 101"/>
                  <a:gd name="T3" fmla="*/ 105 h 105"/>
                  <a:gd name="T4" fmla="*/ 101 w 101"/>
                  <a:gd name="T5" fmla="*/ 105 h 105"/>
                  <a:gd name="T6" fmla="*/ 0 w 101"/>
                  <a:gd name="T7" fmla="*/ 0 h 105"/>
                  <a:gd name="T8" fmla="*/ 101 w 101"/>
                  <a:gd name="T9" fmla="*/ 105 h 105"/>
                  <a:gd name="T10" fmla="*/ 63 w 101"/>
                  <a:gd name="T11" fmla="*/ 29 h 105"/>
                  <a:gd name="T12" fmla="*/ 63 w 101"/>
                  <a:gd name="T13" fmla="*/ 29 h 105"/>
                  <a:gd name="T14" fmla="*/ 0 w 101"/>
                  <a:gd name="T15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105">
                    <a:moveTo>
                      <a:pt x="101" y="105"/>
                    </a:moveTo>
                    <a:lnTo>
                      <a:pt x="101" y="105"/>
                    </a:lnTo>
                    <a:lnTo>
                      <a:pt x="101" y="105"/>
                    </a:lnTo>
                    <a:close/>
                    <a:moveTo>
                      <a:pt x="0" y="0"/>
                    </a:moveTo>
                    <a:lnTo>
                      <a:pt x="101" y="105"/>
                    </a:lnTo>
                    <a:lnTo>
                      <a:pt x="63" y="29"/>
                    </a:lnTo>
                    <a:lnTo>
                      <a:pt x="63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99" name="Freeform 439"/>
              <p:cNvSpPr>
                <a:spLocks noEditPoints="1"/>
              </p:cNvSpPr>
              <p:nvPr userDrawn="1"/>
            </p:nvSpPr>
            <p:spPr bwMode="auto">
              <a:xfrm>
                <a:off x="3158" y="1017"/>
                <a:ext cx="101" cy="105"/>
              </a:xfrm>
              <a:custGeom>
                <a:avLst/>
                <a:gdLst>
                  <a:gd name="T0" fmla="*/ 101 w 101"/>
                  <a:gd name="T1" fmla="*/ 105 h 105"/>
                  <a:gd name="T2" fmla="*/ 101 w 101"/>
                  <a:gd name="T3" fmla="*/ 105 h 105"/>
                  <a:gd name="T4" fmla="*/ 101 w 101"/>
                  <a:gd name="T5" fmla="*/ 105 h 105"/>
                  <a:gd name="T6" fmla="*/ 0 w 101"/>
                  <a:gd name="T7" fmla="*/ 0 h 105"/>
                  <a:gd name="T8" fmla="*/ 101 w 101"/>
                  <a:gd name="T9" fmla="*/ 105 h 105"/>
                  <a:gd name="T10" fmla="*/ 63 w 101"/>
                  <a:gd name="T11" fmla="*/ 29 h 105"/>
                  <a:gd name="T12" fmla="*/ 63 w 101"/>
                  <a:gd name="T13" fmla="*/ 29 h 105"/>
                  <a:gd name="T14" fmla="*/ 0 w 101"/>
                  <a:gd name="T15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105">
                    <a:moveTo>
                      <a:pt x="101" y="105"/>
                    </a:moveTo>
                    <a:lnTo>
                      <a:pt x="101" y="105"/>
                    </a:lnTo>
                    <a:lnTo>
                      <a:pt x="101" y="105"/>
                    </a:lnTo>
                    <a:moveTo>
                      <a:pt x="0" y="0"/>
                    </a:moveTo>
                    <a:lnTo>
                      <a:pt x="101" y="105"/>
                    </a:lnTo>
                    <a:lnTo>
                      <a:pt x="63" y="29"/>
                    </a:lnTo>
                    <a:lnTo>
                      <a:pt x="63" y="2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0" name="Freeform 440"/>
              <p:cNvSpPr>
                <a:spLocks noEditPoints="1"/>
              </p:cNvSpPr>
              <p:nvPr userDrawn="1"/>
            </p:nvSpPr>
            <p:spPr bwMode="auto">
              <a:xfrm>
                <a:off x="3229" y="1122"/>
                <a:ext cx="46" cy="124"/>
              </a:xfrm>
              <a:custGeom>
                <a:avLst/>
                <a:gdLst>
                  <a:gd name="T0" fmla="*/ 39 w 46"/>
                  <a:gd name="T1" fmla="*/ 45 h 124"/>
                  <a:gd name="T2" fmla="*/ 43 w 46"/>
                  <a:gd name="T3" fmla="*/ 75 h 124"/>
                  <a:gd name="T4" fmla="*/ 46 w 46"/>
                  <a:gd name="T5" fmla="*/ 71 h 124"/>
                  <a:gd name="T6" fmla="*/ 39 w 46"/>
                  <a:gd name="T7" fmla="*/ 45 h 124"/>
                  <a:gd name="T8" fmla="*/ 30 w 46"/>
                  <a:gd name="T9" fmla="*/ 0 h 124"/>
                  <a:gd name="T10" fmla="*/ 30 w 46"/>
                  <a:gd name="T11" fmla="*/ 0 h 124"/>
                  <a:gd name="T12" fmla="*/ 0 w 46"/>
                  <a:gd name="T13" fmla="*/ 124 h 124"/>
                  <a:gd name="T14" fmla="*/ 15 w 46"/>
                  <a:gd name="T15" fmla="*/ 107 h 124"/>
                  <a:gd name="T16" fmla="*/ 37 w 46"/>
                  <a:gd name="T17" fmla="*/ 35 h 124"/>
                  <a:gd name="T18" fmla="*/ 30 w 46"/>
                  <a:gd name="T1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124">
                    <a:moveTo>
                      <a:pt x="39" y="45"/>
                    </a:moveTo>
                    <a:lnTo>
                      <a:pt x="43" y="75"/>
                    </a:lnTo>
                    <a:lnTo>
                      <a:pt x="46" y="71"/>
                    </a:lnTo>
                    <a:lnTo>
                      <a:pt x="39" y="45"/>
                    </a:lnTo>
                    <a:close/>
                    <a:moveTo>
                      <a:pt x="30" y="0"/>
                    </a:moveTo>
                    <a:lnTo>
                      <a:pt x="30" y="0"/>
                    </a:lnTo>
                    <a:lnTo>
                      <a:pt x="0" y="124"/>
                    </a:lnTo>
                    <a:lnTo>
                      <a:pt x="15" y="107"/>
                    </a:lnTo>
                    <a:lnTo>
                      <a:pt x="37" y="35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1" name="Freeform 441"/>
              <p:cNvSpPr>
                <a:spLocks noEditPoints="1"/>
              </p:cNvSpPr>
              <p:nvPr userDrawn="1"/>
            </p:nvSpPr>
            <p:spPr bwMode="auto">
              <a:xfrm>
                <a:off x="3229" y="1122"/>
                <a:ext cx="46" cy="124"/>
              </a:xfrm>
              <a:custGeom>
                <a:avLst/>
                <a:gdLst>
                  <a:gd name="T0" fmla="*/ 39 w 46"/>
                  <a:gd name="T1" fmla="*/ 45 h 124"/>
                  <a:gd name="T2" fmla="*/ 43 w 46"/>
                  <a:gd name="T3" fmla="*/ 75 h 124"/>
                  <a:gd name="T4" fmla="*/ 46 w 46"/>
                  <a:gd name="T5" fmla="*/ 71 h 124"/>
                  <a:gd name="T6" fmla="*/ 39 w 46"/>
                  <a:gd name="T7" fmla="*/ 45 h 124"/>
                  <a:gd name="T8" fmla="*/ 30 w 46"/>
                  <a:gd name="T9" fmla="*/ 0 h 124"/>
                  <a:gd name="T10" fmla="*/ 30 w 46"/>
                  <a:gd name="T11" fmla="*/ 0 h 124"/>
                  <a:gd name="T12" fmla="*/ 0 w 46"/>
                  <a:gd name="T13" fmla="*/ 124 h 124"/>
                  <a:gd name="T14" fmla="*/ 15 w 46"/>
                  <a:gd name="T15" fmla="*/ 107 h 124"/>
                  <a:gd name="T16" fmla="*/ 37 w 46"/>
                  <a:gd name="T17" fmla="*/ 35 h 124"/>
                  <a:gd name="T18" fmla="*/ 30 w 46"/>
                  <a:gd name="T1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124">
                    <a:moveTo>
                      <a:pt x="39" y="45"/>
                    </a:moveTo>
                    <a:lnTo>
                      <a:pt x="43" y="75"/>
                    </a:lnTo>
                    <a:lnTo>
                      <a:pt x="46" y="71"/>
                    </a:lnTo>
                    <a:lnTo>
                      <a:pt x="39" y="45"/>
                    </a:lnTo>
                    <a:moveTo>
                      <a:pt x="30" y="0"/>
                    </a:moveTo>
                    <a:lnTo>
                      <a:pt x="30" y="0"/>
                    </a:lnTo>
                    <a:lnTo>
                      <a:pt x="0" y="124"/>
                    </a:lnTo>
                    <a:lnTo>
                      <a:pt x="15" y="107"/>
                    </a:lnTo>
                    <a:lnTo>
                      <a:pt x="37" y="35"/>
                    </a:lnTo>
                    <a:lnTo>
                      <a:pt x="3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2" name="Freeform 442"/>
              <p:cNvSpPr>
                <a:spLocks/>
              </p:cNvSpPr>
              <p:nvPr userDrawn="1"/>
            </p:nvSpPr>
            <p:spPr bwMode="auto">
              <a:xfrm>
                <a:off x="3229" y="1193"/>
                <a:ext cx="48" cy="73"/>
              </a:xfrm>
              <a:custGeom>
                <a:avLst/>
                <a:gdLst>
                  <a:gd name="T0" fmla="*/ 46 w 48"/>
                  <a:gd name="T1" fmla="*/ 0 h 73"/>
                  <a:gd name="T2" fmla="*/ 46 w 48"/>
                  <a:gd name="T3" fmla="*/ 0 h 73"/>
                  <a:gd name="T4" fmla="*/ 43 w 48"/>
                  <a:gd name="T5" fmla="*/ 4 h 73"/>
                  <a:gd name="T6" fmla="*/ 46 w 48"/>
                  <a:gd name="T7" fmla="*/ 36 h 73"/>
                  <a:gd name="T8" fmla="*/ 15 w 48"/>
                  <a:gd name="T9" fmla="*/ 36 h 73"/>
                  <a:gd name="T10" fmla="*/ 0 w 48"/>
                  <a:gd name="T11" fmla="*/ 53 h 73"/>
                  <a:gd name="T12" fmla="*/ 48 w 48"/>
                  <a:gd name="T13" fmla="*/ 73 h 73"/>
                  <a:gd name="T14" fmla="*/ 46 w 48"/>
                  <a:gd name="T15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73">
                    <a:moveTo>
                      <a:pt x="46" y="0"/>
                    </a:moveTo>
                    <a:lnTo>
                      <a:pt x="46" y="0"/>
                    </a:lnTo>
                    <a:lnTo>
                      <a:pt x="43" y="4"/>
                    </a:lnTo>
                    <a:lnTo>
                      <a:pt x="46" y="36"/>
                    </a:lnTo>
                    <a:lnTo>
                      <a:pt x="15" y="36"/>
                    </a:lnTo>
                    <a:lnTo>
                      <a:pt x="0" y="53"/>
                    </a:lnTo>
                    <a:lnTo>
                      <a:pt x="48" y="73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3" name="Freeform 443"/>
              <p:cNvSpPr>
                <a:spLocks/>
              </p:cNvSpPr>
              <p:nvPr userDrawn="1"/>
            </p:nvSpPr>
            <p:spPr bwMode="auto">
              <a:xfrm>
                <a:off x="3229" y="1193"/>
                <a:ext cx="48" cy="73"/>
              </a:xfrm>
              <a:custGeom>
                <a:avLst/>
                <a:gdLst>
                  <a:gd name="T0" fmla="*/ 46 w 48"/>
                  <a:gd name="T1" fmla="*/ 0 h 73"/>
                  <a:gd name="T2" fmla="*/ 46 w 48"/>
                  <a:gd name="T3" fmla="*/ 0 h 73"/>
                  <a:gd name="T4" fmla="*/ 43 w 48"/>
                  <a:gd name="T5" fmla="*/ 4 h 73"/>
                  <a:gd name="T6" fmla="*/ 46 w 48"/>
                  <a:gd name="T7" fmla="*/ 36 h 73"/>
                  <a:gd name="T8" fmla="*/ 15 w 48"/>
                  <a:gd name="T9" fmla="*/ 36 h 73"/>
                  <a:gd name="T10" fmla="*/ 0 w 48"/>
                  <a:gd name="T11" fmla="*/ 53 h 73"/>
                  <a:gd name="T12" fmla="*/ 48 w 48"/>
                  <a:gd name="T13" fmla="*/ 73 h 73"/>
                  <a:gd name="T14" fmla="*/ 46 w 48"/>
                  <a:gd name="T15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73">
                    <a:moveTo>
                      <a:pt x="46" y="0"/>
                    </a:moveTo>
                    <a:lnTo>
                      <a:pt x="46" y="0"/>
                    </a:lnTo>
                    <a:lnTo>
                      <a:pt x="43" y="4"/>
                    </a:lnTo>
                    <a:lnTo>
                      <a:pt x="46" y="36"/>
                    </a:lnTo>
                    <a:lnTo>
                      <a:pt x="15" y="36"/>
                    </a:lnTo>
                    <a:lnTo>
                      <a:pt x="0" y="53"/>
                    </a:lnTo>
                    <a:lnTo>
                      <a:pt x="48" y="73"/>
                    </a:lnTo>
                    <a:lnTo>
                      <a:pt x="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4" name="Freeform 444"/>
              <p:cNvSpPr>
                <a:spLocks noEditPoints="1"/>
              </p:cNvSpPr>
              <p:nvPr userDrawn="1"/>
            </p:nvSpPr>
            <p:spPr bwMode="auto">
              <a:xfrm>
                <a:off x="3229" y="1246"/>
                <a:ext cx="48" cy="107"/>
              </a:xfrm>
              <a:custGeom>
                <a:avLst/>
                <a:gdLst>
                  <a:gd name="T0" fmla="*/ 33 w 48"/>
                  <a:gd name="T1" fmla="*/ 72 h 107"/>
                  <a:gd name="T2" fmla="*/ 21 w 48"/>
                  <a:gd name="T3" fmla="*/ 99 h 107"/>
                  <a:gd name="T4" fmla="*/ 22 w 48"/>
                  <a:gd name="T5" fmla="*/ 107 h 107"/>
                  <a:gd name="T6" fmla="*/ 33 w 48"/>
                  <a:gd name="T7" fmla="*/ 72 h 107"/>
                  <a:gd name="T8" fmla="*/ 0 w 48"/>
                  <a:gd name="T9" fmla="*/ 0 h 107"/>
                  <a:gd name="T10" fmla="*/ 10 w 48"/>
                  <a:gd name="T11" fmla="*/ 47 h 107"/>
                  <a:gd name="T12" fmla="*/ 38 w 48"/>
                  <a:gd name="T13" fmla="*/ 53 h 107"/>
                  <a:gd name="T14" fmla="*/ 48 w 48"/>
                  <a:gd name="T15" fmla="*/ 20 h 107"/>
                  <a:gd name="T16" fmla="*/ 0 w 48"/>
                  <a:gd name="T1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07">
                    <a:moveTo>
                      <a:pt x="33" y="72"/>
                    </a:moveTo>
                    <a:lnTo>
                      <a:pt x="21" y="99"/>
                    </a:lnTo>
                    <a:lnTo>
                      <a:pt x="22" y="107"/>
                    </a:lnTo>
                    <a:lnTo>
                      <a:pt x="33" y="72"/>
                    </a:lnTo>
                    <a:close/>
                    <a:moveTo>
                      <a:pt x="0" y="0"/>
                    </a:moveTo>
                    <a:lnTo>
                      <a:pt x="10" y="47"/>
                    </a:lnTo>
                    <a:lnTo>
                      <a:pt x="38" y="53"/>
                    </a:lnTo>
                    <a:lnTo>
                      <a:pt x="48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5" name="Freeform 445"/>
              <p:cNvSpPr>
                <a:spLocks noEditPoints="1"/>
              </p:cNvSpPr>
              <p:nvPr userDrawn="1"/>
            </p:nvSpPr>
            <p:spPr bwMode="auto">
              <a:xfrm>
                <a:off x="3229" y="1246"/>
                <a:ext cx="48" cy="107"/>
              </a:xfrm>
              <a:custGeom>
                <a:avLst/>
                <a:gdLst>
                  <a:gd name="T0" fmla="*/ 33 w 48"/>
                  <a:gd name="T1" fmla="*/ 72 h 107"/>
                  <a:gd name="T2" fmla="*/ 21 w 48"/>
                  <a:gd name="T3" fmla="*/ 99 h 107"/>
                  <a:gd name="T4" fmla="*/ 22 w 48"/>
                  <a:gd name="T5" fmla="*/ 107 h 107"/>
                  <a:gd name="T6" fmla="*/ 33 w 48"/>
                  <a:gd name="T7" fmla="*/ 72 h 107"/>
                  <a:gd name="T8" fmla="*/ 0 w 48"/>
                  <a:gd name="T9" fmla="*/ 0 h 107"/>
                  <a:gd name="T10" fmla="*/ 10 w 48"/>
                  <a:gd name="T11" fmla="*/ 47 h 107"/>
                  <a:gd name="T12" fmla="*/ 38 w 48"/>
                  <a:gd name="T13" fmla="*/ 53 h 107"/>
                  <a:gd name="T14" fmla="*/ 48 w 48"/>
                  <a:gd name="T15" fmla="*/ 20 h 107"/>
                  <a:gd name="T16" fmla="*/ 0 w 48"/>
                  <a:gd name="T1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07">
                    <a:moveTo>
                      <a:pt x="33" y="72"/>
                    </a:moveTo>
                    <a:lnTo>
                      <a:pt x="21" y="99"/>
                    </a:lnTo>
                    <a:lnTo>
                      <a:pt x="22" y="107"/>
                    </a:lnTo>
                    <a:lnTo>
                      <a:pt x="33" y="72"/>
                    </a:lnTo>
                    <a:moveTo>
                      <a:pt x="0" y="0"/>
                    </a:moveTo>
                    <a:lnTo>
                      <a:pt x="10" y="47"/>
                    </a:lnTo>
                    <a:lnTo>
                      <a:pt x="38" y="53"/>
                    </a:lnTo>
                    <a:lnTo>
                      <a:pt x="48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6" name="Freeform 446"/>
              <p:cNvSpPr>
                <a:spLocks/>
              </p:cNvSpPr>
              <p:nvPr userDrawn="1"/>
            </p:nvSpPr>
            <p:spPr bwMode="auto">
              <a:xfrm>
                <a:off x="3367" y="1242"/>
                <a:ext cx="49" cy="107"/>
              </a:xfrm>
              <a:custGeom>
                <a:avLst/>
                <a:gdLst>
                  <a:gd name="T0" fmla="*/ 0 w 49"/>
                  <a:gd name="T1" fmla="*/ 0 h 107"/>
                  <a:gd name="T2" fmla="*/ 24 w 49"/>
                  <a:gd name="T3" fmla="*/ 107 h 107"/>
                  <a:gd name="T4" fmla="*/ 49 w 49"/>
                  <a:gd name="T5" fmla="*/ 20 h 107"/>
                  <a:gd name="T6" fmla="*/ 0 w 49"/>
                  <a:gd name="T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7">
                    <a:moveTo>
                      <a:pt x="0" y="0"/>
                    </a:moveTo>
                    <a:lnTo>
                      <a:pt x="24" y="107"/>
                    </a:lnTo>
                    <a:lnTo>
                      <a:pt x="49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7" name="Freeform 447"/>
              <p:cNvSpPr>
                <a:spLocks/>
              </p:cNvSpPr>
              <p:nvPr userDrawn="1"/>
            </p:nvSpPr>
            <p:spPr bwMode="auto">
              <a:xfrm>
                <a:off x="3367" y="1242"/>
                <a:ext cx="49" cy="107"/>
              </a:xfrm>
              <a:custGeom>
                <a:avLst/>
                <a:gdLst>
                  <a:gd name="T0" fmla="*/ 0 w 49"/>
                  <a:gd name="T1" fmla="*/ 0 h 107"/>
                  <a:gd name="T2" fmla="*/ 24 w 49"/>
                  <a:gd name="T3" fmla="*/ 107 h 107"/>
                  <a:gd name="T4" fmla="*/ 49 w 49"/>
                  <a:gd name="T5" fmla="*/ 20 h 107"/>
                  <a:gd name="T6" fmla="*/ 0 w 49"/>
                  <a:gd name="T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107">
                    <a:moveTo>
                      <a:pt x="0" y="0"/>
                    </a:moveTo>
                    <a:lnTo>
                      <a:pt x="24" y="107"/>
                    </a:lnTo>
                    <a:lnTo>
                      <a:pt x="49" y="2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8" name="Freeform 448"/>
              <p:cNvSpPr>
                <a:spLocks noEditPoints="1"/>
              </p:cNvSpPr>
              <p:nvPr userDrawn="1"/>
            </p:nvSpPr>
            <p:spPr bwMode="auto">
              <a:xfrm>
                <a:off x="3189" y="1353"/>
                <a:ext cx="62" cy="81"/>
              </a:xfrm>
              <a:custGeom>
                <a:avLst/>
                <a:gdLst>
                  <a:gd name="T0" fmla="*/ 15 w 62"/>
                  <a:gd name="T1" fmla="*/ 63 h 81"/>
                  <a:gd name="T2" fmla="*/ 0 w 62"/>
                  <a:gd name="T3" fmla="*/ 75 h 81"/>
                  <a:gd name="T4" fmla="*/ 0 w 62"/>
                  <a:gd name="T5" fmla="*/ 81 h 81"/>
                  <a:gd name="T6" fmla="*/ 15 w 62"/>
                  <a:gd name="T7" fmla="*/ 63 h 81"/>
                  <a:gd name="T8" fmla="*/ 34 w 62"/>
                  <a:gd name="T9" fmla="*/ 19 h 81"/>
                  <a:gd name="T10" fmla="*/ 0 w 62"/>
                  <a:gd name="T11" fmla="*/ 40 h 81"/>
                  <a:gd name="T12" fmla="*/ 31 w 62"/>
                  <a:gd name="T13" fmla="*/ 40 h 81"/>
                  <a:gd name="T14" fmla="*/ 37 w 62"/>
                  <a:gd name="T15" fmla="*/ 33 h 81"/>
                  <a:gd name="T16" fmla="*/ 34 w 62"/>
                  <a:gd name="T17" fmla="*/ 19 h 81"/>
                  <a:gd name="T18" fmla="*/ 62 w 62"/>
                  <a:gd name="T19" fmla="*/ 0 h 81"/>
                  <a:gd name="T20" fmla="*/ 56 w 62"/>
                  <a:gd name="T21" fmla="*/ 5 h 81"/>
                  <a:gd name="T22" fmla="*/ 51 w 62"/>
                  <a:gd name="T23" fmla="*/ 16 h 81"/>
                  <a:gd name="T24" fmla="*/ 62 w 62"/>
                  <a:gd name="T25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81">
                    <a:moveTo>
                      <a:pt x="15" y="63"/>
                    </a:moveTo>
                    <a:lnTo>
                      <a:pt x="0" y="75"/>
                    </a:lnTo>
                    <a:lnTo>
                      <a:pt x="0" y="81"/>
                    </a:lnTo>
                    <a:lnTo>
                      <a:pt x="15" y="63"/>
                    </a:lnTo>
                    <a:close/>
                    <a:moveTo>
                      <a:pt x="34" y="19"/>
                    </a:moveTo>
                    <a:lnTo>
                      <a:pt x="0" y="40"/>
                    </a:lnTo>
                    <a:lnTo>
                      <a:pt x="31" y="40"/>
                    </a:lnTo>
                    <a:lnTo>
                      <a:pt x="37" y="33"/>
                    </a:lnTo>
                    <a:lnTo>
                      <a:pt x="34" y="19"/>
                    </a:lnTo>
                    <a:close/>
                    <a:moveTo>
                      <a:pt x="62" y="0"/>
                    </a:moveTo>
                    <a:lnTo>
                      <a:pt x="56" y="5"/>
                    </a:lnTo>
                    <a:lnTo>
                      <a:pt x="51" y="16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09" name="Freeform 449"/>
              <p:cNvSpPr>
                <a:spLocks noEditPoints="1"/>
              </p:cNvSpPr>
              <p:nvPr userDrawn="1"/>
            </p:nvSpPr>
            <p:spPr bwMode="auto">
              <a:xfrm>
                <a:off x="3189" y="1353"/>
                <a:ext cx="62" cy="81"/>
              </a:xfrm>
              <a:custGeom>
                <a:avLst/>
                <a:gdLst>
                  <a:gd name="T0" fmla="*/ 15 w 62"/>
                  <a:gd name="T1" fmla="*/ 63 h 81"/>
                  <a:gd name="T2" fmla="*/ 0 w 62"/>
                  <a:gd name="T3" fmla="*/ 75 h 81"/>
                  <a:gd name="T4" fmla="*/ 0 w 62"/>
                  <a:gd name="T5" fmla="*/ 81 h 81"/>
                  <a:gd name="T6" fmla="*/ 15 w 62"/>
                  <a:gd name="T7" fmla="*/ 63 h 81"/>
                  <a:gd name="T8" fmla="*/ 34 w 62"/>
                  <a:gd name="T9" fmla="*/ 19 h 81"/>
                  <a:gd name="T10" fmla="*/ 0 w 62"/>
                  <a:gd name="T11" fmla="*/ 40 h 81"/>
                  <a:gd name="T12" fmla="*/ 31 w 62"/>
                  <a:gd name="T13" fmla="*/ 40 h 81"/>
                  <a:gd name="T14" fmla="*/ 37 w 62"/>
                  <a:gd name="T15" fmla="*/ 33 h 81"/>
                  <a:gd name="T16" fmla="*/ 34 w 62"/>
                  <a:gd name="T17" fmla="*/ 19 h 81"/>
                  <a:gd name="T18" fmla="*/ 62 w 62"/>
                  <a:gd name="T19" fmla="*/ 0 h 81"/>
                  <a:gd name="T20" fmla="*/ 56 w 62"/>
                  <a:gd name="T21" fmla="*/ 5 h 81"/>
                  <a:gd name="T22" fmla="*/ 51 w 62"/>
                  <a:gd name="T23" fmla="*/ 16 h 81"/>
                  <a:gd name="T24" fmla="*/ 62 w 62"/>
                  <a:gd name="T25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2" h="81">
                    <a:moveTo>
                      <a:pt x="15" y="63"/>
                    </a:moveTo>
                    <a:lnTo>
                      <a:pt x="0" y="75"/>
                    </a:lnTo>
                    <a:lnTo>
                      <a:pt x="0" y="81"/>
                    </a:lnTo>
                    <a:lnTo>
                      <a:pt x="15" y="63"/>
                    </a:lnTo>
                    <a:moveTo>
                      <a:pt x="34" y="19"/>
                    </a:moveTo>
                    <a:lnTo>
                      <a:pt x="0" y="40"/>
                    </a:lnTo>
                    <a:lnTo>
                      <a:pt x="31" y="40"/>
                    </a:lnTo>
                    <a:lnTo>
                      <a:pt x="37" y="33"/>
                    </a:lnTo>
                    <a:lnTo>
                      <a:pt x="34" y="19"/>
                    </a:lnTo>
                    <a:moveTo>
                      <a:pt x="62" y="0"/>
                    </a:moveTo>
                    <a:lnTo>
                      <a:pt x="56" y="5"/>
                    </a:lnTo>
                    <a:lnTo>
                      <a:pt x="51" y="16"/>
                    </a:lnTo>
                    <a:lnTo>
                      <a:pt x="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0" name="Freeform 450"/>
              <p:cNvSpPr>
                <a:spLocks noEditPoints="1"/>
              </p:cNvSpPr>
              <p:nvPr userDrawn="1"/>
            </p:nvSpPr>
            <p:spPr bwMode="auto">
              <a:xfrm>
                <a:off x="3121" y="1434"/>
                <a:ext cx="68" cy="41"/>
              </a:xfrm>
              <a:custGeom>
                <a:avLst/>
                <a:gdLst>
                  <a:gd name="T0" fmla="*/ 47 w 68"/>
                  <a:gd name="T1" fmla="*/ 0 h 41"/>
                  <a:gd name="T2" fmla="*/ 0 w 68"/>
                  <a:gd name="T3" fmla="*/ 0 h 41"/>
                  <a:gd name="T4" fmla="*/ 0 w 68"/>
                  <a:gd name="T5" fmla="*/ 41 h 41"/>
                  <a:gd name="T6" fmla="*/ 0 w 68"/>
                  <a:gd name="T7" fmla="*/ 41 h 41"/>
                  <a:gd name="T8" fmla="*/ 37 w 68"/>
                  <a:gd name="T9" fmla="*/ 19 h 41"/>
                  <a:gd name="T10" fmla="*/ 47 w 68"/>
                  <a:gd name="T11" fmla="*/ 0 h 41"/>
                  <a:gd name="T12" fmla="*/ 68 w 68"/>
                  <a:gd name="T13" fmla="*/ 0 h 41"/>
                  <a:gd name="T14" fmla="*/ 62 w 68"/>
                  <a:gd name="T15" fmla="*/ 0 h 41"/>
                  <a:gd name="T16" fmla="*/ 47 w 68"/>
                  <a:gd name="T17" fmla="*/ 13 h 41"/>
                  <a:gd name="T18" fmla="*/ 68 w 68"/>
                  <a:gd name="T1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41">
                    <a:moveTo>
                      <a:pt x="47" y="0"/>
                    </a:moveTo>
                    <a:lnTo>
                      <a:pt x="0" y="0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37" y="19"/>
                    </a:lnTo>
                    <a:lnTo>
                      <a:pt x="47" y="0"/>
                    </a:lnTo>
                    <a:close/>
                    <a:moveTo>
                      <a:pt x="68" y="0"/>
                    </a:moveTo>
                    <a:lnTo>
                      <a:pt x="62" y="0"/>
                    </a:lnTo>
                    <a:lnTo>
                      <a:pt x="47" y="1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1" name="Freeform 451"/>
              <p:cNvSpPr>
                <a:spLocks noEditPoints="1"/>
              </p:cNvSpPr>
              <p:nvPr userDrawn="1"/>
            </p:nvSpPr>
            <p:spPr bwMode="auto">
              <a:xfrm>
                <a:off x="3121" y="1434"/>
                <a:ext cx="68" cy="41"/>
              </a:xfrm>
              <a:custGeom>
                <a:avLst/>
                <a:gdLst>
                  <a:gd name="T0" fmla="*/ 47 w 68"/>
                  <a:gd name="T1" fmla="*/ 0 h 41"/>
                  <a:gd name="T2" fmla="*/ 0 w 68"/>
                  <a:gd name="T3" fmla="*/ 0 h 41"/>
                  <a:gd name="T4" fmla="*/ 0 w 68"/>
                  <a:gd name="T5" fmla="*/ 41 h 41"/>
                  <a:gd name="T6" fmla="*/ 0 w 68"/>
                  <a:gd name="T7" fmla="*/ 41 h 41"/>
                  <a:gd name="T8" fmla="*/ 37 w 68"/>
                  <a:gd name="T9" fmla="*/ 19 h 41"/>
                  <a:gd name="T10" fmla="*/ 47 w 68"/>
                  <a:gd name="T11" fmla="*/ 0 h 41"/>
                  <a:gd name="T12" fmla="*/ 68 w 68"/>
                  <a:gd name="T13" fmla="*/ 0 h 41"/>
                  <a:gd name="T14" fmla="*/ 62 w 68"/>
                  <a:gd name="T15" fmla="*/ 0 h 41"/>
                  <a:gd name="T16" fmla="*/ 47 w 68"/>
                  <a:gd name="T17" fmla="*/ 13 h 41"/>
                  <a:gd name="T18" fmla="*/ 68 w 68"/>
                  <a:gd name="T1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41">
                    <a:moveTo>
                      <a:pt x="47" y="0"/>
                    </a:moveTo>
                    <a:lnTo>
                      <a:pt x="0" y="0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37" y="19"/>
                    </a:lnTo>
                    <a:lnTo>
                      <a:pt x="47" y="0"/>
                    </a:lnTo>
                    <a:moveTo>
                      <a:pt x="68" y="0"/>
                    </a:moveTo>
                    <a:lnTo>
                      <a:pt x="62" y="0"/>
                    </a:lnTo>
                    <a:lnTo>
                      <a:pt x="47" y="13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2" name="Freeform 452"/>
              <p:cNvSpPr>
                <a:spLocks noEditPoints="1"/>
              </p:cNvSpPr>
              <p:nvPr userDrawn="1"/>
            </p:nvSpPr>
            <p:spPr bwMode="auto">
              <a:xfrm>
                <a:off x="3156" y="1393"/>
                <a:ext cx="73" cy="65"/>
              </a:xfrm>
              <a:custGeom>
                <a:avLst/>
                <a:gdLst>
                  <a:gd name="T0" fmla="*/ 12 w 73"/>
                  <a:gd name="T1" fmla="*/ 54 h 65"/>
                  <a:gd name="T2" fmla="*/ 2 w 73"/>
                  <a:gd name="T3" fmla="*/ 60 h 65"/>
                  <a:gd name="T4" fmla="*/ 0 w 73"/>
                  <a:gd name="T5" fmla="*/ 65 h 65"/>
                  <a:gd name="T6" fmla="*/ 12 w 73"/>
                  <a:gd name="T7" fmla="*/ 54 h 65"/>
                  <a:gd name="T8" fmla="*/ 33 w 73"/>
                  <a:gd name="T9" fmla="*/ 0 h 65"/>
                  <a:gd name="T10" fmla="*/ 33 w 73"/>
                  <a:gd name="T11" fmla="*/ 0 h 65"/>
                  <a:gd name="T12" fmla="*/ 12 w 73"/>
                  <a:gd name="T13" fmla="*/ 41 h 65"/>
                  <a:gd name="T14" fmla="*/ 27 w 73"/>
                  <a:gd name="T15" fmla="*/ 41 h 65"/>
                  <a:gd name="T16" fmla="*/ 33 w 73"/>
                  <a:gd name="T17" fmla="*/ 35 h 65"/>
                  <a:gd name="T18" fmla="*/ 33 w 73"/>
                  <a:gd name="T19" fmla="*/ 0 h 65"/>
                  <a:gd name="T20" fmla="*/ 73 w 73"/>
                  <a:gd name="T21" fmla="*/ 0 h 65"/>
                  <a:gd name="T22" fmla="*/ 64 w 73"/>
                  <a:gd name="T23" fmla="*/ 0 h 65"/>
                  <a:gd name="T24" fmla="*/ 48 w 73"/>
                  <a:gd name="T25" fmla="*/ 23 h 65"/>
                  <a:gd name="T26" fmla="*/ 73 w 73"/>
                  <a:gd name="T27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65">
                    <a:moveTo>
                      <a:pt x="12" y="54"/>
                    </a:moveTo>
                    <a:lnTo>
                      <a:pt x="2" y="60"/>
                    </a:lnTo>
                    <a:lnTo>
                      <a:pt x="0" y="65"/>
                    </a:lnTo>
                    <a:lnTo>
                      <a:pt x="12" y="54"/>
                    </a:lnTo>
                    <a:close/>
                    <a:moveTo>
                      <a:pt x="33" y="0"/>
                    </a:moveTo>
                    <a:lnTo>
                      <a:pt x="33" y="0"/>
                    </a:lnTo>
                    <a:lnTo>
                      <a:pt x="12" y="41"/>
                    </a:lnTo>
                    <a:lnTo>
                      <a:pt x="27" y="41"/>
                    </a:lnTo>
                    <a:lnTo>
                      <a:pt x="33" y="35"/>
                    </a:lnTo>
                    <a:lnTo>
                      <a:pt x="33" y="0"/>
                    </a:lnTo>
                    <a:close/>
                    <a:moveTo>
                      <a:pt x="73" y="0"/>
                    </a:moveTo>
                    <a:lnTo>
                      <a:pt x="64" y="0"/>
                    </a:lnTo>
                    <a:lnTo>
                      <a:pt x="48" y="23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3" name="Freeform 453"/>
              <p:cNvSpPr>
                <a:spLocks noEditPoints="1"/>
              </p:cNvSpPr>
              <p:nvPr userDrawn="1"/>
            </p:nvSpPr>
            <p:spPr bwMode="auto">
              <a:xfrm>
                <a:off x="3156" y="1393"/>
                <a:ext cx="73" cy="65"/>
              </a:xfrm>
              <a:custGeom>
                <a:avLst/>
                <a:gdLst>
                  <a:gd name="T0" fmla="*/ 12 w 73"/>
                  <a:gd name="T1" fmla="*/ 54 h 65"/>
                  <a:gd name="T2" fmla="*/ 2 w 73"/>
                  <a:gd name="T3" fmla="*/ 60 h 65"/>
                  <a:gd name="T4" fmla="*/ 0 w 73"/>
                  <a:gd name="T5" fmla="*/ 65 h 65"/>
                  <a:gd name="T6" fmla="*/ 12 w 73"/>
                  <a:gd name="T7" fmla="*/ 54 h 65"/>
                  <a:gd name="T8" fmla="*/ 33 w 73"/>
                  <a:gd name="T9" fmla="*/ 0 h 65"/>
                  <a:gd name="T10" fmla="*/ 33 w 73"/>
                  <a:gd name="T11" fmla="*/ 0 h 65"/>
                  <a:gd name="T12" fmla="*/ 12 w 73"/>
                  <a:gd name="T13" fmla="*/ 41 h 65"/>
                  <a:gd name="T14" fmla="*/ 27 w 73"/>
                  <a:gd name="T15" fmla="*/ 41 h 65"/>
                  <a:gd name="T16" fmla="*/ 33 w 73"/>
                  <a:gd name="T17" fmla="*/ 35 h 65"/>
                  <a:gd name="T18" fmla="*/ 33 w 73"/>
                  <a:gd name="T19" fmla="*/ 0 h 65"/>
                  <a:gd name="T20" fmla="*/ 73 w 73"/>
                  <a:gd name="T21" fmla="*/ 0 h 65"/>
                  <a:gd name="T22" fmla="*/ 64 w 73"/>
                  <a:gd name="T23" fmla="*/ 0 h 65"/>
                  <a:gd name="T24" fmla="*/ 48 w 73"/>
                  <a:gd name="T25" fmla="*/ 23 h 65"/>
                  <a:gd name="T26" fmla="*/ 73 w 73"/>
                  <a:gd name="T27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65">
                    <a:moveTo>
                      <a:pt x="12" y="54"/>
                    </a:moveTo>
                    <a:lnTo>
                      <a:pt x="2" y="60"/>
                    </a:lnTo>
                    <a:lnTo>
                      <a:pt x="0" y="65"/>
                    </a:lnTo>
                    <a:lnTo>
                      <a:pt x="12" y="54"/>
                    </a:lnTo>
                    <a:moveTo>
                      <a:pt x="33" y="0"/>
                    </a:moveTo>
                    <a:lnTo>
                      <a:pt x="33" y="0"/>
                    </a:lnTo>
                    <a:lnTo>
                      <a:pt x="12" y="41"/>
                    </a:lnTo>
                    <a:lnTo>
                      <a:pt x="27" y="41"/>
                    </a:lnTo>
                    <a:lnTo>
                      <a:pt x="33" y="35"/>
                    </a:lnTo>
                    <a:lnTo>
                      <a:pt x="33" y="0"/>
                    </a:lnTo>
                    <a:moveTo>
                      <a:pt x="73" y="0"/>
                    </a:moveTo>
                    <a:lnTo>
                      <a:pt x="64" y="0"/>
                    </a:lnTo>
                    <a:lnTo>
                      <a:pt x="48" y="23"/>
                    </a:lnTo>
                    <a:lnTo>
                      <a:pt x="7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4" name="Freeform 454"/>
              <p:cNvSpPr>
                <a:spLocks/>
              </p:cNvSpPr>
              <p:nvPr userDrawn="1"/>
            </p:nvSpPr>
            <p:spPr bwMode="auto">
              <a:xfrm>
                <a:off x="3189" y="1393"/>
                <a:ext cx="31" cy="35"/>
              </a:xfrm>
              <a:custGeom>
                <a:avLst/>
                <a:gdLst>
                  <a:gd name="T0" fmla="*/ 31 w 31"/>
                  <a:gd name="T1" fmla="*/ 0 h 35"/>
                  <a:gd name="T2" fmla="*/ 0 w 31"/>
                  <a:gd name="T3" fmla="*/ 0 h 35"/>
                  <a:gd name="T4" fmla="*/ 0 w 31"/>
                  <a:gd name="T5" fmla="*/ 35 h 35"/>
                  <a:gd name="T6" fmla="*/ 15 w 31"/>
                  <a:gd name="T7" fmla="*/ 23 h 35"/>
                  <a:gd name="T8" fmla="*/ 31 w 31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5">
                    <a:moveTo>
                      <a:pt x="31" y="0"/>
                    </a:moveTo>
                    <a:lnTo>
                      <a:pt x="0" y="0"/>
                    </a:lnTo>
                    <a:lnTo>
                      <a:pt x="0" y="35"/>
                    </a:lnTo>
                    <a:lnTo>
                      <a:pt x="15" y="23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5" name="Freeform 455"/>
              <p:cNvSpPr>
                <a:spLocks/>
              </p:cNvSpPr>
              <p:nvPr userDrawn="1"/>
            </p:nvSpPr>
            <p:spPr bwMode="auto">
              <a:xfrm>
                <a:off x="3189" y="1393"/>
                <a:ext cx="31" cy="35"/>
              </a:xfrm>
              <a:custGeom>
                <a:avLst/>
                <a:gdLst>
                  <a:gd name="T0" fmla="*/ 31 w 31"/>
                  <a:gd name="T1" fmla="*/ 0 h 35"/>
                  <a:gd name="T2" fmla="*/ 0 w 31"/>
                  <a:gd name="T3" fmla="*/ 0 h 35"/>
                  <a:gd name="T4" fmla="*/ 0 w 31"/>
                  <a:gd name="T5" fmla="*/ 35 h 35"/>
                  <a:gd name="T6" fmla="*/ 15 w 31"/>
                  <a:gd name="T7" fmla="*/ 23 h 35"/>
                  <a:gd name="T8" fmla="*/ 31 w 31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5">
                    <a:moveTo>
                      <a:pt x="31" y="0"/>
                    </a:moveTo>
                    <a:lnTo>
                      <a:pt x="0" y="0"/>
                    </a:lnTo>
                    <a:lnTo>
                      <a:pt x="0" y="35"/>
                    </a:lnTo>
                    <a:lnTo>
                      <a:pt x="15" y="23"/>
                    </a:lnTo>
                    <a:lnTo>
                      <a:pt x="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6" name="Freeform 456"/>
              <p:cNvSpPr>
                <a:spLocks/>
              </p:cNvSpPr>
              <p:nvPr userDrawn="1"/>
            </p:nvSpPr>
            <p:spPr bwMode="auto">
              <a:xfrm>
                <a:off x="3158" y="1434"/>
                <a:ext cx="25" cy="19"/>
              </a:xfrm>
              <a:custGeom>
                <a:avLst/>
                <a:gdLst>
                  <a:gd name="T0" fmla="*/ 25 w 25"/>
                  <a:gd name="T1" fmla="*/ 0 h 19"/>
                  <a:gd name="T2" fmla="*/ 10 w 25"/>
                  <a:gd name="T3" fmla="*/ 0 h 19"/>
                  <a:gd name="T4" fmla="*/ 0 w 25"/>
                  <a:gd name="T5" fmla="*/ 19 h 19"/>
                  <a:gd name="T6" fmla="*/ 10 w 25"/>
                  <a:gd name="T7" fmla="*/ 13 h 19"/>
                  <a:gd name="T8" fmla="*/ 25 w 25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9">
                    <a:moveTo>
                      <a:pt x="25" y="0"/>
                    </a:moveTo>
                    <a:lnTo>
                      <a:pt x="10" y="0"/>
                    </a:lnTo>
                    <a:lnTo>
                      <a:pt x="0" y="19"/>
                    </a:lnTo>
                    <a:lnTo>
                      <a:pt x="10" y="1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7" name="Freeform 457"/>
              <p:cNvSpPr>
                <a:spLocks/>
              </p:cNvSpPr>
              <p:nvPr userDrawn="1"/>
            </p:nvSpPr>
            <p:spPr bwMode="auto">
              <a:xfrm>
                <a:off x="3158" y="1434"/>
                <a:ext cx="25" cy="19"/>
              </a:xfrm>
              <a:custGeom>
                <a:avLst/>
                <a:gdLst>
                  <a:gd name="T0" fmla="*/ 25 w 25"/>
                  <a:gd name="T1" fmla="*/ 0 h 19"/>
                  <a:gd name="T2" fmla="*/ 10 w 25"/>
                  <a:gd name="T3" fmla="*/ 0 h 19"/>
                  <a:gd name="T4" fmla="*/ 0 w 25"/>
                  <a:gd name="T5" fmla="*/ 19 h 19"/>
                  <a:gd name="T6" fmla="*/ 10 w 25"/>
                  <a:gd name="T7" fmla="*/ 13 h 19"/>
                  <a:gd name="T8" fmla="*/ 25 w 25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9">
                    <a:moveTo>
                      <a:pt x="25" y="0"/>
                    </a:moveTo>
                    <a:lnTo>
                      <a:pt x="10" y="0"/>
                    </a:lnTo>
                    <a:lnTo>
                      <a:pt x="0" y="19"/>
                    </a:lnTo>
                    <a:lnTo>
                      <a:pt x="10" y="13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8" name="Freeform 458"/>
              <p:cNvSpPr>
                <a:spLocks noEditPoints="1"/>
              </p:cNvSpPr>
              <p:nvPr userDrawn="1"/>
            </p:nvSpPr>
            <p:spPr bwMode="auto">
              <a:xfrm>
                <a:off x="2938" y="1447"/>
                <a:ext cx="183" cy="38"/>
              </a:xfrm>
              <a:custGeom>
                <a:avLst/>
                <a:gdLst>
                  <a:gd name="T0" fmla="*/ 114 w 148"/>
                  <a:gd name="T1" fmla="*/ 18 h 31"/>
                  <a:gd name="T2" fmla="*/ 99 w 148"/>
                  <a:gd name="T3" fmla="*/ 31 h 31"/>
                  <a:gd name="T4" fmla="*/ 99 w 148"/>
                  <a:gd name="T5" fmla="*/ 31 h 31"/>
                  <a:gd name="T6" fmla="*/ 148 w 148"/>
                  <a:gd name="T7" fmla="*/ 23 h 31"/>
                  <a:gd name="T8" fmla="*/ 114 w 148"/>
                  <a:gd name="T9" fmla="*/ 18 h 31"/>
                  <a:gd name="T10" fmla="*/ 64 w 148"/>
                  <a:gd name="T11" fmla="*/ 10 h 31"/>
                  <a:gd name="T12" fmla="*/ 64 w 148"/>
                  <a:gd name="T13" fmla="*/ 10 h 31"/>
                  <a:gd name="T14" fmla="*/ 65 w 148"/>
                  <a:gd name="T15" fmla="*/ 10 h 31"/>
                  <a:gd name="T16" fmla="*/ 64 w 148"/>
                  <a:gd name="T17" fmla="*/ 10 h 31"/>
                  <a:gd name="T18" fmla="*/ 0 w 148"/>
                  <a:gd name="T19" fmla="*/ 0 h 31"/>
                  <a:gd name="T20" fmla="*/ 4 w 148"/>
                  <a:gd name="T21" fmla="*/ 1 h 31"/>
                  <a:gd name="T22" fmla="*/ 5 w 148"/>
                  <a:gd name="T23" fmla="*/ 1 h 31"/>
                  <a:gd name="T24" fmla="*/ 0 w 148"/>
                  <a:gd name="T25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8" h="31">
                    <a:moveTo>
                      <a:pt x="114" y="18"/>
                    </a:moveTo>
                    <a:cubicBezTo>
                      <a:pt x="99" y="31"/>
                      <a:pt x="99" y="31"/>
                      <a:pt x="99" y="31"/>
                    </a:cubicBezTo>
                    <a:cubicBezTo>
                      <a:pt x="99" y="31"/>
                      <a:pt x="99" y="31"/>
                      <a:pt x="99" y="31"/>
                    </a:cubicBezTo>
                    <a:cubicBezTo>
                      <a:pt x="148" y="23"/>
                      <a:pt x="148" y="23"/>
                      <a:pt x="148" y="23"/>
                    </a:cubicBezTo>
                    <a:cubicBezTo>
                      <a:pt x="137" y="22"/>
                      <a:pt x="126" y="20"/>
                      <a:pt x="114" y="18"/>
                    </a:cubicBezTo>
                    <a:moveTo>
                      <a:pt x="64" y="10"/>
                    </a:moveTo>
                    <a:cubicBezTo>
                      <a:pt x="64" y="10"/>
                      <a:pt x="64" y="10"/>
                      <a:pt x="64" y="10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5" y="10"/>
                      <a:pt x="65" y="10"/>
                      <a:pt x="64" y="10"/>
                    </a:cubicBezTo>
                    <a:moveTo>
                      <a:pt x="0" y="0"/>
                    </a:moveTo>
                    <a:cubicBezTo>
                      <a:pt x="1" y="0"/>
                      <a:pt x="2" y="1"/>
                      <a:pt x="4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3" y="0"/>
                      <a:pt x="1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19" name="Freeform 459"/>
              <p:cNvSpPr>
                <a:spLocks noEditPoints="1"/>
              </p:cNvSpPr>
              <p:nvPr userDrawn="1"/>
            </p:nvSpPr>
            <p:spPr bwMode="auto">
              <a:xfrm>
                <a:off x="2915" y="1434"/>
                <a:ext cx="206" cy="51"/>
              </a:xfrm>
              <a:custGeom>
                <a:avLst/>
                <a:gdLst>
                  <a:gd name="T0" fmla="*/ 78 w 167"/>
                  <a:gd name="T1" fmla="*/ 28 h 41"/>
                  <a:gd name="T2" fmla="*/ 70 w 167"/>
                  <a:gd name="T3" fmla="*/ 41 h 41"/>
                  <a:gd name="T4" fmla="*/ 50 w 167"/>
                  <a:gd name="T5" fmla="*/ 29 h 41"/>
                  <a:gd name="T6" fmla="*/ 70 w 167"/>
                  <a:gd name="T7" fmla="*/ 41 h 41"/>
                  <a:gd name="T8" fmla="*/ 0 w 167"/>
                  <a:gd name="T9" fmla="*/ 41 h 41"/>
                  <a:gd name="T10" fmla="*/ 0 w 167"/>
                  <a:gd name="T11" fmla="*/ 41 h 41"/>
                  <a:gd name="T12" fmla="*/ 118 w 167"/>
                  <a:gd name="T13" fmla="*/ 41 h 41"/>
                  <a:gd name="T14" fmla="*/ 78 w 167"/>
                  <a:gd name="T15" fmla="*/ 28 h 41"/>
                  <a:gd name="T16" fmla="*/ 167 w 167"/>
                  <a:gd name="T17" fmla="*/ 0 h 41"/>
                  <a:gd name="T18" fmla="*/ 84 w 167"/>
                  <a:gd name="T19" fmla="*/ 20 h 41"/>
                  <a:gd name="T20" fmla="*/ 133 w 167"/>
                  <a:gd name="T21" fmla="*/ 28 h 41"/>
                  <a:gd name="T22" fmla="*/ 167 w 167"/>
                  <a:gd name="T2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7" h="41">
                    <a:moveTo>
                      <a:pt x="78" y="28"/>
                    </a:moveTo>
                    <a:cubicBezTo>
                      <a:pt x="70" y="41"/>
                      <a:pt x="70" y="41"/>
                      <a:pt x="70" y="41"/>
                    </a:cubicBezTo>
                    <a:cubicBezTo>
                      <a:pt x="50" y="29"/>
                      <a:pt x="50" y="29"/>
                      <a:pt x="50" y="29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70" y="41"/>
                      <a:pt x="35" y="41"/>
                      <a:pt x="0" y="41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18" y="41"/>
                      <a:pt x="118" y="41"/>
                      <a:pt x="118" y="41"/>
                    </a:cubicBezTo>
                    <a:cubicBezTo>
                      <a:pt x="105" y="37"/>
                      <a:pt x="91" y="32"/>
                      <a:pt x="78" y="28"/>
                    </a:cubicBezTo>
                    <a:moveTo>
                      <a:pt x="167" y="0"/>
                    </a:moveTo>
                    <a:cubicBezTo>
                      <a:pt x="84" y="20"/>
                      <a:pt x="84" y="20"/>
                      <a:pt x="84" y="20"/>
                    </a:cubicBezTo>
                    <a:cubicBezTo>
                      <a:pt x="100" y="23"/>
                      <a:pt x="117" y="25"/>
                      <a:pt x="133" y="28"/>
                    </a:cubicBezTo>
                    <a:cubicBezTo>
                      <a:pt x="167" y="0"/>
                      <a:pt x="167" y="0"/>
                      <a:pt x="16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0" name="Freeform 460"/>
              <p:cNvSpPr>
                <a:spLocks/>
              </p:cNvSpPr>
              <p:nvPr userDrawn="1"/>
            </p:nvSpPr>
            <p:spPr bwMode="auto">
              <a:xfrm>
                <a:off x="3011" y="1459"/>
                <a:ext cx="68" cy="26"/>
              </a:xfrm>
              <a:custGeom>
                <a:avLst/>
                <a:gdLst>
                  <a:gd name="T0" fmla="*/ 6 w 55"/>
                  <a:gd name="T1" fmla="*/ 0 h 21"/>
                  <a:gd name="T2" fmla="*/ 5 w 55"/>
                  <a:gd name="T3" fmla="*/ 0 h 21"/>
                  <a:gd name="T4" fmla="*/ 0 w 55"/>
                  <a:gd name="T5" fmla="*/ 8 h 21"/>
                  <a:gd name="T6" fmla="*/ 40 w 55"/>
                  <a:gd name="T7" fmla="*/ 21 h 21"/>
                  <a:gd name="T8" fmla="*/ 40 w 55"/>
                  <a:gd name="T9" fmla="*/ 21 h 21"/>
                  <a:gd name="T10" fmla="*/ 55 w 55"/>
                  <a:gd name="T11" fmla="*/ 8 h 21"/>
                  <a:gd name="T12" fmla="*/ 6 w 55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21">
                    <a:moveTo>
                      <a:pt x="6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3" y="12"/>
                      <a:pt x="27" y="17"/>
                      <a:pt x="40" y="21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39" y="5"/>
                      <a:pt x="22" y="3"/>
                      <a:pt x="6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1" name="Freeform 461"/>
              <p:cNvSpPr>
                <a:spLocks/>
              </p:cNvSpPr>
              <p:nvPr userDrawn="1"/>
            </p:nvSpPr>
            <p:spPr bwMode="auto">
              <a:xfrm>
                <a:off x="2834" y="1449"/>
                <a:ext cx="142" cy="36"/>
              </a:xfrm>
              <a:custGeom>
                <a:avLst/>
                <a:gdLst>
                  <a:gd name="T0" fmla="*/ 87 w 115"/>
                  <a:gd name="T1" fmla="*/ 0 h 29"/>
                  <a:gd name="T2" fmla="*/ 63 w 115"/>
                  <a:gd name="T3" fmla="*/ 8 h 29"/>
                  <a:gd name="T4" fmla="*/ 65 w 115"/>
                  <a:gd name="T5" fmla="*/ 29 h 29"/>
                  <a:gd name="T6" fmla="*/ 0 w 115"/>
                  <a:gd name="T7" fmla="*/ 29 h 29"/>
                  <a:gd name="T8" fmla="*/ 65 w 115"/>
                  <a:gd name="T9" fmla="*/ 29 h 29"/>
                  <a:gd name="T10" fmla="*/ 115 w 115"/>
                  <a:gd name="T11" fmla="*/ 17 h 29"/>
                  <a:gd name="T12" fmla="*/ 87 w 115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5" h="29">
                    <a:moveTo>
                      <a:pt x="87" y="0"/>
                    </a:moveTo>
                    <a:cubicBezTo>
                      <a:pt x="63" y="8"/>
                      <a:pt x="63" y="8"/>
                      <a:pt x="63" y="8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2" y="29"/>
                      <a:pt x="33" y="29"/>
                      <a:pt x="65" y="29"/>
                    </a:cubicBezTo>
                    <a:cubicBezTo>
                      <a:pt x="115" y="17"/>
                      <a:pt x="115" y="17"/>
                      <a:pt x="115" y="17"/>
                    </a:cubicBezTo>
                    <a:cubicBezTo>
                      <a:pt x="87" y="0"/>
                      <a:pt x="87" y="0"/>
                      <a:pt x="8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2" name="Freeform 462"/>
              <p:cNvSpPr>
                <a:spLocks/>
              </p:cNvSpPr>
              <p:nvPr userDrawn="1"/>
            </p:nvSpPr>
            <p:spPr bwMode="auto">
              <a:xfrm>
                <a:off x="2915" y="1470"/>
                <a:ext cx="86" cy="15"/>
              </a:xfrm>
              <a:custGeom>
                <a:avLst/>
                <a:gdLst>
                  <a:gd name="T0" fmla="*/ 50 w 70"/>
                  <a:gd name="T1" fmla="*/ 0 h 12"/>
                  <a:gd name="T2" fmla="*/ 0 w 70"/>
                  <a:gd name="T3" fmla="*/ 12 h 12"/>
                  <a:gd name="T4" fmla="*/ 70 w 70"/>
                  <a:gd name="T5" fmla="*/ 12 h 12"/>
                  <a:gd name="T6" fmla="*/ 50 w 70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0" h="12">
                    <a:moveTo>
                      <a:pt x="5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35" y="12"/>
                      <a:pt x="70" y="12"/>
                      <a:pt x="70" y="12"/>
                    </a:cubicBezTo>
                    <a:cubicBezTo>
                      <a:pt x="50" y="0"/>
                      <a:pt x="50" y="0"/>
                      <a:pt x="5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3" name="Freeform 463"/>
              <p:cNvSpPr>
                <a:spLocks/>
              </p:cNvSpPr>
              <p:nvPr userDrawn="1"/>
            </p:nvSpPr>
            <p:spPr bwMode="auto">
              <a:xfrm>
                <a:off x="2691" y="1455"/>
                <a:ext cx="143" cy="30"/>
              </a:xfrm>
              <a:custGeom>
                <a:avLst/>
                <a:gdLst>
                  <a:gd name="T0" fmla="*/ 45 w 143"/>
                  <a:gd name="T1" fmla="*/ 0 h 30"/>
                  <a:gd name="T2" fmla="*/ 35 w 143"/>
                  <a:gd name="T3" fmla="*/ 6 h 30"/>
                  <a:gd name="T4" fmla="*/ 80 w 143"/>
                  <a:gd name="T5" fmla="*/ 30 h 30"/>
                  <a:gd name="T6" fmla="*/ 0 w 143"/>
                  <a:gd name="T7" fmla="*/ 30 h 30"/>
                  <a:gd name="T8" fmla="*/ 143 w 143"/>
                  <a:gd name="T9" fmla="*/ 30 h 30"/>
                  <a:gd name="T10" fmla="*/ 80 w 143"/>
                  <a:gd name="T11" fmla="*/ 30 h 30"/>
                  <a:gd name="T12" fmla="*/ 102 w 143"/>
                  <a:gd name="T13" fmla="*/ 18 h 30"/>
                  <a:gd name="T14" fmla="*/ 45 w 143"/>
                  <a:gd name="T1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3" h="30">
                    <a:moveTo>
                      <a:pt x="45" y="0"/>
                    </a:moveTo>
                    <a:lnTo>
                      <a:pt x="35" y="6"/>
                    </a:lnTo>
                    <a:lnTo>
                      <a:pt x="80" y="30"/>
                    </a:lnTo>
                    <a:lnTo>
                      <a:pt x="0" y="30"/>
                    </a:lnTo>
                    <a:lnTo>
                      <a:pt x="143" y="30"/>
                    </a:lnTo>
                    <a:lnTo>
                      <a:pt x="80" y="30"/>
                    </a:lnTo>
                    <a:lnTo>
                      <a:pt x="102" y="18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4" name="Freeform 464"/>
              <p:cNvSpPr>
                <a:spLocks/>
              </p:cNvSpPr>
              <p:nvPr userDrawn="1"/>
            </p:nvSpPr>
            <p:spPr bwMode="auto">
              <a:xfrm>
                <a:off x="2691" y="1455"/>
                <a:ext cx="143" cy="30"/>
              </a:xfrm>
              <a:custGeom>
                <a:avLst/>
                <a:gdLst>
                  <a:gd name="T0" fmla="*/ 45 w 143"/>
                  <a:gd name="T1" fmla="*/ 0 h 30"/>
                  <a:gd name="T2" fmla="*/ 35 w 143"/>
                  <a:gd name="T3" fmla="*/ 6 h 30"/>
                  <a:gd name="T4" fmla="*/ 80 w 143"/>
                  <a:gd name="T5" fmla="*/ 30 h 30"/>
                  <a:gd name="T6" fmla="*/ 0 w 143"/>
                  <a:gd name="T7" fmla="*/ 30 h 30"/>
                  <a:gd name="T8" fmla="*/ 143 w 143"/>
                  <a:gd name="T9" fmla="*/ 30 h 30"/>
                  <a:gd name="T10" fmla="*/ 80 w 143"/>
                  <a:gd name="T11" fmla="*/ 30 h 30"/>
                  <a:gd name="T12" fmla="*/ 102 w 143"/>
                  <a:gd name="T13" fmla="*/ 18 h 30"/>
                  <a:gd name="T14" fmla="*/ 45 w 143"/>
                  <a:gd name="T1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3" h="30">
                    <a:moveTo>
                      <a:pt x="45" y="0"/>
                    </a:moveTo>
                    <a:lnTo>
                      <a:pt x="35" y="6"/>
                    </a:lnTo>
                    <a:lnTo>
                      <a:pt x="80" y="30"/>
                    </a:lnTo>
                    <a:lnTo>
                      <a:pt x="0" y="30"/>
                    </a:lnTo>
                    <a:lnTo>
                      <a:pt x="143" y="30"/>
                    </a:lnTo>
                    <a:lnTo>
                      <a:pt x="80" y="30"/>
                    </a:lnTo>
                    <a:lnTo>
                      <a:pt x="102" y="18"/>
                    </a:lnTo>
                    <a:lnTo>
                      <a:pt x="4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5" name="Freeform 465"/>
              <p:cNvSpPr>
                <a:spLocks/>
              </p:cNvSpPr>
              <p:nvPr userDrawn="1"/>
            </p:nvSpPr>
            <p:spPr bwMode="auto">
              <a:xfrm>
                <a:off x="1891" y="464"/>
                <a:ext cx="62" cy="93"/>
              </a:xfrm>
              <a:custGeom>
                <a:avLst/>
                <a:gdLst>
                  <a:gd name="T0" fmla="*/ 0 w 50"/>
                  <a:gd name="T1" fmla="*/ 0 h 75"/>
                  <a:gd name="T2" fmla="*/ 31 w 50"/>
                  <a:gd name="T3" fmla="*/ 74 h 75"/>
                  <a:gd name="T4" fmla="*/ 31 w 50"/>
                  <a:gd name="T5" fmla="*/ 75 h 75"/>
                  <a:gd name="T6" fmla="*/ 50 w 50"/>
                  <a:gd name="T7" fmla="*/ 46 h 75"/>
                  <a:gd name="T8" fmla="*/ 0 w 50"/>
                  <a:gd name="T9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75">
                    <a:moveTo>
                      <a:pt x="0" y="0"/>
                    </a:moveTo>
                    <a:cubicBezTo>
                      <a:pt x="0" y="0"/>
                      <a:pt x="31" y="70"/>
                      <a:pt x="31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3" y="75"/>
                      <a:pt x="50" y="46"/>
                      <a:pt x="50" y="4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6" name="Freeform 466"/>
              <p:cNvSpPr>
                <a:spLocks noEditPoints="1"/>
              </p:cNvSpPr>
              <p:nvPr userDrawn="1"/>
            </p:nvSpPr>
            <p:spPr bwMode="auto">
              <a:xfrm>
                <a:off x="1762" y="408"/>
                <a:ext cx="129" cy="56"/>
              </a:xfrm>
              <a:custGeom>
                <a:avLst/>
                <a:gdLst>
                  <a:gd name="T0" fmla="*/ 15 w 104"/>
                  <a:gd name="T1" fmla="*/ 15 h 45"/>
                  <a:gd name="T2" fmla="*/ 0 w 104"/>
                  <a:gd name="T3" fmla="*/ 27 h 45"/>
                  <a:gd name="T4" fmla="*/ 1 w 104"/>
                  <a:gd name="T5" fmla="*/ 27 h 45"/>
                  <a:gd name="T6" fmla="*/ 0 w 104"/>
                  <a:gd name="T7" fmla="*/ 30 h 45"/>
                  <a:gd name="T8" fmla="*/ 46 w 104"/>
                  <a:gd name="T9" fmla="*/ 37 h 45"/>
                  <a:gd name="T10" fmla="*/ 15 w 104"/>
                  <a:gd name="T11" fmla="*/ 15 h 45"/>
                  <a:gd name="T12" fmla="*/ 32 w 104"/>
                  <a:gd name="T13" fmla="*/ 0 h 45"/>
                  <a:gd name="T14" fmla="*/ 50 w 104"/>
                  <a:gd name="T15" fmla="*/ 37 h 45"/>
                  <a:gd name="T16" fmla="*/ 104 w 104"/>
                  <a:gd name="T17" fmla="*/ 45 h 45"/>
                  <a:gd name="T18" fmla="*/ 32 w 104"/>
                  <a:gd name="T19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45">
                    <a:moveTo>
                      <a:pt x="15" y="15"/>
                    </a:moveTo>
                    <a:cubicBezTo>
                      <a:pt x="10" y="19"/>
                      <a:pt x="5" y="23"/>
                      <a:pt x="0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15" y="32"/>
                      <a:pt x="31" y="34"/>
                      <a:pt x="46" y="37"/>
                    </a:cubicBezTo>
                    <a:cubicBezTo>
                      <a:pt x="15" y="15"/>
                      <a:pt x="15" y="15"/>
                      <a:pt x="15" y="15"/>
                    </a:cubicBezTo>
                    <a:moveTo>
                      <a:pt x="32" y="0"/>
                    </a:moveTo>
                    <a:cubicBezTo>
                      <a:pt x="50" y="37"/>
                      <a:pt x="50" y="37"/>
                      <a:pt x="50" y="37"/>
                    </a:cubicBezTo>
                    <a:cubicBezTo>
                      <a:pt x="68" y="40"/>
                      <a:pt x="86" y="42"/>
                      <a:pt x="104" y="45"/>
                    </a:cubicBezTo>
                    <a:cubicBezTo>
                      <a:pt x="32" y="0"/>
                      <a:pt x="32" y="0"/>
                      <a:pt x="3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7" name="Freeform 467"/>
              <p:cNvSpPr>
                <a:spLocks noEditPoints="1"/>
              </p:cNvSpPr>
              <p:nvPr userDrawn="1"/>
            </p:nvSpPr>
            <p:spPr bwMode="auto">
              <a:xfrm>
                <a:off x="1709" y="376"/>
                <a:ext cx="116" cy="82"/>
              </a:xfrm>
              <a:custGeom>
                <a:avLst/>
                <a:gdLst>
                  <a:gd name="T0" fmla="*/ 89 w 94"/>
                  <a:gd name="T1" fmla="*/ 63 h 66"/>
                  <a:gd name="T2" fmla="*/ 94 w 94"/>
                  <a:gd name="T3" fmla="*/ 66 h 66"/>
                  <a:gd name="T4" fmla="*/ 93 w 94"/>
                  <a:gd name="T5" fmla="*/ 63 h 66"/>
                  <a:gd name="T6" fmla="*/ 89 w 94"/>
                  <a:gd name="T7" fmla="*/ 63 h 66"/>
                  <a:gd name="T8" fmla="*/ 0 w 94"/>
                  <a:gd name="T9" fmla="*/ 0 h 66"/>
                  <a:gd name="T10" fmla="*/ 10 w 94"/>
                  <a:gd name="T11" fmla="*/ 7 h 66"/>
                  <a:gd name="T12" fmla="*/ 47 w 94"/>
                  <a:gd name="T13" fmla="*/ 16 h 66"/>
                  <a:gd name="T14" fmla="*/ 43 w 94"/>
                  <a:gd name="T15" fmla="*/ 30 h 66"/>
                  <a:gd name="T16" fmla="*/ 58 w 94"/>
                  <a:gd name="T17" fmla="*/ 41 h 66"/>
                  <a:gd name="T18" fmla="*/ 75 w 94"/>
                  <a:gd name="T19" fmla="*/ 26 h 66"/>
                  <a:gd name="T20" fmla="*/ 75 w 94"/>
                  <a:gd name="T21" fmla="*/ 26 h 66"/>
                  <a:gd name="T22" fmla="*/ 0 w 94"/>
                  <a:gd name="T2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4" h="66">
                    <a:moveTo>
                      <a:pt x="89" y="63"/>
                    </a:moveTo>
                    <a:cubicBezTo>
                      <a:pt x="94" y="66"/>
                      <a:pt x="94" y="66"/>
                      <a:pt x="94" y="66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1" y="63"/>
                      <a:pt x="90" y="63"/>
                      <a:pt x="89" y="63"/>
                    </a:cubicBezTo>
                    <a:moveTo>
                      <a:pt x="0" y="0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58" y="41"/>
                      <a:pt x="58" y="41"/>
                      <a:pt x="58" y="41"/>
                    </a:cubicBezTo>
                    <a:cubicBezTo>
                      <a:pt x="64" y="36"/>
                      <a:pt x="70" y="31"/>
                      <a:pt x="75" y="26"/>
                    </a:cubicBezTo>
                    <a:cubicBezTo>
                      <a:pt x="75" y="26"/>
                      <a:pt x="75" y="26"/>
                      <a:pt x="75" y="26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8" name="Freeform 468"/>
              <p:cNvSpPr>
                <a:spLocks/>
              </p:cNvSpPr>
              <p:nvPr userDrawn="1"/>
            </p:nvSpPr>
            <p:spPr bwMode="auto">
              <a:xfrm>
                <a:off x="1781" y="408"/>
                <a:ext cx="43" cy="46"/>
              </a:xfrm>
              <a:custGeom>
                <a:avLst/>
                <a:gdLst>
                  <a:gd name="T0" fmla="*/ 17 w 35"/>
                  <a:gd name="T1" fmla="*/ 0 h 37"/>
                  <a:gd name="T2" fmla="*/ 0 w 35"/>
                  <a:gd name="T3" fmla="*/ 15 h 37"/>
                  <a:gd name="T4" fmla="*/ 31 w 35"/>
                  <a:gd name="T5" fmla="*/ 37 h 37"/>
                  <a:gd name="T6" fmla="*/ 35 w 35"/>
                  <a:gd name="T7" fmla="*/ 37 h 37"/>
                  <a:gd name="T8" fmla="*/ 17 w 35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7">
                    <a:moveTo>
                      <a:pt x="17" y="0"/>
                    </a:moveTo>
                    <a:cubicBezTo>
                      <a:pt x="12" y="5"/>
                      <a:pt x="6" y="10"/>
                      <a:pt x="0" y="15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2" y="37"/>
                      <a:pt x="33" y="37"/>
                      <a:pt x="35" y="37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29" name="Freeform 469"/>
              <p:cNvSpPr>
                <a:spLocks/>
              </p:cNvSpPr>
              <p:nvPr userDrawn="1"/>
            </p:nvSpPr>
            <p:spPr bwMode="auto">
              <a:xfrm>
                <a:off x="1609" y="361"/>
                <a:ext cx="100" cy="42"/>
              </a:xfrm>
              <a:custGeom>
                <a:avLst/>
                <a:gdLst>
                  <a:gd name="T0" fmla="*/ 0 w 100"/>
                  <a:gd name="T1" fmla="*/ 0 h 42"/>
                  <a:gd name="T2" fmla="*/ 35 w 100"/>
                  <a:gd name="T3" fmla="*/ 42 h 42"/>
                  <a:gd name="T4" fmla="*/ 73 w 100"/>
                  <a:gd name="T5" fmla="*/ 26 h 42"/>
                  <a:gd name="T6" fmla="*/ 48 w 100"/>
                  <a:gd name="T7" fmla="*/ 8 h 42"/>
                  <a:gd name="T8" fmla="*/ 92 w 100"/>
                  <a:gd name="T9" fmla="*/ 19 h 42"/>
                  <a:gd name="T10" fmla="*/ 100 w 100"/>
                  <a:gd name="T11" fmla="*/ 15 h 42"/>
                  <a:gd name="T12" fmla="*/ 0 w 100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42">
                    <a:moveTo>
                      <a:pt x="0" y="0"/>
                    </a:moveTo>
                    <a:lnTo>
                      <a:pt x="35" y="42"/>
                    </a:lnTo>
                    <a:lnTo>
                      <a:pt x="73" y="26"/>
                    </a:lnTo>
                    <a:lnTo>
                      <a:pt x="48" y="8"/>
                    </a:lnTo>
                    <a:lnTo>
                      <a:pt x="92" y="19"/>
                    </a:lnTo>
                    <a:lnTo>
                      <a:pt x="100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0" name="Freeform 470"/>
              <p:cNvSpPr>
                <a:spLocks/>
              </p:cNvSpPr>
              <p:nvPr userDrawn="1"/>
            </p:nvSpPr>
            <p:spPr bwMode="auto">
              <a:xfrm>
                <a:off x="1609" y="361"/>
                <a:ext cx="100" cy="42"/>
              </a:xfrm>
              <a:custGeom>
                <a:avLst/>
                <a:gdLst>
                  <a:gd name="T0" fmla="*/ 0 w 100"/>
                  <a:gd name="T1" fmla="*/ 0 h 42"/>
                  <a:gd name="T2" fmla="*/ 35 w 100"/>
                  <a:gd name="T3" fmla="*/ 42 h 42"/>
                  <a:gd name="T4" fmla="*/ 73 w 100"/>
                  <a:gd name="T5" fmla="*/ 26 h 42"/>
                  <a:gd name="T6" fmla="*/ 48 w 100"/>
                  <a:gd name="T7" fmla="*/ 8 h 42"/>
                  <a:gd name="T8" fmla="*/ 92 w 100"/>
                  <a:gd name="T9" fmla="*/ 19 h 42"/>
                  <a:gd name="T10" fmla="*/ 100 w 100"/>
                  <a:gd name="T11" fmla="*/ 15 h 42"/>
                  <a:gd name="T12" fmla="*/ 0 w 100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42">
                    <a:moveTo>
                      <a:pt x="0" y="0"/>
                    </a:moveTo>
                    <a:lnTo>
                      <a:pt x="35" y="42"/>
                    </a:lnTo>
                    <a:lnTo>
                      <a:pt x="73" y="26"/>
                    </a:lnTo>
                    <a:lnTo>
                      <a:pt x="48" y="8"/>
                    </a:lnTo>
                    <a:lnTo>
                      <a:pt x="92" y="19"/>
                    </a:lnTo>
                    <a:lnTo>
                      <a:pt x="100" y="1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1" name="Freeform 471"/>
              <p:cNvSpPr>
                <a:spLocks noEditPoints="1"/>
              </p:cNvSpPr>
              <p:nvPr userDrawn="1"/>
            </p:nvSpPr>
            <p:spPr bwMode="auto">
              <a:xfrm>
                <a:off x="1465" y="361"/>
                <a:ext cx="144" cy="52"/>
              </a:xfrm>
              <a:custGeom>
                <a:avLst/>
                <a:gdLst>
                  <a:gd name="T0" fmla="*/ 45 w 116"/>
                  <a:gd name="T1" fmla="*/ 26 h 42"/>
                  <a:gd name="T2" fmla="*/ 16 w 116"/>
                  <a:gd name="T3" fmla="*/ 28 h 42"/>
                  <a:gd name="T4" fmla="*/ 0 w 116"/>
                  <a:gd name="T5" fmla="*/ 42 h 42"/>
                  <a:gd name="T6" fmla="*/ 45 w 116"/>
                  <a:gd name="T7" fmla="*/ 26 h 42"/>
                  <a:gd name="T8" fmla="*/ 116 w 116"/>
                  <a:gd name="T9" fmla="*/ 0 h 42"/>
                  <a:gd name="T10" fmla="*/ 36 w 116"/>
                  <a:gd name="T11" fmla="*/ 9 h 42"/>
                  <a:gd name="T12" fmla="*/ 55 w 116"/>
                  <a:gd name="T13" fmla="*/ 22 h 42"/>
                  <a:gd name="T14" fmla="*/ 116 w 116"/>
                  <a:gd name="T15" fmla="*/ 0 h 42"/>
                  <a:gd name="T16" fmla="*/ 116 w 116"/>
                  <a:gd name="T17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6" h="42">
                    <a:moveTo>
                      <a:pt x="45" y="26"/>
                    </a:moveTo>
                    <a:cubicBezTo>
                      <a:pt x="16" y="28"/>
                      <a:pt x="16" y="28"/>
                      <a:pt x="16" y="28"/>
                    </a:cubicBezTo>
                    <a:cubicBezTo>
                      <a:pt x="11" y="33"/>
                      <a:pt x="6" y="38"/>
                      <a:pt x="0" y="42"/>
                    </a:cubicBezTo>
                    <a:cubicBezTo>
                      <a:pt x="15" y="37"/>
                      <a:pt x="30" y="32"/>
                      <a:pt x="45" y="26"/>
                    </a:cubicBezTo>
                    <a:moveTo>
                      <a:pt x="116" y="0"/>
                    </a:moveTo>
                    <a:cubicBezTo>
                      <a:pt x="36" y="9"/>
                      <a:pt x="36" y="9"/>
                      <a:pt x="36" y="9"/>
                    </a:cubicBezTo>
                    <a:cubicBezTo>
                      <a:pt x="55" y="22"/>
                      <a:pt x="55" y="22"/>
                      <a:pt x="55" y="22"/>
                    </a:cubicBezTo>
                    <a:cubicBezTo>
                      <a:pt x="76" y="15"/>
                      <a:pt x="96" y="7"/>
                      <a:pt x="116" y="0"/>
                    </a:cubicBezTo>
                    <a:cubicBezTo>
                      <a:pt x="116" y="0"/>
                      <a:pt x="116" y="0"/>
                      <a:pt x="11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2" name="Freeform 472"/>
              <p:cNvSpPr>
                <a:spLocks/>
              </p:cNvSpPr>
              <p:nvPr userDrawn="1"/>
            </p:nvSpPr>
            <p:spPr bwMode="auto">
              <a:xfrm>
                <a:off x="2491" y="240"/>
                <a:ext cx="56" cy="74"/>
              </a:xfrm>
              <a:custGeom>
                <a:avLst/>
                <a:gdLst>
                  <a:gd name="T0" fmla="*/ 0 w 45"/>
                  <a:gd name="T1" fmla="*/ 0 h 60"/>
                  <a:gd name="T2" fmla="*/ 35 w 45"/>
                  <a:gd name="T3" fmla="*/ 60 h 60"/>
                  <a:gd name="T4" fmla="*/ 45 w 45"/>
                  <a:gd name="T5" fmla="*/ 40 h 60"/>
                  <a:gd name="T6" fmla="*/ 0 w 45"/>
                  <a:gd name="T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60">
                    <a:moveTo>
                      <a:pt x="0" y="0"/>
                    </a:moveTo>
                    <a:cubicBezTo>
                      <a:pt x="35" y="60"/>
                      <a:pt x="35" y="60"/>
                      <a:pt x="35" y="6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30" y="26"/>
                      <a:pt x="15" y="13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3" name="Freeform 473"/>
              <p:cNvSpPr>
                <a:spLocks/>
              </p:cNvSpPr>
              <p:nvPr userDrawn="1"/>
            </p:nvSpPr>
            <p:spPr bwMode="auto">
              <a:xfrm>
                <a:off x="2491" y="240"/>
                <a:ext cx="61" cy="49"/>
              </a:xfrm>
              <a:custGeom>
                <a:avLst/>
                <a:gdLst>
                  <a:gd name="T0" fmla="*/ 0 w 49"/>
                  <a:gd name="T1" fmla="*/ 0 h 40"/>
                  <a:gd name="T2" fmla="*/ 0 w 49"/>
                  <a:gd name="T3" fmla="*/ 0 h 40"/>
                  <a:gd name="T4" fmla="*/ 45 w 49"/>
                  <a:gd name="T5" fmla="*/ 40 h 40"/>
                  <a:gd name="T6" fmla="*/ 49 w 49"/>
                  <a:gd name="T7" fmla="*/ 32 h 40"/>
                  <a:gd name="T8" fmla="*/ 0 w 49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4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5" y="13"/>
                      <a:pt x="30" y="26"/>
                      <a:pt x="45" y="40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4" name="Freeform 474"/>
              <p:cNvSpPr>
                <a:spLocks/>
              </p:cNvSpPr>
              <p:nvPr userDrawn="1"/>
            </p:nvSpPr>
            <p:spPr bwMode="auto">
              <a:xfrm>
                <a:off x="2395" y="263"/>
                <a:ext cx="44" cy="46"/>
              </a:xfrm>
              <a:custGeom>
                <a:avLst/>
                <a:gdLst>
                  <a:gd name="T0" fmla="*/ 10 w 36"/>
                  <a:gd name="T1" fmla="*/ 0 h 37"/>
                  <a:gd name="T2" fmla="*/ 0 w 36"/>
                  <a:gd name="T3" fmla="*/ 3 h 37"/>
                  <a:gd name="T4" fmla="*/ 1 w 36"/>
                  <a:gd name="T5" fmla="*/ 37 h 37"/>
                  <a:gd name="T6" fmla="*/ 36 w 36"/>
                  <a:gd name="T7" fmla="*/ 12 h 37"/>
                  <a:gd name="T8" fmla="*/ 10 w 36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7">
                    <a:moveTo>
                      <a:pt x="10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14"/>
                      <a:pt x="1" y="26"/>
                      <a:pt x="1" y="37"/>
                    </a:cubicBezTo>
                    <a:cubicBezTo>
                      <a:pt x="13" y="29"/>
                      <a:pt x="24" y="20"/>
                      <a:pt x="36" y="12"/>
                    </a:cubicBezTo>
                    <a:cubicBezTo>
                      <a:pt x="27" y="8"/>
                      <a:pt x="19" y="4"/>
                      <a:pt x="1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5" name="Freeform 475"/>
              <p:cNvSpPr>
                <a:spLocks/>
              </p:cNvSpPr>
              <p:nvPr userDrawn="1"/>
            </p:nvSpPr>
            <p:spPr bwMode="auto">
              <a:xfrm>
                <a:off x="2407" y="240"/>
                <a:ext cx="84" cy="38"/>
              </a:xfrm>
              <a:custGeom>
                <a:avLst/>
                <a:gdLst>
                  <a:gd name="T0" fmla="*/ 68 w 68"/>
                  <a:gd name="T1" fmla="*/ 0 h 31"/>
                  <a:gd name="T2" fmla="*/ 68 w 68"/>
                  <a:gd name="T3" fmla="*/ 0 h 31"/>
                  <a:gd name="T4" fmla="*/ 0 w 68"/>
                  <a:gd name="T5" fmla="*/ 19 h 31"/>
                  <a:gd name="T6" fmla="*/ 26 w 68"/>
                  <a:gd name="T7" fmla="*/ 31 h 31"/>
                  <a:gd name="T8" fmla="*/ 68 w 68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1">
                    <a:moveTo>
                      <a:pt x="68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9" y="23"/>
                      <a:pt x="17" y="27"/>
                      <a:pt x="26" y="31"/>
                    </a:cubicBezTo>
                    <a:cubicBezTo>
                      <a:pt x="40" y="20"/>
                      <a:pt x="54" y="10"/>
                      <a:pt x="68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6" name="Freeform 476"/>
              <p:cNvSpPr>
                <a:spLocks/>
              </p:cNvSpPr>
              <p:nvPr userDrawn="1"/>
            </p:nvSpPr>
            <p:spPr bwMode="auto">
              <a:xfrm>
                <a:off x="2228" y="246"/>
                <a:ext cx="167" cy="90"/>
              </a:xfrm>
              <a:custGeom>
                <a:avLst/>
                <a:gdLst>
                  <a:gd name="T0" fmla="*/ 144 w 167"/>
                  <a:gd name="T1" fmla="*/ 0 h 90"/>
                  <a:gd name="T2" fmla="*/ 0 w 167"/>
                  <a:gd name="T3" fmla="*/ 90 h 90"/>
                  <a:gd name="T4" fmla="*/ 167 w 167"/>
                  <a:gd name="T5" fmla="*/ 21 h 90"/>
                  <a:gd name="T6" fmla="*/ 144 w 167"/>
                  <a:gd name="T7" fmla="*/ 0 h 90"/>
                  <a:gd name="T8" fmla="*/ 144 w 167"/>
                  <a:gd name="T9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7" h="90">
                    <a:moveTo>
                      <a:pt x="144" y="0"/>
                    </a:moveTo>
                    <a:lnTo>
                      <a:pt x="0" y="90"/>
                    </a:lnTo>
                    <a:lnTo>
                      <a:pt x="167" y="21"/>
                    </a:lnTo>
                    <a:lnTo>
                      <a:pt x="144" y="0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7" name="Freeform 477"/>
              <p:cNvSpPr>
                <a:spLocks/>
              </p:cNvSpPr>
              <p:nvPr userDrawn="1"/>
            </p:nvSpPr>
            <p:spPr bwMode="auto">
              <a:xfrm>
                <a:off x="2228" y="246"/>
                <a:ext cx="167" cy="90"/>
              </a:xfrm>
              <a:custGeom>
                <a:avLst/>
                <a:gdLst>
                  <a:gd name="T0" fmla="*/ 144 w 167"/>
                  <a:gd name="T1" fmla="*/ 0 h 90"/>
                  <a:gd name="T2" fmla="*/ 0 w 167"/>
                  <a:gd name="T3" fmla="*/ 90 h 90"/>
                  <a:gd name="T4" fmla="*/ 167 w 167"/>
                  <a:gd name="T5" fmla="*/ 21 h 90"/>
                  <a:gd name="T6" fmla="*/ 144 w 167"/>
                  <a:gd name="T7" fmla="*/ 0 h 90"/>
                  <a:gd name="T8" fmla="*/ 144 w 167"/>
                  <a:gd name="T9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7" h="90">
                    <a:moveTo>
                      <a:pt x="144" y="0"/>
                    </a:moveTo>
                    <a:lnTo>
                      <a:pt x="0" y="90"/>
                    </a:lnTo>
                    <a:lnTo>
                      <a:pt x="167" y="21"/>
                    </a:lnTo>
                    <a:lnTo>
                      <a:pt x="144" y="0"/>
                    </a:lnTo>
                    <a:lnTo>
                      <a:pt x="14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8" name="Freeform 478"/>
              <p:cNvSpPr>
                <a:spLocks noEditPoints="1"/>
              </p:cNvSpPr>
              <p:nvPr userDrawn="1"/>
            </p:nvSpPr>
            <p:spPr bwMode="auto">
              <a:xfrm>
                <a:off x="2825" y="784"/>
                <a:ext cx="102" cy="129"/>
              </a:xfrm>
              <a:custGeom>
                <a:avLst/>
                <a:gdLst>
                  <a:gd name="T0" fmla="*/ 65 w 82"/>
                  <a:gd name="T1" fmla="*/ 8 h 104"/>
                  <a:gd name="T2" fmla="*/ 0 w 82"/>
                  <a:gd name="T3" fmla="*/ 35 h 104"/>
                  <a:gd name="T4" fmla="*/ 10 w 82"/>
                  <a:gd name="T5" fmla="*/ 104 h 104"/>
                  <a:gd name="T6" fmla="*/ 52 w 82"/>
                  <a:gd name="T7" fmla="*/ 44 h 104"/>
                  <a:gd name="T8" fmla="*/ 52 w 82"/>
                  <a:gd name="T9" fmla="*/ 43 h 104"/>
                  <a:gd name="T10" fmla="*/ 67 w 82"/>
                  <a:gd name="T11" fmla="*/ 22 h 104"/>
                  <a:gd name="T12" fmla="*/ 65 w 82"/>
                  <a:gd name="T13" fmla="*/ 8 h 104"/>
                  <a:gd name="T14" fmla="*/ 82 w 82"/>
                  <a:gd name="T15" fmla="*/ 0 h 104"/>
                  <a:gd name="T16" fmla="*/ 78 w 82"/>
                  <a:gd name="T17" fmla="*/ 2 h 104"/>
                  <a:gd name="T18" fmla="*/ 77 w 82"/>
                  <a:gd name="T19" fmla="*/ 8 h 104"/>
                  <a:gd name="T20" fmla="*/ 82 w 82"/>
                  <a:gd name="T21" fmla="*/ 0 h 104"/>
                  <a:gd name="T22" fmla="*/ 82 w 82"/>
                  <a:gd name="T23" fmla="*/ 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2" h="104">
                    <a:moveTo>
                      <a:pt x="65" y="8"/>
                    </a:moveTo>
                    <a:cubicBezTo>
                      <a:pt x="43" y="17"/>
                      <a:pt x="22" y="26"/>
                      <a:pt x="0" y="35"/>
                    </a:cubicBezTo>
                    <a:cubicBezTo>
                      <a:pt x="3" y="58"/>
                      <a:pt x="7" y="81"/>
                      <a:pt x="10" y="104"/>
                    </a:cubicBezTo>
                    <a:cubicBezTo>
                      <a:pt x="24" y="84"/>
                      <a:pt x="38" y="64"/>
                      <a:pt x="52" y="44"/>
                    </a:cubicBezTo>
                    <a:cubicBezTo>
                      <a:pt x="52" y="43"/>
                      <a:pt x="52" y="43"/>
                      <a:pt x="52" y="43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65" y="8"/>
                      <a:pt x="65" y="8"/>
                      <a:pt x="65" y="8"/>
                    </a:cubicBezTo>
                    <a:moveTo>
                      <a:pt x="82" y="0"/>
                    </a:moveTo>
                    <a:cubicBezTo>
                      <a:pt x="81" y="1"/>
                      <a:pt x="79" y="2"/>
                      <a:pt x="78" y="2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2" y="0"/>
                      <a:pt x="8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39" name="Freeform 479"/>
              <p:cNvSpPr>
                <a:spLocks noEditPoints="1"/>
              </p:cNvSpPr>
              <p:nvPr userDrawn="1"/>
            </p:nvSpPr>
            <p:spPr bwMode="auto">
              <a:xfrm>
                <a:off x="2890" y="784"/>
                <a:ext cx="37" cy="55"/>
              </a:xfrm>
              <a:custGeom>
                <a:avLst/>
                <a:gdLst>
                  <a:gd name="T0" fmla="*/ 15 w 30"/>
                  <a:gd name="T1" fmla="*/ 22 h 44"/>
                  <a:gd name="T2" fmla="*/ 0 w 30"/>
                  <a:gd name="T3" fmla="*/ 43 h 44"/>
                  <a:gd name="T4" fmla="*/ 0 w 30"/>
                  <a:gd name="T5" fmla="*/ 44 h 44"/>
                  <a:gd name="T6" fmla="*/ 15 w 30"/>
                  <a:gd name="T7" fmla="*/ 22 h 44"/>
                  <a:gd name="T8" fmla="*/ 15 w 30"/>
                  <a:gd name="T9" fmla="*/ 22 h 44"/>
                  <a:gd name="T10" fmla="*/ 30 w 30"/>
                  <a:gd name="T11" fmla="*/ 0 h 44"/>
                  <a:gd name="T12" fmla="*/ 25 w 30"/>
                  <a:gd name="T13" fmla="*/ 8 h 44"/>
                  <a:gd name="T14" fmla="*/ 25 w 30"/>
                  <a:gd name="T15" fmla="*/ 8 h 44"/>
                  <a:gd name="T16" fmla="*/ 30 w 30"/>
                  <a:gd name="T1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44">
                    <a:moveTo>
                      <a:pt x="15" y="22"/>
                    </a:moveTo>
                    <a:cubicBezTo>
                      <a:pt x="0" y="43"/>
                      <a:pt x="0" y="43"/>
                      <a:pt x="0" y="43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5" y="36"/>
                      <a:pt x="10" y="29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moveTo>
                      <a:pt x="30" y="0"/>
                    </a:moveTo>
                    <a:cubicBezTo>
                      <a:pt x="25" y="8"/>
                      <a:pt x="25" y="8"/>
                      <a:pt x="25" y="8"/>
                    </a:cubicBezTo>
                    <a:cubicBezTo>
                      <a:pt x="25" y="8"/>
                      <a:pt x="25" y="8"/>
                      <a:pt x="25" y="8"/>
                    </a:cubicBezTo>
                    <a:cubicBezTo>
                      <a:pt x="27" y="5"/>
                      <a:pt x="29" y="3"/>
                      <a:pt x="3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0" name="Freeform 480"/>
              <p:cNvSpPr>
                <a:spLocks/>
              </p:cNvSpPr>
              <p:nvPr userDrawn="1"/>
            </p:nvSpPr>
            <p:spPr bwMode="auto">
              <a:xfrm>
                <a:off x="2906" y="787"/>
                <a:ext cx="16" cy="25"/>
              </a:xfrm>
              <a:custGeom>
                <a:avLst/>
                <a:gdLst>
                  <a:gd name="T0" fmla="*/ 13 w 13"/>
                  <a:gd name="T1" fmla="*/ 0 h 20"/>
                  <a:gd name="T2" fmla="*/ 0 w 13"/>
                  <a:gd name="T3" fmla="*/ 6 h 20"/>
                  <a:gd name="T4" fmla="*/ 2 w 13"/>
                  <a:gd name="T5" fmla="*/ 20 h 20"/>
                  <a:gd name="T6" fmla="*/ 12 w 13"/>
                  <a:gd name="T7" fmla="*/ 6 h 20"/>
                  <a:gd name="T8" fmla="*/ 13 w 13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20">
                    <a:moveTo>
                      <a:pt x="13" y="0"/>
                    </a:moveTo>
                    <a:cubicBezTo>
                      <a:pt x="8" y="2"/>
                      <a:pt x="4" y="4"/>
                      <a:pt x="0" y="6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3" y="0"/>
                      <a:pt x="13" y="0"/>
                      <a:pt x="1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1" name="Freeform 481"/>
              <p:cNvSpPr>
                <a:spLocks/>
              </p:cNvSpPr>
              <p:nvPr userDrawn="1"/>
            </p:nvSpPr>
            <p:spPr bwMode="auto">
              <a:xfrm>
                <a:off x="2908" y="794"/>
                <a:ext cx="13" cy="18"/>
              </a:xfrm>
              <a:custGeom>
                <a:avLst/>
                <a:gdLst>
                  <a:gd name="T0" fmla="*/ 10 w 10"/>
                  <a:gd name="T1" fmla="*/ 0 h 14"/>
                  <a:gd name="T2" fmla="*/ 0 w 10"/>
                  <a:gd name="T3" fmla="*/ 14 h 14"/>
                  <a:gd name="T4" fmla="*/ 0 w 10"/>
                  <a:gd name="T5" fmla="*/ 14 h 14"/>
                  <a:gd name="T6" fmla="*/ 10 w 10"/>
                  <a:gd name="T7" fmla="*/ 0 h 14"/>
                  <a:gd name="T8" fmla="*/ 10 w 10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" h="14">
                    <a:moveTo>
                      <a:pt x="10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" y="9"/>
                      <a:pt x="7" y="4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2" name="Freeform 482"/>
              <p:cNvSpPr>
                <a:spLocks/>
              </p:cNvSpPr>
              <p:nvPr userDrawn="1"/>
            </p:nvSpPr>
            <p:spPr bwMode="auto">
              <a:xfrm>
                <a:off x="2832" y="656"/>
                <a:ext cx="53" cy="143"/>
              </a:xfrm>
              <a:custGeom>
                <a:avLst/>
                <a:gdLst>
                  <a:gd name="T0" fmla="*/ 43 w 43"/>
                  <a:gd name="T1" fmla="*/ 0 h 116"/>
                  <a:gd name="T2" fmla="*/ 0 w 43"/>
                  <a:gd name="T3" fmla="*/ 85 h 116"/>
                  <a:gd name="T4" fmla="*/ 27 w 43"/>
                  <a:gd name="T5" fmla="*/ 116 h 116"/>
                  <a:gd name="T6" fmla="*/ 43 w 43"/>
                  <a:gd name="T7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116">
                    <a:moveTo>
                      <a:pt x="43" y="0"/>
                    </a:moveTo>
                    <a:cubicBezTo>
                      <a:pt x="0" y="85"/>
                      <a:pt x="0" y="85"/>
                      <a:pt x="0" y="85"/>
                    </a:cubicBezTo>
                    <a:cubicBezTo>
                      <a:pt x="9" y="95"/>
                      <a:pt x="18" y="106"/>
                      <a:pt x="27" y="116"/>
                    </a:cubicBezTo>
                    <a:cubicBezTo>
                      <a:pt x="32" y="77"/>
                      <a:pt x="37" y="39"/>
                      <a:pt x="43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3" name="Freeform 483"/>
              <p:cNvSpPr>
                <a:spLocks/>
              </p:cNvSpPr>
              <p:nvPr userDrawn="1"/>
            </p:nvSpPr>
            <p:spPr bwMode="auto">
              <a:xfrm>
                <a:off x="2922" y="966"/>
                <a:ext cx="75" cy="40"/>
              </a:xfrm>
              <a:custGeom>
                <a:avLst/>
                <a:gdLst>
                  <a:gd name="T0" fmla="*/ 26 w 75"/>
                  <a:gd name="T1" fmla="*/ 0 h 40"/>
                  <a:gd name="T2" fmla="*/ 0 w 75"/>
                  <a:gd name="T3" fmla="*/ 40 h 40"/>
                  <a:gd name="T4" fmla="*/ 75 w 75"/>
                  <a:gd name="T5" fmla="*/ 28 h 40"/>
                  <a:gd name="T6" fmla="*/ 26 w 75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40">
                    <a:moveTo>
                      <a:pt x="26" y="0"/>
                    </a:moveTo>
                    <a:lnTo>
                      <a:pt x="0" y="40"/>
                    </a:lnTo>
                    <a:lnTo>
                      <a:pt x="75" y="28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4" name="Freeform 484"/>
              <p:cNvSpPr>
                <a:spLocks/>
              </p:cNvSpPr>
              <p:nvPr userDrawn="1"/>
            </p:nvSpPr>
            <p:spPr bwMode="auto">
              <a:xfrm>
                <a:off x="2922" y="966"/>
                <a:ext cx="75" cy="40"/>
              </a:xfrm>
              <a:custGeom>
                <a:avLst/>
                <a:gdLst>
                  <a:gd name="T0" fmla="*/ 26 w 75"/>
                  <a:gd name="T1" fmla="*/ 0 h 40"/>
                  <a:gd name="T2" fmla="*/ 0 w 75"/>
                  <a:gd name="T3" fmla="*/ 40 h 40"/>
                  <a:gd name="T4" fmla="*/ 75 w 75"/>
                  <a:gd name="T5" fmla="*/ 28 h 40"/>
                  <a:gd name="T6" fmla="*/ 26 w 75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40">
                    <a:moveTo>
                      <a:pt x="26" y="0"/>
                    </a:moveTo>
                    <a:lnTo>
                      <a:pt x="0" y="40"/>
                    </a:lnTo>
                    <a:lnTo>
                      <a:pt x="75" y="28"/>
                    </a:lnTo>
                    <a:lnTo>
                      <a:pt x="2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5" name="Freeform 485"/>
              <p:cNvSpPr>
                <a:spLocks/>
              </p:cNvSpPr>
              <p:nvPr userDrawn="1"/>
            </p:nvSpPr>
            <p:spPr bwMode="auto">
              <a:xfrm>
                <a:off x="3091" y="1017"/>
                <a:ext cx="168" cy="105"/>
              </a:xfrm>
              <a:custGeom>
                <a:avLst/>
                <a:gdLst>
                  <a:gd name="T0" fmla="*/ 54 w 135"/>
                  <a:gd name="T1" fmla="*/ 0 h 85"/>
                  <a:gd name="T2" fmla="*/ 0 w 135"/>
                  <a:gd name="T3" fmla="*/ 36 h 85"/>
                  <a:gd name="T4" fmla="*/ 135 w 135"/>
                  <a:gd name="T5" fmla="*/ 85 h 85"/>
                  <a:gd name="T6" fmla="*/ 54 w 135"/>
                  <a:gd name="T7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5" h="85">
                    <a:moveTo>
                      <a:pt x="54" y="0"/>
                    </a:moveTo>
                    <a:cubicBezTo>
                      <a:pt x="36" y="12"/>
                      <a:pt x="18" y="24"/>
                      <a:pt x="0" y="36"/>
                    </a:cubicBezTo>
                    <a:cubicBezTo>
                      <a:pt x="45" y="52"/>
                      <a:pt x="90" y="69"/>
                      <a:pt x="135" y="85"/>
                    </a:cubicBezTo>
                    <a:cubicBezTo>
                      <a:pt x="54" y="0"/>
                      <a:pt x="54" y="0"/>
                      <a:pt x="5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6" name="Freeform 486"/>
              <p:cNvSpPr>
                <a:spLocks/>
              </p:cNvSpPr>
              <p:nvPr userDrawn="1"/>
            </p:nvSpPr>
            <p:spPr bwMode="auto">
              <a:xfrm>
                <a:off x="3152" y="1129"/>
                <a:ext cx="50" cy="123"/>
              </a:xfrm>
              <a:custGeom>
                <a:avLst/>
                <a:gdLst>
                  <a:gd name="T0" fmla="*/ 50 w 50"/>
                  <a:gd name="T1" fmla="*/ 0 h 123"/>
                  <a:gd name="T2" fmla="*/ 0 w 50"/>
                  <a:gd name="T3" fmla="*/ 11 h 123"/>
                  <a:gd name="T4" fmla="*/ 20 w 50"/>
                  <a:gd name="T5" fmla="*/ 123 h 123"/>
                  <a:gd name="T6" fmla="*/ 50 w 50"/>
                  <a:gd name="T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123">
                    <a:moveTo>
                      <a:pt x="50" y="0"/>
                    </a:moveTo>
                    <a:lnTo>
                      <a:pt x="0" y="11"/>
                    </a:lnTo>
                    <a:lnTo>
                      <a:pt x="20" y="123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7" name="Freeform 487"/>
              <p:cNvSpPr>
                <a:spLocks/>
              </p:cNvSpPr>
              <p:nvPr userDrawn="1"/>
            </p:nvSpPr>
            <p:spPr bwMode="auto">
              <a:xfrm>
                <a:off x="3152" y="1129"/>
                <a:ext cx="50" cy="123"/>
              </a:xfrm>
              <a:custGeom>
                <a:avLst/>
                <a:gdLst>
                  <a:gd name="T0" fmla="*/ 50 w 50"/>
                  <a:gd name="T1" fmla="*/ 0 h 123"/>
                  <a:gd name="T2" fmla="*/ 0 w 50"/>
                  <a:gd name="T3" fmla="*/ 11 h 123"/>
                  <a:gd name="T4" fmla="*/ 20 w 50"/>
                  <a:gd name="T5" fmla="*/ 123 h 123"/>
                  <a:gd name="T6" fmla="*/ 50 w 50"/>
                  <a:gd name="T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123">
                    <a:moveTo>
                      <a:pt x="50" y="0"/>
                    </a:moveTo>
                    <a:lnTo>
                      <a:pt x="0" y="11"/>
                    </a:lnTo>
                    <a:lnTo>
                      <a:pt x="20" y="123"/>
                    </a:lnTo>
                    <a:lnTo>
                      <a:pt x="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8" name="Freeform 488"/>
              <p:cNvSpPr>
                <a:spLocks/>
              </p:cNvSpPr>
              <p:nvPr userDrawn="1"/>
            </p:nvSpPr>
            <p:spPr bwMode="auto">
              <a:xfrm>
                <a:off x="1713" y="442"/>
                <a:ext cx="49" cy="123"/>
              </a:xfrm>
              <a:custGeom>
                <a:avLst/>
                <a:gdLst>
                  <a:gd name="T0" fmla="*/ 40 w 40"/>
                  <a:gd name="T1" fmla="*/ 0 h 100"/>
                  <a:gd name="T2" fmla="*/ 34 w 40"/>
                  <a:gd name="T3" fmla="*/ 2 h 100"/>
                  <a:gd name="T4" fmla="*/ 34 w 40"/>
                  <a:gd name="T5" fmla="*/ 3 h 100"/>
                  <a:gd name="T6" fmla="*/ 33 w 40"/>
                  <a:gd name="T7" fmla="*/ 2 h 100"/>
                  <a:gd name="T8" fmla="*/ 0 w 40"/>
                  <a:gd name="T9" fmla="*/ 9 h 100"/>
                  <a:gd name="T10" fmla="*/ 17 w 40"/>
                  <a:gd name="T11" fmla="*/ 100 h 100"/>
                  <a:gd name="T12" fmla="*/ 40 w 40"/>
                  <a:gd name="T13" fmla="*/ 3 h 100"/>
                  <a:gd name="T14" fmla="*/ 38 w 40"/>
                  <a:gd name="T15" fmla="*/ 3 h 100"/>
                  <a:gd name="T16" fmla="*/ 40 w 40"/>
                  <a:gd name="T17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" h="100">
                    <a:moveTo>
                      <a:pt x="40" y="0"/>
                    </a:moveTo>
                    <a:cubicBezTo>
                      <a:pt x="34" y="2"/>
                      <a:pt x="34" y="2"/>
                      <a:pt x="34" y="2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33" y="2"/>
                      <a:pt x="33" y="2"/>
                      <a:pt x="33" y="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7" y="100"/>
                      <a:pt x="17" y="100"/>
                      <a:pt x="17" y="100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39" y="3"/>
                      <a:pt x="38" y="3"/>
                      <a:pt x="38" y="3"/>
                    </a:cubicBezTo>
                    <a:cubicBezTo>
                      <a:pt x="38" y="2"/>
                      <a:pt x="39" y="1"/>
                      <a:pt x="4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49" name="Freeform 489"/>
              <p:cNvSpPr>
                <a:spLocks/>
              </p:cNvSpPr>
              <p:nvPr userDrawn="1"/>
            </p:nvSpPr>
            <p:spPr bwMode="auto">
              <a:xfrm>
                <a:off x="1760" y="442"/>
                <a:ext cx="4" cy="3"/>
              </a:xfrm>
              <a:custGeom>
                <a:avLst/>
                <a:gdLst>
                  <a:gd name="T0" fmla="*/ 3 w 3"/>
                  <a:gd name="T1" fmla="*/ 0 h 3"/>
                  <a:gd name="T2" fmla="*/ 2 w 3"/>
                  <a:gd name="T3" fmla="*/ 0 h 3"/>
                  <a:gd name="T4" fmla="*/ 0 w 3"/>
                  <a:gd name="T5" fmla="*/ 3 h 3"/>
                  <a:gd name="T6" fmla="*/ 2 w 3"/>
                  <a:gd name="T7" fmla="*/ 3 h 3"/>
                  <a:gd name="T8" fmla="*/ 3 w 3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0" name="Freeform 490"/>
              <p:cNvSpPr>
                <a:spLocks noEditPoints="1"/>
              </p:cNvSpPr>
              <p:nvPr userDrawn="1"/>
            </p:nvSpPr>
            <p:spPr bwMode="auto">
              <a:xfrm>
                <a:off x="3020" y="945"/>
                <a:ext cx="138" cy="72"/>
              </a:xfrm>
              <a:custGeom>
                <a:avLst/>
                <a:gdLst>
                  <a:gd name="T0" fmla="*/ 75 w 138"/>
                  <a:gd name="T1" fmla="*/ 39 h 72"/>
                  <a:gd name="T2" fmla="*/ 138 w 138"/>
                  <a:gd name="T3" fmla="*/ 72 h 72"/>
                  <a:gd name="T4" fmla="*/ 138 w 138"/>
                  <a:gd name="T5" fmla="*/ 56 h 72"/>
                  <a:gd name="T6" fmla="*/ 75 w 138"/>
                  <a:gd name="T7" fmla="*/ 39 h 72"/>
                  <a:gd name="T8" fmla="*/ 123 w 138"/>
                  <a:gd name="T9" fmla="*/ 29 h 72"/>
                  <a:gd name="T10" fmla="*/ 138 w 138"/>
                  <a:gd name="T11" fmla="*/ 39 h 72"/>
                  <a:gd name="T12" fmla="*/ 138 w 138"/>
                  <a:gd name="T13" fmla="*/ 33 h 72"/>
                  <a:gd name="T14" fmla="*/ 138 w 138"/>
                  <a:gd name="T15" fmla="*/ 33 h 72"/>
                  <a:gd name="T16" fmla="*/ 123 w 138"/>
                  <a:gd name="T17" fmla="*/ 29 h 72"/>
                  <a:gd name="T18" fmla="*/ 0 w 138"/>
                  <a:gd name="T19" fmla="*/ 0 h 72"/>
                  <a:gd name="T20" fmla="*/ 54 w 138"/>
                  <a:gd name="T21" fmla="*/ 29 h 72"/>
                  <a:gd name="T22" fmla="*/ 68 w 138"/>
                  <a:gd name="T23" fmla="*/ 15 h 72"/>
                  <a:gd name="T24" fmla="*/ 0 w 138"/>
                  <a:gd name="T2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8" h="72">
                    <a:moveTo>
                      <a:pt x="75" y="39"/>
                    </a:moveTo>
                    <a:lnTo>
                      <a:pt x="138" y="72"/>
                    </a:lnTo>
                    <a:lnTo>
                      <a:pt x="138" y="56"/>
                    </a:lnTo>
                    <a:lnTo>
                      <a:pt x="75" y="39"/>
                    </a:lnTo>
                    <a:close/>
                    <a:moveTo>
                      <a:pt x="123" y="29"/>
                    </a:moveTo>
                    <a:lnTo>
                      <a:pt x="138" y="39"/>
                    </a:lnTo>
                    <a:lnTo>
                      <a:pt x="138" y="33"/>
                    </a:lnTo>
                    <a:lnTo>
                      <a:pt x="138" y="33"/>
                    </a:lnTo>
                    <a:lnTo>
                      <a:pt x="123" y="29"/>
                    </a:lnTo>
                    <a:close/>
                    <a:moveTo>
                      <a:pt x="0" y="0"/>
                    </a:moveTo>
                    <a:lnTo>
                      <a:pt x="54" y="29"/>
                    </a:lnTo>
                    <a:lnTo>
                      <a:pt x="68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1" name="Freeform 491"/>
              <p:cNvSpPr>
                <a:spLocks noEditPoints="1"/>
              </p:cNvSpPr>
              <p:nvPr userDrawn="1"/>
            </p:nvSpPr>
            <p:spPr bwMode="auto">
              <a:xfrm>
                <a:off x="3020" y="945"/>
                <a:ext cx="138" cy="72"/>
              </a:xfrm>
              <a:custGeom>
                <a:avLst/>
                <a:gdLst>
                  <a:gd name="T0" fmla="*/ 75 w 138"/>
                  <a:gd name="T1" fmla="*/ 39 h 72"/>
                  <a:gd name="T2" fmla="*/ 138 w 138"/>
                  <a:gd name="T3" fmla="*/ 72 h 72"/>
                  <a:gd name="T4" fmla="*/ 138 w 138"/>
                  <a:gd name="T5" fmla="*/ 56 h 72"/>
                  <a:gd name="T6" fmla="*/ 75 w 138"/>
                  <a:gd name="T7" fmla="*/ 39 h 72"/>
                  <a:gd name="T8" fmla="*/ 123 w 138"/>
                  <a:gd name="T9" fmla="*/ 29 h 72"/>
                  <a:gd name="T10" fmla="*/ 138 w 138"/>
                  <a:gd name="T11" fmla="*/ 39 h 72"/>
                  <a:gd name="T12" fmla="*/ 138 w 138"/>
                  <a:gd name="T13" fmla="*/ 33 h 72"/>
                  <a:gd name="T14" fmla="*/ 138 w 138"/>
                  <a:gd name="T15" fmla="*/ 33 h 72"/>
                  <a:gd name="T16" fmla="*/ 123 w 138"/>
                  <a:gd name="T17" fmla="*/ 29 h 72"/>
                  <a:gd name="T18" fmla="*/ 0 w 138"/>
                  <a:gd name="T19" fmla="*/ 0 h 72"/>
                  <a:gd name="T20" fmla="*/ 54 w 138"/>
                  <a:gd name="T21" fmla="*/ 29 h 72"/>
                  <a:gd name="T22" fmla="*/ 68 w 138"/>
                  <a:gd name="T23" fmla="*/ 15 h 72"/>
                  <a:gd name="T24" fmla="*/ 0 w 138"/>
                  <a:gd name="T2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8" h="72">
                    <a:moveTo>
                      <a:pt x="75" y="39"/>
                    </a:moveTo>
                    <a:lnTo>
                      <a:pt x="138" y="72"/>
                    </a:lnTo>
                    <a:lnTo>
                      <a:pt x="138" y="56"/>
                    </a:lnTo>
                    <a:lnTo>
                      <a:pt x="75" y="39"/>
                    </a:lnTo>
                    <a:moveTo>
                      <a:pt x="123" y="29"/>
                    </a:moveTo>
                    <a:lnTo>
                      <a:pt x="138" y="39"/>
                    </a:lnTo>
                    <a:lnTo>
                      <a:pt x="138" y="33"/>
                    </a:lnTo>
                    <a:lnTo>
                      <a:pt x="138" y="33"/>
                    </a:lnTo>
                    <a:lnTo>
                      <a:pt x="123" y="29"/>
                    </a:lnTo>
                    <a:moveTo>
                      <a:pt x="0" y="0"/>
                    </a:moveTo>
                    <a:lnTo>
                      <a:pt x="54" y="29"/>
                    </a:lnTo>
                    <a:lnTo>
                      <a:pt x="68" y="1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2" name="Freeform 492"/>
              <p:cNvSpPr>
                <a:spLocks/>
              </p:cNvSpPr>
              <p:nvPr userDrawn="1"/>
            </p:nvSpPr>
            <p:spPr bwMode="auto">
              <a:xfrm>
                <a:off x="3074" y="960"/>
                <a:ext cx="84" cy="41"/>
              </a:xfrm>
              <a:custGeom>
                <a:avLst/>
                <a:gdLst>
                  <a:gd name="T0" fmla="*/ 14 w 84"/>
                  <a:gd name="T1" fmla="*/ 0 h 41"/>
                  <a:gd name="T2" fmla="*/ 0 w 84"/>
                  <a:gd name="T3" fmla="*/ 14 h 41"/>
                  <a:gd name="T4" fmla="*/ 21 w 84"/>
                  <a:gd name="T5" fmla="*/ 24 h 41"/>
                  <a:gd name="T6" fmla="*/ 84 w 84"/>
                  <a:gd name="T7" fmla="*/ 41 h 41"/>
                  <a:gd name="T8" fmla="*/ 84 w 84"/>
                  <a:gd name="T9" fmla="*/ 24 h 41"/>
                  <a:gd name="T10" fmla="*/ 69 w 84"/>
                  <a:gd name="T11" fmla="*/ 14 h 41"/>
                  <a:gd name="T12" fmla="*/ 14 w 84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4" h="41">
                    <a:moveTo>
                      <a:pt x="14" y="0"/>
                    </a:moveTo>
                    <a:lnTo>
                      <a:pt x="0" y="14"/>
                    </a:lnTo>
                    <a:lnTo>
                      <a:pt x="21" y="24"/>
                    </a:lnTo>
                    <a:lnTo>
                      <a:pt x="84" y="41"/>
                    </a:lnTo>
                    <a:lnTo>
                      <a:pt x="84" y="24"/>
                    </a:lnTo>
                    <a:lnTo>
                      <a:pt x="69" y="1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3" name="Freeform 493"/>
              <p:cNvSpPr>
                <a:spLocks/>
              </p:cNvSpPr>
              <p:nvPr userDrawn="1"/>
            </p:nvSpPr>
            <p:spPr bwMode="auto">
              <a:xfrm>
                <a:off x="3074" y="960"/>
                <a:ext cx="84" cy="41"/>
              </a:xfrm>
              <a:custGeom>
                <a:avLst/>
                <a:gdLst>
                  <a:gd name="T0" fmla="*/ 14 w 84"/>
                  <a:gd name="T1" fmla="*/ 0 h 41"/>
                  <a:gd name="T2" fmla="*/ 0 w 84"/>
                  <a:gd name="T3" fmla="*/ 14 h 41"/>
                  <a:gd name="T4" fmla="*/ 21 w 84"/>
                  <a:gd name="T5" fmla="*/ 24 h 41"/>
                  <a:gd name="T6" fmla="*/ 84 w 84"/>
                  <a:gd name="T7" fmla="*/ 41 h 41"/>
                  <a:gd name="T8" fmla="*/ 84 w 84"/>
                  <a:gd name="T9" fmla="*/ 24 h 41"/>
                  <a:gd name="T10" fmla="*/ 69 w 84"/>
                  <a:gd name="T11" fmla="*/ 14 h 41"/>
                  <a:gd name="T12" fmla="*/ 14 w 84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4" h="41">
                    <a:moveTo>
                      <a:pt x="14" y="0"/>
                    </a:moveTo>
                    <a:lnTo>
                      <a:pt x="0" y="14"/>
                    </a:lnTo>
                    <a:lnTo>
                      <a:pt x="21" y="24"/>
                    </a:lnTo>
                    <a:lnTo>
                      <a:pt x="84" y="41"/>
                    </a:lnTo>
                    <a:lnTo>
                      <a:pt x="84" y="24"/>
                    </a:lnTo>
                    <a:lnTo>
                      <a:pt x="69" y="14"/>
                    </a:lnTo>
                    <a:lnTo>
                      <a:pt x="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4" name="Freeform 494"/>
              <p:cNvSpPr>
                <a:spLocks/>
              </p:cNvSpPr>
              <p:nvPr userDrawn="1"/>
            </p:nvSpPr>
            <p:spPr bwMode="auto">
              <a:xfrm>
                <a:off x="3022" y="827"/>
                <a:ext cx="138" cy="71"/>
              </a:xfrm>
              <a:custGeom>
                <a:avLst/>
                <a:gdLst>
                  <a:gd name="T0" fmla="*/ 0 w 138"/>
                  <a:gd name="T1" fmla="*/ 0 h 71"/>
                  <a:gd name="T2" fmla="*/ 138 w 138"/>
                  <a:gd name="T3" fmla="*/ 71 h 71"/>
                  <a:gd name="T4" fmla="*/ 138 w 138"/>
                  <a:gd name="T5" fmla="*/ 32 h 71"/>
                  <a:gd name="T6" fmla="*/ 0 w 138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71">
                    <a:moveTo>
                      <a:pt x="0" y="0"/>
                    </a:moveTo>
                    <a:lnTo>
                      <a:pt x="138" y="71"/>
                    </a:lnTo>
                    <a:lnTo>
                      <a:pt x="138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5" name="Freeform 495"/>
              <p:cNvSpPr>
                <a:spLocks/>
              </p:cNvSpPr>
              <p:nvPr userDrawn="1"/>
            </p:nvSpPr>
            <p:spPr bwMode="auto">
              <a:xfrm>
                <a:off x="3022" y="827"/>
                <a:ext cx="138" cy="71"/>
              </a:xfrm>
              <a:custGeom>
                <a:avLst/>
                <a:gdLst>
                  <a:gd name="T0" fmla="*/ 0 w 138"/>
                  <a:gd name="T1" fmla="*/ 0 h 71"/>
                  <a:gd name="T2" fmla="*/ 138 w 138"/>
                  <a:gd name="T3" fmla="*/ 71 h 71"/>
                  <a:gd name="T4" fmla="*/ 138 w 138"/>
                  <a:gd name="T5" fmla="*/ 32 h 71"/>
                  <a:gd name="T6" fmla="*/ 0 w 138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71">
                    <a:moveTo>
                      <a:pt x="0" y="0"/>
                    </a:moveTo>
                    <a:lnTo>
                      <a:pt x="138" y="71"/>
                    </a:lnTo>
                    <a:lnTo>
                      <a:pt x="138" y="3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6" name="Freeform 496"/>
              <p:cNvSpPr>
                <a:spLocks noEditPoints="1"/>
              </p:cNvSpPr>
              <p:nvPr userDrawn="1"/>
            </p:nvSpPr>
            <p:spPr bwMode="auto">
              <a:xfrm>
                <a:off x="3189" y="1346"/>
                <a:ext cx="62" cy="47"/>
              </a:xfrm>
              <a:custGeom>
                <a:avLst/>
                <a:gdLst>
                  <a:gd name="T0" fmla="*/ 58 w 62"/>
                  <a:gd name="T1" fmla="*/ 4 h 47"/>
                  <a:gd name="T2" fmla="*/ 56 w 62"/>
                  <a:gd name="T3" fmla="*/ 12 h 47"/>
                  <a:gd name="T4" fmla="*/ 62 w 62"/>
                  <a:gd name="T5" fmla="*/ 7 h 47"/>
                  <a:gd name="T6" fmla="*/ 58 w 62"/>
                  <a:gd name="T7" fmla="*/ 4 h 47"/>
                  <a:gd name="T8" fmla="*/ 25 w 62"/>
                  <a:gd name="T9" fmla="*/ 0 h 47"/>
                  <a:gd name="T10" fmla="*/ 0 w 62"/>
                  <a:gd name="T11" fmla="*/ 47 h 47"/>
                  <a:gd name="T12" fmla="*/ 34 w 62"/>
                  <a:gd name="T13" fmla="*/ 26 h 47"/>
                  <a:gd name="T14" fmla="*/ 25 w 62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47">
                    <a:moveTo>
                      <a:pt x="58" y="4"/>
                    </a:moveTo>
                    <a:lnTo>
                      <a:pt x="56" y="12"/>
                    </a:lnTo>
                    <a:lnTo>
                      <a:pt x="62" y="7"/>
                    </a:lnTo>
                    <a:lnTo>
                      <a:pt x="58" y="4"/>
                    </a:lnTo>
                    <a:close/>
                    <a:moveTo>
                      <a:pt x="25" y="0"/>
                    </a:moveTo>
                    <a:lnTo>
                      <a:pt x="0" y="47"/>
                    </a:lnTo>
                    <a:lnTo>
                      <a:pt x="34" y="2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7" name="Freeform 497"/>
              <p:cNvSpPr>
                <a:spLocks noEditPoints="1"/>
              </p:cNvSpPr>
              <p:nvPr userDrawn="1"/>
            </p:nvSpPr>
            <p:spPr bwMode="auto">
              <a:xfrm>
                <a:off x="3189" y="1346"/>
                <a:ext cx="62" cy="47"/>
              </a:xfrm>
              <a:custGeom>
                <a:avLst/>
                <a:gdLst>
                  <a:gd name="T0" fmla="*/ 58 w 62"/>
                  <a:gd name="T1" fmla="*/ 4 h 47"/>
                  <a:gd name="T2" fmla="*/ 56 w 62"/>
                  <a:gd name="T3" fmla="*/ 12 h 47"/>
                  <a:gd name="T4" fmla="*/ 62 w 62"/>
                  <a:gd name="T5" fmla="*/ 7 h 47"/>
                  <a:gd name="T6" fmla="*/ 58 w 62"/>
                  <a:gd name="T7" fmla="*/ 4 h 47"/>
                  <a:gd name="T8" fmla="*/ 25 w 62"/>
                  <a:gd name="T9" fmla="*/ 0 h 47"/>
                  <a:gd name="T10" fmla="*/ 0 w 62"/>
                  <a:gd name="T11" fmla="*/ 47 h 47"/>
                  <a:gd name="T12" fmla="*/ 34 w 62"/>
                  <a:gd name="T13" fmla="*/ 26 h 47"/>
                  <a:gd name="T14" fmla="*/ 25 w 62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47">
                    <a:moveTo>
                      <a:pt x="58" y="4"/>
                    </a:moveTo>
                    <a:lnTo>
                      <a:pt x="56" y="12"/>
                    </a:lnTo>
                    <a:lnTo>
                      <a:pt x="62" y="7"/>
                    </a:lnTo>
                    <a:lnTo>
                      <a:pt x="58" y="4"/>
                    </a:lnTo>
                    <a:moveTo>
                      <a:pt x="25" y="0"/>
                    </a:moveTo>
                    <a:lnTo>
                      <a:pt x="0" y="47"/>
                    </a:lnTo>
                    <a:lnTo>
                      <a:pt x="34" y="26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8" name="Freeform 498"/>
              <p:cNvSpPr>
                <a:spLocks/>
              </p:cNvSpPr>
              <p:nvPr userDrawn="1"/>
            </p:nvSpPr>
            <p:spPr bwMode="auto">
              <a:xfrm>
                <a:off x="2521" y="1455"/>
                <a:ext cx="170" cy="30"/>
              </a:xfrm>
              <a:custGeom>
                <a:avLst/>
                <a:gdLst>
                  <a:gd name="T0" fmla="*/ 31 w 170"/>
                  <a:gd name="T1" fmla="*/ 0 h 30"/>
                  <a:gd name="T2" fmla="*/ 0 w 170"/>
                  <a:gd name="T3" fmla="*/ 30 h 30"/>
                  <a:gd name="T4" fmla="*/ 170 w 170"/>
                  <a:gd name="T5" fmla="*/ 30 h 30"/>
                  <a:gd name="T6" fmla="*/ 77 w 170"/>
                  <a:gd name="T7" fmla="*/ 30 h 30"/>
                  <a:gd name="T8" fmla="*/ 99 w 170"/>
                  <a:gd name="T9" fmla="*/ 15 h 30"/>
                  <a:gd name="T10" fmla="*/ 31 w 17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0" h="30">
                    <a:moveTo>
                      <a:pt x="31" y="0"/>
                    </a:moveTo>
                    <a:lnTo>
                      <a:pt x="0" y="30"/>
                    </a:lnTo>
                    <a:lnTo>
                      <a:pt x="170" y="30"/>
                    </a:lnTo>
                    <a:lnTo>
                      <a:pt x="77" y="30"/>
                    </a:lnTo>
                    <a:lnTo>
                      <a:pt x="99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59" name="Freeform 499"/>
              <p:cNvSpPr>
                <a:spLocks/>
              </p:cNvSpPr>
              <p:nvPr userDrawn="1"/>
            </p:nvSpPr>
            <p:spPr bwMode="auto">
              <a:xfrm>
                <a:off x="2521" y="1455"/>
                <a:ext cx="170" cy="30"/>
              </a:xfrm>
              <a:custGeom>
                <a:avLst/>
                <a:gdLst>
                  <a:gd name="T0" fmla="*/ 31 w 170"/>
                  <a:gd name="T1" fmla="*/ 0 h 30"/>
                  <a:gd name="T2" fmla="*/ 0 w 170"/>
                  <a:gd name="T3" fmla="*/ 30 h 30"/>
                  <a:gd name="T4" fmla="*/ 170 w 170"/>
                  <a:gd name="T5" fmla="*/ 30 h 30"/>
                  <a:gd name="T6" fmla="*/ 77 w 170"/>
                  <a:gd name="T7" fmla="*/ 30 h 30"/>
                  <a:gd name="T8" fmla="*/ 99 w 170"/>
                  <a:gd name="T9" fmla="*/ 15 h 30"/>
                  <a:gd name="T10" fmla="*/ 31 w 17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0" h="30">
                    <a:moveTo>
                      <a:pt x="31" y="0"/>
                    </a:moveTo>
                    <a:lnTo>
                      <a:pt x="0" y="30"/>
                    </a:lnTo>
                    <a:lnTo>
                      <a:pt x="170" y="30"/>
                    </a:lnTo>
                    <a:lnTo>
                      <a:pt x="77" y="30"/>
                    </a:lnTo>
                    <a:lnTo>
                      <a:pt x="99" y="15"/>
                    </a:lnTo>
                    <a:lnTo>
                      <a:pt x="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0" name="Freeform 500"/>
              <p:cNvSpPr>
                <a:spLocks/>
              </p:cNvSpPr>
              <p:nvPr userDrawn="1"/>
            </p:nvSpPr>
            <p:spPr bwMode="auto">
              <a:xfrm>
                <a:off x="2354" y="1455"/>
                <a:ext cx="198" cy="30"/>
              </a:xfrm>
              <a:custGeom>
                <a:avLst/>
                <a:gdLst>
                  <a:gd name="T0" fmla="*/ 198 w 198"/>
                  <a:gd name="T1" fmla="*/ 0 h 30"/>
                  <a:gd name="T2" fmla="*/ 98 w 198"/>
                  <a:gd name="T3" fmla="*/ 15 h 30"/>
                  <a:gd name="T4" fmla="*/ 110 w 198"/>
                  <a:gd name="T5" fmla="*/ 30 h 30"/>
                  <a:gd name="T6" fmla="*/ 0 w 198"/>
                  <a:gd name="T7" fmla="*/ 30 h 30"/>
                  <a:gd name="T8" fmla="*/ 167 w 198"/>
                  <a:gd name="T9" fmla="*/ 30 h 30"/>
                  <a:gd name="T10" fmla="*/ 198 w 198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8" h="30">
                    <a:moveTo>
                      <a:pt x="198" y="0"/>
                    </a:moveTo>
                    <a:lnTo>
                      <a:pt x="98" y="15"/>
                    </a:lnTo>
                    <a:lnTo>
                      <a:pt x="110" y="30"/>
                    </a:lnTo>
                    <a:lnTo>
                      <a:pt x="0" y="30"/>
                    </a:lnTo>
                    <a:lnTo>
                      <a:pt x="167" y="30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1" name="Freeform 501"/>
              <p:cNvSpPr>
                <a:spLocks/>
              </p:cNvSpPr>
              <p:nvPr userDrawn="1"/>
            </p:nvSpPr>
            <p:spPr bwMode="auto">
              <a:xfrm>
                <a:off x="2354" y="1455"/>
                <a:ext cx="198" cy="30"/>
              </a:xfrm>
              <a:custGeom>
                <a:avLst/>
                <a:gdLst>
                  <a:gd name="T0" fmla="*/ 198 w 198"/>
                  <a:gd name="T1" fmla="*/ 0 h 30"/>
                  <a:gd name="T2" fmla="*/ 98 w 198"/>
                  <a:gd name="T3" fmla="*/ 15 h 30"/>
                  <a:gd name="T4" fmla="*/ 110 w 198"/>
                  <a:gd name="T5" fmla="*/ 30 h 30"/>
                  <a:gd name="T6" fmla="*/ 0 w 198"/>
                  <a:gd name="T7" fmla="*/ 30 h 30"/>
                  <a:gd name="T8" fmla="*/ 167 w 198"/>
                  <a:gd name="T9" fmla="*/ 30 h 30"/>
                  <a:gd name="T10" fmla="*/ 198 w 198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98" h="30">
                    <a:moveTo>
                      <a:pt x="198" y="0"/>
                    </a:moveTo>
                    <a:lnTo>
                      <a:pt x="98" y="15"/>
                    </a:lnTo>
                    <a:lnTo>
                      <a:pt x="110" y="30"/>
                    </a:lnTo>
                    <a:lnTo>
                      <a:pt x="0" y="30"/>
                    </a:lnTo>
                    <a:lnTo>
                      <a:pt x="167" y="30"/>
                    </a:lnTo>
                    <a:lnTo>
                      <a:pt x="19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2" name="Freeform 502"/>
              <p:cNvSpPr>
                <a:spLocks/>
              </p:cNvSpPr>
              <p:nvPr userDrawn="1"/>
            </p:nvSpPr>
            <p:spPr bwMode="auto">
              <a:xfrm>
                <a:off x="2209" y="1419"/>
                <a:ext cx="74" cy="65"/>
              </a:xfrm>
              <a:custGeom>
                <a:avLst/>
                <a:gdLst>
                  <a:gd name="T0" fmla="*/ 0 w 74"/>
                  <a:gd name="T1" fmla="*/ 0 h 65"/>
                  <a:gd name="T2" fmla="*/ 0 w 74"/>
                  <a:gd name="T3" fmla="*/ 64 h 65"/>
                  <a:gd name="T4" fmla="*/ 74 w 74"/>
                  <a:gd name="T5" fmla="*/ 65 h 65"/>
                  <a:gd name="T6" fmla="*/ 53 w 74"/>
                  <a:gd name="T7" fmla="*/ 24 h 65"/>
                  <a:gd name="T8" fmla="*/ 0 w 74"/>
                  <a:gd name="T9" fmla="*/ 36 h 65"/>
                  <a:gd name="T10" fmla="*/ 0 w 74"/>
                  <a:gd name="T11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5">
                    <a:moveTo>
                      <a:pt x="0" y="0"/>
                    </a:moveTo>
                    <a:lnTo>
                      <a:pt x="0" y="64"/>
                    </a:lnTo>
                    <a:lnTo>
                      <a:pt x="74" y="65"/>
                    </a:lnTo>
                    <a:lnTo>
                      <a:pt x="53" y="24"/>
                    </a:lnTo>
                    <a:lnTo>
                      <a:pt x="0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3" name="Freeform 503"/>
              <p:cNvSpPr>
                <a:spLocks/>
              </p:cNvSpPr>
              <p:nvPr userDrawn="1"/>
            </p:nvSpPr>
            <p:spPr bwMode="auto">
              <a:xfrm>
                <a:off x="2209" y="1419"/>
                <a:ext cx="74" cy="65"/>
              </a:xfrm>
              <a:custGeom>
                <a:avLst/>
                <a:gdLst>
                  <a:gd name="T0" fmla="*/ 0 w 74"/>
                  <a:gd name="T1" fmla="*/ 0 h 65"/>
                  <a:gd name="T2" fmla="*/ 0 w 74"/>
                  <a:gd name="T3" fmla="*/ 64 h 65"/>
                  <a:gd name="T4" fmla="*/ 74 w 74"/>
                  <a:gd name="T5" fmla="*/ 65 h 65"/>
                  <a:gd name="T6" fmla="*/ 53 w 74"/>
                  <a:gd name="T7" fmla="*/ 24 h 65"/>
                  <a:gd name="T8" fmla="*/ 0 w 74"/>
                  <a:gd name="T9" fmla="*/ 36 h 65"/>
                  <a:gd name="T10" fmla="*/ 0 w 74"/>
                  <a:gd name="T11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65">
                    <a:moveTo>
                      <a:pt x="0" y="0"/>
                    </a:moveTo>
                    <a:lnTo>
                      <a:pt x="0" y="64"/>
                    </a:lnTo>
                    <a:lnTo>
                      <a:pt x="74" y="65"/>
                    </a:lnTo>
                    <a:lnTo>
                      <a:pt x="53" y="24"/>
                    </a:lnTo>
                    <a:lnTo>
                      <a:pt x="0" y="3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4" name="Freeform 504"/>
              <p:cNvSpPr>
                <a:spLocks/>
              </p:cNvSpPr>
              <p:nvPr userDrawn="1"/>
            </p:nvSpPr>
            <p:spPr bwMode="auto">
              <a:xfrm>
                <a:off x="2793" y="1408"/>
                <a:ext cx="119" cy="77"/>
              </a:xfrm>
              <a:custGeom>
                <a:avLst/>
                <a:gdLst>
                  <a:gd name="T0" fmla="*/ 114 w 119"/>
                  <a:gd name="T1" fmla="*/ 0 h 77"/>
                  <a:gd name="T2" fmla="*/ 0 w 119"/>
                  <a:gd name="T3" fmla="*/ 65 h 77"/>
                  <a:gd name="T4" fmla="*/ 41 w 119"/>
                  <a:gd name="T5" fmla="*/ 77 h 77"/>
                  <a:gd name="T6" fmla="*/ 119 w 119"/>
                  <a:gd name="T7" fmla="*/ 51 h 77"/>
                  <a:gd name="T8" fmla="*/ 114 w 119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77">
                    <a:moveTo>
                      <a:pt x="114" y="0"/>
                    </a:moveTo>
                    <a:lnTo>
                      <a:pt x="0" y="65"/>
                    </a:lnTo>
                    <a:lnTo>
                      <a:pt x="41" y="77"/>
                    </a:lnTo>
                    <a:lnTo>
                      <a:pt x="119" y="51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5" name="Freeform 505"/>
              <p:cNvSpPr>
                <a:spLocks/>
              </p:cNvSpPr>
              <p:nvPr userDrawn="1"/>
            </p:nvSpPr>
            <p:spPr bwMode="auto">
              <a:xfrm>
                <a:off x="2793" y="1408"/>
                <a:ext cx="119" cy="77"/>
              </a:xfrm>
              <a:custGeom>
                <a:avLst/>
                <a:gdLst>
                  <a:gd name="T0" fmla="*/ 114 w 119"/>
                  <a:gd name="T1" fmla="*/ 0 h 77"/>
                  <a:gd name="T2" fmla="*/ 0 w 119"/>
                  <a:gd name="T3" fmla="*/ 65 h 77"/>
                  <a:gd name="T4" fmla="*/ 41 w 119"/>
                  <a:gd name="T5" fmla="*/ 77 h 77"/>
                  <a:gd name="T6" fmla="*/ 119 w 119"/>
                  <a:gd name="T7" fmla="*/ 51 h 77"/>
                  <a:gd name="T8" fmla="*/ 114 w 119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77">
                    <a:moveTo>
                      <a:pt x="114" y="0"/>
                    </a:moveTo>
                    <a:lnTo>
                      <a:pt x="0" y="65"/>
                    </a:lnTo>
                    <a:lnTo>
                      <a:pt x="41" y="77"/>
                    </a:lnTo>
                    <a:lnTo>
                      <a:pt x="119" y="51"/>
                    </a:lnTo>
                    <a:lnTo>
                      <a:pt x="1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6" name="Freeform 506"/>
              <p:cNvSpPr>
                <a:spLocks/>
              </p:cNvSpPr>
              <p:nvPr userDrawn="1"/>
            </p:nvSpPr>
            <p:spPr bwMode="auto">
              <a:xfrm>
                <a:off x="2834" y="1459"/>
                <a:ext cx="81" cy="26"/>
              </a:xfrm>
              <a:custGeom>
                <a:avLst/>
                <a:gdLst>
                  <a:gd name="T0" fmla="*/ 78 w 81"/>
                  <a:gd name="T1" fmla="*/ 0 h 26"/>
                  <a:gd name="T2" fmla="*/ 0 w 81"/>
                  <a:gd name="T3" fmla="*/ 26 h 26"/>
                  <a:gd name="T4" fmla="*/ 81 w 81"/>
                  <a:gd name="T5" fmla="*/ 26 h 26"/>
                  <a:gd name="T6" fmla="*/ 78 w 81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" h="26">
                    <a:moveTo>
                      <a:pt x="78" y="0"/>
                    </a:moveTo>
                    <a:lnTo>
                      <a:pt x="0" y="26"/>
                    </a:lnTo>
                    <a:lnTo>
                      <a:pt x="81" y="26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7" name="Freeform 507"/>
              <p:cNvSpPr>
                <a:spLocks/>
              </p:cNvSpPr>
              <p:nvPr userDrawn="1"/>
            </p:nvSpPr>
            <p:spPr bwMode="auto">
              <a:xfrm>
                <a:off x="2834" y="1459"/>
                <a:ext cx="81" cy="26"/>
              </a:xfrm>
              <a:custGeom>
                <a:avLst/>
                <a:gdLst>
                  <a:gd name="T0" fmla="*/ 78 w 81"/>
                  <a:gd name="T1" fmla="*/ 0 h 26"/>
                  <a:gd name="T2" fmla="*/ 0 w 81"/>
                  <a:gd name="T3" fmla="*/ 26 h 26"/>
                  <a:gd name="T4" fmla="*/ 81 w 81"/>
                  <a:gd name="T5" fmla="*/ 26 h 26"/>
                  <a:gd name="T6" fmla="*/ 78 w 81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" h="26">
                    <a:moveTo>
                      <a:pt x="78" y="0"/>
                    </a:moveTo>
                    <a:lnTo>
                      <a:pt x="0" y="26"/>
                    </a:lnTo>
                    <a:lnTo>
                      <a:pt x="81" y="26"/>
                    </a:lnTo>
                    <a:lnTo>
                      <a:pt x="7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8" name="Freeform 508"/>
              <p:cNvSpPr>
                <a:spLocks/>
              </p:cNvSpPr>
              <p:nvPr userDrawn="1"/>
            </p:nvSpPr>
            <p:spPr bwMode="auto">
              <a:xfrm>
                <a:off x="2771" y="1473"/>
                <a:ext cx="63" cy="12"/>
              </a:xfrm>
              <a:custGeom>
                <a:avLst/>
                <a:gdLst>
                  <a:gd name="T0" fmla="*/ 22 w 63"/>
                  <a:gd name="T1" fmla="*/ 0 h 12"/>
                  <a:gd name="T2" fmla="*/ 0 w 63"/>
                  <a:gd name="T3" fmla="*/ 12 h 12"/>
                  <a:gd name="T4" fmla="*/ 63 w 63"/>
                  <a:gd name="T5" fmla="*/ 12 h 12"/>
                  <a:gd name="T6" fmla="*/ 22 w 63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3" h="12">
                    <a:moveTo>
                      <a:pt x="22" y="0"/>
                    </a:moveTo>
                    <a:lnTo>
                      <a:pt x="0" y="12"/>
                    </a:lnTo>
                    <a:lnTo>
                      <a:pt x="63" y="12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69" name="Freeform 509"/>
              <p:cNvSpPr>
                <a:spLocks/>
              </p:cNvSpPr>
              <p:nvPr userDrawn="1"/>
            </p:nvSpPr>
            <p:spPr bwMode="auto">
              <a:xfrm>
                <a:off x="2771" y="1473"/>
                <a:ext cx="63" cy="12"/>
              </a:xfrm>
              <a:custGeom>
                <a:avLst/>
                <a:gdLst>
                  <a:gd name="T0" fmla="*/ 22 w 63"/>
                  <a:gd name="T1" fmla="*/ 0 h 12"/>
                  <a:gd name="T2" fmla="*/ 0 w 63"/>
                  <a:gd name="T3" fmla="*/ 12 h 12"/>
                  <a:gd name="T4" fmla="*/ 63 w 63"/>
                  <a:gd name="T5" fmla="*/ 12 h 12"/>
                  <a:gd name="T6" fmla="*/ 22 w 63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3" h="12">
                    <a:moveTo>
                      <a:pt x="22" y="0"/>
                    </a:moveTo>
                    <a:lnTo>
                      <a:pt x="0" y="12"/>
                    </a:lnTo>
                    <a:lnTo>
                      <a:pt x="63" y="12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0" name="Freeform 510"/>
              <p:cNvSpPr>
                <a:spLocks noEditPoints="1"/>
              </p:cNvSpPr>
              <p:nvPr userDrawn="1"/>
            </p:nvSpPr>
            <p:spPr bwMode="auto">
              <a:xfrm>
                <a:off x="2917" y="1322"/>
                <a:ext cx="144" cy="75"/>
              </a:xfrm>
              <a:custGeom>
                <a:avLst/>
                <a:gdLst>
                  <a:gd name="T0" fmla="*/ 144 w 144"/>
                  <a:gd name="T1" fmla="*/ 71 h 75"/>
                  <a:gd name="T2" fmla="*/ 141 w 144"/>
                  <a:gd name="T3" fmla="*/ 75 h 75"/>
                  <a:gd name="T4" fmla="*/ 144 w 144"/>
                  <a:gd name="T5" fmla="*/ 75 h 75"/>
                  <a:gd name="T6" fmla="*/ 144 w 144"/>
                  <a:gd name="T7" fmla="*/ 71 h 75"/>
                  <a:gd name="T8" fmla="*/ 136 w 144"/>
                  <a:gd name="T9" fmla="*/ 0 h 75"/>
                  <a:gd name="T10" fmla="*/ 0 w 144"/>
                  <a:gd name="T11" fmla="*/ 75 h 75"/>
                  <a:gd name="T12" fmla="*/ 135 w 144"/>
                  <a:gd name="T13" fmla="*/ 75 h 75"/>
                  <a:gd name="T14" fmla="*/ 144 w 144"/>
                  <a:gd name="T15" fmla="*/ 71 h 75"/>
                  <a:gd name="T16" fmla="*/ 136 w 144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4" h="75">
                    <a:moveTo>
                      <a:pt x="144" y="71"/>
                    </a:moveTo>
                    <a:lnTo>
                      <a:pt x="141" y="75"/>
                    </a:lnTo>
                    <a:lnTo>
                      <a:pt x="144" y="75"/>
                    </a:lnTo>
                    <a:lnTo>
                      <a:pt x="144" y="71"/>
                    </a:lnTo>
                    <a:close/>
                    <a:moveTo>
                      <a:pt x="136" y="0"/>
                    </a:moveTo>
                    <a:lnTo>
                      <a:pt x="0" y="75"/>
                    </a:lnTo>
                    <a:lnTo>
                      <a:pt x="135" y="75"/>
                    </a:lnTo>
                    <a:lnTo>
                      <a:pt x="144" y="71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1" name="Freeform 511"/>
              <p:cNvSpPr>
                <a:spLocks noEditPoints="1"/>
              </p:cNvSpPr>
              <p:nvPr userDrawn="1"/>
            </p:nvSpPr>
            <p:spPr bwMode="auto">
              <a:xfrm>
                <a:off x="2917" y="1322"/>
                <a:ext cx="144" cy="75"/>
              </a:xfrm>
              <a:custGeom>
                <a:avLst/>
                <a:gdLst>
                  <a:gd name="T0" fmla="*/ 144 w 144"/>
                  <a:gd name="T1" fmla="*/ 71 h 75"/>
                  <a:gd name="T2" fmla="*/ 141 w 144"/>
                  <a:gd name="T3" fmla="*/ 75 h 75"/>
                  <a:gd name="T4" fmla="*/ 144 w 144"/>
                  <a:gd name="T5" fmla="*/ 75 h 75"/>
                  <a:gd name="T6" fmla="*/ 144 w 144"/>
                  <a:gd name="T7" fmla="*/ 71 h 75"/>
                  <a:gd name="T8" fmla="*/ 136 w 144"/>
                  <a:gd name="T9" fmla="*/ 0 h 75"/>
                  <a:gd name="T10" fmla="*/ 0 w 144"/>
                  <a:gd name="T11" fmla="*/ 75 h 75"/>
                  <a:gd name="T12" fmla="*/ 135 w 144"/>
                  <a:gd name="T13" fmla="*/ 75 h 75"/>
                  <a:gd name="T14" fmla="*/ 144 w 144"/>
                  <a:gd name="T15" fmla="*/ 71 h 75"/>
                  <a:gd name="T16" fmla="*/ 136 w 144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4" h="75">
                    <a:moveTo>
                      <a:pt x="144" y="71"/>
                    </a:moveTo>
                    <a:lnTo>
                      <a:pt x="141" y="75"/>
                    </a:lnTo>
                    <a:lnTo>
                      <a:pt x="144" y="75"/>
                    </a:lnTo>
                    <a:lnTo>
                      <a:pt x="144" y="71"/>
                    </a:lnTo>
                    <a:moveTo>
                      <a:pt x="136" y="0"/>
                    </a:moveTo>
                    <a:lnTo>
                      <a:pt x="0" y="75"/>
                    </a:lnTo>
                    <a:lnTo>
                      <a:pt x="135" y="75"/>
                    </a:lnTo>
                    <a:lnTo>
                      <a:pt x="144" y="71"/>
                    </a:lnTo>
                    <a:lnTo>
                      <a:pt x="13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2" name="Freeform 512"/>
              <p:cNvSpPr>
                <a:spLocks noEditPoints="1"/>
              </p:cNvSpPr>
              <p:nvPr userDrawn="1"/>
            </p:nvSpPr>
            <p:spPr bwMode="auto">
              <a:xfrm>
                <a:off x="2942" y="1393"/>
                <a:ext cx="119" cy="77"/>
              </a:xfrm>
              <a:custGeom>
                <a:avLst/>
                <a:gdLst>
                  <a:gd name="T0" fmla="*/ 1 w 96"/>
                  <a:gd name="T1" fmla="*/ 44 h 62"/>
                  <a:gd name="T2" fmla="*/ 0 w 96"/>
                  <a:gd name="T3" fmla="*/ 45 h 62"/>
                  <a:gd name="T4" fmla="*/ 28 w 96"/>
                  <a:gd name="T5" fmla="*/ 62 h 62"/>
                  <a:gd name="T6" fmla="*/ 44 w 96"/>
                  <a:gd name="T7" fmla="*/ 58 h 62"/>
                  <a:gd name="T8" fmla="*/ 1 w 96"/>
                  <a:gd name="T9" fmla="*/ 44 h 62"/>
                  <a:gd name="T10" fmla="*/ 94 w 96"/>
                  <a:gd name="T11" fmla="*/ 3 h 62"/>
                  <a:gd name="T12" fmla="*/ 89 w 96"/>
                  <a:gd name="T13" fmla="*/ 3 h 62"/>
                  <a:gd name="T14" fmla="*/ 2 w 96"/>
                  <a:gd name="T15" fmla="*/ 44 h 62"/>
                  <a:gd name="T16" fmla="*/ 61 w 96"/>
                  <a:gd name="T17" fmla="*/ 53 h 62"/>
                  <a:gd name="T18" fmla="*/ 94 w 96"/>
                  <a:gd name="T19" fmla="*/ 3 h 62"/>
                  <a:gd name="T20" fmla="*/ 96 w 96"/>
                  <a:gd name="T21" fmla="*/ 0 h 62"/>
                  <a:gd name="T22" fmla="*/ 96 w 96"/>
                  <a:gd name="T23" fmla="*/ 0 h 62"/>
                  <a:gd name="T24" fmla="*/ 96 w 96"/>
                  <a:gd name="T25" fmla="*/ 0 h 62"/>
                  <a:gd name="T26" fmla="*/ 96 w 96"/>
                  <a:gd name="T2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62">
                    <a:moveTo>
                      <a:pt x="1" y="44"/>
                    </a:moveTo>
                    <a:cubicBezTo>
                      <a:pt x="0" y="45"/>
                      <a:pt x="0" y="45"/>
                      <a:pt x="0" y="45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30" y="53"/>
                      <a:pt x="15" y="49"/>
                      <a:pt x="1" y="44"/>
                    </a:cubicBezTo>
                    <a:moveTo>
                      <a:pt x="94" y="3"/>
                    </a:moveTo>
                    <a:cubicBezTo>
                      <a:pt x="89" y="3"/>
                      <a:pt x="89" y="3"/>
                      <a:pt x="89" y="3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22" y="47"/>
                      <a:pt x="42" y="50"/>
                      <a:pt x="61" y="53"/>
                    </a:cubicBezTo>
                    <a:cubicBezTo>
                      <a:pt x="94" y="3"/>
                      <a:pt x="94" y="3"/>
                      <a:pt x="94" y="3"/>
                    </a:cubicBezTo>
                    <a:moveTo>
                      <a:pt x="96" y="0"/>
                    </a:move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3" name="Freeform 513"/>
              <p:cNvSpPr>
                <a:spLocks/>
              </p:cNvSpPr>
              <p:nvPr userDrawn="1"/>
            </p:nvSpPr>
            <p:spPr bwMode="auto">
              <a:xfrm>
                <a:off x="2943" y="1448"/>
                <a:ext cx="74" cy="17"/>
              </a:xfrm>
              <a:custGeom>
                <a:avLst/>
                <a:gdLst>
                  <a:gd name="T0" fmla="*/ 1 w 60"/>
                  <a:gd name="T1" fmla="*/ 0 h 14"/>
                  <a:gd name="T2" fmla="*/ 0 w 60"/>
                  <a:gd name="T3" fmla="*/ 0 h 14"/>
                  <a:gd name="T4" fmla="*/ 43 w 60"/>
                  <a:gd name="T5" fmla="*/ 14 h 14"/>
                  <a:gd name="T6" fmla="*/ 60 w 60"/>
                  <a:gd name="T7" fmla="*/ 9 h 14"/>
                  <a:gd name="T8" fmla="*/ 60 w 60"/>
                  <a:gd name="T9" fmla="*/ 9 h 14"/>
                  <a:gd name="T10" fmla="*/ 1 w 60"/>
                  <a:gd name="T1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0" h="1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4" y="5"/>
                      <a:pt x="29" y="9"/>
                      <a:pt x="43" y="14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41" y="6"/>
                      <a:pt x="21" y="3"/>
                      <a:pt x="1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4" name="Freeform 514"/>
              <p:cNvSpPr>
                <a:spLocks/>
              </p:cNvSpPr>
              <p:nvPr userDrawn="1"/>
            </p:nvSpPr>
            <p:spPr bwMode="auto">
              <a:xfrm>
                <a:off x="2976" y="1465"/>
                <a:ext cx="35" cy="20"/>
              </a:xfrm>
              <a:custGeom>
                <a:avLst/>
                <a:gdLst>
                  <a:gd name="T0" fmla="*/ 16 w 28"/>
                  <a:gd name="T1" fmla="*/ 0 h 16"/>
                  <a:gd name="T2" fmla="*/ 0 w 28"/>
                  <a:gd name="T3" fmla="*/ 4 h 16"/>
                  <a:gd name="T4" fmla="*/ 20 w 28"/>
                  <a:gd name="T5" fmla="*/ 16 h 16"/>
                  <a:gd name="T6" fmla="*/ 28 w 28"/>
                  <a:gd name="T7" fmla="*/ 3 h 16"/>
                  <a:gd name="T8" fmla="*/ 16 w 28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16">
                    <a:moveTo>
                      <a:pt x="16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4" y="2"/>
                      <a:pt x="20" y="1"/>
                      <a:pt x="16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5" name="Freeform 515"/>
              <p:cNvSpPr>
                <a:spLocks/>
              </p:cNvSpPr>
              <p:nvPr userDrawn="1"/>
            </p:nvSpPr>
            <p:spPr bwMode="auto">
              <a:xfrm>
                <a:off x="2996" y="1459"/>
                <a:ext cx="21" cy="10"/>
              </a:xfrm>
              <a:custGeom>
                <a:avLst/>
                <a:gdLst>
                  <a:gd name="T0" fmla="*/ 17 w 17"/>
                  <a:gd name="T1" fmla="*/ 0 h 8"/>
                  <a:gd name="T2" fmla="*/ 0 w 17"/>
                  <a:gd name="T3" fmla="*/ 5 h 8"/>
                  <a:gd name="T4" fmla="*/ 12 w 17"/>
                  <a:gd name="T5" fmla="*/ 8 h 8"/>
                  <a:gd name="T6" fmla="*/ 17 w 17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8">
                    <a:moveTo>
                      <a:pt x="17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4" y="6"/>
                      <a:pt x="8" y="7"/>
                      <a:pt x="12" y="8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6" name="Freeform 516"/>
              <p:cNvSpPr>
                <a:spLocks/>
              </p:cNvSpPr>
              <p:nvPr userDrawn="1"/>
            </p:nvSpPr>
            <p:spPr bwMode="auto">
              <a:xfrm>
                <a:off x="3052" y="1393"/>
                <a:ext cx="9" cy="4"/>
              </a:xfrm>
              <a:custGeom>
                <a:avLst/>
                <a:gdLst>
                  <a:gd name="T0" fmla="*/ 9 w 9"/>
                  <a:gd name="T1" fmla="*/ 0 h 4"/>
                  <a:gd name="T2" fmla="*/ 0 w 9"/>
                  <a:gd name="T3" fmla="*/ 4 h 4"/>
                  <a:gd name="T4" fmla="*/ 6 w 9"/>
                  <a:gd name="T5" fmla="*/ 4 h 4"/>
                  <a:gd name="T6" fmla="*/ 9 w 9"/>
                  <a:gd name="T7" fmla="*/ 0 h 4"/>
                  <a:gd name="T8" fmla="*/ 9 w 9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4">
                    <a:moveTo>
                      <a:pt x="9" y="0"/>
                    </a:moveTo>
                    <a:lnTo>
                      <a:pt x="0" y="4"/>
                    </a:lnTo>
                    <a:lnTo>
                      <a:pt x="6" y="4"/>
                    </a:lnTo>
                    <a:lnTo>
                      <a:pt x="9" y="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7" name="Freeform 517"/>
              <p:cNvSpPr>
                <a:spLocks/>
              </p:cNvSpPr>
              <p:nvPr userDrawn="1"/>
            </p:nvSpPr>
            <p:spPr bwMode="auto">
              <a:xfrm>
                <a:off x="3052" y="1393"/>
                <a:ext cx="9" cy="4"/>
              </a:xfrm>
              <a:custGeom>
                <a:avLst/>
                <a:gdLst>
                  <a:gd name="T0" fmla="*/ 9 w 9"/>
                  <a:gd name="T1" fmla="*/ 0 h 4"/>
                  <a:gd name="T2" fmla="*/ 0 w 9"/>
                  <a:gd name="T3" fmla="*/ 4 h 4"/>
                  <a:gd name="T4" fmla="*/ 6 w 9"/>
                  <a:gd name="T5" fmla="*/ 4 h 4"/>
                  <a:gd name="T6" fmla="*/ 9 w 9"/>
                  <a:gd name="T7" fmla="*/ 0 h 4"/>
                  <a:gd name="T8" fmla="*/ 9 w 9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4">
                    <a:moveTo>
                      <a:pt x="9" y="0"/>
                    </a:moveTo>
                    <a:lnTo>
                      <a:pt x="0" y="4"/>
                    </a:lnTo>
                    <a:lnTo>
                      <a:pt x="6" y="4"/>
                    </a:lnTo>
                    <a:lnTo>
                      <a:pt x="9" y="0"/>
                    </a:lnTo>
                    <a:lnTo>
                      <a:pt x="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8" name="Freeform 518"/>
              <p:cNvSpPr>
                <a:spLocks noEditPoints="1"/>
              </p:cNvSpPr>
              <p:nvPr userDrawn="1"/>
            </p:nvSpPr>
            <p:spPr bwMode="auto">
              <a:xfrm>
                <a:off x="2283" y="1393"/>
                <a:ext cx="169" cy="92"/>
              </a:xfrm>
              <a:custGeom>
                <a:avLst/>
                <a:gdLst>
                  <a:gd name="T0" fmla="*/ 2 w 169"/>
                  <a:gd name="T1" fmla="*/ 91 h 92"/>
                  <a:gd name="T2" fmla="*/ 0 w 169"/>
                  <a:gd name="T3" fmla="*/ 92 h 92"/>
                  <a:gd name="T4" fmla="*/ 71 w 169"/>
                  <a:gd name="T5" fmla="*/ 92 h 92"/>
                  <a:gd name="T6" fmla="*/ 2 w 169"/>
                  <a:gd name="T7" fmla="*/ 91 h 92"/>
                  <a:gd name="T8" fmla="*/ 101 w 169"/>
                  <a:gd name="T9" fmla="*/ 0 h 92"/>
                  <a:gd name="T10" fmla="*/ 24 w 169"/>
                  <a:gd name="T11" fmla="*/ 71 h 92"/>
                  <a:gd name="T12" fmla="*/ 71 w 169"/>
                  <a:gd name="T13" fmla="*/ 92 h 92"/>
                  <a:gd name="T14" fmla="*/ 169 w 169"/>
                  <a:gd name="T15" fmla="*/ 77 h 92"/>
                  <a:gd name="T16" fmla="*/ 101 w 169"/>
                  <a:gd name="T17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9" h="92">
                    <a:moveTo>
                      <a:pt x="2" y="91"/>
                    </a:moveTo>
                    <a:lnTo>
                      <a:pt x="0" y="92"/>
                    </a:lnTo>
                    <a:lnTo>
                      <a:pt x="71" y="92"/>
                    </a:lnTo>
                    <a:lnTo>
                      <a:pt x="2" y="91"/>
                    </a:lnTo>
                    <a:close/>
                    <a:moveTo>
                      <a:pt x="101" y="0"/>
                    </a:moveTo>
                    <a:lnTo>
                      <a:pt x="24" y="71"/>
                    </a:lnTo>
                    <a:lnTo>
                      <a:pt x="71" y="92"/>
                    </a:lnTo>
                    <a:lnTo>
                      <a:pt x="169" y="7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79" name="Freeform 519"/>
              <p:cNvSpPr>
                <a:spLocks noEditPoints="1"/>
              </p:cNvSpPr>
              <p:nvPr userDrawn="1"/>
            </p:nvSpPr>
            <p:spPr bwMode="auto">
              <a:xfrm>
                <a:off x="2283" y="1393"/>
                <a:ext cx="169" cy="92"/>
              </a:xfrm>
              <a:custGeom>
                <a:avLst/>
                <a:gdLst>
                  <a:gd name="T0" fmla="*/ 2 w 169"/>
                  <a:gd name="T1" fmla="*/ 91 h 92"/>
                  <a:gd name="T2" fmla="*/ 0 w 169"/>
                  <a:gd name="T3" fmla="*/ 92 h 92"/>
                  <a:gd name="T4" fmla="*/ 71 w 169"/>
                  <a:gd name="T5" fmla="*/ 92 h 92"/>
                  <a:gd name="T6" fmla="*/ 2 w 169"/>
                  <a:gd name="T7" fmla="*/ 91 h 92"/>
                  <a:gd name="T8" fmla="*/ 101 w 169"/>
                  <a:gd name="T9" fmla="*/ 0 h 92"/>
                  <a:gd name="T10" fmla="*/ 24 w 169"/>
                  <a:gd name="T11" fmla="*/ 71 h 92"/>
                  <a:gd name="T12" fmla="*/ 71 w 169"/>
                  <a:gd name="T13" fmla="*/ 92 h 92"/>
                  <a:gd name="T14" fmla="*/ 169 w 169"/>
                  <a:gd name="T15" fmla="*/ 77 h 92"/>
                  <a:gd name="T16" fmla="*/ 101 w 169"/>
                  <a:gd name="T17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9" h="92">
                    <a:moveTo>
                      <a:pt x="2" y="91"/>
                    </a:moveTo>
                    <a:lnTo>
                      <a:pt x="0" y="92"/>
                    </a:lnTo>
                    <a:lnTo>
                      <a:pt x="71" y="92"/>
                    </a:lnTo>
                    <a:lnTo>
                      <a:pt x="2" y="91"/>
                    </a:lnTo>
                    <a:moveTo>
                      <a:pt x="101" y="0"/>
                    </a:moveTo>
                    <a:lnTo>
                      <a:pt x="24" y="71"/>
                    </a:lnTo>
                    <a:lnTo>
                      <a:pt x="71" y="92"/>
                    </a:lnTo>
                    <a:lnTo>
                      <a:pt x="169" y="77"/>
                    </a:lnTo>
                    <a:lnTo>
                      <a:pt x="10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0" name="Freeform 520"/>
              <p:cNvSpPr>
                <a:spLocks/>
              </p:cNvSpPr>
              <p:nvPr userDrawn="1"/>
            </p:nvSpPr>
            <p:spPr bwMode="auto">
              <a:xfrm>
                <a:off x="2354" y="1470"/>
                <a:ext cx="110" cy="15"/>
              </a:xfrm>
              <a:custGeom>
                <a:avLst/>
                <a:gdLst>
                  <a:gd name="T0" fmla="*/ 98 w 110"/>
                  <a:gd name="T1" fmla="*/ 0 h 15"/>
                  <a:gd name="T2" fmla="*/ 0 w 110"/>
                  <a:gd name="T3" fmla="*/ 15 h 15"/>
                  <a:gd name="T4" fmla="*/ 110 w 110"/>
                  <a:gd name="T5" fmla="*/ 15 h 15"/>
                  <a:gd name="T6" fmla="*/ 98 w 110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15">
                    <a:moveTo>
                      <a:pt x="98" y="0"/>
                    </a:moveTo>
                    <a:lnTo>
                      <a:pt x="0" y="15"/>
                    </a:lnTo>
                    <a:lnTo>
                      <a:pt x="110" y="15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1" name="Freeform 521"/>
              <p:cNvSpPr>
                <a:spLocks/>
              </p:cNvSpPr>
              <p:nvPr userDrawn="1"/>
            </p:nvSpPr>
            <p:spPr bwMode="auto">
              <a:xfrm>
                <a:off x="2354" y="1470"/>
                <a:ext cx="110" cy="15"/>
              </a:xfrm>
              <a:custGeom>
                <a:avLst/>
                <a:gdLst>
                  <a:gd name="T0" fmla="*/ 98 w 110"/>
                  <a:gd name="T1" fmla="*/ 0 h 15"/>
                  <a:gd name="T2" fmla="*/ 0 w 110"/>
                  <a:gd name="T3" fmla="*/ 15 h 15"/>
                  <a:gd name="T4" fmla="*/ 110 w 110"/>
                  <a:gd name="T5" fmla="*/ 15 h 15"/>
                  <a:gd name="T6" fmla="*/ 98 w 110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15">
                    <a:moveTo>
                      <a:pt x="98" y="0"/>
                    </a:moveTo>
                    <a:lnTo>
                      <a:pt x="0" y="15"/>
                    </a:lnTo>
                    <a:lnTo>
                      <a:pt x="110" y="15"/>
                    </a:lnTo>
                    <a:lnTo>
                      <a:pt x="9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2" name="Freeform 522"/>
              <p:cNvSpPr>
                <a:spLocks/>
              </p:cNvSpPr>
              <p:nvPr userDrawn="1"/>
            </p:nvSpPr>
            <p:spPr bwMode="auto">
              <a:xfrm>
                <a:off x="2285" y="1464"/>
                <a:ext cx="69" cy="21"/>
              </a:xfrm>
              <a:custGeom>
                <a:avLst/>
                <a:gdLst>
                  <a:gd name="T0" fmla="*/ 22 w 69"/>
                  <a:gd name="T1" fmla="*/ 0 h 21"/>
                  <a:gd name="T2" fmla="*/ 0 w 69"/>
                  <a:gd name="T3" fmla="*/ 20 h 21"/>
                  <a:gd name="T4" fmla="*/ 69 w 69"/>
                  <a:gd name="T5" fmla="*/ 21 h 21"/>
                  <a:gd name="T6" fmla="*/ 22 w 69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21">
                    <a:moveTo>
                      <a:pt x="22" y="0"/>
                    </a:moveTo>
                    <a:lnTo>
                      <a:pt x="0" y="20"/>
                    </a:lnTo>
                    <a:lnTo>
                      <a:pt x="69" y="21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3" name="Freeform 523"/>
              <p:cNvSpPr>
                <a:spLocks/>
              </p:cNvSpPr>
              <p:nvPr userDrawn="1"/>
            </p:nvSpPr>
            <p:spPr bwMode="auto">
              <a:xfrm>
                <a:off x="2285" y="1464"/>
                <a:ext cx="69" cy="21"/>
              </a:xfrm>
              <a:custGeom>
                <a:avLst/>
                <a:gdLst>
                  <a:gd name="T0" fmla="*/ 22 w 69"/>
                  <a:gd name="T1" fmla="*/ 0 h 21"/>
                  <a:gd name="T2" fmla="*/ 0 w 69"/>
                  <a:gd name="T3" fmla="*/ 20 h 21"/>
                  <a:gd name="T4" fmla="*/ 69 w 69"/>
                  <a:gd name="T5" fmla="*/ 21 h 21"/>
                  <a:gd name="T6" fmla="*/ 22 w 69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21">
                    <a:moveTo>
                      <a:pt x="22" y="0"/>
                    </a:moveTo>
                    <a:lnTo>
                      <a:pt x="0" y="20"/>
                    </a:lnTo>
                    <a:lnTo>
                      <a:pt x="69" y="21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4" name="Freeform 524"/>
              <p:cNvSpPr>
                <a:spLocks/>
              </p:cNvSpPr>
              <p:nvPr userDrawn="1"/>
            </p:nvSpPr>
            <p:spPr bwMode="auto">
              <a:xfrm>
                <a:off x="2209" y="1318"/>
                <a:ext cx="62" cy="101"/>
              </a:xfrm>
              <a:custGeom>
                <a:avLst/>
                <a:gdLst>
                  <a:gd name="T0" fmla="*/ 0 w 62"/>
                  <a:gd name="T1" fmla="*/ 0 h 101"/>
                  <a:gd name="T2" fmla="*/ 0 w 62"/>
                  <a:gd name="T3" fmla="*/ 101 h 101"/>
                  <a:gd name="T4" fmla="*/ 0 w 62"/>
                  <a:gd name="T5" fmla="*/ 46 h 101"/>
                  <a:gd name="T6" fmla="*/ 25 w 62"/>
                  <a:gd name="T7" fmla="*/ 82 h 101"/>
                  <a:gd name="T8" fmla="*/ 62 w 62"/>
                  <a:gd name="T9" fmla="*/ 51 h 101"/>
                  <a:gd name="T10" fmla="*/ 40 w 62"/>
                  <a:gd name="T11" fmla="*/ 32 h 101"/>
                  <a:gd name="T12" fmla="*/ 0 w 62"/>
                  <a:gd name="T13" fmla="*/ 46 h 101"/>
                  <a:gd name="T14" fmla="*/ 0 w 62"/>
                  <a:gd name="T1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101">
                    <a:moveTo>
                      <a:pt x="0" y="0"/>
                    </a:moveTo>
                    <a:lnTo>
                      <a:pt x="0" y="101"/>
                    </a:lnTo>
                    <a:lnTo>
                      <a:pt x="0" y="46"/>
                    </a:lnTo>
                    <a:lnTo>
                      <a:pt x="25" y="82"/>
                    </a:lnTo>
                    <a:lnTo>
                      <a:pt x="62" y="51"/>
                    </a:lnTo>
                    <a:lnTo>
                      <a:pt x="40" y="32"/>
                    </a:lnTo>
                    <a:lnTo>
                      <a:pt x="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5" name="Freeform 525"/>
              <p:cNvSpPr>
                <a:spLocks/>
              </p:cNvSpPr>
              <p:nvPr userDrawn="1"/>
            </p:nvSpPr>
            <p:spPr bwMode="auto">
              <a:xfrm>
                <a:off x="2209" y="1318"/>
                <a:ext cx="62" cy="101"/>
              </a:xfrm>
              <a:custGeom>
                <a:avLst/>
                <a:gdLst>
                  <a:gd name="T0" fmla="*/ 0 w 62"/>
                  <a:gd name="T1" fmla="*/ 0 h 101"/>
                  <a:gd name="T2" fmla="*/ 0 w 62"/>
                  <a:gd name="T3" fmla="*/ 101 h 101"/>
                  <a:gd name="T4" fmla="*/ 0 w 62"/>
                  <a:gd name="T5" fmla="*/ 46 h 101"/>
                  <a:gd name="T6" fmla="*/ 25 w 62"/>
                  <a:gd name="T7" fmla="*/ 82 h 101"/>
                  <a:gd name="T8" fmla="*/ 62 w 62"/>
                  <a:gd name="T9" fmla="*/ 51 h 101"/>
                  <a:gd name="T10" fmla="*/ 40 w 62"/>
                  <a:gd name="T11" fmla="*/ 32 h 101"/>
                  <a:gd name="T12" fmla="*/ 0 w 62"/>
                  <a:gd name="T13" fmla="*/ 46 h 101"/>
                  <a:gd name="T14" fmla="*/ 0 w 62"/>
                  <a:gd name="T1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101">
                    <a:moveTo>
                      <a:pt x="0" y="0"/>
                    </a:moveTo>
                    <a:lnTo>
                      <a:pt x="0" y="101"/>
                    </a:lnTo>
                    <a:lnTo>
                      <a:pt x="0" y="46"/>
                    </a:lnTo>
                    <a:lnTo>
                      <a:pt x="25" y="82"/>
                    </a:lnTo>
                    <a:lnTo>
                      <a:pt x="62" y="51"/>
                    </a:lnTo>
                    <a:lnTo>
                      <a:pt x="40" y="32"/>
                    </a:lnTo>
                    <a:lnTo>
                      <a:pt x="0" y="4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6" name="Freeform 526"/>
              <p:cNvSpPr>
                <a:spLocks/>
              </p:cNvSpPr>
              <p:nvPr userDrawn="1"/>
            </p:nvSpPr>
            <p:spPr bwMode="auto">
              <a:xfrm>
                <a:off x="2209" y="1250"/>
                <a:ext cx="72" cy="68"/>
              </a:xfrm>
              <a:custGeom>
                <a:avLst/>
                <a:gdLst>
                  <a:gd name="T0" fmla="*/ 0 w 72"/>
                  <a:gd name="T1" fmla="*/ 0 h 68"/>
                  <a:gd name="T2" fmla="*/ 0 w 72"/>
                  <a:gd name="T3" fmla="*/ 0 h 68"/>
                  <a:gd name="T4" fmla="*/ 0 w 72"/>
                  <a:gd name="T5" fmla="*/ 68 h 68"/>
                  <a:gd name="T6" fmla="*/ 0 w 72"/>
                  <a:gd name="T7" fmla="*/ 33 h 68"/>
                  <a:gd name="T8" fmla="*/ 25 w 72"/>
                  <a:gd name="T9" fmla="*/ 52 h 68"/>
                  <a:gd name="T10" fmla="*/ 72 w 72"/>
                  <a:gd name="T11" fmla="*/ 21 h 68"/>
                  <a:gd name="T12" fmla="*/ 0 w 72"/>
                  <a:gd name="T13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8">
                    <a:moveTo>
                      <a:pt x="0" y="0"/>
                    </a:moveTo>
                    <a:lnTo>
                      <a:pt x="0" y="0"/>
                    </a:lnTo>
                    <a:lnTo>
                      <a:pt x="0" y="68"/>
                    </a:lnTo>
                    <a:lnTo>
                      <a:pt x="0" y="33"/>
                    </a:lnTo>
                    <a:lnTo>
                      <a:pt x="25" y="52"/>
                    </a:lnTo>
                    <a:lnTo>
                      <a:pt x="72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7" name="Freeform 527"/>
              <p:cNvSpPr>
                <a:spLocks/>
              </p:cNvSpPr>
              <p:nvPr userDrawn="1"/>
            </p:nvSpPr>
            <p:spPr bwMode="auto">
              <a:xfrm>
                <a:off x="2209" y="1250"/>
                <a:ext cx="72" cy="68"/>
              </a:xfrm>
              <a:custGeom>
                <a:avLst/>
                <a:gdLst>
                  <a:gd name="T0" fmla="*/ 0 w 72"/>
                  <a:gd name="T1" fmla="*/ 0 h 68"/>
                  <a:gd name="T2" fmla="*/ 0 w 72"/>
                  <a:gd name="T3" fmla="*/ 0 h 68"/>
                  <a:gd name="T4" fmla="*/ 0 w 72"/>
                  <a:gd name="T5" fmla="*/ 68 h 68"/>
                  <a:gd name="T6" fmla="*/ 0 w 72"/>
                  <a:gd name="T7" fmla="*/ 33 h 68"/>
                  <a:gd name="T8" fmla="*/ 25 w 72"/>
                  <a:gd name="T9" fmla="*/ 52 h 68"/>
                  <a:gd name="T10" fmla="*/ 72 w 72"/>
                  <a:gd name="T11" fmla="*/ 21 h 68"/>
                  <a:gd name="T12" fmla="*/ 0 w 72"/>
                  <a:gd name="T13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8">
                    <a:moveTo>
                      <a:pt x="0" y="0"/>
                    </a:moveTo>
                    <a:lnTo>
                      <a:pt x="0" y="0"/>
                    </a:lnTo>
                    <a:lnTo>
                      <a:pt x="0" y="68"/>
                    </a:lnTo>
                    <a:lnTo>
                      <a:pt x="0" y="33"/>
                    </a:lnTo>
                    <a:lnTo>
                      <a:pt x="25" y="52"/>
                    </a:lnTo>
                    <a:lnTo>
                      <a:pt x="72" y="2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8" name="Freeform 528"/>
              <p:cNvSpPr>
                <a:spLocks/>
              </p:cNvSpPr>
              <p:nvPr userDrawn="1"/>
            </p:nvSpPr>
            <p:spPr bwMode="auto">
              <a:xfrm>
                <a:off x="2209" y="1400"/>
                <a:ext cx="53" cy="43"/>
              </a:xfrm>
              <a:custGeom>
                <a:avLst/>
                <a:gdLst>
                  <a:gd name="T0" fmla="*/ 25 w 53"/>
                  <a:gd name="T1" fmla="*/ 0 h 43"/>
                  <a:gd name="T2" fmla="*/ 0 w 53"/>
                  <a:gd name="T3" fmla="*/ 19 h 43"/>
                  <a:gd name="T4" fmla="*/ 53 w 53"/>
                  <a:gd name="T5" fmla="*/ 43 h 43"/>
                  <a:gd name="T6" fmla="*/ 25 w 53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43">
                    <a:moveTo>
                      <a:pt x="25" y="0"/>
                    </a:moveTo>
                    <a:lnTo>
                      <a:pt x="0" y="19"/>
                    </a:lnTo>
                    <a:lnTo>
                      <a:pt x="53" y="4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89" name="Freeform 529"/>
              <p:cNvSpPr>
                <a:spLocks/>
              </p:cNvSpPr>
              <p:nvPr userDrawn="1"/>
            </p:nvSpPr>
            <p:spPr bwMode="auto">
              <a:xfrm>
                <a:off x="2209" y="1400"/>
                <a:ext cx="53" cy="43"/>
              </a:xfrm>
              <a:custGeom>
                <a:avLst/>
                <a:gdLst>
                  <a:gd name="T0" fmla="*/ 25 w 53"/>
                  <a:gd name="T1" fmla="*/ 0 h 43"/>
                  <a:gd name="T2" fmla="*/ 0 w 53"/>
                  <a:gd name="T3" fmla="*/ 19 h 43"/>
                  <a:gd name="T4" fmla="*/ 53 w 53"/>
                  <a:gd name="T5" fmla="*/ 43 h 43"/>
                  <a:gd name="T6" fmla="*/ 25 w 53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43">
                    <a:moveTo>
                      <a:pt x="25" y="0"/>
                    </a:moveTo>
                    <a:lnTo>
                      <a:pt x="0" y="19"/>
                    </a:lnTo>
                    <a:lnTo>
                      <a:pt x="53" y="43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0" name="Freeform 530"/>
              <p:cNvSpPr>
                <a:spLocks/>
              </p:cNvSpPr>
              <p:nvPr userDrawn="1"/>
            </p:nvSpPr>
            <p:spPr bwMode="auto">
              <a:xfrm>
                <a:off x="2209" y="1419"/>
                <a:ext cx="53" cy="36"/>
              </a:xfrm>
              <a:custGeom>
                <a:avLst/>
                <a:gdLst>
                  <a:gd name="T0" fmla="*/ 0 w 53"/>
                  <a:gd name="T1" fmla="*/ 0 h 36"/>
                  <a:gd name="T2" fmla="*/ 0 w 53"/>
                  <a:gd name="T3" fmla="*/ 36 h 36"/>
                  <a:gd name="T4" fmla="*/ 53 w 53"/>
                  <a:gd name="T5" fmla="*/ 24 h 36"/>
                  <a:gd name="T6" fmla="*/ 0 w 53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6">
                    <a:moveTo>
                      <a:pt x="0" y="0"/>
                    </a:moveTo>
                    <a:lnTo>
                      <a:pt x="0" y="36"/>
                    </a:lnTo>
                    <a:lnTo>
                      <a:pt x="53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1" name="Freeform 531"/>
              <p:cNvSpPr>
                <a:spLocks/>
              </p:cNvSpPr>
              <p:nvPr userDrawn="1"/>
            </p:nvSpPr>
            <p:spPr bwMode="auto">
              <a:xfrm>
                <a:off x="2209" y="1419"/>
                <a:ext cx="53" cy="36"/>
              </a:xfrm>
              <a:custGeom>
                <a:avLst/>
                <a:gdLst>
                  <a:gd name="T0" fmla="*/ 0 w 53"/>
                  <a:gd name="T1" fmla="*/ 0 h 36"/>
                  <a:gd name="T2" fmla="*/ 0 w 53"/>
                  <a:gd name="T3" fmla="*/ 36 h 36"/>
                  <a:gd name="T4" fmla="*/ 53 w 53"/>
                  <a:gd name="T5" fmla="*/ 24 h 36"/>
                  <a:gd name="T6" fmla="*/ 0 w 53"/>
                  <a:gd name="T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6">
                    <a:moveTo>
                      <a:pt x="0" y="0"/>
                    </a:moveTo>
                    <a:lnTo>
                      <a:pt x="0" y="36"/>
                    </a:lnTo>
                    <a:lnTo>
                      <a:pt x="53" y="2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2" name="Freeform 532"/>
              <p:cNvSpPr>
                <a:spLocks/>
              </p:cNvSpPr>
              <p:nvPr userDrawn="1"/>
            </p:nvSpPr>
            <p:spPr bwMode="auto">
              <a:xfrm>
                <a:off x="2209" y="1364"/>
                <a:ext cx="25" cy="55"/>
              </a:xfrm>
              <a:custGeom>
                <a:avLst/>
                <a:gdLst>
                  <a:gd name="T0" fmla="*/ 0 w 25"/>
                  <a:gd name="T1" fmla="*/ 0 h 55"/>
                  <a:gd name="T2" fmla="*/ 0 w 25"/>
                  <a:gd name="T3" fmla="*/ 55 h 55"/>
                  <a:gd name="T4" fmla="*/ 25 w 25"/>
                  <a:gd name="T5" fmla="*/ 36 h 55"/>
                  <a:gd name="T6" fmla="*/ 0 w 25"/>
                  <a:gd name="T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55">
                    <a:moveTo>
                      <a:pt x="0" y="0"/>
                    </a:moveTo>
                    <a:lnTo>
                      <a:pt x="0" y="55"/>
                    </a:lnTo>
                    <a:lnTo>
                      <a:pt x="25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3" name="Freeform 533"/>
              <p:cNvSpPr>
                <a:spLocks/>
              </p:cNvSpPr>
              <p:nvPr userDrawn="1"/>
            </p:nvSpPr>
            <p:spPr bwMode="auto">
              <a:xfrm>
                <a:off x="2209" y="1364"/>
                <a:ext cx="25" cy="55"/>
              </a:xfrm>
              <a:custGeom>
                <a:avLst/>
                <a:gdLst>
                  <a:gd name="T0" fmla="*/ 0 w 25"/>
                  <a:gd name="T1" fmla="*/ 0 h 55"/>
                  <a:gd name="T2" fmla="*/ 0 w 25"/>
                  <a:gd name="T3" fmla="*/ 55 h 55"/>
                  <a:gd name="T4" fmla="*/ 25 w 25"/>
                  <a:gd name="T5" fmla="*/ 36 h 55"/>
                  <a:gd name="T6" fmla="*/ 0 w 25"/>
                  <a:gd name="T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55">
                    <a:moveTo>
                      <a:pt x="0" y="0"/>
                    </a:moveTo>
                    <a:lnTo>
                      <a:pt x="0" y="55"/>
                    </a:lnTo>
                    <a:lnTo>
                      <a:pt x="25" y="3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4" name="Freeform 534"/>
              <p:cNvSpPr>
                <a:spLocks noEditPoints="1"/>
              </p:cNvSpPr>
              <p:nvPr userDrawn="1"/>
            </p:nvSpPr>
            <p:spPr bwMode="auto">
              <a:xfrm>
                <a:off x="2262" y="1393"/>
                <a:ext cx="122" cy="92"/>
              </a:xfrm>
              <a:custGeom>
                <a:avLst/>
                <a:gdLst>
                  <a:gd name="T0" fmla="*/ 21 w 122"/>
                  <a:gd name="T1" fmla="*/ 91 h 92"/>
                  <a:gd name="T2" fmla="*/ 21 w 122"/>
                  <a:gd name="T3" fmla="*/ 92 h 92"/>
                  <a:gd name="T4" fmla="*/ 23 w 122"/>
                  <a:gd name="T5" fmla="*/ 91 h 92"/>
                  <a:gd name="T6" fmla="*/ 21 w 122"/>
                  <a:gd name="T7" fmla="*/ 91 h 92"/>
                  <a:gd name="T8" fmla="*/ 122 w 122"/>
                  <a:gd name="T9" fmla="*/ 0 h 92"/>
                  <a:gd name="T10" fmla="*/ 0 w 122"/>
                  <a:gd name="T11" fmla="*/ 50 h 92"/>
                  <a:gd name="T12" fmla="*/ 45 w 122"/>
                  <a:gd name="T13" fmla="*/ 71 h 92"/>
                  <a:gd name="T14" fmla="*/ 122 w 122"/>
                  <a:gd name="T15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2" h="92">
                    <a:moveTo>
                      <a:pt x="21" y="91"/>
                    </a:moveTo>
                    <a:lnTo>
                      <a:pt x="21" y="92"/>
                    </a:lnTo>
                    <a:lnTo>
                      <a:pt x="23" y="91"/>
                    </a:lnTo>
                    <a:lnTo>
                      <a:pt x="21" y="91"/>
                    </a:lnTo>
                    <a:close/>
                    <a:moveTo>
                      <a:pt x="122" y="0"/>
                    </a:moveTo>
                    <a:lnTo>
                      <a:pt x="0" y="50"/>
                    </a:lnTo>
                    <a:lnTo>
                      <a:pt x="45" y="71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5" name="Freeform 535"/>
              <p:cNvSpPr>
                <a:spLocks noEditPoints="1"/>
              </p:cNvSpPr>
              <p:nvPr userDrawn="1"/>
            </p:nvSpPr>
            <p:spPr bwMode="auto">
              <a:xfrm>
                <a:off x="2262" y="1393"/>
                <a:ext cx="122" cy="92"/>
              </a:xfrm>
              <a:custGeom>
                <a:avLst/>
                <a:gdLst>
                  <a:gd name="T0" fmla="*/ 21 w 122"/>
                  <a:gd name="T1" fmla="*/ 91 h 92"/>
                  <a:gd name="T2" fmla="*/ 21 w 122"/>
                  <a:gd name="T3" fmla="*/ 92 h 92"/>
                  <a:gd name="T4" fmla="*/ 23 w 122"/>
                  <a:gd name="T5" fmla="*/ 91 h 92"/>
                  <a:gd name="T6" fmla="*/ 21 w 122"/>
                  <a:gd name="T7" fmla="*/ 91 h 92"/>
                  <a:gd name="T8" fmla="*/ 122 w 122"/>
                  <a:gd name="T9" fmla="*/ 0 h 92"/>
                  <a:gd name="T10" fmla="*/ 0 w 122"/>
                  <a:gd name="T11" fmla="*/ 50 h 92"/>
                  <a:gd name="T12" fmla="*/ 45 w 122"/>
                  <a:gd name="T13" fmla="*/ 71 h 92"/>
                  <a:gd name="T14" fmla="*/ 122 w 122"/>
                  <a:gd name="T15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2" h="92">
                    <a:moveTo>
                      <a:pt x="21" y="91"/>
                    </a:moveTo>
                    <a:lnTo>
                      <a:pt x="21" y="92"/>
                    </a:lnTo>
                    <a:lnTo>
                      <a:pt x="23" y="91"/>
                    </a:lnTo>
                    <a:lnTo>
                      <a:pt x="21" y="91"/>
                    </a:lnTo>
                    <a:moveTo>
                      <a:pt x="122" y="0"/>
                    </a:moveTo>
                    <a:lnTo>
                      <a:pt x="0" y="50"/>
                    </a:lnTo>
                    <a:lnTo>
                      <a:pt x="45" y="71"/>
                    </a:lnTo>
                    <a:lnTo>
                      <a:pt x="1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6" name="Freeform 536"/>
              <p:cNvSpPr>
                <a:spLocks/>
              </p:cNvSpPr>
              <p:nvPr userDrawn="1"/>
            </p:nvSpPr>
            <p:spPr bwMode="auto">
              <a:xfrm>
                <a:off x="2262" y="1443"/>
                <a:ext cx="45" cy="41"/>
              </a:xfrm>
              <a:custGeom>
                <a:avLst/>
                <a:gdLst>
                  <a:gd name="T0" fmla="*/ 0 w 45"/>
                  <a:gd name="T1" fmla="*/ 0 h 41"/>
                  <a:gd name="T2" fmla="*/ 21 w 45"/>
                  <a:gd name="T3" fmla="*/ 41 h 41"/>
                  <a:gd name="T4" fmla="*/ 23 w 45"/>
                  <a:gd name="T5" fmla="*/ 41 h 41"/>
                  <a:gd name="T6" fmla="*/ 45 w 45"/>
                  <a:gd name="T7" fmla="*/ 21 h 41"/>
                  <a:gd name="T8" fmla="*/ 0 w 45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1">
                    <a:moveTo>
                      <a:pt x="0" y="0"/>
                    </a:moveTo>
                    <a:lnTo>
                      <a:pt x="21" y="41"/>
                    </a:lnTo>
                    <a:lnTo>
                      <a:pt x="23" y="41"/>
                    </a:lnTo>
                    <a:lnTo>
                      <a:pt x="45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7" name="Freeform 537"/>
              <p:cNvSpPr>
                <a:spLocks/>
              </p:cNvSpPr>
              <p:nvPr userDrawn="1"/>
            </p:nvSpPr>
            <p:spPr bwMode="auto">
              <a:xfrm>
                <a:off x="2262" y="1443"/>
                <a:ext cx="45" cy="41"/>
              </a:xfrm>
              <a:custGeom>
                <a:avLst/>
                <a:gdLst>
                  <a:gd name="T0" fmla="*/ 0 w 45"/>
                  <a:gd name="T1" fmla="*/ 0 h 41"/>
                  <a:gd name="T2" fmla="*/ 21 w 45"/>
                  <a:gd name="T3" fmla="*/ 41 h 41"/>
                  <a:gd name="T4" fmla="*/ 23 w 45"/>
                  <a:gd name="T5" fmla="*/ 41 h 41"/>
                  <a:gd name="T6" fmla="*/ 45 w 45"/>
                  <a:gd name="T7" fmla="*/ 21 h 41"/>
                  <a:gd name="T8" fmla="*/ 0 w 45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41">
                    <a:moveTo>
                      <a:pt x="0" y="0"/>
                    </a:moveTo>
                    <a:lnTo>
                      <a:pt x="21" y="41"/>
                    </a:lnTo>
                    <a:lnTo>
                      <a:pt x="23" y="41"/>
                    </a:lnTo>
                    <a:lnTo>
                      <a:pt x="45" y="2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8" name="Freeform 538"/>
              <p:cNvSpPr>
                <a:spLocks/>
              </p:cNvSpPr>
              <p:nvPr userDrawn="1"/>
            </p:nvSpPr>
            <p:spPr bwMode="auto">
              <a:xfrm>
                <a:off x="2620" y="1434"/>
                <a:ext cx="106" cy="51"/>
              </a:xfrm>
              <a:custGeom>
                <a:avLst/>
                <a:gdLst>
                  <a:gd name="T0" fmla="*/ 53 w 106"/>
                  <a:gd name="T1" fmla="*/ 0 h 51"/>
                  <a:gd name="T2" fmla="*/ 0 w 106"/>
                  <a:gd name="T3" fmla="*/ 36 h 51"/>
                  <a:gd name="T4" fmla="*/ 71 w 106"/>
                  <a:gd name="T5" fmla="*/ 51 h 51"/>
                  <a:gd name="T6" fmla="*/ 106 w 106"/>
                  <a:gd name="T7" fmla="*/ 27 h 51"/>
                  <a:gd name="T8" fmla="*/ 53 w 106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51">
                    <a:moveTo>
                      <a:pt x="53" y="0"/>
                    </a:moveTo>
                    <a:lnTo>
                      <a:pt x="0" y="36"/>
                    </a:lnTo>
                    <a:lnTo>
                      <a:pt x="71" y="51"/>
                    </a:lnTo>
                    <a:lnTo>
                      <a:pt x="106" y="27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899" name="Freeform 539"/>
              <p:cNvSpPr>
                <a:spLocks/>
              </p:cNvSpPr>
              <p:nvPr userDrawn="1"/>
            </p:nvSpPr>
            <p:spPr bwMode="auto">
              <a:xfrm>
                <a:off x="2620" y="1434"/>
                <a:ext cx="106" cy="51"/>
              </a:xfrm>
              <a:custGeom>
                <a:avLst/>
                <a:gdLst>
                  <a:gd name="T0" fmla="*/ 53 w 106"/>
                  <a:gd name="T1" fmla="*/ 0 h 51"/>
                  <a:gd name="T2" fmla="*/ 0 w 106"/>
                  <a:gd name="T3" fmla="*/ 36 h 51"/>
                  <a:gd name="T4" fmla="*/ 71 w 106"/>
                  <a:gd name="T5" fmla="*/ 51 h 51"/>
                  <a:gd name="T6" fmla="*/ 106 w 106"/>
                  <a:gd name="T7" fmla="*/ 27 h 51"/>
                  <a:gd name="T8" fmla="*/ 53 w 106"/>
                  <a:gd name="T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51">
                    <a:moveTo>
                      <a:pt x="53" y="0"/>
                    </a:moveTo>
                    <a:lnTo>
                      <a:pt x="0" y="36"/>
                    </a:lnTo>
                    <a:lnTo>
                      <a:pt x="71" y="51"/>
                    </a:lnTo>
                    <a:lnTo>
                      <a:pt x="106" y="27"/>
                    </a:lnTo>
                    <a:lnTo>
                      <a:pt x="5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0" name="Freeform 540"/>
              <p:cNvSpPr>
                <a:spLocks/>
              </p:cNvSpPr>
              <p:nvPr userDrawn="1"/>
            </p:nvSpPr>
            <p:spPr bwMode="auto">
              <a:xfrm>
                <a:off x="2691" y="1461"/>
                <a:ext cx="80" cy="24"/>
              </a:xfrm>
              <a:custGeom>
                <a:avLst/>
                <a:gdLst>
                  <a:gd name="T0" fmla="*/ 35 w 80"/>
                  <a:gd name="T1" fmla="*/ 0 h 24"/>
                  <a:gd name="T2" fmla="*/ 0 w 80"/>
                  <a:gd name="T3" fmla="*/ 24 h 24"/>
                  <a:gd name="T4" fmla="*/ 80 w 80"/>
                  <a:gd name="T5" fmla="*/ 24 h 24"/>
                  <a:gd name="T6" fmla="*/ 35 w 80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0" h="24">
                    <a:moveTo>
                      <a:pt x="35" y="0"/>
                    </a:moveTo>
                    <a:lnTo>
                      <a:pt x="0" y="24"/>
                    </a:lnTo>
                    <a:lnTo>
                      <a:pt x="80" y="2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1" name="Freeform 541"/>
              <p:cNvSpPr>
                <a:spLocks/>
              </p:cNvSpPr>
              <p:nvPr userDrawn="1"/>
            </p:nvSpPr>
            <p:spPr bwMode="auto">
              <a:xfrm>
                <a:off x="2691" y="1461"/>
                <a:ext cx="80" cy="24"/>
              </a:xfrm>
              <a:custGeom>
                <a:avLst/>
                <a:gdLst>
                  <a:gd name="T0" fmla="*/ 35 w 80"/>
                  <a:gd name="T1" fmla="*/ 0 h 24"/>
                  <a:gd name="T2" fmla="*/ 0 w 80"/>
                  <a:gd name="T3" fmla="*/ 24 h 24"/>
                  <a:gd name="T4" fmla="*/ 80 w 80"/>
                  <a:gd name="T5" fmla="*/ 24 h 24"/>
                  <a:gd name="T6" fmla="*/ 35 w 80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0" h="24">
                    <a:moveTo>
                      <a:pt x="35" y="0"/>
                    </a:moveTo>
                    <a:lnTo>
                      <a:pt x="0" y="24"/>
                    </a:lnTo>
                    <a:lnTo>
                      <a:pt x="80" y="24"/>
                    </a:lnTo>
                    <a:lnTo>
                      <a:pt x="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2" name="Freeform 542"/>
              <p:cNvSpPr>
                <a:spLocks/>
              </p:cNvSpPr>
              <p:nvPr userDrawn="1"/>
            </p:nvSpPr>
            <p:spPr bwMode="auto">
              <a:xfrm>
                <a:off x="2598" y="1470"/>
                <a:ext cx="93" cy="15"/>
              </a:xfrm>
              <a:custGeom>
                <a:avLst/>
                <a:gdLst>
                  <a:gd name="T0" fmla="*/ 22 w 93"/>
                  <a:gd name="T1" fmla="*/ 0 h 15"/>
                  <a:gd name="T2" fmla="*/ 0 w 93"/>
                  <a:gd name="T3" fmla="*/ 15 h 15"/>
                  <a:gd name="T4" fmla="*/ 93 w 93"/>
                  <a:gd name="T5" fmla="*/ 15 h 15"/>
                  <a:gd name="T6" fmla="*/ 22 w 93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3" h="15">
                    <a:moveTo>
                      <a:pt x="22" y="0"/>
                    </a:moveTo>
                    <a:lnTo>
                      <a:pt x="0" y="15"/>
                    </a:lnTo>
                    <a:lnTo>
                      <a:pt x="93" y="15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3" name="Freeform 543"/>
              <p:cNvSpPr>
                <a:spLocks/>
              </p:cNvSpPr>
              <p:nvPr userDrawn="1"/>
            </p:nvSpPr>
            <p:spPr bwMode="auto">
              <a:xfrm>
                <a:off x="2598" y="1470"/>
                <a:ext cx="93" cy="15"/>
              </a:xfrm>
              <a:custGeom>
                <a:avLst/>
                <a:gdLst>
                  <a:gd name="T0" fmla="*/ 22 w 93"/>
                  <a:gd name="T1" fmla="*/ 0 h 15"/>
                  <a:gd name="T2" fmla="*/ 0 w 93"/>
                  <a:gd name="T3" fmla="*/ 15 h 15"/>
                  <a:gd name="T4" fmla="*/ 93 w 93"/>
                  <a:gd name="T5" fmla="*/ 15 h 15"/>
                  <a:gd name="T6" fmla="*/ 22 w 93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3" h="15">
                    <a:moveTo>
                      <a:pt x="22" y="0"/>
                    </a:moveTo>
                    <a:lnTo>
                      <a:pt x="0" y="15"/>
                    </a:lnTo>
                    <a:lnTo>
                      <a:pt x="93" y="15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4" name="Freeform 544"/>
              <p:cNvSpPr>
                <a:spLocks/>
              </p:cNvSpPr>
              <p:nvPr userDrawn="1"/>
            </p:nvSpPr>
            <p:spPr bwMode="auto">
              <a:xfrm>
                <a:off x="3266" y="1153"/>
                <a:ext cx="2" cy="14"/>
              </a:xfrm>
              <a:custGeom>
                <a:avLst/>
                <a:gdLst>
                  <a:gd name="T0" fmla="*/ 1 w 2"/>
                  <a:gd name="T1" fmla="*/ 0 h 14"/>
                  <a:gd name="T2" fmla="*/ 0 w 2"/>
                  <a:gd name="T3" fmla="*/ 4 h 14"/>
                  <a:gd name="T4" fmla="*/ 2 w 2"/>
                  <a:gd name="T5" fmla="*/ 14 h 14"/>
                  <a:gd name="T6" fmla="*/ 1 w 2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4">
                    <a:moveTo>
                      <a:pt x="1" y="0"/>
                    </a:moveTo>
                    <a:lnTo>
                      <a:pt x="0" y="4"/>
                    </a:lnTo>
                    <a:lnTo>
                      <a:pt x="2" y="1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5" name="Freeform 545"/>
              <p:cNvSpPr>
                <a:spLocks/>
              </p:cNvSpPr>
              <p:nvPr userDrawn="1"/>
            </p:nvSpPr>
            <p:spPr bwMode="auto">
              <a:xfrm>
                <a:off x="3266" y="1153"/>
                <a:ext cx="2" cy="14"/>
              </a:xfrm>
              <a:custGeom>
                <a:avLst/>
                <a:gdLst>
                  <a:gd name="T0" fmla="*/ 1 w 2"/>
                  <a:gd name="T1" fmla="*/ 0 h 14"/>
                  <a:gd name="T2" fmla="*/ 0 w 2"/>
                  <a:gd name="T3" fmla="*/ 4 h 14"/>
                  <a:gd name="T4" fmla="*/ 2 w 2"/>
                  <a:gd name="T5" fmla="*/ 14 h 14"/>
                  <a:gd name="T6" fmla="*/ 1 w 2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4">
                    <a:moveTo>
                      <a:pt x="1" y="0"/>
                    </a:moveTo>
                    <a:lnTo>
                      <a:pt x="0" y="4"/>
                    </a:lnTo>
                    <a:lnTo>
                      <a:pt x="2" y="14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6" name="Freeform 546"/>
              <p:cNvSpPr>
                <a:spLocks/>
              </p:cNvSpPr>
              <p:nvPr userDrawn="1"/>
            </p:nvSpPr>
            <p:spPr bwMode="auto">
              <a:xfrm>
                <a:off x="3244" y="1157"/>
                <a:ext cx="28" cy="72"/>
              </a:xfrm>
              <a:custGeom>
                <a:avLst/>
                <a:gdLst>
                  <a:gd name="T0" fmla="*/ 22 w 28"/>
                  <a:gd name="T1" fmla="*/ 0 h 72"/>
                  <a:gd name="T2" fmla="*/ 0 w 28"/>
                  <a:gd name="T3" fmla="*/ 72 h 72"/>
                  <a:gd name="T4" fmla="*/ 28 w 28"/>
                  <a:gd name="T5" fmla="*/ 40 h 72"/>
                  <a:gd name="T6" fmla="*/ 24 w 28"/>
                  <a:gd name="T7" fmla="*/ 10 h 72"/>
                  <a:gd name="T8" fmla="*/ 22 w 28"/>
                  <a:gd name="T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72">
                    <a:moveTo>
                      <a:pt x="22" y="0"/>
                    </a:moveTo>
                    <a:lnTo>
                      <a:pt x="0" y="72"/>
                    </a:lnTo>
                    <a:lnTo>
                      <a:pt x="28" y="40"/>
                    </a:lnTo>
                    <a:lnTo>
                      <a:pt x="24" y="1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7" name="Freeform 547"/>
              <p:cNvSpPr>
                <a:spLocks/>
              </p:cNvSpPr>
              <p:nvPr userDrawn="1"/>
            </p:nvSpPr>
            <p:spPr bwMode="auto">
              <a:xfrm>
                <a:off x="3244" y="1157"/>
                <a:ext cx="28" cy="72"/>
              </a:xfrm>
              <a:custGeom>
                <a:avLst/>
                <a:gdLst>
                  <a:gd name="T0" fmla="*/ 22 w 28"/>
                  <a:gd name="T1" fmla="*/ 0 h 72"/>
                  <a:gd name="T2" fmla="*/ 0 w 28"/>
                  <a:gd name="T3" fmla="*/ 72 h 72"/>
                  <a:gd name="T4" fmla="*/ 28 w 28"/>
                  <a:gd name="T5" fmla="*/ 40 h 72"/>
                  <a:gd name="T6" fmla="*/ 24 w 28"/>
                  <a:gd name="T7" fmla="*/ 10 h 72"/>
                  <a:gd name="T8" fmla="*/ 22 w 28"/>
                  <a:gd name="T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72">
                    <a:moveTo>
                      <a:pt x="22" y="0"/>
                    </a:moveTo>
                    <a:lnTo>
                      <a:pt x="0" y="72"/>
                    </a:lnTo>
                    <a:lnTo>
                      <a:pt x="28" y="40"/>
                    </a:lnTo>
                    <a:lnTo>
                      <a:pt x="24" y="10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8" name="Freeform 548"/>
              <p:cNvSpPr>
                <a:spLocks/>
              </p:cNvSpPr>
              <p:nvPr userDrawn="1"/>
            </p:nvSpPr>
            <p:spPr bwMode="auto">
              <a:xfrm>
                <a:off x="3244" y="1197"/>
                <a:ext cx="31" cy="32"/>
              </a:xfrm>
              <a:custGeom>
                <a:avLst/>
                <a:gdLst>
                  <a:gd name="T0" fmla="*/ 28 w 31"/>
                  <a:gd name="T1" fmla="*/ 0 h 32"/>
                  <a:gd name="T2" fmla="*/ 0 w 31"/>
                  <a:gd name="T3" fmla="*/ 32 h 32"/>
                  <a:gd name="T4" fmla="*/ 31 w 31"/>
                  <a:gd name="T5" fmla="*/ 32 h 32"/>
                  <a:gd name="T6" fmla="*/ 28 w 31"/>
                  <a:gd name="T7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32">
                    <a:moveTo>
                      <a:pt x="28" y="0"/>
                    </a:moveTo>
                    <a:lnTo>
                      <a:pt x="0" y="32"/>
                    </a:lnTo>
                    <a:lnTo>
                      <a:pt x="31" y="32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09" name="Freeform 549"/>
              <p:cNvSpPr>
                <a:spLocks/>
              </p:cNvSpPr>
              <p:nvPr userDrawn="1"/>
            </p:nvSpPr>
            <p:spPr bwMode="auto">
              <a:xfrm>
                <a:off x="3244" y="1197"/>
                <a:ext cx="31" cy="32"/>
              </a:xfrm>
              <a:custGeom>
                <a:avLst/>
                <a:gdLst>
                  <a:gd name="T0" fmla="*/ 28 w 31"/>
                  <a:gd name="T1" fmla="*/ 0 h 32"/>
                  <a:gd name="T2" fmla="*/ 0 w 31"/>
                  <a:gd name="T3" fmla="*/ 32 h 32"/>
                  <a:gd name="T4" fmla="*/ 31 w 31"/>
                  <a:gd name="T5" fmla="*/ 32 h 32"/>
                  <a:gd name="T6" fmla="*/ 28 w 31"/>
                  <a:gd name="T7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32">
                    <a:moveTo>
                      <a:pt x="28" y="0"/>
                    </a:moveTo>
                    <a:lnTo>
                      <a:pt x="0" y="32"/>
                    </a:lnTo>
                    <a:lnTo>
                      <a:pt x="31" y="32"/>
                    </a:lnTo>
                    <a:lnTo>
                      <a:pt x="2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0" name="Freeform 550"/>
              <p:cNvSpPr>
                <a:spLocks noEditPoints="1"/>
              </p:cNvSpPr>
              <p:nvPr userDrawn="1"/>
            </p:nvSpPr>
            <p:spPr bwMode="auto">
              <a:xfrm>
                <a:off x="3194" y="1283"/>
                <a:ext cx="76" cy="67"/>
              </a:xfrm>
              <a:custGeom>
                <a:avLst/>
                <a:gdLst>
                  <a:gd name="T0" fmla="*/ 73 w 76"/>
                  <a:gd name="T1" fmla="*/ 16 h 67"/>
                  <a:gd name="T2" fmla="*/ 68 w 76"/>
                  <a:gd name="T3" fmla="*/ 35 h 67"/>
                  <a:gd name="T4" fmla="*/ 76 w 76"/>
                  <a:gd name="T5" fmla="*/ 16 h 67"/>
                  <a:gd name="T6" fmla="*/ 73 w 76"/>
                  <a:gd name="T7" fmla="*/ 16 h 67"/>
                  <a:gd name="T8" fmla="*/ 0 w 76"/>
                  <a:gd name="T9" fmla="*/ 0 h 67"/>
                  <a:gd name="T10" fmla="*/ 20 w 76"/>
                  <a:gd name="T11" fmla="*/ 63 h 67"/>
                  <a:gd name="T12" fmla="*/ 27 w 76"/>
                  <a:gd name="T13" fmla="*/ 51 h 67"/>
                  <a:gd name="T14" fmla="*/ 53 w 76"/>
                  <a:gd name="T15" fmla="*/ 67 h 67"/>
                  <a:gd name="T16" fmla="*/ 56 w 76"/>
                  <a:gd name="T17" fmla="*/ 62 h 67"/>
                  <a:gd name="T18" fmla="*/ 45 w 76"/>
                  <a:gd name="T19" fmla="*/ 10 h 67"/>
                  <a:gd name="T20" fmla="*/ 0 w 76"/>
                  <a:gd name="T2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67">
                    <a:moveTo>
                      <a:pt x="73" y="16"/>
                    </a:moveTo>
                    <a:lnTo>
                      <a:pt x="68" y="35"/>
                    </a:lnTo>
                    <a:lnTo>
                      <a:pt x="76" y="16"/>
                    </a:lnTo>
                    <a:lnTo>
                      <a:pt x="73" y="16"/>
                    </a:lnTo>
                    <a:close/>
                    <a:moveTo>
                      <a:pt x="0" y="0"/>
                    </a:moveTo>
                    <a:lnTo>
                      <a:pt x="20" y="63"/>
                    </a:lnTo>
                    <a:lnTo>
                      <a:pt x="27" y="51"/>
                    </a:lnTo>
                    <a:lnTo>
                      <a:pt x="53" y="67"/>
                    </a:lnTo>
                    <a:lnTo>
                      <a:pt x="56" y="62"/>
                    </a:lnTo>
                    <a:lnTo>
                      <a:pt x="45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1" name="Freeform 551"/>
              <p:cNvSpPr>
                <a:spLocks noEditPoints="1"/>
              </p:cNvSpPr>
              <p:nvPr userDrawn="1"/>
            </p:nvSpPr>
            <p:spPr bwMode="auto">
              <a:xfrm>
                <a:off x="3194" y="1283"/>
                <a:ext cx="76" cy="67"/>
              </a:xfrm>
              <a:custGeom>
                <a:avLst/>
                <a:gdLst>
                  <a:gd name="T0" fmla="*/ 73 w 76"/>
                  <a:gd name="T1" fmla="*/ 16 h 67"/>
                  <a:gd name="T2" fmla="*/ 68 w 76"/>
                  <a:gd name="T3" fmla="*/ 35 h 67"/>
                  <a:gd name="T4" fmla="*/ 76 w 76"/>
                  <a:gd name="T5" fmla="*/ 16 h 67"/>
                  <a:gd name="T6" fmla="*/ 73 w 76"/>
                  <a:gd name="T7" fmla="*/ 16 h 67"/>
                  <a:gd name="T8" fmla="*/ 0 w 76"/>
                  <a:gd name="T9" fmla="*/ 0 h 67"/>
                  <a:gd name="T10" fmla="*/ 20 w 76"/>
                  <a:gd name="T11" fmla="*/ 63 h 67"/>
                  <a:gd name="T12" fmla="*/ 27 w 76"/>
                  <a:gd name="T13" fmla="*/ 51 h 67"/>
                  <a:gd name="T14" fmla="*/ 53 w 76"/>
                  <a:gd name="T15" fmla="*/ 67 h 67"/>
                  <a:gd name="T16" fmla="*/ 56 w 76"/>
                  <a:gd name="T17" fmla="*/ 62 h 67"/>
                  <a:gd name="T18" fmla="*/ 45 w 76"/>
                  <a:gd name="T19" fmla="*/ 10 h 67"/>
                  <a:gd name="T20" fmla="*/ 0 w 76"/>
                  <a:gd name="T2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6" h="67">
                    <a:moveTo>
                      <a:pt x="73" y="16"/>
                    </a:moveTo>
                    <a:lnTo>
                      <a:pt x="68" y="35"/>
                    </a:lnTo>
                    <a:lnTo>
                      <a:pt x="76" y="16"/>
                    </a:lnTo>
                    <a:lnTo>
                      <a:pt x="73" y="16"/>
                    </a:lnTo>
                    <a:moveTo>
                      <a:pt x="0" y="0"/>
                    </a:moveTo>
                    <a:lnTo>
                      <a:pt x="20" y="63"/>
                    </a:lnTo>
                    <a:lnTo>
                      <a:pt x="27" y="51"/>
                    </a:lnTo>
                    <a:lnTo>
                      <a:pt x="53" y="67"/>
                    </a:lnTo>
                    <a:lnTo>
                      <a:pt x="56" y="62"/>
                    </a:lnTo>
                    <a:lnTo>
                      <a:pt x="45" y="1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2" name="Freeform 552"/>
              <p:cNvSpPr>
                <a:spLocks/>
              </p:cNvSpPr>
              <p:nvPr userDrawn="1"/>
            </p:nvSpPr>
            <p:spPr bwMode="auto">
              <a:xfrm>
                <a:off x="3239" y="1293"/>
                <a:ext cx="28" cy="52"/>
              </a:xfrm>
              <a:custGeom>
                <a:avLst/>
                <a:gdLst>
                  <a:gd name="T0" fmla="*/ 0 w 28"/>
                  <a:gd name="T1" fmla="*/ 0 h 52"/>
                  <a:gd name="T2" fmla="*/ 11 w 28"/>
                  <a:gd name="T3" fmla="*/ 52 h 52"/>
                  <a:gd name="T4" fmla="*/ 23 w 28"/>
                  <a:gd name="T5" fmla="*/ 25 h 52"/>
                  <a:gd name="T6" fmla="*/ 28 w 28"/>
                  <a:gd name="T7" fmla="*/ 6 h 52"/>
                  <a:gd name="T8" fmla="*/ 0 w 28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52">
                    <a:moveTo>
                      <a:pt x="0" y="0"/>
                    </a:moveTo>
                    <a:lnTo>
                      <a:pt x="11" y="52"/>
                    </a:lnTo>
                    <a:lnTo>
                      <a:pt x="23" y="25"/>
                    </a:lnTo>
                    <a:lnTo>
                      <a:pt x="28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3" name="Freeform 553"/>
              <p:cNvSpPr>
                <a:spLocks/>
              </p:cNvSpPr>
              <p:nvPr userDrawn="1"/>
            </p:nvSpPr>
            <p:spPr bwMode="auto">
              <a:xfrm>
                <a:off x="3239" y="1293"/>
                <a:ext cx="28" cy="52"/>
              </a:xfrm>
              <a:custGeom>
                <a:avLst/>
                <a:gdLst>
                  <a:gd name="T0" fmla="*/ 0 w 28"/>
                  <a:gd name="T1" fmla="*/ 0 h 52"/>
                  <a:gd name="T2" fmla="*/ 11 w 28"/>
                  <a:gd name="T3" fmla="*/ 52 h 52"/>
                  <a:gd name="T4" fmla="*/ 23 w 28"/>
                  <a:gd name="T5" fmla="*/ 25 h 52"/>
                  <a:gd name="T6" fmla="*/ 28 w 28"/>
                  <a:gd name="T7" fmla="*/ 6 h 52"/>
                  <a:gd name="T8" fmla="*/ 0 w 28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52">
                    <a:moveTo>
                      <a:pt x="0" y="0"/>
                    </a:moveTo>
                    <a:lnTo>
                      <a:pt x="11" y="52"/>
                    </a:lnTo>
                    <a:lnTo>
                      <a:pt x="23" y="25"/>
                    </a:lnTo>
                    <a:lnTo>
                      <a:pt x="28" y="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4" name="Freeform 554"/>
              <p:cNvSpPr>
                <a:spLocks/>
              </p:cNvSpPr>
              <p:nvPr userDrawn="1"/>
            </p:nvSpPr>
            <p:spPr bwMode="auto">
              <a:xfrm>
                <a:off x="3226" y="1369"/>
                <a:ext cx="14" cy="24"/>
              </a:xfrm>
              <a:custGeom>
                <a:avLst/>
                <a:gdLst>
                  <a:gd name="T0" fmla="*/ 14 w 14"/>
                  <a:gd name="T1" fmla="*/ 0 h 24"/>
                  <a:gd name="T2" fmla="*/ 0 w 14"/>
                  <a:gd name="T3" fmla="*/ 17 h 24"/>
                  <a:gd name="T4" fmla="*/ 3 w 14"/>
                  <a:gd name="T5" fmla="*/ 24 h 24"/>
                  <a:gd name="T6" fmla="*/ 14 w 14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24">
                    <a:moveTo>
                      <a:pt x="14" y="0"/>
                    </a:moveTo>
                    <a:lnTo>
                      <a:pt x="0" y="17"/>
                    </a:lnTo>
                    <a:lnTo>
                      <a:pt x="3" y="2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5" name="Freeform 555"/>
              <p:cNvSpPr>
                <a:spLocks/>
              </p:cNvSpPr>
              <p:nvPr userDrawn="1"/>
            </p:nvSpPr>
            <p:spPr bwMode="auto">
              <a:xfrm>
                <a:off x="3226" y="1369"/>
                <a:ext cx="14" cy="24"/>
              </a:xfrm>
              <a:custGeom>
                <a:avLst/>
                <a:gdLst>
                  <a:gd name="T0" fmla="*/ 14 w 14"/>
                  <a:gd name="T1" fmla="*/ 0 h 24"/>
                  <a:gd name="T2" fmla="*/ 0 w 14"/>
                  <a:gd name="T3" fmla="*/ 17 h 24"/>
                  <a:gd name="T4" fmla="*/ 3 w 14"/>
                  <a:gd name="T5" fmla="*/ 24 h 24"/>
                  <a:gd name="T6" fmla="*/ 14 w 14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24">
                    <a:moveTo>
                      <a:pt x="14" y="0"/>
                    </a:moveTo>
                    <a:lnTo>
                      <a:pt x="0" y="17"/>
                    </a:lnTo>
                    <a:lnTo>
                      <a:pt x="3" y="24"/>
                    </a:lnTo>
                    <a:lnTo>
                      <a:pt x="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6" name="Freeform 556"/>
              <p:cNvSpPr>
                <a:spLocks/>
              </p:cNvSpPr>
              <p:nvPr userDrawn="1"/>
            </p:nvSpPr>
            <p:spPr bwMode="auto">
              <a:xfrm>
                <a:off x="3223" y="1358"/>
                <a:ext cx="22" cy="28"/>
              </a:xfrm>
              <a:custGeom>
                <a:avLst/>
                <a:gdLst>
                  <a:gd name="T0" fmla="*/ 22 w 22"/>
                  <a:gd name="T1" fmla="*/ 0 h 28"/>
                  <a:gd name="T2" fmla="*/ 0 w 22"/>
                  <a:gd name="T3" fmla="*/ 14 h 28"/>
                  <a:gd name="T4" fmla="*/ 3 w 22"/>
                  <a:gd name="T5" fmla="*/ 28 h 28"/>
                  <a:gd name="T6" fmla="*/ 17 w 22"/>
                  <a:gd name="T7" fmla="*/ 11 h 28"/>
                  <a:gd name="T8" fmla="*/ 22 w 2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8">
                    <a:moveTo>
                      <a:pt x="22" y="0"/>
                    </a:moveTo>
                    <a:lnTo>
                      <a:pt x="0" y="14"/>
                    </a:lnTo>
                    <a:lnTo>
                      <a:pt x="3" y="28"/>
                    </a:lnTo>
                    <a:lnTo>
                      <a:pt x="17" y="11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7" name="Freeform 557"/>
              <p:cNvSpPr>
                <a:spLocks/>
              </p:cNvSpPr>
              <p:nvPr userDrawn="1"/>
            </p:nvSpPr>
            <p:spPr bwMode="auto">
              <a:xfrm>
                <a:off x="3223" y="1358"/>
                <a:ext cx="22" cy="28"/>
              </a:xfrm>
              <a:custGeom>
                <a:avLst/>
                <a:gdLst>
                  <a:gd name="T0" fmla="*/ 22 w 22"/>
                  <a:gd name="T1" fmla="*/ 0 h 28"/>
                  <a:gd name="T2" fmla="*/ 0 w 22"/>
                  <a:gd name="T3" fmla="*/ 14 h 28"/>
                  <a:gd name="T4" fmla="*/ 3 w 22"/>
                  <a:gd name="T5" fmla="*/ 28 h 28"/>
                  <a:gd name="T6" fmla="*/ 17 w 22"/>
                  <a:gd name="T7" fmla="*/ 11 h 28"/>
                  <a:gd name="T8" fmla="*/ 22 w 2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8">
                    <a:moveTo>
                      <a:pt x="22" y="0"/>
                    </a:moveTo>
                    <a:lnTo>
                      <a:pt x="0" y="14"/>
                    </a:lnTo>
                    <a:lnTo>
                      <a:pt x="3" y="28"/>
                    </a:lnTo>
                    <a:lnTo>
                      <a:pt x="17" y="11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8" name="Freeform 558"/>
              <p:cNvSpPr>
                <a:spLocks/>
              </p:cNvSpPr>
              <p:nvPr userDrawn="1"/>
            </p:nvSpPr>
            <p:spPr bwMode="auto">
              <a:xfrm>
                <a:off x="3214" y="1334"/>
                <a:ext cx="33" cy="38"/>
              </a:xfrm>
              <a:custGeom>
                <a:avLst/>
                <a:gdLst>
                  <a:gd name="T0" fmla="*/ 7 w 33"/>
                  <a:gd name="T1" fmla="*/ 0 h 38"/>
                  <a:gd name="T2" fmla="*/ 0 w 33"/>
                  <a:gd name="T3" fmla="*/ 12 h 38"/>
                  <a:gd name="T4" fmla="*/ 9 w 33"/>
                  <a:gd name="T5" fmla="*/ 38 h 38"/>
                  <a:gd name="T6" fmla="*/ 31 w 33"/>
                  <a:gd name="T7" fmla="*/ 24 h 38"/>
                  <a:gd name="T8" fmla="*/ 33 w 33"/>
                  <a:gd name="T9" fmla="*/ 16 h 38"/>
                  <a:gd name="T10" fmla="*/ 7 w 33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8">
                    <a:moveTo>
                      <a:pt x="7" y="0"/>
                    </a:moveTo>
                    <a:lnTo>
                      <a:pt x="0" y="12"/>
                    </a:lnTo>
                    <a:lnTo>
                      <a:pt x="9" y="38"/>
                    </a:lnTo>
                    <a:lnTo>
                      <a:pt x="31" y="24"/>
                    </a:lnTo>
                    <a:lnTo>
                      <a:pt x="33" y="1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19" name="Freeform 559"/>
              <p:cNvSpPr>
                <a:spLocks/>
              </p:cNvSpPr>
              <p:nvPr userDrawn="1"/>
            </p:nvSpPr>
            <p:spPr bwMode="auto">
              <a:xfrm>
                <a:off x="3214" y="1334"/>
                <a:ext cx="33" cy="38"/>
              </a:xfrm>
              <a:custGeom>
                <a:avLst/>
                <a:gdLst>
                  <a:gd name="T0" fmla="*/ 7 w 33"/>
                  <a:gd name="T1" fmla="*/ 0 h 38"/>
                  <a:gd name="T2" fmla="*/ 0 w 33"/>
                  <a:gd name="T3" fmla="*/ 12 h 38"/>
                  <a:gd name="T4" fmla="*/ 9 w 33"/>
                  <a:gd name="T5" fmla="*/ 38 h 38"/>
                  <a:gd name="T6" fmla="*/ 31 w 33"/>
                  <a:gd name="T7" fmla="*/ 24 h 38"/>
                  <a:gd name="T8" fmla="*/ 33 w 33"/>
                  <a:gd name="T9" fmla="*/ 16 h 38"/>
                  <a:gd name="T10" fmla="*/ 7 w 33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38">
                    <a:moveTo>
                      <a:pt x="7" y="0"/>
                    </a:moveTo>
                    <a:lnTo>
                      <a:pt x="0" y="12"/>
                    </a:lnTo>
                    <a:lnTo>
                      <a:pt x="9" y="38"/>
                    </a:lnTo>
                    <a:lnTo>
                      <a:pt x="31" y="24"/>
                    </a:lnTo>
                    <a:lnTo>
                      <a:pt x="33" y="16"/>
                    </a:lnTo>
                    <a:lnTo>
                      <a:pt x="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0" name="Freeform 560"/>
              <p:cNvSpPr>
                <a:spLocks/>
              </p:cNvSpPr>
              <p:nvPr userDrawn="1"/>
            </p:nvSpPr>
            <p:spPr bwMode="auto">
              <a:xfrm>
                <a:off x="2387" y="1323"/>
                <a:ext cx="138" cy="69"/>
              </a:xfrm>
              <a:custGeom>
                <a:avLst/>
                <a:gdLst>
                  <a:gd name="T0" fmla="*/ 77 w 138"/>
                  <a:gd name="T1" fmla="*/ 0 h 69"/>
                  <a:gd name="T2" fmla="*/ 0 w 138"/>
                  <a:gd name="T3" fmla="*/ 69 h 69"/>
                  <a:gd name="T4" fmla="*/ 138 w 138"/>
                  <a:gd name="T5" fmla="*/ 49 h 69"/>
                  <a:gd name="T6" fmla="*/ 77 w 138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69">
                    <a:moveTo>
                      <a:pt x="77" y="0"/>
                    </a:moveTo>
                    <a:lnTo>
                      <a:pt x="0" y="69"/>
                    </a:lnTo>
                    <a:lnTo>
                      <a:pt x="138" y="49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1" name="Freeform 561"/>
              <p:cNvSpPr>
                <a:spLocks/>
              </p:cNvSpPr>
              <p:nvPr userDrawn="1"/>
            </p:nvSpPr>
            <p:spPr bwMode="auto">
              <a:xfrm>
                <a:off x="2387" y="1323"/>
                <a:ext cx="138" cy="69"/>
              </a:xfrm>
              <a:custGeom>
                <a:avLst/>
                <a:gdLst>
                  <a:gd name="T0" fmla="*/ 77 w 138"/>
                  <a:gd name="T1" fmla="*/ 0 h 69"/>
                  <a:gd name="T2" fmla="*/ 0 w 138"/>
                  <a:gd name="T3" fmla="*/ 69 h 69"/>
                  <a:gd name="T4" fmla="*/ 138 w 138"/>
                  <a:gd name="T5" fmla="*/ 49 h 69"/>
                  <a:gd name="T6" fmla="*/ 77 w 138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69">
                    <a:moveTo>
                      <a:pt x="77" y="0"/>
                    </a:moveTo>
                    <a:lnTo>
                      <a:pt x="0" y="69"/>
                    </a:lnTo>
                    <a:lnTo>
                      <a:pt x="138" y="49"/>
                    </a:lnTo>
                    <a:lnTo>
                      <a:pt x="7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2" name="Freeform 562"/>
              <p:cNvSpPr>
                <a:spLocks/>
              </p:cNvSpPr>
              <p:nvPr userDrawn="1"/>
            </p:nvSpPr>
            <p:spPr bwMode="auto">
              <a:xfrm>
                <a:off x="2197" y="1122"/>
                <a:ext cx="142" cy="125"/>
              </a:xfrm>
              <a:custGeom>
                <a:avLst/>
                <a:gdLst>
                  <a:gd name="T0" fmla="*/ 0 w 142"/>
                  <a:gd name="T1" fmla="*/ 0 h 125"/>
                  <a:gd name="T2" fmla="*/ 119 w 142"/>
                  <a:gd name="T3" fmla="*/ 125 h 125"/>
                  <a:gd name="T4" fmla="*/ 142 w 142"/>
                  <a:gd name="T5" fmla="*/ 54 h 125"/>
                  <a:gd name="T6" fmla="*/ 79 w 142"/>
                  <a:gd name="T7" fmla="*/ 30 h 125"/>
                  <a:gd name="T8" fmla="*/ 65 w 142"/>
                  <a:gd name="T9" fmla="*/ 70 h 125"/>
                  <a:gd name="T10" fmla="*/ 0 w 142"/>
                  <a:gd name="T11" fmla="*/ 0 h 125"/>
                  <a:gd name="T12" fmla="*/ 0 w 142"/>
                  <a:gd name="T1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125">
                    <a:moveTo>
                      <a:pt x="0" y="0"/>
                    </a:moveTo>
                    <a:lnTo>
                      <a:pt x="119" y="125"/>
                    </a:lnTo>
                    <a:lnTo>
                      <a:pt x="142" y="54"/>
                    </a:lnTo>
                    <a:lnTo>
                      <a:pt x="79" y="30"/>
                    </a:lnTo>
                    <a:lnTo>
                      <a:pt x="65" y="7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3" name="Freeform 563"/>
              <p:cNvSpPr>
                <a:spLocks/>
              </p:cNvSpPr>
              <p:nvPr userDrawn="1"/>
            </p:nvSpPr>
            <p:spPr bwMode="auto">
              <a:xfrm>
                <a:off x="2197" y="1122"/>
                <a:ext cx="142" cy="125"/>
              </a:xfrm>
              <a:custGeom>
                <a:avLst/>
                <a:gdLst>
                  <a:gd name="T0" fmla="*/ 0 w 142"/>
                  <a:gd name="T1" fmla="*/ 0 h 125"/>
                  <a:gd name="T2" fmla="*/ 119 w 142"/>
                  <a:gd name="T3" fmla="*/ 125 h 125"/>
                  <a:gd name="T4" fmla="*/ 142 w 142"/>
                  <a:gd name="T5" fmla="*/ 54 h 125"/>
                  <a:gd name="T6" fmla="*/ 79 w 142"/>
                  <a:gd name="T7" fmla="*/ 30 h 125"/>
                  <a:gd name="T8" fmla="*/ 65 w 142"/>
                  <a:gd name="T9" fmla="*/ 70 h 125"/>
                  <a:gd name="T10" fmla="*/ 0 w 142"/>
                  <a:gd name="T11" fmla="*/ 0 h 125"/>
                  <a:gd name="T12" fmla="*/ 0 w 142"/>
                  <a:gd name="T1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125">
                    <a:moveTo>
                      <a:pt x="0" y="0"/>
                    </a:moveTo>
                    <a:lnTo>
                      <a:pt x="119" y="125"/>
                    </a:lnTo>
                    <a:lnTo>
                      <a:pt x="142" y="54"/>
                    </a:lnTo>
                    <a:lnTo>
                      <a:pt x="79" y="30"/>
                    </a:lnTo>
                    <a:lnTo>
                      <a:pt x="65" y="7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4" name="Freeform 564"/>
              <p:cNvSpPr>
                <a:spLocks/>
              </p:cNvSpPr>
              <p:nvPr userDrawn="1"/>
            </p:nvSpPr>
            <p:spPr bwMode="auto">
              <a:xfrm>
                <a:off x="1972" y="885"/>
                <a:ext cx="89" cy="62"/>
              </a:xfrm>
              <a:custGeom>
                <a:avLst/>
                <a:gdLst>
                  <a:gd name="T0" fmla="*/ 0 w 89"/>
                  <a:gd name="T1" fmla="*/ 0 h 62"/>
                  <a:gd name="T2" fmla="*/ 55 w 89"/>
                  <a:gd name="T3" fmla="*/ 57 h 62"/>
                  <a:gd name="T4" fmla="*/ 89 w 89"/>
                  <a:gd name="T5" fmla="*/ 62 h 62"/>
                  <a:gd name="T6" fmla="*/ 61 w 89"/>
                  <a:gd name="T7" fmla="*/ 7 h 62"/>
                  <a:gd name="T8" fmla="*/ 0 w 89"/>
                  <a:gd name="T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62">
                    <a:moveTo>
                      <a:pt x="0" y="0"/>
                    </a:moveTo>
                    <a:lnTo>
                      <a:pt x="55" y="57"/>
                    </a:lnTo>
                    <a:lnTo>
                      <a:pt x="89" y="62"/>
                    </a:lnTo>
                    <a:lnTo>
                      <a:pt x="61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5" name="Freeform 565"/>
              <p:cNvSpPr>
                <a:spLocks/>
              </p:cNvSpPr>
              <p:nvPr userDrawn="1"/>
            </p:nvSpPr>
            <p:spPr bwMode="auto">
              <a:xfrm>
                <a:off x="1972" y="885"/>
                <a:ext cx="89" cy="62"/>
              </a:xfrm>
              <a:custGeom>
                <a:avLst/>
                <a:gdLst>
                  <a:gd name="T0" fmla="*/ 0 w 89"/>
                  <a:gd name="T1" fmla="*/ 0 h 62"/>
                  <a:gd name="T2" fmla="*/ 55 w 89"/>
                  <a:gd name="T3" fmla="*/ 57 h 62"/>
                  <a:gd name="T4" fmla="*/ 89 w 89"/>
                  <a:gd name="T5" fmla="*/ 62 h 62"/>
                  <a:gd name="T6" fmla="*/ 61 w 89"/>
                  <a:gd name="T7" fmla="*/ 7 h 62"/>
                  <a:gd name="T8" fmla="*/ 0 w 89"/>
                  <a:gd name="T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62">
                    <a:moveTo>
                      <a:pt x="0" y="0"/>
                    </a:moveTo>
                    <a:lnTo>
                      <a:pt x="55" y="57"/>
                    </a:lnTo>
                    <a:lnTo>
                      <a:pt x="89" y="62"/>
                    </a:lnTo>
                    <a:lnTo>
                      <a:pt x="61" y="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6" name="Freeform 566"/>
              <p:cNvSpPr>
                <a:spLocks/>
              </p:cNvSpPr>
              <p:nvPr userDrawn="1"/>
            </p:nvSpPr>
            <p:spPr bwMode="auto">
              <a:xfrm>
                <a:off x="2025" y="942"/>
                <a:ext cx="121" cy="127"/>
              </a:xfrm>
              <a:custGeom>
                <a:avLst/>
                <a:gdLst>
                  <a:gd name="T0" fmla="*/ 0 w 98"/>
                  <a:gd name="T1" fmla="*/ 0 h 103"/>
                  <a:gd name="T2" fmla="*/ 98 w 98"/>
                  <a:gd name="T3" fmla="*/ 103 h 103"/>
                  <a:gd name="T4" fmla="*/ 96 w 98"/>
                  <a:gd name="T5" fmla="*/ 100 h 103"/>
                  <a:gd name="T6" fmla="*/ 55 w 98"/>
                  <a:gd name="T7" fmla="*/ 56 h 103"/>
                  <a:gd name="T8" fmla="*/ 73 w 98"/>
                  <a:gd name="T9" fmla="*/ 53 h 103"/>
                  <a:gd name="T10" fmla="*/ 50 w 98"/>
                  <a:gd name="T11" fmla="*/ 7 h 103"/>
                  <a:gd name="T12" fmla="*/ 29 w 98"/>
                  <a:gd name="T13" fmla="*/ 4 h 103"/>
                  <a:gd name="T14" fmla="*/ 55 w 98"/>
                  <a:gd name="T15" fmla="*/ 56 h 103"/>
                  <a:gd name="T16" fmla="*/ 2 w 98"/>
                  <a:gd name="T17" fmla="*/ 0 h 103"/>
                  <a:gd name="T18" fmla="*/ 0 w 98"/>
                  <a:gd name="T19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8" h="103">
                    <a:moveTo>
                      <a:pt x="0" y="0"/>
                    </a:moveTo>
                    <a:cubicBezTo>
                      <a:pt x="98" y="103"/>
                      <a:pt x="98" y="103"/>
                      <a:pt x="98" y="103"/>
                    </a:cubicBezTo>
                    <a:cubicBezTo>
                      <a:pt x="96" y="100"/>
                      <a:pt x="96" y="100"/>
                      <a:pt x="96" y="100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61" y="55"/>
                      <a:pt x="67" y="54"/>
                      <a:pt x="73" y="53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7" name="Freeform 567"/>
              <p:cNvSpPr>
                <a:spLocks/>
              </p:cNvSpPr>
              <p:nvPr userDrawn="1"/>
            </p:nvSpPr>
            <p:spPr bwMode="auto">
              <a:xfrm>
                <a:off x="2027" y="942"/>
                <a:ext cx="66" cy="69"/>
              </a:xfrm>
              <a:custGeom>
                <a:avLst/>
                <a:gdLst>
                  <a:gd name="T0" fmla="*/ 0 w 66"/>
                  <a:gd name="T1" fmla="*/ 0 h 69"/>
                  <a:gd name="T2" fmla="*/ 66 w 66"/>
                  <a:gd name="T3" fmla="*/ 69 h 69"/>
                  <a:gd name="T4" fmla="*/ 34 w 66"/>
                  <a:gd name="T5" fmla="*/ 5 h 69"/>
                  <a:gd name="T6" fmla="*/ 0 w 66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69">
                    <a:moveTo>
                      <a:pt x="0" y="0"/>
                    </a:moveTo>
                    <a:lnTo>
                      <a:pt x="66" y="69"/>
                    </a:lnTo>
                    <a:lnTo>
                      <a:pt x="34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8" name="Freeform 568"/>
              <p:cNvSpPr>
                <a:spLocks/>
              </p:cNvSpPr>
              <p:nvPr userDrawn="1"/>
            </p:nvSpPr>
            <p:spPr bwMode="auto">
              <a:xfrm>
                <a:off x="2027" y="942"/>
                <a:ext cx="66" cy="69"/>
              </a:xfrm>
              <a:custGeom>
                <a:avLst/>
                <a:gdLst>
                  <a:gd name="T0" fmla="*/ 0 w 66"/>
                  <a:gd name="T1" fmla="*/ 0 h 69"/>
                  <a:gd name="T2" fmla="*/ 66 w 66"/>
                  <a:gd name="T3" fmla="*/ 69 h 69"/>
                  <a:gd name="T4" fmla="*/ 34 w 66"/>
                  <a:gd name="T5" fmla="*/ 5 h 69"/>
                  <a:gd name="T6" fmla="*/ 0 w 66"/>
                  <a:gd name="T7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69">
                    <a:moveTo>
                      <a:pt x="0" y="0"/>
                    </a:moveTo>
                    <a:lnTo>
                      <a:pt x="66" y="69"/>
                    </a:lnTo>
                    <a:lnTo>
                      <a:pt x="34" y="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29" name="Freeform 569"/>
              <p:cNvSpPr>
                <a:spLocks/>
              </p:cNvSpPr>
              <p:nvPr userDrawn="1"/>
            </p:nvSpPr>
            <p:spPr bwMode="auto">
              <a:xfrm>
                <a:off x="2152" y="1075"/>
                <a:ext cx="147" cy="77"/>
              </a:xfrm>
              <a:custGeom>
                <a:avLst/>
                <a:gdLst>
                  <a:gd name="T0" fmla="*/ 0 w 147"/>
                  <a:gd name="T1" fmla="*/ 0 h 77"/>
                  <a:gd name="T2" fmla="*/ 45 w 147"/>
                  <a:gd name="T3" fmla="*/ 47 h 77"/>
                  <a:gd name="T4" fmla="*/ 124 w 147"/>
                  <a:gd name="T5" fmla="*/ 77 h 77"/>
                  <a:gd name="T6" fmla="*/ 147 w 147"/>
                  <a:gd name="T7" fmla="*/ 3 h 77"/>
                  <a:gd name="T8" fmla="*/ 0 w 147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77">
                    <a:moveTo>
                      <a:pt x="0" y="0"/>
                    </a:moveTo>
                    <a:lnTo>
                      <a:pt x="45" y="47"/>
                    </a:lnTo>
                    <a:lnTo>
                      <a:pt x="124" y="77"/>
                    </a:lnTo>
                    <a:lnTo>
                      <a:pt x="147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0" name="Freeform 570"/>
              <p:cNvSpPr>
                <a:spLocks/>
              </p:cNvSpPr>
              <p:nvPr userDrawn="1"/>
            </p:nvSpPr>
            <p:spPr bwMode="auto">
              <a:xfrm>
                <a:off x="2152" y="1075"/>
                <a:ext cx="147" cy="77"/>
              </a:xfrm>
              <a:custGeom>
                <a:avLst/>
                <a:gdLst>
                  <a:gd name="T0" fmla="*/ 0 w 147"/>
                  <a:gd name="T1" fmla="*/ 0 h 77"/>
                  <a:gd name="T2" fmla="*/ 45 w 147"/>
                  <a:gd name="T3" fmla="*/ 47 h 77"/>
                  <a:gd name="T4" fmla="*/ 124 w 147"/>
                  <a:gd name="T5" fmla="*/ 77 h 77"/>
                  <a:gd name="T6" fmla="*/ 147 w 147"/>
                  <a:gd name="T7" fmla="*/ 3 h 77"/>
                  <a:gd name="T8" fmla="*/ 0 w 147"/>
                  <a:gd name="T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77">
                    <a:moveTo>
                      <a:pt x="0" y="0"/>
                    </a:moveTo>
                    <a:lnTo>
                      <a:pt x="45" y="47"/>
                    </a:lnTo>
                    <a:lnTo>
                      <a:pt x="124" y="77"/>
                    </a:lnTo>
                    <a:lnTo>
                      <a:pt x="147" y="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1" name="Freeform 571"/>
              <p:cNvSpPr>
                <a:spLocks/>
              </p:cNvSpPr>
              <p:nvPr userDrawn="1"/>
            </p:nvSpPr>
            <p:spPr bwMode="auto">
              <a:xfrm>
                <a:off x="2197" y="1122"/>
                <a:ext cx="79" cy="70"/>
              </a:xfrm>
              <a:custGeom>
                <a:avLst/>
                <a:gdLst>
                  <a:gd name="T0" fmla="*/ 0 w 79"/>
                  <a:gd name="T1" fmla="*/ 0 h 70"/>
                  <a:gd name="T2" fmla="*/ 65 w 79"/>
                  <a:gd name="T3" fmla="*/ 70 h 70"/>
                  <a:gd name="T4" fmla="*/ 79 w 79"/>
                  <a:gd name="T5" fmla="*/ 30 h 70"/>
                  <a:gd name="T6" fmla="*/ 0 w 79"/>
                  <a:gd name="T7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9" h="70">
                    <a:moveTo>
                      <a:pt x="0" y="0"/>
                    </a:moveTo>
                    <a:lnTo>
                      <a:pt x="65" y="70"/>
                    </a:lnTo>
                    <a:lnTo>
                      <a:pt x="79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2" name="Freeform 572"/>
              <p:cNvSpPr>
                <a:spLocks/>
              </p:cNvSpPr>
              <p:nvPr userDrawn="1"/>
            </p:nvSpPr>
            <p:spPr bwMode="auto">
              <a:xfrm>
                <a:off x="2197" y="1122"/>
                <a:ext cx="79" cy="70"/>
              </a:xfrm>
              <a:custGeom>
                <a:avLst/>
                <a:gdLst>
                  <a:gd name="T0" fmla="*/ 0 w 79"/>
                  <a:gd name="T1" fmla="*/ 0 h 70"/>
                  <a:gd name="T2" fmla="*/ 65 w 79"/>
                  <a:gd name="T3" fmla="*/ 70 h 70"/>
                  <a:gd name="T4" fmla="*/ 79 w 79"/>
                  <a:gd name="T5" fmla="*/ 30 h 70"/>
                  <a:gd name="T6" fmla="*/ 0 w 79"/>
                  <a:gd name="T7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9" h="70">
                    <a:moveTo>
                      <a:pt x="0" y="0"/>
                    </a:moveTo>
                    <a:lnTo>
                      <a:pt x="65" y="70"/>
                    </a:lnTo>
                    <a:lnTo>
                      <a:pt x="79" y="3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3" name="Freeform 573"/>
              <p:cNvSpPr>
                <a:spLocks/>
              </p:cNvSpPr>
              <p:nvPr userDrawn="1"/>
            </p:nvSpPr>
            <p:spPr bwMode="auto">
              <a:xfrm>
                <a:off x="2209" y="1302"/>
                <a:ext cx="74" cy="48"/>
              </a:xfrm>
              <a:custGeom>
                <a:avLst/>
                <a:gdLst>
                  <a:gd name="T0" fmla="*/ 25 w 74"/>
                  <a:gd name="T1" fmla="*/ 0 h 48"/>
                  <a:gd name="T2" fmla="*/ 0 w 74"/>
                  <a:gd name="T3" fmla="*/ 16 h 48"/>
                  <a:gd name="T4" fmla="*/ 40 w 74"/>
                  <a:gd name="T5" fmla="*/ 48 h 48"/>
                  <a:gd name="T6" fmla="*/ 74 w 74"/>
                  <a:gd name="T7" fmla="*/ 36 h 48"/>
                  <a:gd name="T8" fmla="*/ 25 w 74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48">
                    <a:moveTo>
                      <a:pt x="25" y="0"/>
                    </a:moveTo>
                    <a:lnTo>
                      <a:pt x="0" y="16"/>
                    </a:lnTo>
                    <a:lnTo>
                      <a:pt x="40" y="48"/>
                    </a:lnTo>
                    <a:lnTo>
                      <a:pt x="74" y="3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4" name="Freeform 574"/>
              <p:cNvSpPr>
                <a:spLocks/>
              </p:cNvSpPr>
              <p:nvPr userDrawn="1"/>
            </p:nvSpPr>
            <p:spPr bwMode="auto">
              <a:xfrm>
                <a:off x="2209" y="1302"/>
                <a:ext cx="74" cy="48"/>
              </a:xfrm>
              <a:custGeom>
                <a:avLst/>
                <a:gdLst>
                  <a:gd name="T0" fmla="*/ 25 w 74"/>
                  <a:gd name="T1" fmla="*/ 0 h 48"/>
                  <a:gd name="T2" fmla="*/ 0 w 74"/>
                  <a:gd name="T3" fmla="*/ 16 h 48"/>
                  <a:gd name="T4" fmla="*/ 40 w 74"/>
                  <a:gd name="T5" fmla="*/ 48 h 48"/>
                  <a:gd name="T6" fmla="*/ 74 w 74"/>
                  <a:gd name="T7" fmla="*/ 36 h 48"/>
                  <a:gd name="T8" fmla="*/ 25 w 74"/>
                  <a:gd name="T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48">
                    <a:moveTo>
                      <a:pt x="25" y="0"/>
                    </a:moveTo>
                    <a:lnTo>
                      <a:pt x="0" y="16"/>
                    </a:lnTo>
                    <a:lnTo>
                      <a:pt x="40" y="48"/>
                    </a:lnTo>
                    <a:lnTo>
                      <a:pt x="74" y="36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5" name="Freeform 575"/>
              <p:cNvSpPr>
                <a:spLocks/>
              </p:cNvSpPr>
              <p:nvPr userDrawn="1"/>
            </p:nvSpPr>
            <p:spPr bwMode="auto">
              <a:xfrm>
                <a:off x="2209" y="1318"/>
                <a:ext cx="40" cy="46"/>
              </a:xfrm>
              <a:custGeom>
                <a:avLst/>
                <a:gdLst>
                  <a:gd name="T0" fmla="*/ 0 w 40"/>
                  <a:gd name="T1" fmla="*/ 0 h 46"/>
                  <a:gd name="T2" fmla="*/ 0 w 40"/>
                  <a:gd name="T3" fmla="*/ 46 h 46"/>
                  <a:gd name="T4" fmla="*/ 40 w 40"/>
                  <a:gd name="T5" fmla="*/ 32 h 46"/>
                  <a:gd name="T6" fmla="*/ 0 w 40"/>
                  <a:gd name="T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46">
                    <a:moveTo>
                      <a:pt x="0" y="0"/>
                    </a:moveTo>
                    <a:lnTo>
                      <a:pt x="0" y="46"/>
                    </a:lnTo>
                    <a:lnTo>
                      <a:pt x="40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6" name="Freeform 576"/>
              <p:cNvSpPr>
                <a:spLocks/>
              </p:cNvSpPr>
              <p:nvPr userDrawn="1"/>
            </p:nvSpPr>
            <p:spPr bwMode="auto">
              <a:xfrm>
                <a:off x="2209" y="1318"/>
                <a:ext cx="40" cy="46"/>
              </a:xfrm>
              <a:custGeom>
                <a:avLst/>
                <a:gdLst>
                  <a:gd name="T0" fmla="*/ 0 w 40"/>
                  <a:gd name="T1" fmla="*/ 0 h 46"/>
                  <a:gd name="T2" fmla="*/ 0 w 40"/>
                  <a:gd name="T3" fmla="*/ 46 h 46"/>
                  <a:gd name="T4" fmla="*/ 40 w 40"/>
                  <a:gd name="T5" fmla="*/ 32 h 46"/>
                  <a:gd name="T6" fmla="*/ 0 w 40"/>
                  <a:gd name="T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46">
                    <a:moveTo>
                      <a:pt x="0" y="0"/>
                    </a:moveTo>
                    <a:lnTo>
                      <a:pt x="0" y="46"/>
                    </a:lnTo>
                    <a:lnTo>
                      <a:pt x="40" y="3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7" name="Freeform 577"/>
              <p:cNvSpPr>
                <a:spLocks/>
              </p:cNvSpPr>
              <p:nvPr userDrawn="1"/>
            </p:nvSpPr>
            <p:spPr bwMode="auto">
              <a:xfrm>
                <a:off x="2209" y="1283"/>
                <a:ext cx="25" cy="35"/>
              </a:xfrm>
              <a:custGeom>
                <a:avLst/>
                <a:gdLst>
                  <a:gd name="T0" fmla="*/ 0 w 25"/>
                  <a:gd name="T1" fmla="*/ 0 h 35"/>
                  <a:gd name="T2" fmla="*/ 0 w 25"/>
                  <a:gd name="T3" fmla="*/ 35 h 35"/>
                  <a:gd name="T4" fmla="*/ 25 w 25"/>
                  <a:gd name="T5" fmla="*/ 19 h 35"/>
                  <a:gd name="T6" fmla="*/ 0 w 25"/>
                  <a:gd name="T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35">
                    <a:moveTo>
                      <a:pt x="0" y="0"/>
                    </a:moveTo>
                    <a:lnTo>
                      <a:pt x="0" y="35"/>
                    </a:lnTo>
                    <a:lnTo>
                      <a:pt x="25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8" name="Freeform 578"/>
              <p:cNvSpPr>
                <a:spLocks/>
              </p:cNvSpPr>
              <p:nvPr userDrawn="1"/>
            </p:nvSpPr>
            <p:spPr bwMode="auto">
              <a:xfrm>
                <a:off x="2209" y="1283"/>
                <a:ext cx="25" cy="35"/>
              </a:xfrm>
              <a:custGeom>
                <a:avLst/>
                <a:gdLst>
                  <a:gd name="T0" fmla="*/ 0 w 25"/>
                  <a:gd name="T1" fmla="*/ 0 h 35"/>
                  <a:gd name="T2" fmla="*/ 0 w 25"/>
                  <a:gd name="T3" fmla="*/ 35 h 35"/>
                  <a:gd name="T4" fmla="*/ 25 w 25"/>
                  <a:gd name="T5" fmla="*/ 19 h 35"/>
                  <a:gd name="T6" fmla="*/ 0 w 25"/>
                  <a:gd name="T7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35">
                    <a:moveTo>
                      <a:pt x="0" y="0"/>
                    </a:moveTo>
                    <a:lnTo>
                      <a:pt x="0" y="35"/>
                    </a:lnTo>
                    <a:lnTo>
                      <a:pt x="25" y="1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39" name="Freeform 579"/>
              <p:cNvSpPr>
                <a:spLocks/>
              </p:cNvSpPr>
              <p:nvPr userDrawn="1"/>
            </p:nvSpPr>
            <p:spPr bwMode="auto">
              <a:xfrm>
                <a:off x="2115" y="997"/>
                <a:ext cx="52" cy="78"/>
              </a:xfrm>
              <a:custGeom>
                <a:avLst/>
                <a:gdLst>
                  <a:gd name="T0" fmla="*/ 42 w 42"/>
                  <a:gd name="T1" fmla="*/ 0 h 63"/>
                  <a:gd name="T2" fmla="*/ 0 w 42"/>
                  <a:gd name="T3" fmla="*/ 8 h 63"/>
                  <a:gd name="T4" fmla="*/ 23 w 42"/>
                  <a:gd name="T5" fmla="*/ 55 h 63"/>
                  <a:gd name="T6" fmla="*/ 30 w 42"/>
                  <a:gd name="T7" fmla="*/ 63 h 63"/>
                  <a:gd name="T8" fmla="*/ 42 w 42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63">
                    <a:moveTo>
                      <a:pt x="42" y="0"/>
                    </a:moveTo>
                    <a:cubicBezTo>
                      <a:pt x="28" y="2"/>
                      <a:pt x="14" y="5"/>
                      <a:pt x="0" y="8"/>
                    </a:cubicBezTo>
                    <a:cubicBezTo>
                      <a:pt x="23" y="55"/>
                      <a:pt x="23" y="55"/>
                      <a:pt x="23" y="55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4" y="42"/>
                      <a:pt x="38" y="21"/>
                      <a:pt x="4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0" name="Freeform 580"/>
              <p:cNvSpPr>
                <a:spLocks/>
              </p:cNvSpPr>
              <p:nvPr userDrawn="1"/>
            </p:nvSpPr>
            <p:spPr bwMode="auto">
              <a:xfrm>
                <a:off x="2093" y="1007"/>
                <a:ext cx="51" cy="58"/>
              </a:xfrm>
              <a:custGeom>
                <a:avLst/>
                <a:gdLst>
                  <a:gd name="T0" fmla="*/ 18 w 41"/>
                  <a:gd name="T1" fmla="*/ 0 h 47"/>
                  <a:gd name="T2" fmla="*/ 0 w 41"/>
                  <a:gd name="T3" fmla="*/ 3 h 47"/>
                  <a:gd name="T4" fmla="*/ 41 w 41"/>
                  <a:gd name="T5" fmla="*/ 47 h 47"/>
                  <a:gd name="T6" fmla="*/ 18 w 41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47">
                    <a:moveTo>
                      <a:pt x="18" y="0"/>
                    </a:moveTo>
                    <a:cubicBezTo>
                      <a:pt x="12" y="1"/>
                      <a:pt x="6" y="2"/>
                      <a:pt x="0" y="3"/>
                    </a:cubicBezTo>
                    <a:cubicBezTo>
                      <a:pt x="41" y="47"/>
                      <a:pt x="41" y="47"/>
                      <a:pt x="41" y="47"/>
                    </a:cubicBezTo>
                    <a:cubicBezTo>
                      <a:pt x="18" y="0"/>
                      <a:pt x="18" y="0"/>
                      <a:pt x="18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1" name="Freeform 581"/>
              <p:cNvSpPr>
                <a:spLocks/>
              </p:cNvSpPr>
              <p:nvPr userDrawn="1"/>
            </p:nvSpPr>
            <p:spPr bwMode="auto">
              <a:xfrm>
                <a:off x="2209" y="1247"/>
                <a:ext cx="130" cy="40"/>
              </a:xfrm>
              <a:custGeom>
                <a:avLst/>
                <a:gdLst>
                  <a:gd name="T0" fmla="*/ 107 w 130"/>
                  <a:gd name="T1" fmla="*/ 0 h 40"/>
                  <a:gd name="T2" fmla="*/ 107 w 130"/>
                  <a:gd name="T3" fmla="*/ 0 h 40"/>
                  <a:gd name="T4" fmla="*/ 0 w 130"/>
                  <a:gd name="T5" fmla="*/ 3 h 40"/>
                  <a:gd name="T6" fmla="*/ 107 w 130"/>
                  <a:gd name="T7" fmla="*/ 0 h 40"/>
                  <a:gd name="T8" fmla="*/ 72 w 130"/>
                  <a:gd name="T9" fmla="*/ 24 h 40"/>
                  <a:gd name="T10" fmla="*/ 130 w 130"/>
                  <a:gd name="T11" fmla="*/ 40 h 40"/>
                  <a:gd name="T12" fmla="*/ 107 w 130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0" h="40">
                    <a:moveTo>
                      <a:pt x="107" y="0"/>
                    </a:moveTo>
                    <a:lnTo>
                      <a:pt x="107" y="0"/>
                    </a:lnTo>
                    <a:lnTo>
                      <a:pt x="0" y="3"/>
                    </a:lnTo>
                    <a:lnTo>
                      <a:pt x="107" y="0"/>
                    </a:lnTo>
                    <a:lnTo>
                      <a:pt x="72" y="24"/>
                    </a:lnTo>
                    <a:lnTo>
                      <a:pt x="130" y="4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2" name="Freeform 582"/>
              <p:cNvSpPr>
                <a:spLocks/>
              </p:cNvSpPr>
              <p:nvPr userDrawn="1"/>
            </p:nvSpPr>
            <p:spPr bwMode="auto">
              <a:xfrm>
                <a:off x="2209" y="1247"/>
                <a:ext cx="130" cy="40"/>
              </a:xfrm>
              <a:custGeom>
                <a:avLst/>
                <a:gdLst>
                  <a:gd name="T0" fmla="*/ 107 w 130"/>
                  <a:gd name="T1" fmla="*/ 0 h 40"/>
                  <a:gd name="T2" fmla="*/ 107 w 130"/>
                  <a:gd name="T3" fmla="*/ 0 h 40"/>
                  <a:gd name="T4" fmla="*/ 0 w 130"/>
                  <a:gd name="T5" fmla="*/ 3 h 40"/>
                  <a:gd name="T6" fmla="*/ 107 w 130"/>
                  <a:gd name="T7" fmla="*/ 0 h 40"/>
                  <a:gd name="T8" fmla="*/ 72 w 130"/>
                  <a:gd name="T9" fmla="*/ 24 h 40"/>
                  <a:gd name="T10" fmla="*/ 130 w 130"/>
                  <a:gd name="T11" fmla="*/ 40 h 40"/>
                  <a:gd name="T12" fmla="*/ 107 w 130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0" h="40">
                    <a:moveTo>
                      <a:pt x="107" y="0"/>
                    </a:moveTo>
                    <a:lnTo>
                      <a:pt x="107" y="0"/>
                    </a:lnTo>
                    <a:lnTo>
                      <a:pt x="0" y="3"/>
                    </a:lnTo>
                    <a:lnTo>
                      <a:pt x="107" y="0"/>
                    </a:lnTo>
                    <a:lnTo>
                      <a:pt x="72" y="24"/>
                    </a:lnTo>
                    <a:lnTo>
                      <a:pt x="130" y="40"/>
                    </a:lnTo>
                    <a:lnTo>
                      <a:pt x="1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3" name="Freeform 583"/>
              <p:cNvSpPr>
                <a:spLocks/>
              </p:cNvSpPr>
              <p:nvPr userDrawn="1"/>
            </p:nvSpPr>
            <p:spPr bwMode="auto">
              <a:xfrm>
                <a:off x="2209" y="1247"/>
                <a:ext cx="107" cy="24"/>
              </a:xfrm>
              <a:custGeom>
                <a:avLst/>
                <a:gdLst>
                  <a:gd name="T0" fmla="*/ 107 w 107"/>
                  <a:gd name="T1" fmla="*/ 0 h 24"/>
                  <a:gd name="T2" fmla="*/ 0 w 107"/>
                  <a:gd name="T3" fmla="*/ 3 h 24"/>
                  <a:gd name="T4" fmla="*/ 72 w 107"/>
                  <a:gd name="T5" fmla="*/ 24 h 24"/>
                  <a:gd name="T6" fmla="*/ 107 w 10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7" h="24">
                    <a:moveTo>
                      <a:pt x="107" y="0"/>
                    </a:moveTo>
                    <a:lnTo>
                      <a:pt x="0" y="3"/>
                    </a:lnTo>
                    <a:lnTo>
                      <a:pt x="72" y="24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4" name="Freeform 584"/>
              <p:cNvSpPr>
                <a:spLocks/>
              </p:cNvSpPr>
              <p:nvPr userDrawn="1"/>
            </p:nvSpPr>
            <p:spPr bwMode="auto">
              <a:xfrm>
                <a:off x="2209" y="1247"/>
                <a:ext cx="107" cy="24"/>
              </a:xfrm>
              <a:custGeom>
                <a:avLst/>
                <a:gdLst>
                  <a:gd name="T0" fmla="*/ 107 w 107"/>
                  <a:gd name="T1" fmla="*/ 0 h 24"/>
                  <a:gd name="T2" fmla="*/ 0 w 107"/>
                  <a:gd name="T3" fmla="*/ 3 h 24"/>
                  <a:gd name="T4" fmla="*/ 72 w 107"/>
                  <a:gd name="T5" fmla="*/ 24 h 24"/>
                  <a:gd name="T6" fmla="*/ 107 w 10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7" h="24">
                    <a:moveTo>
                      <a:pt x="107" y="0"/>
                    </a:moveTo>
                    <a:lnTo>
                      <a:pt x="0" y="3"/>
                    </a:lnTo>
                    <a:lnTo>
                      <a:pt x="72" y="24"/>
                    </a:lnTo>
                    <a:lnTo>
                      <a:pt x="1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5" name="Freeform 585"/>
              <p:cNvSpPr>
                <a:spLocks noEditPoints="1"/>
              </p:cNvSpPr>
              <p:nvPr userDrawn="1"/>
            </p:nvSpPr>
            <p:spPr bwMode="auto">
              <a:xfrm>
                <a:off x="1593" y="1256"/>
                <a:ext cx="82" cy="25"/>
              </a:xfrm>
              <a:custGeom>
                <a:avLst/>
                <a:gdLst>
                  <a:gd name="T0" fmla="*/ 61 w 66"/>
                  <a:gd name="T1" fmla="*/ 7 h 20"/>
                  <a:gd name="T2" fmla="*/ 48 w 66"/>
                  <a:gd name="T3" fmla="*/ 15 h 20"/>
                  <a:gd name="T4" fmla="*/ 66 w 66"/>
                  <a:gd name="T5" fmla="*/ 20 h 20"/>
                  <a:gd name="T6" fmla="*/ 61 w 66"/>
                  <a:gd name="T7" fmla="*/ 7 h 20"/>
                  <a:gd name="T8" fmla="*/ 24 w 66"/>
                  <a:gd name="T9" fmla="*/ 0 h 20"/>
                  <a:gd name="T10" fmla="*/ 0 w 66"/>
                  <a:gd name="T11" fmla="*/ 1 h 20"/>
                  <a:gd name="T12" fmla="*/ 26 w 66"/>
                  <a:gd name="T13" fmla="*/ 8 h 20"/>
                  <a:gd name="T14" fmla="*/ 24 w 66"/>
                  <a:gd name="T1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20">
                    <a:moveTo>
                      <a:pt x="61" y="7"/>
                    </a:moveTo>
                    <a:cubicBezTo>
                      <a:pt x="48" y="15"/>
                      <a:pt x="48" y="15"/>
                      <a:pt x="48" y="15"/>
                    </a:cubicBezTo>
                    <a:cubicBezTo>
                      <a:pt x="66" y="20"/>
                      <a:pt x="66" y="20"/>
                      <a:pt x="66" y="20"/>
                    </a:cubicBezTo>
                    <a:cubicBezTo>
                      <a:pt x="64" y="16"/>
                      <a:pt x="63" y="11"/>
                      <a:pt x="61" y="7"/>
                    </a:cubicBezTo>
                    <a:moveTo>
                      <a:pt x="24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6" name="Freeform 586"/>
              <p:cNvSpPr>
                <a:spLocks noEditPoints="1"/>
              </p:cNvSpPr>
              <p:nvPr userDrawn="1"/>
            </p:nvSpPr>
            <p:spPr bwMode="auto">
              <a:xfrm>
                <a:off x="1912" y="838"/>
                <a:ext cx="60" cy="110"/>
              </a:xfrm>
              <a:custGeom>
                <a:avLst/>
                <a:gdLst>
                  <a:gd name="T0" fmla="*/ 41 w 60"/>
                  <a:gd name="T1" fmla="*/ 66 h 110"/>
                  <a:gd name="T2" fmla="*/ 1 w 60"/>
                  <a:gd name="T3" fmla="*/ 106 h 110"/>
                  <a:gd name="T4" fmla="*/ 0 w 60"/>
                  <a:gd name="T5" fmla="*/ 110 h 110"/>
                  <a:gd name="T6" fmla="*/ 41 w 60"/>
                  <a:gd name="T7" fmla="*/ 66 h 110"/>
                  <a:gd name="T8" fmla="*/ 41 w 60"/>
                  <a:gd name="T9" fmla="*/ 0 h 110"/>
                  <a:gd name="T10" fmla="*/ 16 w 60"/>
                  <a:gd name="T11" fmla="*/ 66 h 110"/>
                  <a:gd name="T12" fmla="*/ 41 w 60"/>
                  <a:gd name="T13" fmla="*/ 66 h 110"/>
                  <a:gd name="T14" fmla="*/ 60 w 60"/>
                  <a:gd name="T15" fmla="*/ 47 h 110"/>
                  <a:gd name="T16" fmla="*/ 41 w 60"/>
                  <a:gd name="T17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110">
                    <a:moveTo>
                      <a:pt x="41" y="66"/>
                    </a:moveTo>
                    <a:lnTo>
                      <a:pt x="1" y="106"/>
                    </a:lnTo>
                    <a:lnTo>
                      <a:pt x="0" y="110"/>
                    </a:lnTo>
                    <a:lnTo>
                      <a:pt x="41" y="66"/>
                    </a:lnTo>
                    <a:close/>
                    <a:moveTo>
                      <a:pt x="41" y="0"/>
                    </a:moveTo>
                    <a:lnTo>
                      <a:pt x="16" y="66"/>
                    </a:lnTo>
                    <a:lnTo>
                      <a:pt x="41" y="66"/>
                    </a:lnTo>
                    <a:lnTo>
                      <a:pt x="60" y="47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7" name="Freeform 587"/>
              <p:cNvSpPr>
                <a:spLocks noEditPoints="1"/>
              </p:cNvSpPr>
              <p:nvPr userDrawn="1"/>
            </p:nvSpPr>
            <p:spPr bwMode="auto">
              <a:xfrm>
                <a:off x="1912" y="838"/>
                <a:ext cx="60" cy="110"/>
              </a:xfrm>
              <a:custGeom>
                <a:avLst/>
                <a:gdLst>
                  <a:gd name="T0" fmla="*/ 41 w 60"/>
                  <a:gd name="T1" fmla="*/ 66 h 110"/>
                  <a:gd name="T2" fmla="*/ 1 w 60"/>
                  <a:gd name="T3" fmla="*/ 106 h 110"/>
                  <a:gd name="T4" fmla="*/ 0 w 60"/>
                  <a:gd name="T5" fmla="*/ 110 h 110"/>
                  <a:gd name="T6" fmla="*/ 41 w 60"/>
                  <a:gd name="T7" fmla="*/ 66 h 110"/>
                  <a:gd name="T8" fmla="*/ 41 w 60"/>
                  <a:gd name="T9" fmla="*/ 0 h 110"/>
                  <a:gd name="T10" fmla="*/ 16 w 60"/>
                  <a:gd name="T11" fmla="*/ 66 h 110"/>
                  <a:gd name="T12" fmla="*/ 41 w 60"/>
                  <a:gd name="T13" fmla="*/ 66 h 110"/>
                  <a:gd name="T14" fmla="*/ 60 w 60"/>
                  <a:gd name="T15" fmla="*/ 47 h 110"/>
                  <a:gd name="T16" fmla="*/ 41 w 60"/>
                  <a:gd name="T17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110">
                    <a:moveTo>
                      <a:pt x="41" y="66"/>
                    </a:moveTo>
                    <a:lnTo>
                      <a:pt x="1" y="106"/>
                    </a:lnTo>
                    <a:lnTo>
                      <a:pt x="0" y="110"/>
                    </a:lnTo>
                    <a:lnTo>
                      <a:pt x="41" y="66"/>
                    </a:lnTo>
                    <a:moveTo>
                      <a:pt x="41" y="0"/>
                    </a:moveTo>
                    <a:lnTo>
                      <a:pt x="16" y="66"/>
                    </a:lnTo>
                    <a:lnTo>
                      <a:pt x="41" y="66"/>
                    </a:lnTo>
                    <a:lnTo>
                      <a:pt x="60" y="47"/>
                    </a:lnTo>
                    <a:lnTo>
                      <a:pt x="4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8" name="Freeform 588"/>
              <p:cNvSpPr>
                <a:spLocks/>
              </p:cNvSpPr>
              <p:nvPr userDrawn="1"/>
            </p:nvSpPr>
            <p:spPr bwMode="auto">
              <a:xfrm>
                <a:off x="1819" y="948"/>
                <a:ext cx="93" cy="90"/>
              </a:xfrm>
              <a:custGeom>
                <a:avLst/>
                <a:gdLst>
                  <a:gd name="T0" fmla="*/ 93 w 93"/>
                  <a:gd name="T1" fmla="*/ 0 h 90"/>
                  <a:gd name="T2" fmla="*/ 91 w 93"/>
                  <a:gd name="T3" fmla="*/ 1 h 90"/>
                  <a:gd name="T4" fmla="*/ 47 w 93"/>
                  <a:gd name="T5" fmla="*/ 44 h 90"/>
                  <a:gd name="T6" fmla="*/ 47 w 93"/>
                  <a:gd name="T7" fmla="*/ 13 h 90"/>
                  <a:gd name="T8" fmla="*/ 0 w 93"/>
                  <a:gd name="T9" fmla="*/ 27 h 90"/>
                  <a:gd name="T10" fmla="*/ 8 w 93"/>
                  <a:gd name="T11" fmla="*/ 90 h 90"/>
                  <a:gd name="T12" fmla="*/ 93 w 93"/>
                  <a:gd name="T13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90">
                    <a:moveTo>
                      <a:pt x="93" y="0"/>
                    </a:moveTo>
                    <a:lnTo>
                      <a:pt x="91" y="1"/>
                    </a:lnTo>
                    <a:lnTo>
                      <a:pt x="47" y="44"/>
                    </a:lnTo>
                    <a:lnTo>
                      <a:pt x="47" y="13"/>
                    </a:lnTo>
                    <a:lnTo>
                      <a:pt x="0" y="27"/>
                    </a:lnTo>
                    <a:lnTo>
                      <a:pt x="8" y="90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49" name="Freeform 589"/>
              <p:cNvSpPr>
                <a:spLocks/>
              </p:cNvSpPr>
              <p:nvPr userDrawn="1"/>
            </p:nvSpPr>
            <p:spPr bwMode="auto">
              <a:xfrm>
                <a:off x="1819" y="948"/>
                <a:ext cx="93" cy="90"/>
              </a:xfrm>
              <a:custGeom>
                <a:avLst/>
                <a:gdLst>
                  <a:gd name="T0" fmla="*/ 93 w 93"/>
                  <a:gd name="T1" fmla="*/ 0 h 90"/>
                  <a:gd name="T2" fmla="*/ 91 w 93"/>
                  <a:gd name="T3" fmla="*/ 1 h 90"/>
                  <a:gd name="T4" fmla="*/ 47 w 93"/>
                  <a:gd name="T5" fmla="*/ 44 h 90"/>
                  <a:gd name="T6" fmla="*/ 47 w 93"/>
                  <a:gd name="T7" fmla="*/ 13 h 90"/>
                  <a:gd name="T8" fmla="*/ 0 w 93"/>
                  <a:gd name="T9" fmla="*/ 27 h 90"/>
                  <a:gd name="T10" fmla="*/ 8 w 93"/>
                  <a:gd name="T11" fmla="*/ 90 h 90"/>
                  <a:gd name="T12" fmla="*/ 93 w 93"/>
                  <a:gd name="T13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90">
                    <a:moveTo>
                      <a:pt x="93" y="0"/>
                    </a:moveTo>
                    <a:lnTo>
                      <a:pt x="91" y="1"/>
                    </a:lnTo>
                    <a:lnTo>
                      <a:pt x="47" y="44"/>
                    </a:lnTo>
                    <a:lnTo>
                      <a:pt x="47" y="13"/>
                    </a:lnTo>
                    <a:lnTo>
                      <a:pt x="0" y="27"/>
                    </a:lnTo>
                    <a:lnTo>
                      <a:pt x="8" y="90"/>
                    </a:lnTo>
                    <a:lnTo>
                      <a:pt x="9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0" name="Freeform 590"/>
              <p:cNvSpPr>
                <a:spLocks noEditPoints="1"/>
              </p:cNvSpPr>
              <p:nvPr userDrawn="1"/>
            </p:nvSpPr>
            <p:spPr bwMode="auto">
              <a:xfrm>
                <a:off x="1595" y="1122"/>
                <a:ext cx="150" cy="72"/>
              </a:xfrm>
              <a:custGeom>
                <a:avLst/>
                <a:gdLst>
                  <a:gd name="T0" fmla="*/ 39 w 121"/>
                  <a:gd name="T1" fmla="*/ 33 h 58"/>
                  <a:gd name="T2" fmla="*/ 0 w 121"/>
                  <a:gd name="T3" fmla="*/ 48 h 58"/>
                  <a:gd name="T4" fmla="*/ 33 w 121"/>
                  <a:gd name="T5" fmla="*/ 58 h 58"/>
                  <a:gd name="T6" fmla="*/ 39 w 121"/>
                  <a:gd name="T7" fmla="*/ 33 h 58"/>
                  <a:gd name="T8" fmla="*/ 121 w 121"/>
                  <a:gd name="T9" fmla="*/ 0 h 58"/>
                  <a:gd name="T10" fmla="*/ 70 w 121"/>
                  <a:gd name="T11" fmla="*/ 20 h 58"/>
                  <a:gd name="T12" fmla="*/ 90 w 121"/>
                  <a:gd name="T13" fmla="*/ 32 h 58"/>
                  <a:gd name="T14" fmla="*/ 121 w 121"/>
                  <a:gd name="T1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8">
                    <a:moveTo>
                      <a:pt x="39" y="33"/>
                    </a:moveTo>
                    <a:cubicBezTo>
                      <a:pt x="26" y="38"/>
                      <a:pt x="13" y="43"/>
                      <a:pt x="0" y="48"/>
                    </a:cubicBezTo>
                    <a:cubicBezTo>
                      <a:pt x="11" y="51"/>
                      <a:pt x="22" y="54"/>
                      <a:pt x="33" y="58"/>
                    </a:cubicBezTo>
                    <a:cubicBezTo>
                      <a:pt x="39" y="33"/>
                      <a:pt x="39" y="33"/>
                      <a:pt x="39" y="33"/>
                    </a:cubicBezTo>
                    <a:moveTo>
                      <a:pt x="121" y="0"/>
                    </a:moveTo>
                    <a:cubicBezTo>
                      <a:pt x="104" y="7"/>
                      <a:pt x="87" y="14"/>
                      <a:pt x="70" y="20"/>
                    </a:cubicBezTo>
                    <a:cubicBezTo>
                      <a:pt x="90" y="32"/>
                      <a:pt x="90" y="32"/>
                      <a:pt x="90" y="32"/>
                    </a:cubicBezTo>
                    <a:cubicBezTo>
                      <a:pt x="121" y="0"/>
                      <a:pt x="121" y="0"/>
                      <a:pt x="121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1" name="Freeform 591"/>
              <p:cNvSpPr>
                <a:spLocks noEditPoints="1"/>
              </p:cNvSpPr>
              <p:nvPr userDrawn="1"/>
            </p:nvSpPr>
            <p:spPr bwMode="auto">
              <a:xfrm>
                <a:off x="1623" y="1130"/>
                <a:ext cx="84" cy="122"/>
              </a:xfrm>
              <a:custGeom>
                <a:avLst/>
                <a:gdLst>
                  <a:gd name="T0" fmla="*/ 68 w 68"/>
                  <a:gd name="T1" fmla="*/ 26 h 99"/>
                  <a:gd name="T2" fmla="*/ 37 w 68"/>
                  <a:gd name="T3" fmla="*/ 59 h 99"/>
                  <a:gd name="T4" fmla="*/ 11 w 68"/>
                  <a:gd name="T5" fmla="*/ 52 h 99"/>
                  <a:gd name="T6" fmla="*/ 7 w 68"/>
                  <a:gd name="T7" fmla="*/ 68 h 99"/>
                  <a:gd name="T8" fmla="*/ 29 w 68"/>
                  <a:gd name="T9" fmla="*/ 68 h 99"/>
                  <a:gd name="T10" fmla="*/ 0 w 68"/>
                  <a:gd name="T11" fmla="*/ 99 h 99"/>
                  <a:gd name="T12" fmla="*/ 68 w 68"/>
                  <a:gd name="T13" fmla="*/ 26 h 99"/>
                  <a:gd name="T14" fmla="*/ 24 w 68"/>
                  <a:gd name="T15" fmla="*/ 0 h 99"/>
                  <a:gd name="T16" fmla="*/ 17 w 68"/>
                  <a:gd name="T17" fmla="*/ 27 h 99"/>
                  <a:gd name="T18" fmla="*/ 48 w 68"/>
                  <a:gd name="T19" fmla="*/ 14 h 99"/>
                  <a:gd name="T20" fmla="*/ 24 w 68"/>
                  <a:gd name="T2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8" h="99">
                    <a:moveTo>
                      <a:pt x="68" y="26"/>
                    </a:moveTo>
                    <a:cubicBezTo>
                      <a:pt x="37" y="59"/>
                      <a:pt x="37" y="59"/>
                      <a:pt x="37" y="59"/>
                    </a:cubicBezTo>
                    <a:cubicBezTo>
                      <a:pt x="29" y="56"/>
                      <a:pt x="20" y="54"/>
                      <a:pt x="11" y="52"/>
                    </a:cubicBezTo>
                    <a:cubicBezTo>
                      <a:pt x="7" y="68"/>
                      <a:pt x="7" y="68"/>
                      <a:pt x="7" y="68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0" y="99"/>
                      <a:pt x="0" y="99"/>
                      <a:pt x="0" y="99"/>
                    </a:cubicBezTo>
                    <a:cubicBezTo>
                      <a:pt x="68" y="26"/>
                      <a:pt x="68" y="26"/>
                      <a:pt x="68" y="26"/>
                    </a:cubicBezTo>
                    <a:moveTo>
                      <a:pt x="24" y="0"/>
                    </a:moveTo>
                    <a:cubicBezTo>
                      <a:pt x="17" y="27"/>
                      <a:pt x="17" y="27"/>
                      <a:pt x="17" y="27"/>
                    </a:cubicBezTo>
                    <a:cubicBezTo>
                      <a:pt x="27" y="22"/>
                      <a:pt x="38" y="18"/>
                      <a:pt x="48" y="14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2" name="Freeform 592"/>
              <p:cNvSpPr>
                <a:spLocks/>
              </p:cNvSpPr>
              <p:nvPr userDrawn="1"/>
            </p:nvSpPr>
            <p:spPr bwMode="auto">
              <a:xfrm>
                <a:off x="1636" y="1147"/>
                <a:ext cx="71" cy="56"/>
              </a:xfrm>
              <a:custGeom>
                <a:avLst/>
                <a:gdLst>
                  <a:gd name="T0" fmla="*/ 37 w 57"/>
                  <a:gd name="T1" fmla="*/ 0 h 45"/>
                  <a:gd name="T2" fmla="*/ 6 w 57"/>
                  <a:gd name="T3" fmla="*/ 13 h 45"/>
                  <a:gd name="T4" fmla="*/ 0 w 57"/>
                  <a:gd name="T5" fmla="*/ 38 h 45"/>
                  <a:gd name="T6" fmla="*/ 26 w 57"/>
                  <a:gd name="T7" fmla="*/ 45 h 45"/>
                  <a:gd name="T8" fmla="*/ 57 w 57"/>
                  <a:gd name="T9" fmla="*/ 12 h 45"/>
                  <a:gd name="T10" fmla="*/ 37 w 57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" h="45">
                    <a:moveTo>
                      <a:pt x="37" y="0"/>
                    </a:moveTo>
                    <a:cubicBezTo>
                      <a:pt x="27" y="4"/>
                      <a:pt x="16" y="8"/>
                      <a:pt x="6" y="1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40"/>
                      <a:pt x="18" y="42"/>
                      <a:pt x="26" y="45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3" name="Freeform 593"/>
              <p:cNvSpPr>
                <a:spLocks noEditPoints="1"/>
              </p:cNvSpPr>
              <p:nvPr userDrawn="1"/>
            </p:nvSpPr>
            <p:spPr bwMode="auto">
              <a:xfrm>
                <a:off x="1623" y="1252"/>
                <a:ext cx="69" cy="35"/>
              </a:xfrm>
              <a:custGeom>
                <a:avLst/>
                <a:gdLst>
                  <a:gd name="T0" fmla="*/ 2 w 56"/>
                  <a:gd name="T1" fmla="*/ 11 h 28"/>
                  <a:gd name="T2" fmla="*/ 6 w 56"/>
                  <a:gd name="T3" fmla="*/ 28 h 28"/>
                  <a:gd name="T4" fmla="*/ 24 w 56"/>
                  <a:gd name="T5" fmla="*/ 18 h 28"/>
                  <a:gd name="T6" fmla="*/ 2 w 56"/>
                  <a:gd name="T7" fmla="*/ 11 h 28"/>
                  <a:gd name="T8" fmla="*/ 56 w 56"/>
                  <a:gd name="T9" fmla="*/ 0 h 28"/>
                  <a:gd name="T10" fmla="*/ 0 w 56"/>
                  <a:gd name="T11" fmla="*/ 0 h 28"/>
                  <a:gd name="T12" fmla="*/ 0 w 56"/>
                  <a:gd name="T13" fmla="*/ 3 h 28"/>
                  <a:gd name="T14" fmla="*/ 35 w 56"/>
                  <a:gd name="T15" fmla="*/ 2 h 28"/>
                  <a:gd name="T16" fmla="*/ 34 w 56"/>
                  <a:gd name="T17" fmla="*/ 1 h 28"/>
                  <a:gd name="T18" fmla="*/ 54 w 56"/>
                  <a:gd name="T19" fmla="*/ 1 h 28"/>
                  <a:gd name="T20" fmla="*/ 56 w 56"/>
                  <a:gd name="T2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6" h="28">
                    <a:moveTo>
                      <a:pt x="2" y="11"/>
                    </a:moveTo>
                    <a:cubicBezTo>
                      <a:pt x="6" y="28"/>
                      <a:pt x="6" y="28"/>
                      <a:pt x="6" y="2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" y="11"/>
                      <a:pt x="2" y="11"/>
                      <a:pt x="2" y="11"/>
                    </a:cubicBezTo>
                    <a:moveTo>
                      <a:pt x="5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35" y="2"/>
                      <a:pt x="35" y="2"/>
                      <a:pt x="35" y="2"/>
                    </a:cubicBezTo>
                    <a:cubicBezTo>
                      <a:pt x="34" y="2"/>
                      <a:pt x="34" y="1"/>
                      <a:pt x="34" y="1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6" y="0"/>
                      <a:pt x="56" y="0"/>
                      <a:pt x="5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4" name="Freeform 594"/>
              <p:cNvSpPr>
                <a:spLocks/>
              </p:cNvSpPr>
              <p:nvPr userDrawn="1"/>
            </p:nvSpPr>
            <p:spPr bwMode="auto">
              <a:xfrm>
                <a:off x="1623" y="1255"/>
                <a:ext cx="45" cy="20"/>
              </a:xfrm>
              <a:custGeom>
                <a:avLst/>
                <a:gdLst>
                  <a:gd name="T0" fmla="*/ 35 w 37"/>
                  <a:gd name="T1" fmla="*/ 0 h 16"/>
                  <a:gd name="T2" fmla="*/ 0 w 37"/>
                  <a:gd name="T3" fmla="*/ 1 h 16"/>
                  <a:gd name="T4" fmla="*/ 2 w 37"/>
                  <a:gd name="T5" fmla="*/ 9 h 16"/>
                  <a:gd name="T6" fmla="*/ 24 w 37"/>
                  <a:gd name="T7" fmla="*/ 16 h 16"/>
                  <a:gd name="T8" fmla="*/ 37 w 37"/>
                  <a:gd name="T9" fmla="*/ 8 h 16"/>
                  <a:gd name="T10" fmla="*/ 35 w 37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16">
                    <a:moveTo>
                      <a:pt x="35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6"/>
                      <a:pt x="35" y="3"/>
                      <a:pt x="35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5" name="Freeform 595"/>
              <p:cNvSpPr>
                <a:spLocks noEditPoints="1"/>
              </p:cNvSpPr>
              <p:nvPr userDrawn="1"/>
            </p:nvSpPr>
            <p:spPr bwMode="auto">
              <a:xfrm>
                <a:off x="1675" y="1254"/>
                <a:ext cx="66" cy="39"/>
              </a:xfrm>
              <a:custGeom>
                <a:avLst/>
                <a:gdLst>
                  <a:gd name="T0" fmla="*/ 0 w 54"/>
                  <a:gd name="T1" fmla="*/ 22 h 32"/>
                  <a:gd name="T2" fmla="*/ 3 w 54"/>
                  <a:gd name="T3" fmla="*/ 32 h 32"/>
                  <a:gd name="T4" fmla="*/ 13 w 54"/>
                  <a:gd name="T5" fmla="*/ 26 h 32"/>
                  <a:gd name="T6" fmla="*/ 0 w 54"/>
                  <a:gd name="T7" fmla="*/ 22 h 32"/>
                  <a:gd name="T8" fmla="*/ 12 w 54"/>
                  <a:gd name="T9" fmla="*/ 0 h 32"/>
                  <a:gd name="T10" fmla="*/ 11 w 54"/>
                  <a:gd name="T11" fmla="*/ 1 h 32"/>
                  <a:gd name="T12" fmla="*/ 19 w 54"/>
                  <a:gd name="T13" fmla="*/ 1 h 32"/>
                  <a:gd name="T14" fmla="*/ 29 w 54"/>
                  <a:gd name="T15" fmla="*/ 16 h 32"/>
                  <a:gd name="T16" fmla="*/ 54 w 54"/>
                  <a:gd name="T17" fmla="*/ 1 h 32"/>
                  <a:gd name="T18" fmla="*/ 12 w 54"/>
                  <a:gd name="T1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32">
                    <a:moveTo>
                      <a:pt x="0" y="22"/>
                    </a:moveTo>
                    <a:cubicBezTo>
                      <a:pt x="1" y="25"/>
                      <a:pt x="2" y="28"/>
                      <a:pt x="3" y="32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0" y="22"/>
                      <a:pt x="0" y="22"/>
                      <a:pt x="0" y="22"/>
                    </a:cubicBezTo>
                    <a:moveTo>
                      <a:pt x="12" y="0"/>
                    </a:moveTo>
                    <a:cubicBezTo>
                      <a:pt x="11" y="1"/>
                      <a:pt x="11" y="1"/>
                      <a:pt x="11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12" y="0"/>
                      <a:pt x="12" y="0"/>
                      <a:pt x="1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6" name="Freeform 596"/>
              <p:cNvSpPr>
                <a:spLocks/>
              </p:cNvSpPr>
              <p:nvPr userDrawn="1"/>
            </p:nvSpPr>
            <p:spPr bwMode="auto">
              <a:xfrm>
                <a:off x="1668" y="1255"/>
                <a:ext cx="42" cy="31"/>
              </a:xfrm>
              <a:custGeom>
                <a:avLst/>
                <a:gdLst>
                  <a:gd name="T0" fmla="*/ 24 w 34"/>
                  <a:gd name="T1" fmla="*/ 0 h 25"/>
                  <a:gd name="T2" fmla="*/ 16 w 34"/>
                  <a:gd name="T3" fmla="*/ 0 h 25"/>
                  <a:gd name="T4" fmla="*/ 0 w 34"/>
                  <a:gd name="T5" fmla="*/ 8 h 25"/>
                  <a:gd name="T6" fmla="*/ 5 w 34"/>
                  <a:gd name="T7" fmla="*/ 21 h 25"/>
                  <a:gd name="T8" fmla="*/ 18 w 34"/>
                  <a:gd name="T9" fmla="*/ 25 h 25"/>
                  <a:gd name="T10" fmla="*/ 34 w 34"/>
                  <a:gd name="T11" fmla="*/ 15 h 25"/>
                  <a:gd name="T12" fmla="*/ 24 w 34"/>
                  <a:gd name="T13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25">
                    <a:moveTo>
                      <a:pt x="2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12"/>
                      <a:pt x="3" y="17"/>
                      <a:pt x="5" y="21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7" name="Freeform 597"/>
              <p:cNvSpPr>
                <a:spLocks/>
              </p:cNvSpPr>
              <p:nvPr userDrawn="1"/>
            </p:nvSpPr>
            <p:spPr bwMode="auto">
              <a:xfrm>
                <a:off x="1665" y="1254"/>
                <a:ext cx="24" cy="1"/>
              </a:xfrm>
              <a:custGeom>
                <a:avLst/>
                <a:gdLst>
                  <a:gd name="T0" fmla="*/ 0 w 20"/>
                  <a:gd name="T1" fmla="*/ 0 h 1"/>
                  <a:gd name="T2" fmla="*/ 1 w 20"/>
                  <a:gd name="T3" fmla="*/ 1 h 1"/>
                  <a:gd name="T4" fmla="*/ 19 w 20"/>
                  <a:gd name="T5" fmla="*/ 1 h 1"/>
                  <a:gd name="T6" fmla="*/ 20 w 20"/>
                  <a:gd name="T7" fmla="*/ 0 h 1"/>
                  <a:gd name="T8" fmla="*/ 0 w 20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1">
                    <a:moveTo>
                      <a:pt x="0" y="0"/>
                    </a:moveTo>
                    <a:cubicBezTo>
                      <a:pt x="0" y="0"/>
                      <a:pt x="0" y="1"/>
                      <a:pt x="1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8" name="Freeform 598"/>
              <p:cNvSpPr>
                <a:spLocks/>
              </p:cNvSpPr>
              <p:nvPr userDrawn="1"/>
            </p:nvSpPr>
            <p:spPr bwMode="auto">
              <a:xfrm>
                <a:off x="1666" y="1255"/>
                <a:ext cx="22" cy="10"/>
              </a:xfrm>
              <a:custGeom>
                <a:avLst/>
                <a:gdLst>
                  <a:gd name="T0" fmla="*/ 18 w 18"/>
                  <a:gd name="T1" fmla="*/ 0 h 8"/>
                  <a:gd name="T2" fmla="*/ 0 w 18"/>
                  <a:gd name="T3" fmla="*/ 0 h 8"/>
                  <a:gd name="T4" fmla="*/ 2 w 18"/>
                  <a:gd name="T5" fmla="*/ 8 h 8"/>
                  <a:gd name="T6" fmla="*/ 18 w 18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8">
                    <a:moveTo>
                      <a:pt x="1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1" y="6"/>
                      <a:pt x="2" y="8"/>
                    </a:cubicBezTo>
                    <a:cubicBezTo>
                      <a:pt x="18" y="0"/>
                      <a:pt x="18" y="0"/>
                      <a:pt x="18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59" name="Freeform 599"/>
              <p:cNvSpPr>
                <a:spLocks/>
              </p:cNvSpPr>
              <p:nvPr userDrawn="1"/>
            </p:nvSpPr>
            <p:spPr bwMode="auto">
              <a:xfrm>
                <a:off x="1699" y="1255"/>
                <a:ext cx="42" cy="84"/>
              </a:xfrm>
              <a:custGeom>
                <a:avLst/>
                <a:gdLst>
                  <a:gd name="T0" fmla="*/ 34 w 34"/>
                  <a:gd name="T1" fmla="*/ 0 h 68"/>
                  <a:gd name="T2" fmla="*/ 34 w 34"/>
                  <a:gd name="T3" fmla="*/ 0 h 68"/>
                  <a:gd name="T4" fmla="*/ 18 w 34"/>
                  <a:gd name="T5" fmla="*/ 32 h 68"/>
                  <a:gd name="T6" fmla="*/ 18 w 34"/>
                  <a:gd name="T7" fmla="*/ 32 h 68"/>
                  <a:gd name="T8" fmla="*/ 18 w 34"/>
                  <a:gd name="T9" fmla="*/ 32 h 68"/>
                  <a:gd name="T10" fmla="*/ 0 w 34"/>
                  <a:gd name="T11" fmla="*/ 68 h 68"/>
                  <a:gd name="T12" fmla="*/ 34 w 34"/>
                  <a:gd name="T13" fmla="*/ 45 h 68"/>
                  <a:gd name="T14" fmla="*/ 34 w 34"/>
                  <a:gd name="T15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" h="68"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29" y="11"/>
                      <a:pt x="23" y="21"/>
                      <a:pt x="18" y="32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2" y="44"/>
                      <a:pt x="6" y="56"/>
                      <a:pt x="0" y="68"/>
                    </a:cubicBezTo>
                    <a:cubicBezTo>
                      <a:pt x="34" y="45"/>
                      <a:pt x="34" y="45"/>
                      <a:pt x="34" y="45"/>
                    </a:cubicBezTo>
                    <a:cubicBezTo>
                      <a:pt x="34" y="21"/>
                      <a:pt x="34" y="0"/>
                      <a:pt x="3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0" name="Freeform 600"/>
              <p:cNvSpPr>
                <a:spLocks/>
              </p:cNvSpPr>
              <p:nvPr userDrawn="1"/>
            </p:nvSpPr>
            <p:spPr bwMode="auto">
              <a:xfrm>
                <a:off x="1722" y="129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1" name="Freeform 601"/>
              <p:cNvSpPr>
                <a:spLocks/>
              </p:cNvSpPr>
              <p:nvPr userDrawn="1"/>
            </p:nvSpPr>
            <p:spPr bwMode="auto">
              <a:xfrm>
                <a:off x="1651" y="1293"/>
                <a:ext cx="45" cy="51"/>
              </a:xfrm>
              <a:custGeom>
                <a:avLst/>
                <a:gdLst>
                  <a:gd name="T0" fmla="*/ 22 w 36"/>
                  <a:gd name="T1" fmla="*/ 0 h 41"/>
                  <a:gd name="T2" fmla="*/ 0 w 36"/>
                  <a:gd name="T3" fmla="*/ 14 h 41"/>
                  <a:gd name="T4" fmla="*/ 34 w 36"/>
                  <a:gd name="T5" fmla="*/ 41 h 41"/>
                  <a:gd name="T6" fmla="*/ 36 w 36"/>
                  <a:gd name="T7" fmla="*/ 39 h 41"/>
                  <a:gd name="T8" fmla="*/ 22 w 36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41">
                    <a:moveTo>
                      <a:pt x="22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34" y="41"/>
                      <a:pt x="34" y="41"/>
                      <a:pt x="34" y="41"/>
                    </a:cubicBezTo>
                    <a:cubicBezTo>
                      <a:pt x="36" y="39"/>
                      <a:pt x="36" y="39"/>
                      <a:pt x="36" y="39"/>
                    </a:cubicBezTo>
                    <a:cubicBezTo>
                      <a:pt x="32" y="26"/>
                      <a:pt x="27" y="13"/>
                      <a:pt x="2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2" name="Freeform 602"/>
              <p:cNvSpPr>
                <a:spLocks noEditPoints="1"/>
              </p:cNvSpPr>
              <p:nvPr userDrawn="1"/>
            </p:nvSpPr>
            <p:spPr bwMode="auto">
              <a:xfrm>
                <a:off x="1678" y="1255"/>
                <a:ext cx="63" cy="86"/>
              </a:xfrm>
              <a:custGeom>
                <a:avLst/>
                <a:gdLst>
                  <a:gd name="T0" fmla="*/ 10 w 51"/>
                  <a:gd name="T1" fmla="*/ 25 h 70"/>
                  <a:gd name="T2" fmla="*/ 0 w 51"/>
                  <a:gd name="T3" fmla="*/ 31 h 70"/>
                  <a:gd name="T4" fmla="*/ 14 w 51"/>
                  <a:gd name="T5" fmla="*/ 70 h 70"/>
                  <a:gd name="T6" fmla="*/ 17 w 51"/>
                  <a:gd name="T7" fmla="*/ 68 h 70"/>
                  <a:gd name="T8" fmla="*/ 35 w 51"/>
                  <a:gd name="T9" fmla="*/ 32 h 70"/>
                  <a:gd name="T10" fmla="*/ 10 w 51"/>
                  <a:gd name="T11" fmla="*/ 25 h 70"/>
                  <a:gd name="T12" fmla="*/ 51 w 51"/>
                  <a:gd name="T13" fmla="*/ 0 h 70"/>
                  <a:gd name="T14" fmla="*/ 26 w 51"/>
                  <a:gd name="T15" fmla="*/ 15 h 70"/>
                  <a:gd name="T16" fmla="*/ 35 w 51"/>
                  <a:gd name="T17" fmla="*/ 32 h 70"/>
                  <a:gd name="T18" fmla="*/ 51 w 51"/>
                  <a:gd name="T19" fmla="*/ 0 h 70"/>
                  <a:gd name="T20" fmla="*/ 51 w 51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1" h="70">
                    <a:moveTo>
                      <a:pt x="10" y="25"/>
                    </a:moveTo>
                    <a:cubicBezTo>
                      <a:pt x="0" y="31"/>
                      <a:pt x="0" y="31"/>
                      <a:pt x="0" y="31"/>
                    </a:cubicBezTo>
                    <a:cubicBezTo>
                      <a:pt x="5" y="44"/>
                      <a:pt x="10" y="57"/>
                      <a:pt x="14" y="70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23" y="56"/>
                      <a:pt x="29" y="44"/>
                      <a:pt x="35" y="32"/>
                    </a:cubicBezTo>
                    <a:cubicBezTo>
                      <a:pt x="10" y="25"/>
                      <a:pt x="10" y="25"/>
                      <a:pt x="10" y="25"/>
                    </a:cubicBezTo>
                    <a:moveTo>
                      <a:pt x="51" y="0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40" y="21"/>
                      <a:pt x="46" y="11"/>
                      <a:pt x="51" y="0"/>
                    </a:cubicBezTo>
                    <a:cubicBezTo>
                      <a:pt x="51" y="0"/>
                      <a:pt x="51" y="0"/>
                      <a:pt x="51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3" name="Freeform 603"/>
              <p:cNvSpPr>
                <a:spLocks/>
              </p:cNvSpPr>
              <p:nvPr userDrawn="1"/>
            </p:nvSpPr>
            <p:spPr bwMode="auto">
              <a:xfrm>
                <a:off x="1691" y="1273"/>
                <a:ext cx="31" cy="21"/>
              </a:xfrm>
              <a:custGeom>
                <a:avLst/>
                <a:gdLst>
                  <a:gd name="T0" fmla="*/ 16 w 25"/>
                  <a:gd name="T1" fmla="*/ 0 h 17"/>
                  <a:gd name="T2" fmla="*/ 0 w 25"/>
                  <a:gd name="T3" fmla="*/ 10 h 17"/>
                  <a:gd name="T4" fmla="*/ 25 w 25"/>
                  <a:gd name="T5" fmla="*/ 17 h 17"/>
                  <a:gd name="T6" fmla="*/ 25 w 25"/>
                  <a:gd name="T7" fmla="*/ 17 h 17"/>
                  <a:gd name="T8" fmla="*/ 16 w 25"/>
                  <a:gd name="T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7">
                    <a:moveTo>
                      <a:pt x="16" y="0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4" name="Freeform 604"/>
              <p:cNvSpPr>
                <a:spLocks/>
              </p:cNvSpPr>
              <p:nvPr userDrawn="1"/>
            </p:nvSpPr>
            <p:spPr bwMode="auto">
              <a:xfrm>
                <a:off x="1705" y="1407"/>
                <a:ext cx="36" cy="78"/>
              </a:xfrm>
              <a:custGeom>
                <a:avLst/>
                <a:gdLst>
                  <a:gd name="T0" fmla="*/ 21 w 36"/>
                  <a:gd name="T1" fmla="*/ 0 h 78"/>
                  <a:gd name="T2" fmla="*/ 0 w 36"/>
                  <a:gd name="T3" fmla="*/ 40 h 78"/>
                  <a:gd name="T4" fmla="*/ 36 w 36"/>
                  <a:gd name="T5" fmla="*/ 78 h 78"/>
                  <a:gd name="T6" fmla="*/ 36 w 36"/>
                  <a:gd name="T7" fmla="*/ 26 h 78"/>
                  <a:gd name="T8" fmla="*/ 21 w 36"/>
                  <a:gd name="T9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78">
                    <a:moveTo>
                      <a:pt x="21" y="0"/>
                    </a:moveTo>
                    <a:lnTo>
                      <a:pt x="0" y="40"/>
                    </a:lnTo>
                    <a:lnTo>
                      <a:pt x="36" y="78"/>
                    </a:lnTo>
                    <a:lnTo>
                      <a:pt x="36" y="26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5" name="Freeform 605"/>
              <p:cNvSpPr>
                <a:spLocks/>
              </p:cNvSpPr>
              <p:nvPr userDrawn="1"/>
            </p:nvSpPr>
            <p:spPr bwMode="auto">
              <a:xfrm>
                <a:off x="1705" y="1407"/>
                <a:ext cx="36" cy="78"/>
              </a:xfrm>
              <a:custGeom>
                <a:avLst/>
                <a:gdLst>
                  <a:gd name="T0" fmla="*/ 21 w 36"/>
                  <a:gd name="T1" fmla="*/ 0 h 78"/>
                  <a:gd name="T2" fmla="*/ 0 w 36"/>
                  <a:gd name="T3" fmla="*/ 40 h 78"/>
                  <a:gd name="T4" fmla="*/ 36 w 36"/>
                  <a:gd name="T5" fmla="*/ 78 h 78"/>
                  <a:gd name="T6" fmla="*/ 36 w 36"/>
                  <a:gd name="T7" fmla="*/ 26 h 78"/>
                  <a:gd name="T8" fmla="*/ 21 w 36"/>
                  <a:gd name="T9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78">
                    <a:moveTo>
                      <a:pt x="21" y="0"/>
                    </a:moveTo>
                    <a:lnTo>
                      <a:pt x="0" y="40"/>
                    </a:lnTo>
                    <a:lnTo>
                      <a:pt x="36" y="78"/>
                    </a:lnTo>
                    <a:lnTo>
                      <a:pt x="36" y="26"/>
                    </a:lnTo>
                    <a:lnTo>
                      <a:pt x="2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966" name="Freeform 606"/>
              <p:cNvSpPr>
                <a:spLocks noEditPoints="1"/>
              </p:cNvSpPr>
              <p:nvPr userDrawn="1"/>
            </p:nvSpPr>
            <p:spPr bwMode="auto">
              <a:xfrm>
                <a:off x="2592" y="474"/>
                <a:ext cx="56" cy="104"/>
              </a:xfrm>
              <a:custGeom>
                <a:avLst/>
                <a:gdLst>
                  <a:gd name="T0" fmla="*/ 3 w 46"/>
                  <a:gd name="T1" fmla="*/ 79 h 84"/>
                  <a:gd name="T2" fmla="*/ 0 w 46"/>
                  <a:gd name="T3" fmla="*/ 84 h 84"/>
                  <a:gd name="T4" fmla="*/ 4 w 46"/>
                  <a:gd name="T5" fmla="*/ 84 h 84"/>
                  <a:gd name="T6" fmla="*/ 3 w 46"/>
                  <a:gd name="T7" fmla="*/ 79 h 84"/>
                  <a:gd name="T8" fmla="*/ 46 w 46"/>
                  <a:gd name="T9" fmla="*/ 0 h 84"/>
                  <a:gd name="T10" fmla="*/ 7 w 46"/>
                  <a:gd name="T11" fmla="*/ 72 h 84"/>
                  <a:gd name="T12" fmla="*/ 7 w 46"/>
                  <a:gd name="T13" fmla="*/ 72 h 84"/>
                  <a:gd name="T14" fmla="*/ 10 w 46"/>
                  <a:gd name="T15" fmla="*/ 84 h 84"/>
                  <a:gd name="T16" fmla="*/ 46 w 46"/>
                  <a:gd name="T17" fmla="*/ 84 h 84"/>
                  <a:gd name="T18" fmla="*/ 46 w 46"/>
                  <a:gd name="T19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" h="84">
                    <a:moveTo>
                      <a:pt x="3" y="79"/>
                    </a:moveTo>
                    <a:cubicBezTo>
                      <a:pt x="0" y="84"/>
                      <a:pt x="0" y="84"/>
                      <a:pt x="0" y="84"/>
                    </a:cubicBezTo>
                    <a:cubicBezTo>
                      <a:pt x="4" y="84"/>
                      <a:pt x="4" y="84"/>
                      <a:pt x="4" y="84"/>
                    </a:cubicBezTo>
                    <a:cubicBezTo>
                      <a:pt x="4" y="82"/>
                      <a:pt x="3" y="81"/>
                      <a:pt x="3" y="79"/>
                    </a:cubicBezTo>
                    <a:moveTo>
                      <a:pt x="46" y="0"/>
                    </a:move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9" y="75"/>
                      <a:pt x="9" y="79"/>
                      <a:pt x="10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0"/>
                      <a:pt x="46" y="0"/>
                      <a:pt x="4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2" name="Group 808"/>
            <p:cNvGrpSpPr>
              <a:grpSpLocks/>
            </p:cNvGrpSpPr>
            <p:nvPr userDrawn="1"/>
          </p:nvGrpSpPr>
          <p:grpSpPr bwMode="auto">
            <a:xfrm>
              <a:off x="693738" y="-268288"/>
              <a:ext cx="3440113" cy="2625726"/>
              <a:chOff x="437" y="-169"/>
              <a:chExt cx="2167" cy="1654"/>
            </a:xfrm>
          </p:grpSpPr>
          <p:sp>
            <p:nvSpPr>
              <p:cNvPr id="567" name="Freeform 608"/>
              <p:cNvSpPr>
                <a:spLocks/>
              </p:cNvSpPr>
              <p:nvPr userDrawn="1"/>
            </p:nvSpPr>
            <p:spPr bwMode="auto">
              <a:xfrm>
                <a:off x="2595" y="563"/>
                <a:ext cx="9" cy="15"/>
              </a:xfrm>
              <a:custGeom>
                <a:avLst/>
                <a:gdLst>
                  <a:gd name="T0" fmla="*/ 4 w 7"/>
                  <a:gd name="T1" fmla="*/ 0 h 12"/>
                  <a:gd name="T2" fmla="*/ 0 w 7"/>
                  <a:gd name="T3" fmla="*/ 7 h 12"/>
                  <a:gd name="T4" fmla="*/ 1 w 7"/>
                  <a:gd name="T5" fmla="*/ 12 h 12"/>
                  <a:gd name="T6" fmla="*/ 7 w 7"/>
                  <a:gd name="T7" fmla="*/ 12 h 12"/>
                  <a:gd name="T8" fmla="*/ 4 w 7"/>
                  <a:gd name="T9" fmla="*/ 0 h 12"/>
                  <a:gd name="T10" fmla="*/ 4 w 7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12">
                    <a:moveTo>
                      <a:pt x="4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9"/>
                      <a:pt x="1" y="10"/>
                      <a:pt x="1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6" y="7"/>
                      <a:pt x="6" y="3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39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8" name="Freeform 609"/>
              <p:cNvSpPr>
                <a:spLocks/>
              </p:cNvSpPr>
              <p:nvPr userDrawn="1"/>
            </p:nvSpPr>
            <p:spPr bwMode="auto">
              <a:xfrm>
                <a:off x="1692" y="1344"/>
                <a:ext cx="49" cy="63"/>
              </a:xfrm>
              <a:custGeom>
                <a:avLst/>
                <a:gdLst>
                  <a:gd name="T0" fmla="*/ 1 w 49"/>
                  <a:gd name="T1" fmla="*/ 0 h 63"/>
                  <a:gd name="T2" fmla="*/ 0 w 49"/>
                  <a:gd name="T3" fmla="*/ 1 h 63"/>
                  <a:gd name="T4" fmla="*/ 34 w 49"/>
                  <a:gd name="T5" fmla="*/ 63 h 63"/>
                  <a:gd name="T6" fmla="*/ 49 w 49"/>
                  <a:gd name="T7" fmla="*/ 37 h 63"/>
                  <a:gd name="T8" fmla="*/ 1 w 49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63">
                    <a:moveTo>
                      <a:pt x="1" y="0"/>
                    </a:moveTo>
                    <a:lnTo>
                      <a:pt x="0" y="1"/>
                    </a:lnTo>
                    <a:lnTo>
                      <a:pt x="34" y="63"/>
                    </a:lnTo>
                    <a:lnTo>
                      <a:pt x="49" y="3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9" name="Freeform 610"/>
              <p:cNvSpPr>
                <a:spLocks/>
              </p:cNvSpPr>
              <p:nvPr userDrawn="1"/>
            </p:nvSpPr>
            <p:spPr bwMode="auto">
              <a:xfrm>
                <a:off x="1692" y="1344"/>
                <a:ext cx="49" cy="63"/>
              </a:xfrm>
              <a:custGeom>
                <a:avLst/>
                <a:gdLst>
                  <a:gd name="T0" fmla="*/ 1 w 49"/>
                  <a:gd name="T1" fmla="*/ 0 h 63"/>
                  <a:gd name="T2" fmla="*/ 0 w 49"/>
                  <a:gd name="T3" fmla="*/ 1 h 63"/>
                  <a:gd name="T4" fmla="*/ 34 w 49"/>
                  <a:gd name="T5" fmla="*/ 63 h 63"/>
                  <a:gd name="T6" fmla="*/ 49 w 49"/>
                  <a:gd name="T7" fmla="*/ 37 h 63"/>
                  <a:gd name="T8" fmla="*/ 1 w 49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63">
                    <a:moveTo>
                      <a:pt x="1" y="0"/>
                    </a:moveTo>
                    <a:lnTo>
                      <a:pt x="0" y="1"/>
                    </a:lnTo>
                    <a:lnTo>
                      <a:pt x="34" y="63"/>
                    </a:lnTo>
                    <a:lnTo>
                      <a:pt x="49" y="37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0" name="Freeform 611"/>
              <p:cNvSpPr>
                <a:spLocks/>
              </p:cNvSpPr>
              <p:nvPr userDrawn="1"/>
            </p:nvSpPr>
            <p:spPr bwMode="auto">
              <a:xfrm>
                <a:off x="1693" y="1310"/>
                <a:ext cx="48" cy="71"/>
              </a:xfrm>
              <a:custGeom>
                <a:avLst/>
                <a:gdLst>
                  <a:gd name="T0" fmla="*/ 39 w 39"/>
                  <a:gd name="T1" fmla="*/ 0 h 57"/>
                  <a:gd name="T2" fmla="*/ 5 w 39"/>
                  <a:gd name="T3" fmla="*/ 23 h 57"/>
                  <a:gd name="T4" fmla="*/ 3 w 39"/>
                  <a:gd name="T5" fmla="*/ 28 h 57"/>
                  <a:gd name="T6" fmla="*/ 2 w 39"/>
                  <a:gd name="T7" fmla="*/ 25 h 57"/>
                  <a:gd name="T8" fmla="*/ 0 w 39"/>
                  <a:gd name="T9" fmla="*/ 27 h 57"/>
                  <a:gd name="T10" fmla="*/ 39 w 39"/>
                  <a:gd name="T11" fmla="*/ 57 h 57"/>
                  <a:gd name="T12" fmla="*/ 39 w 39"/>
                  <a:gd name="T13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57">
                    <a:moveTo>
                      <a:pt x="39" y="0"/>
                    </a:moveTo>
                    <a:cubicBezTo>
                      <a:pt x="5" y="23"/>
                      <a:pt x="5" y="23"/>
                      <a:pt x="5" y="23"/>
                    </a:cubicBezTo>
                    <a:cubicBezTo>
                      <a:pt x="4" y="25"/>
                      <a:pt x="4" y="26"/>
                      <a:pt x="3" y="28"/>
                    </a:cubicBezTo>
                    <a:cubicBezTo>
                      <a:pt x="3" y="27"/>
                      <a:pt x="3" y="26"/>
                      <a:pt x="2" y="2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9" y="56"/>
                      <a:pt x="39" y="27"/>
                      <a:pt x="3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1" name="Freeform 612"/>
              <p:cNvSpPr>
                <a:spLocks/>
              </p:cNvSpPr>
              <p:nvPr userDrawn="1"/>
            </p:nvSpPr>
            <p:spPr bwMode="auto">
              <a:xfrm>
                <a:off x="1696" y="1339"/>
                <a:ext cx="3" cy="6"/>
              </a:xfrm>
              <a:custGeom>
                <a:avLst/>
                <a:gdLst>
                  <a:gd name="T0" fmla="*/ 3 w 3"/>
                  <a:gd name="T1" fmla="*/ 0 h 5"/>
                  <a:gd name="T2" fmla="*/ 0 w 3"/>
                  <a:gd name="T3" fmla="*/ 2 h 5"/>
                  <a:gd name="T4" fmla="*/ 1 w 3"/>
                  <a:gd name="T5" fmla="*/ 5 h 5"/>
                  <a:gd name="T6" fmla="*/ 3 w 3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5">
                    <a:moveTo>
                      <a:pt x="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2" y="3"/>
                      <a:pt x="2" y="2"/>
                      <a:pt x="3" y="0"/>
                    </a:cubicBezTo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2" name="Freeform 613"/>
              <p:cNvSpPr>
                <a:spLocks/>
              </p:cNvSpPr>
              <p:nvPr userDrawn="1"/>
            </p:nvSpPr>
            <p:spPr bwMode="auto">
              <a:xfrm>
                <a:off x="1726" y="1381"/>
                <a:ext cx="15" cy="52"/>
              </a:xfrm>
              <a:custGeom>
                <a:avLst/>
                <a:gdLst>
                  <a:gd name="T0" fmla="*/ 15 w 15"/>
                  <a:gd name="T1" fmla="*/ 0 h 52"/>
                  <a:gd name="T2" fmla="*/ 15 w 15"/>
                  <a:gd name="T3" fmla="*/ 0 h 52"/>
                  <a:gd name="T4" fmla="*/ 15 w 15"/>
                  <a:gd name="T5" fmla="*/ 0 h 52"/>
                  <a:gd name="T6" fmla="*/ 0 w 15"/>
                  <a:gd name="T7" fmla="*/ 26 h 52"/>
                  <a:gd name="T8" fmla="*/ 15 w 15"/>
                  <a:gd name="T9" fmla="*/ 52 h 52"/>
                  <a:gd name="T10" fmla="*/ 15 w 15"/>
                  <a:gd name="T11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52">
                    <a:moveTo>
                      <a:pt x="15" y="0"/>
                    </a:moveTo>
                    <a:lnTo>
                      <a:pt x="15" y="0"/>
                    </a:lnTo>
                    <a:lnTo>
                      <a:pt x="15" y="0"/>
                    </a:lnTo>
                    <a:lnTo>
                      <a:pt x="0" y="26"/>
                    </a:lnTo>
                    <a:lnTo>
                      <a:pt x="15" y="52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3" name="Freeform 614"/>
              <p:cNvSpPr>
                <a:spLocks/>
              </p:cNvSpPr>
              <p:nvPr userDrawn="1"/>
            </p:nvSpPr>
            <p:spPr bwMode="auto">
              <a:xfrm>
                <a:off x="1726" y="1381"/>
                <a:ext cx="15" cy="52"/>
              </a:xfrm>
              <a:custGeom>
                <a:avLst/>
                <a:gdLst>
                  <a:gd name="T0" fmla="*/ 15 w 15"/>
                  <a:gd name="T1" fmla="*/ 0 h 52"/>
                  <a:gd name="T2" fmla="*/ 15 w 15"/>
                  <a:gd name="T3" fmla="*/ 0 h 52"/>
                  <a:gd name="T4" fmla="*/ 15 w 15"/>
                  <a:gd name="T5" fmla="*/ 0 h 52"/>
                  <a:gd name="T6" fmla="*/ 0 w 15"/>
                  <a:gd name="T7" fmla="*/ 26 h 52"/>
                  <a:gd name="T8" fmla="*/ 15 w 15"/>
                  <a:gd name="T9" fmla="*/ 52 h 52"/>
                  <a:gd name="T10" fmla="*/ 15 w 15"/>
                  <a:gd name="T11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52">
                    <a:moveTo>
                      <a:pt x="15" y="0"/>
                    </a:moveTo>
                    <a:lnTo>
                      <a:pt x="15" y="0"/>
                    </a:lnTo>
                    <a:lnTo>
                      <a:pt x="15" y="0"/>
                    </a:lnTo>
                    <a:lnTo>
                      <a:pt x="0" y="26"/>
                    </a:lnTo>
                    <a:lnTo>
                      <a:pt x="15" y="52"/>
                    </a:lnTo>
                    <a:lnTo>
                      <a:pt x="1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4" name="Freeform 615"/>
              <p:cNvSpPr>
                <a:spLocks/>
              </p:cNvSpPr>
              <p:nvPr userDrawn="1"/>
            </p:nvSpPr>
            <p:spPr bwMode="auto">
              <a:xfrm>
                <a:off x="1546" y="1214"/>
                <a:ext cx="85" cy="38"/>
              </a:xfrm>
              <a:custGeom>
                <a:avLst/>
                <a:gdLst>
                  <a:gd name="T0" fmla="*/ 85 w 85"/>
                  <a:gd name="T1" fmla="*/ 0 h 38"/>
                  <a:gd name="T2" fmla="*/ 0 w 85"/>
                  <a:gd name="T3" fmla="*/ 0 h 38"/>
                  <a:gd name="T4" fmla="*/ 77 w 85"/>
                  <a:gd name="T5" fmla="*/ 38 h 38"/>
                  <a:gd name="T6" fmla="*/ 85 w 8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5" h="38">
                    <a:moveTo>
                      <a:pt x="85" y="0"/>
                    </a:moveTo>
                    <a:lnTo>
                      <a:pt x="0" y="0"/>
                    </a:lnTo>
                    <a:lnTo>
                      <a:pt x="77" y="38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5" name="Freeform 616"/>
              <p:cNvSpPr>
                <a:spLocks/>
              </p:cNvSpPr>
              <p:nvPr userDrawn="1"/>
            </p:nvSpPr>
            <p:spPr bwMode="auto">
              <a:xfrm>
                <a:off x="1546" y="1214"/>
                <a:ext cx="85" cy="38"/>
              </a:xfrm>
              <a:custGeom>
                <a:avLst/>
                <a:gdLst>
                  <a:gd name="T0" fmla="*/ 85 w 85"/>
                  <a:gd name="T1" fmla="*/ 0 h 38"/>
                  <a:gd name="T2" fmla="*/ 0 w 85"/>
                  <a:gd name="T3" fmla="*/ 0 h 38"/>
                  <a:gd name="T4" fmla="*/ 77 w 85"/>
                  <a:gd name="T5" fmla="*/ 38 h 38"/>
                  <a:gd name="T6" fmla="*/ 85 w 8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5" h="38">
                    <a:moveTo>
                      <a:pt x="85" y="0"/>
                    </a:moveTo>
                    <a:lnTo>
                      <a:pt x="0" y="0"/>
                    </a:lnTo>
                    <a:lnTo>
                      <a:pt x="77" y="38"/>
                    </a:lnTo>
                    <a:lnTo>
                      <a:pt x="8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6" name="Freeform 617"/>
              <p:cNvSpPr>
                <a:spLocks/>
              </p:cNvSpPr>
              <p:nvPr userDrawn="1"/>
            </p:nvSpPr>
            <p:spPr bwMode="auto">
              <a:xfrm>
                <a:off x="1623" y="1214"/>
                <a:ext cx="35" cy="38"/>
              </a:xfrm>
              <a:custGeom>
                <a:avLst/>
                <a:gdLst>
                  <a:gd name="T0" fmla="*/ 35 w 35"/>
                  <a:gd name="T1" fmla="*/ 0 h 38"/>
                  <a:gd name="T2" fmla="*/ 8 w 35"/>
                  <a:gd name="T3" fmla="*/ 0 h 38"/>
                  <a:gd name="T4" fmla="*/ 0 w 35"/>
                  <a:gd name="T5" fmla="*/ 38 h 38"/>
                  <a:gd name="T6" fmla="*/ 35 w 3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" h="38">
                    <a:moveTo>
                      <a:pt x="35" y="0"/>
                    </a:moveTo>
                    <a:lnTo>
                      <a:pt x="8" y="0"/>
                    </a:lnTo>
                    <a:lnTo>
                      <a:pt x="0" y="38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7" name="Freeform 618"/>
              <p:cNvSpPr>
                <a:spLocks/>
              </p:cNvSpPr>
              <p:nvPr userDrawn="1"/>
            </p:nvSpPr>
            <p:spPr bwMode="auto">
              <a:xfrm>
                <a:off x="1623" y="1214"/>
                <a:ext cx="35" cy="38"/>
              </a:xfrm>
              <a:custGeom>
                <a:avLst/>
                <a:gdLst>
                  <a:gd name="T0" fmla="*/ 35 w 35"/>
                  <a:gd name="T1" fmla="*/ 0 h 38"/>
                  <a:gd name="T2" fmla="*/ 8 w 35"/>
                  <a:gd name="T3" fmla="*/ 0 h 38"/>
                  <a:gd name="T4" fmla="*/ 0 w 35"/>
                  <a:gd name="T5" fmla="*/ 38 h 38"/>
                  <a:gd name="T6" fmla="*/ 35 w 35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5" h="38">
                    <a:moveTo>
                      <a:pt x="35" y="0"/>
                    </a:moveTo>
                    <a:lnTo>
                      <a:pt x="8" y="0"/>
                    </a:lnTo>
                    <a:lnTo>
                      <a:pt x="0" y="38"/>
                    </a:lnTo>
                    <a:lnTo>
                      <a:pt x="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8" name="Freeform 619"/>
              <p:cNvSpPr>
                <a:spLocks noEditPoints="1"/>
              </p:cNvSpPr>
              <p:nvPr userDrawn="1"/>
            </p:nvSpPr>
            <p:spPr bwMode="auto">
              <a:xfrm>
                <a:off x="1866" y="904"/>
                <a:ext cx="87" cy="57"/>
              </a:xfrm>
              <a:custGeom>
                <a:avLst/>
                <a:gdLst>
                  <a:gd name="T0" fmla="*/ 62 w 87"/>
                  <a:gd name="T1" fmla="*/ 0 h 57"/>
                  <a:gd name="T2" fmla="*/ 0 w 87"/>
                  <a:gd name="T3" fmla="*/ 0 h 57"/>
                  <a:gd name="T4" fmla="*/ 0 w 87"/>
                  <a:gd name="T5" fmla="*/ 57 h 57"/>
                  <a:gd name="T6" fmla="*/ 44 w 87"/>
                  <a:gd name="T7" fmla="*/ 45 h 57"/>
                  <a:gd name="T8" fmla="*/ 47 w 87"/>
                  <a:gd name="T9" fmla="*/ 40 h 57"/>
                  <a:gd name="T10" fmla="*/ 62 w 87"/>
                  <a:gd name="T11" fmla="*/ 0 h 57"/>
                  <a:gd name="T12" fmla="*/ 87 w 87"/>
                  <a:gd name="T13" fmla="*/ 0 h 57"/>
                  <a:gd name="T14" fmla="*/ 87 w 87"/>
                  <a:gd name="T15" fmla="*/ 0 h 57"/>
                  <a:gd name="T16" fmla="*/ 87 w 87"/>
                  <a:gd name="T17" fmla="*/ 0 h 57"/>
                  <a:gd name="T18" fmla="*/ 87 w 87"/>
                  <a:gd name="T1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57">
                    <a:moveTo>
                      <a:pt x="62" y="0"/>
                    </a:moveTo>
                    <a:lnTo>
                      <a:pt x="0" y="0"/>
                    </a:lnTo>
                    <a:lnTo>
                      <a:pt x="0" y="57"/>
                    </a:lnTo>
                    <a:lnTo>
                      <a:pt x="44" y="45"/>
                    </a:lnTo>
                    <a:lnTo>
                      <a:pt x="47" y="40"/>
                    </a:lnTo>
                    <a:lnTo>
                      <a:pt x="62" y="0"/>
                    </a:lnTo>
                    <a:close/>
                    <a:moveTo>
                      <a:pt x="87" y="0"/>
                    </a:moveTo>
                    <a:lnTo>
                      <a:pt x="87" y="0"/>
                    </a:lnTo>
                    <a:lnTo>
                      <a:pt x="87" y="0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79" name="Freeform 620"/>
              <p:cNvSpPr>
                <a:spLocks noEditPoints="1"/>
              </p:cNvSpPr>
              <p:nvPr userDrawn="1"/>
            </p:nvSpPr>
            <p:spPr bwMode="auto">
              <a:xfrm>
                <a:off x="1866" y="904"/>
                <a:ext cx="87" cy="57"/>
              </a:xfrm>
              <a:custGeom>
                <a:avLst/>
                <a:gdLst>
                  <a:gd name="T0" fmla="*/ 62 w 87"/>
                  <a:gd name="T1" fmla="*/ 0 h 57"/>
                  <a:gd name="T2" fmla="*/ 0 w 87"/>
                  <a:gd name="T3" fmla="*/ 0 h 57"/>
                  <a:gd name="T4" fmla="*/ 0 w 87"/>
                  <a:gd name="T5" fmla="*/ 57 h 57"/>
                  <a:gd name="T6" fmla="*/ 44 w 87"/>
                  <a:gd name="T7" fmla="*/ 45 h 57"/>
                  <a:gd name="T8" fmla="*/ 47 w 87"/>
                  <a:gd name="T9" fmla="*/ 40 h 57"/>
                  <a:gd name="T10" fmla="*/ 62 w 87"/>
                  <a:gd name="T11" fmla="*/ 0 h 57"/>
                  <a:gd name="T12" fmla="*/ 87 w 87"/>
                  <a:gd name="T13" fmla="*/ 0 h 57"/>
                  <a:gd name="T14" fmla="*/ 87 w 87"/>
                  <a:gd name="T15" fmla="*/ 0 h 57"/>
                  <a:gd name="T16" fmla="*/ 87 w 87"/>
                  <a:gd name="T17" fmla="*/ 0 h 57"/>
                  <a:gd name="T18" fmla="*/ 87 w 87"/>
                  <a:gd name="T1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7" h="57">
                    <a:moveTo>
                      <a:pt x="62" y="0"/>
                    </a:moveTo>
                    <a:lnTo>
                      <a:pt x="0" y="0"/>
                    </a:lnTo>
                    <a:lnTo>
                      <a:pt x="0" y="57"/>
                    </a:lnTo>
                    <a:lnTo>
                      <a:pt x="44" y="45"/>
                    </a:lnTo>
                    <a:lnTo>
                      <a:pt x="47" y="40"/>
                    </a:lnTo>
                    <a:lnTo>
                      <a:pt x="62" y="0"/>
                    </a:lnTo>
                    <a:moveTo>
                      <a:pt x="87" y="0"/>
                    </a:moveTo>
                    <a:lnTo>
                      <a:pt x="87" y="0"/>
                    </a:lnTo>
                    <a:lnTo>
                      <a:pt x="87" y="0"/>
                    </a:lnTo>
                    <a:lnTo>
                      <a:pt x="8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0" name="Freeform 621"/>
              <p:cNvSpPr>
                <a:spLocks/>
              </p:cNvSpPr>
              <p:nvPr userDrawn="1"/>
            </p:nvSpPr>
            <p:spPr bwMode="auto">
              <a:xfrm>
                <a:off x="1913" y="904"/>
                <a:ext cx="40" cy="40"/>
              </a:xfrm>
              <a:custGeom>
                <a:avLst/>
                <a:gdLst>
                  <a:gd name="T0" fmla="*/ 40 w 40"/>
                  <a:gd name="T1" fmla="*/ 0 h 40"/>
                  <a:gd name="T2" fmla="*/ 15 w 40"/>
                  <a:gd name="T3" fmla="*/ 0 h 40"/>
                  <a:gd name="T4" fmla="*/ 0 w 40"/>
                  <a:gd name="T5" fmla="*/ 40 h 40"/>
                  <a:gd name="T6" fmla="*/ 40 w 40"/>
                  <a:gd name="T7" fmla="*/ 0 h 40"/>
                  <a:gd name="T8" fmla="*/ 40 w 40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40" y="0"/>
                    </a:moveTo>
                    <a:lnTo>
                      <a:pt x="15" y="0"/>
                    </a:lnTo>
                    <a:lnTo>
                      <a:pt x="0" y="40"/>
                    </a:lnTo>
                    <a:lnTo>
                      <a:pt x="40" y="0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1" name="Freeform 622"/>
              <p:cNvSpPr>
                <a:spLocks/>
              </p:cNvSpPr>
              <p:nvPr userDrawn="1"/>
            </p:nvSpPr>
            <p:spPr bwMode="auto">
              <a:xfrm>
                <a:off x="1913" y="904"/>
                <a:ext cx="40" cy="40"/>
              </a:xfrm>
              <a:custGeom>
                <a:avLst/>
                <a:gdLst>
                  <a:gd name="T0" fmla="*/ 40 w 40"/>
                  <a:gd name="T1" fmla="*/ 0 h 40"/>
                  <a:gd name="T2" fmla="*/ 15 w 40"/>
                  <a:gd name="T3" fmla="*/ 0 h 40"/>
                  <a:gd name="T4" fmla="*/ 0 w 40"/>
                  <a:gd name="T5" fmla="*/ 40 h 40"/>
                  <a:gd name="T6" fmla="*/ 40 w 40"/>
                  <a:gd name="T7" fmla="*/ 0 h 40"/>
                  <a:gd name="T8" fmla="*/ 40 w 40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40" y="0"/>
                    </a:moveTo>
                    <a:lnTo>
                      <a:pt x="15" y="0"/>
                    </a:lnTo>
                    <a:lnTo>
                      <a:pt x="0" y="40"/>
                    </a:lnTo>
                    <a:lnTo>
                      <a:pt x="40" y="0"/>
                    </a:lnTo>
                    <a:lnTo>
                      <a:pt x="4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2" name="Freeform 623"/>
              <p:cNvSpPr>
                <a:spLocks/>
              </p:cNvSpPr>
              <p:nvPr userDrawn="1"/>
            </p:nvSpPr>
            <p:spPr bwMode="auto">
              <a:xfrm>
                <a:off x="1866" y="949"/>
                <a:ext cx="44" cy="43"/>
              </a:xfrm>
              <a:custGeom>
                <a:avLst/>
                <a:gdLst>
                  <a:gd name="T0" fmla="*/ 44 w 44"/>
                  <a:gd name="T1" fmla="*/ 0 h 43"/>
                  <a:gd name="T2" fmla="*/ 0 w 44"/>
                  <a:gd name="T3" fmla="*/ 12 h 43"/>
                  <a:gd name="T4" fmla="*/ 0 w 44"/>
                  <a:gd name="T5" fmla="*/ 43 h 43"/>
                  <a:gd name="T6" fmla="*/ 44 w 44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43">
                    <a:moveTo>
                      <a:pt x="44" y="0"/>
                    </a:moveTo>
                    <a:lnTo>
                      <a:pt x="0" y="12"/>
                    </a:lnTo>
                    <a:lnTo>
                      <a:pt x="0" y="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3" name="Freeform 624"/>
              <p:cNvSpPr>
                <a:spLocks/>
              </p:cNvSpPr>
              <p:nvPr userDrawn="1"/>
            </p:nvSpPr>
            <p:spPr bwMode="auto">
              <a:xfrm>
                <a:off x="1866" y="949"/>
                <a:ext cx="44" cy="43"/>
              </a:xfrm>
              <a:custGeom>
                <a:avLst/>
                <a:gdLst>
                  <a:gd name="T0" fmla="*/ 44 w 44"/>
                  <a:gd name="T1" fmla="*/ 0 h 43"/>
                  <a:gd name="T2" fmla="*/ 0 w 44"/>
                  <a:gd name="T3" fmla="*/ 12 h 43"/>
                  <a:gd name="T4" fmla="*/ 0 w 44"/>
                  <a:gd name="T5" fmla="*/ 43 h 43"/>
                  <a:gd name="T6" fmla="*/ 44 w 44"/>
                  <a:gd name="T7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43">
                    <a:moveTo>
                      <a:pt x="44" y="0"/>
                    </a:moveTo>
                    <a:lnTo>
                      <a:pt x="0" y="12"/>
                    </a:lnTo>
                    <a:lnTo>
                      <a:pt x="0" y="43"/>
                    </a:lnTo>
                    <a:lnTo>
                      <a:pt x="4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4" name="Freeform 625"/>
              <p:cNvSpPr>
                <a:spLocks/>
              </p:cNvSpPr>
              <p:nvPr userDrawn="1"/>
            </p:nvSpPr>
            <p:spPr bwMode="auto">
              <a:xfrm>
                <a:off x="1693" y="1038"/>
                <a:ext cx="134" cy="84"/>
              </a:xfrm>
              <a:custGeom>
                <a:avLst/>
                <a:gdLst>
                  <a:gd name="T0" fmla="*/ 134 w 134"/>
                  <a:gd name="T1" fmla="*/ 0 h 84"/>
                  <a:gd name="T2" fmla="*/ 0 w 134"/>
                  <a:gd name="T3" fmla="*/ 67 h 84"/>
                  <a:gd name="T4" fmla="*/ 52 w 134"/>
                  <a:gd name="T5" fmla="*/ 84 h 84"/>
                  <a:gd name="T6" fmla="*/ 134 w 134"/>
                  <a:gd name="T7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84">
                    <a:moveTo>
                      <a:pt x="134" y="0"/>
                    </a:moveTo>
                    <a:lnTo>
                      <a:pt x="0" y="67"/>
                    </a:lnTo>
                    <a:lnTo>
                      <a:pt x="52" y="84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5" name="Freeform 626"/>
              <p:cNvSpPr>
                <a:spLocks/>
              </p:cNvSpPr>
              <p:nvPr userDrawn="1"/>
            </p:nvSpPr>
            <p:spPr bwMode="auto">
              <a:xfrm>
                <a:off x="1693" y="1038"/>
                <a:ext cx="134" cy="84"/>
              </a:xfrm>
              <a:custGeom>
                <a:avLst/>
                <a:gdLst>
                  <a:gd name="T0" fmla="*/ 134 w 134"/>
                  <a:gd name="T1" fmla="*/ 0 h 84"/>
                  <a:gd name="T2" fmla="*/ 0 w 134"/>
                  <a:gd name="T3" fmla="*/ 67 h 84"/>
                  <a:gd name="T4" fmla="*/ 52 w 134"/>
                  <a:gd name="T5" fmla="*/ 84 h 84"/>
                  <a:gd name="T6" fmla="*/ 134 w 134"/>
                  <a:gd name="T7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84">
                    <a:moveTo>
                      <a:pt x="134" y="0"/>
                    </a:moveTo>
                    <a:lnTo>
                      <a:pt x="0" y="67"/>
                    </a:lnTo>
                    <a:lnTo>
                      <a:pt x="52" y="84"/>
                    </a:lnTo>
                    <a:lnTo>
                      <a:pt x="13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6" name="Freeform 627"/>
              <p:cNvSpPr>
                <a:spLocks/>
              </p:cNvSpPr>
              <p:nvPr userDrawn="1"/>
            </p:nvSpPr>
            <p:spPr bwMode="auto">
              <a:xfrm>
                <a:off x="1443" y="1452"/>
                <a:ext cx="240" cy="33"/>
              </a:xfrm>
              <a:custGeom>
                <a:avLst/>
                <a:gdLst>
                  <a:gd name="T0" fmla="*/ 43 w 240"/>
                  <a:gd name="T1" fmla="*/ 0 h 33"/>
                  <a:gd name="T2" fmla="*/ 34 w 240"/>
                  <a:gd name="T3" fmla="*/ 8 h 33"/>
                  <a:gd name="T4" fmla="*/ 103 w 240"/>
                  <a:gd name="T5" fmla="*/ 33 h 33"/>
                  <a:gd name="T6" fmla="*/ 0 w 240"/>
                  <a:gd name="T7" fmla="*/ 33 h 33"/>
                  <a:gd name="T8" fmla="*/ 240 w 240"/>
                  <a:gd name="T9" fmla="*/ 33 h 33"/>
                  <a:gd name="T10" fmla="*/ 103 w 240"/>
                  <a:gd name="T11" fmla="*/ 33 h 33"/>
                  <a:gd name="T12" fmla="*/ 130 w 240"/>
                  <a:gd name="T13" fmla="*/ 14 h 33"/>
                  <a:gd name="T14" fmla="*/ 43 w 240"/>
                  <a:gd name="T1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0" h="33">
                    <a:moveTo>
                      <a:pt x="43" y="0"/>
                    </a:moveTo>
                    <a:lnTo>
                      <a:pt x="34" y="8"/>
                    </a:lnTo>
                    <a:lnTo>
                      <a:pt x="103" y="33"/>
                    </a:lnTo>
                    <a:lnTo>
                      <a:pt x="0" y="33"/>
                    </a:lnTo>
                    <a:lnTo>
                      <a:pt x="240" y="33"/>
                    </a:lnTo>
                    <a:lnTo>
                      <a:pt x="103" y="33"/>
                    </a:lnTo>
                    <a:lnTo>
                      <a:pt x="130" y="14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7" name="Freeform 628"/>
              <p:cNvSpPr>
                <a:spLocks/>
              </p:cNvSpPr>
              <p:nvPr userDrawn="1"/>
            </p:nvSpPr>
            <p:spPr bwMode="auto">
              <a:xfrm>
                <a:off x="1443" y="1452"/>
                <a:ext cx="240" cy="33"/>
              </a:xfrm>
              <a:custGeom>
                <a:avLst/>
                <a:gdLst>
                  <a:gd name="T0" fmla="*/ 43 w 240"/>
                  <a:gd name="T1" fmla="*/ 0 h 33"/>
                  <a:gd name="T2" fmla="*/ 34 w 240"/>
                  <a:gd name="T3" fmla="*/ 8 h 33"/>
                  <a:gd name="T4" fmla="*/ 103 w 240"/>
                  <a:gd name="T5" fmla="*/ 33 h 33"/>
                  <a:gd name="T6" fmla="*/ 0 w 240"/>
                  <a:gd name="T7" fmla="*/ 33 h 33"/>
                  <a:gd name="T8" fmla="*/ 240 w 240"/>
                  <a:gd name="T9" fmla="*/ 33 h 33"/>
                  <a:gd name="T10" fmla="*/ 103 w 240"/>
                  <a:gd name="T11" fmla="*/ 33 h 33"/>
                  <a:gd name="T12" fmla="*/ 130 w 240"/>
                  <a:gd name="T13" fmla="*/ 14 h 33"/>
                  <a:gd name="T14" fmla="*/ 43 w 240"/>
                  <a:gd name="T1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0" h="33">
                    <a:moveTo>
                      <a:pt x="43" y="0"/>
                    </a:moveTo>
                    <a:lnTo>
                      <a:pt x="34" y="8"/>
                    </a:lnTo>
                    <a:lnTo>
                      <a:pt x="103" y="33"/>
                    </a:lnTo>
                    <a:lnTo>
                      <a:pt x="0" y="33"/>
                    </a:lnTo>
                    <a:lnTo>
                      <a:pt x="240" y="33"/>
                    </a:lnTo>
                    <a:lnTo>
                      <a:pt x="103" y="33"/>
                    </a:lnTo>
                    <a:lnTo>
                      <a:pt x="130" y="14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8" name="Freeform 629"/>
              <p:cNvSpPr>
                <a:spLocks noEditPoints="1"/>
              </p:cNvSpPr>
              <p:nvPr userDrawn="1"/>
            </p:nvSpPr>
            <p:spPr bwMode="auto">
              <a:xfrm>
                <a:off x="1255" y="1452"/>
                <a:ext cx="231" cy="33"/>
              </a:xfrm>
              <a:custGeom>
                <a:avLst/>
                <a:gdLst>
                  <a:gd name="T0" fmla="*/ 120 w 231"/>
                  <a:gd name="T1" fmla="*/ 32 h 33"/>
                  <a:gd name="T2" fmla="*/ 57 w 231"/>
                  <a:gd name="T3" fmla="*/ 32 h 33"/>
                  <a:gd name="T4" fmla="*/ 56 w 231"/>
                  <a:gd name="T5" fmla="*/ 33 h 33"/>
                  <a:gd name="T6" fmla="*/ 54 w 231"/>
                  <a:gd name="T7" fmla="*/ 32 h 33"/>
                  <a:gd name="T8" fmla="*/ 52 w 231"/>
                  <a:gd name="T9" fmla="*/ 32 h 33"/>
                  <a:gd name="T10" fmla="*/ 56 w 231"/>
                  <a:gd name="T11" fmla="*/ 33 h 33"/>
                  <a:gd name="T12" fmla="*/ 0 w 231"/>
                  <a:gd name="T13" fmla="*/ 33 h 33"/>
                  <a:gd name="T14" fmla="*/ 188 w 231"/>
                  <a:gd name="T15" fmla="*/ 33 h 33"/>
                  <a:gd name="T16" fmla="*/ 119 w 231"/>
                  <a:gd name="T17" fmla="*/ 33 h 33"/>
                  <a:gd name="T18" fmla="*/ 120 w 231"/>
                  <a:gd name="T19" fmla="*/ 32 h 33"/>
                  <a:gd name="T20" fmla="*/ 130 w 231"/>
                  <a:gd name="T21" fmla="*/ 11 h 33"/>
                  <a:gd name="T22" fmla="*/ 93 w 231"/>
                  <a:gd name="T23" fmla="*/ 14 h 33"/>
                  <a:gd name="T24" fmla="*/ 123 w 231"/>
                  <a:gd name="T25" fmla="*/ 24 h 33"/>
                  <a:gd name="T26" fmla="*/ 130 w 231"/>
                  <a:gd name="T27" fmla="*/ 11 h 33"/>
                  <a:gd name="T28" fmla="*/ 231 w 231"/>
                  <a:gd name="T29" fmla="*/ 0 h 33"/>
                  <a:gd name="T30" fmla="*/ 207 w 231"/>
                  <a:gd name="T31" fmla="*/ 3 h 33"/>
                  <a:gd name="T32" fmla="*/ 222 w 231"/>
                  <a:gd name="T33" fmla="*/ 8 h 33"/>
                  <a:gd name="T34" fmla="*/ 231 w 231"/>
                  <a:gd name="T3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1" h="33">
                    <a:moveTo>
                      <a:pt x="120" y="32"/>
                    </a:moveTo>
                    <a:lnTo>
                      <a:pt x="57" y="32"/>
                    </a:lnTo>
                    <a:lnTo>
                      <a:pt x="56" y="33"/>
                    </a:lnTo>
                    <a:lnTo>
                      <a:pt x="54" y="32"/>
                    </a:lnTo>
                    <a:lnTo>
                      <a:pt x="52" y="32"/>
                    </a:lnTo>
                    <a:lnTo>
                      <a:pt x="56" y="33"/>
                    </a:lnTo>
                    <a:lnTo>
                      <a:pt x="0" y="33"/>
                    </a:lnTo>
                    <a:lnTo>
                      <a:pt x="188" y="33"/>
                    </a:lnTo>
                    <a:lnTo>
                      <a:pt x="119" y="33"/>
                    </a:lnTo>
                    <a:lnTo>
                      <a:pt x="120" y="32"/>
                    </a:lnTo>
                    <a:close/>
                    <a:moveTo>
                      <a:pt x="130" y="11"/>
                    </a:moveTo>
                    <a:lnTo>
                      <a:pt x="93" y="14"/>
                    </a:lnTo>
                    <a:lnTo>
                      <a:pt x="123" y="24"/>
                    </a:lnTo>
                    <a:lnTo>
                      <a:pt x="130" y="11"/>
                    </a:lnTo>
                    <a:close/>
                    <a:moveTo>
                      <a:pt x="231" y="0"/>
                    </a:moveTo>
                    <a:lnTo>
                      <a:pt x="207" y="3"/>
                    </a:lnTo>
                    <a:lnTo>
                      <a:pt x="222" y="8"/>
                    </a:lnTo>
                    <a:lnTo>
                      <a:pt x="23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89" name="Freeform 630"/>
              <p:cNvSpPr>
                <a:spLocks noEditPoints="1"/>
              </p:cNvSpPr>
              <p:nvPr userDrawn="1"/>
            </p:nvSpPr>
            <p:spPr bwMode="auto">
              <a:xfrm>
                <a:off x="1255" y="1452"/>
                <a:ext cx="231" cy="33"/>
              </a:xfrm>
              <a:custGeom>
                <a:avLst/>
                <a:gdLst>
                  <a:gd name="T0" fmla="*/ 120 w 231"/>
                  <a:gd name="T1" fmla="*/ 32 h 33"/>
                  <a:gd name="T2" fmla="*/ 57 w 231"/>
                  <a:gd name="T3" fmla="*/ 32 h 33"/>
                  <a:gd name="T4" fmla="*/ 56 w 231"/>
                  <a:gd name="T5" fmla="*/ 33 h 33"/>
                  <a:gd name="T6" fmla="*/ 54 w 231"/>
                  <a:gd name="T7" fmla="*/ 32 h 33"/>
                  <a:gd name="T8" fmla="*/ 52 w 231"/>
                  <a:gd name="T9" fmla="*/ 32 h 33"/>
                  <a:gd name="T10" fmla="*/ 56 w 231"/>
                  <a:gd name="T11" fmla="*/ 33 h 33"/>
                  <a:gd name="T12" fmla="*/ 0 w 231"/>
                  <a:gd name="T13" fmla="*/ 33 h 33"/>
                  <a:gd name="T14" fmla="*/ 188 w 231"/>
                  <a:gd name="T15" fmla="*/ 33 h 33"/>
                  <a:gd name="T16" fmla="*/ 119 w 231"/>
                  <a:gd name="T17" fmla="*/ 33 h 33"/>
                  <a:gd name="T18" fmla="*/ 120 w 231"/>
                  <a:gd name="T19" fmla="*/ 32 h 33"/>
                  <a:gd name="T20" fmla="*/ 130 w 231"/>
                  <a:gd name="T21" fmla="*/ 11 h 33"/>
                  <a:gd name="T22" fmla="*/ 93 w 231"/>
                  <a:gd name="T23" fmla="*/ 14 h 33"/>
                  <a:gd name="T24" fmla="*/ 123 w 231"/>
                  <a:gd name="T25" fmla="*/ 24 h 33"/>
                  <a:gd name="T26" fmla="*/ 130 w 231"/>
                  <a:gd name="T27" fmla="*/ 11 h 33"/>
                  <a:gd name="T28" fmla="*/ 231 w 231"/>
                  <a:gd name="T29" fmla="*/ 0 h 33"/>
                  <a:gd name="T30" fmla="*/ 207 w 231"/>
                  <a:gd name="T31" fmla="*/ 3 h 33"/>
                  <a:gd name="T32" fmla="*/ 222 w 231"/>
                  <a:gd name="T33" fmla="*/ 8 h 33"/>
                  <a:gd name="T34" fmla="*/ 231 w 231"/>
                  <a:gd name="T35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1" h="33">
                    <a:moveTo>
                      <a:pt x="120" y="32"/>
                    </a:moveTo>
                    <a:lnTo>
                      <a:pt x="57" y="32"/>
                    </a:lnTo>
                    <a:lnTo>
                      <a:pt x="56" y="33"/>
                    </a:lnTo>
                    <a:lnTo>
                      <a:pt x="54" y="32"/>
                    </a:lnTo>
                    <a:lnTo>
                      <a:pt x="52" y="32"/>
                    </a:lnTo>
                    <a:lnTo>
                      <a:pt x="56" y="33"/>
                    </a:lnTo>
                    <a:lnTo>
                      <a:pt x="0" y="33"/>
                    </a:lnTo>
                    <a:lnTo>
                      <a:pt x="188" y="33"/>
                    </a:lnTo>
                    <a:lnTo>
                      <a:pt x="119" y="33"/>
                    </a:lnTo>
                    <a:lnTo>
                      <a:pt x="120" y="32"/>
                    </a:lnTo>
                    <a:moveTo>
                      <a:pt x="130" y="11"/>
                    </a:moveTo>
                    <a:lnTo>
                      <a:pt x="93" y="14"/>
                    </a:lnTo>
                    <a:lnTo>
                      <a:pt x="123" y="24"/>
                    </a:lnTo>
                    <a:lnTo>
                      <a:pt x="130" y="11"/>
                    </a:lnTo>
                    <a:moveTo>
                      <a:pt x="231" y="0"/>
                    </a:moveTo>
                    <a:lnTo>
                      <a:pt x="207" y="3"/>
                    </a:lnTo>
                    <a:lnTo>
                      <a:pt x="222" y="8"/>
                    </a:lnTo>
                    <a:lnTo>
                      <a:pt x="2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0" name="Freeform 631"/>
              <p:cNvSpPr>
                <a:spLocks/>
              </p:cNvSpPr>
              <p:nvPr userDrawn="1"/>
            </p:nvSpPr>
            <p:spPr bwMode="auto">
              <a:xfrm>
                <a:off x="1045" y="1433"/>
                <a:ext cx="138" cy="52"/>
              </a:xfrm>
              <a:custGeom>
                <a:avLst/>
                <a:gdLst>
                  <a:gd name="T0" fmla="*/ 106 w 138"/>
                  <a:gd name="T1" fmla="*/ 0 h 52"/>
                  <a:gd name="T2" fmla="*/ 66 w 138"/>
                  <a:gd name="T3" fmla="*/ 19 h 52"/>
                  <a:gd name="T4" fmla="*/ 66 w 138"/>
                  <a:gd name="T5" fmla="*/ 19 h 52"/>
                  <a:gd name="T6" fmla="*/ 69 w 138"/>
                  <a:gd name="T7" fmla="*/ 50 h 52"/>
                  <a:gd name="T8" fmla="*/ 2 w 138"/>
                  <a:gd name="T9" fmla="*/ 51 h 52"/>
                  <a:gd name="T10" fmla="*/ 0 w 138"/>
                  <a:gd name="T11" fmla="*/ 52 h 52"/>
                  <a:gd name="T12" fmla="*/ 138 w 138"/>
                  <a:gd name="T13" fmla="*/ 52 h 52"/>
                  <a:gd name="T14" fmla="*/ 106 w 138"/>
                  <a:gd name="T1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8" h="52">
                    <a:moveTo>
                      <a:pt x="106" y="0"/>
                    </a:moveTo>
                    <a:lnTo>
                      <a:pt x="66" y="19"/>
                    </a:lnTo>
                    <a:lnTo>
                      <a:pt x="66" y="19"/>
                    </a:lnTo>
                    <a:lnTo>
                      <a:pt x="69" y="50"/>
                    </a:lnTo>
                    <a:lnTo>
                      <a:pt x="2" y="51"/>
                    </a:lnTo>
                    <a:lnTo>
                      <a:pt x="0" y="52"/>
                    </a:lnTo>
                    <a:lnTo>
                      <a:pt x="138" y="52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1" name="Freeform 632"/>
              <p:cNvSpPr>
                <a:spLocks/>
              </p:cNvSpPr>
              <p:nvPr userDrawn="1"/>
            </p:nvSpPr>
            <p:spPr bwMode="auto">
              <a:xfrm>
                <a:off x="1045" y="1433"/>
                <a:ext cx="138" cy="52"/>
              </a:xfrm>
              <a:custGeom>
                <a:avLst/>
                <a:gdLst>
                  <a:gd name="T0" fmla="*/ 106 w 138"/>
                  <a:gd name="T1" fmla="*/ 0 h 52"/>
                  <a:gd name="T2" fmla="*/ 66 w 138"/>
                  <a:gd name="T3" fmla="*/ 19 h 52"/>
                  <a:gd name="T4" fmla="*/ 66 w 138"/>
                  <a:gd name="T5" fmla="*/ 19 h 52"/>
                  <a:gd name="T6" fmla="*/ 69 w 138"/>
                  <a:gd name="T7" fmla="*/ 50 h 52"/>
                  <a:gd name="T8" fmla="*/ 2 w 138"/>
                  <a:gd name="T9" fmla="*/ 51 h 52"/>
                  <a:gd name="T10" fmla="*/ 0 w 138"/>
                  <a:gd name="T11" fmla="*/ 52 h 52"/>
                  <a:gd name="T12" fmla="*/ 138 w 138"/>
                  <a:gd name="T13" fmla="*/ 52 h 52"/>
                  <a:gd name="T14" fmla="*/ 106 w 138"/>
                  <a:gd name="T1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8" h="52">
                    <a:moveTo>
                      <a:pt x="106" y="0"/>
                    </a:moveTo>
                    <a:lnTo>
                      <a:pt x="66" y="19"/>
                    </a:lnTo>
                    <a:lnTo>
                      <a:pt x="66" y="19"/>
                    </a:lnTo>
                    <a:lnTo>
                      <a:pt x="69" y="50"/>
                    </a:lnTo>
                    <a:lnTo>
                      <a:pt x="2" y="51"/>
                    </a:lnTo>
                    <a:lnTo>
                      <a:pt x="0" y="52"/>
                    </a:lnTo>
                    <a:lnTo>
                      <a:pt x="138" y="52"/>
                    </a:lnTo>
                    <a:lnTo>
                      <a:pt x="10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2" name="Freeform 633"/>
              <p:cNvSpPr>
                <a:spLocks/>
              </p:cNvSpPr>
              <p:nvPr userDrawn="1"/>
            </p:nvSpPr>
            <p:spPr bwMode="auto">
              <a:xfrm>
                <a:off x="1385" y="1433"/>
                <a:ext cx="77" cy="30"/>
              </a:xfrm>
              <a:custGeom>
                <a:avLst/>
                <a:gdLst>
                  <a:gd name="T0" fmla="*/ 15 w 77"/>
                  <a:gd name="T1" fmla="*/ 0 h 30"/>
                  <a:gd name="T2" fmla="*/ 0 w 77"/>
                  <a:gd name="T3" fmla="*/ 30 h 30"/>
                  <a:gd name="T4" fmla="*/ 77 w 77"/>
                  <a:gd name="T5" fmla="*/ 22 h 30"/>
                  <a:gd name="T6" fmla="*/ 15 w 77"/>
                  <a:gd name="T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7" h="30">
                    <a:moveTo>
                      <a:pt x="15" y="0"/>
                    </a:moveTo>
                    <a:lnTo>
                      <a:pt x="0" y="30"/>
                    </a:lnTo>
                    <a:lnTo>
                      <a:pt x="77" y="22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3" name="Freeform 634"/>
              <p:cNvSpPr>
                <a:spLocks/>
              </p:cNvSpPr>
              <p:nvPr userDrawn="1"/>
            </p:nvSpPr>
            <p:spPr bwMode="auto">
              <a:xfrm>
                <a:off x="1385" y="1433"/>
                <a:ext cx="77" cy="30"/>
              </a:xfrm>
              <a:custGeom>
                <a:avLst/>
                <a:gdLst>
                  <a:gd name="T0" fmla="*/ 15 w 77"/>
                  <a:gd name="T1" fmla="*/ 0 h 30"/>
                  <a:gd name="T2" fmla="*/ 0 w 77"/>
                  <a:gd name="T3" fmla="*/ 30 h 30"/>
                  <a:gd name="T4" fmla="*/ 77 w 77"/>
                  <a:gd name="T5" fmla="*/ 22 h 30"/>
                  <a:gd name="T6" fmla="*/ 15 w 77"/>
                  <a:gd name="T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7" h="30">
                    <a:moveTo>
                      <a:pt x="15" y="0"/>
                    </a:moveTo>
                    <a:lnTo>
                      <a:pt x="0" y="30"/>
                    </a:lnTo>
                    <a:lnTo>
                      <a:pt x="77" y="22"/>
                    </a:lnTo>
                    <a:lnTo>
                      <a:pt x="1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4" name="Freeform 635"/>
              <p:cNvSpPr>
                <a:spLocks/>
              </p:cNvSpPr>
              <p:nvPr userDrawn="1"/>
            </p:nvSpPr>
            <p:spPr bwMode="auto">
              <a:xfrm>
                <a:off x="1443" y="1460"/>
                <a:ext cx="103" cy="25"/>
              </a:xfrm>
              <a:custGeom>
                <a:avLst/>
                <a:gdLst>
                  <a:gd name="T0" fmla="*/ 34 w 103"/>
                  <a:gd name="T1" fmla="*/ 0 h 25"/>
                  <a:gd name="T2" fmla="*/ 0 w 103"/>
                  <a:gd name="T3" fmla="*/ 25 h 25"/>
                  <a:gd name="T4" fmla="*/ 103 w 103"/>
                  <a:gd name="T5" fmla="*/ 25 h 25"/>
                  <a:gd name="T6" fmla="*/ 34 w 103"/>
                  <a:gd name="T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" h="25">
                    <a:moveTo>
                      <a:pt x="34" y="0"/>
                    </a:moveTo>
                    <a:lnTo>
                      <a:pt x="0" y="25"/>
                    </a:lnTo>
                    <a:lnTo>
                      <a:pt x="103" y="2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5" name="Freeform 636"/>
              <p:cNvSpPr>
                <a:spLocks/>
              </p:cNvSpPr>
              <p:nvPr userDrawn="1"/>
            </p:nvSpPr>
            <p:spPr bwMode="auto">
              <a:xfrm>
                <a:off x="1443" y="1460"/>
                <a:ext cx="103" cy="25"/>
              </a:xfrm>
              <a:custGeom>
                <a:avLst/>
                <a:gdLst>
                  <a:gd name="T0" fmla="*/ 34 w 103"/>
                  <a:gd name="T1" fmla="*/ 0 h 25"/>
                  <a:gd name="T2" fmla="*/ 0 w 103"/>
                  <a:gd name="T3" fmla="*/ 25 h 25"/>
                  <a:gd name="T4" fmla="*/ 103 w 103"/>
                  <a:gd name="T5" fmla="*/ 25 h 25"/>
                  <a:gd name="T6" fmla="*/ 34 w 103"/>
                  <a:gd name="T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" h="25">
                    <a:moveTo>
                      <a:pt x="34" y="0"/>
                    </a:moveTo>
                    <a:lnTo>
                      <a:pt x="0" y="25"/>
                    </a:lnTo>
                    <a:lnTo>
                      <a:pt x="103" y="25"/>
                    </a:lnTo>
                    <a:lnTo>
                      <a:pt x="3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6" name="Freeform 637"/>
              <p:cNvSpPr>
                <a:spLocks/>
              </p:cNvSpPr>
              <p:nvPr userDrawn="1"/>
            </p:nvSpPr>
            <p:spPr bwMode="auto">
              <a:xfrm>
                <a:off x="1374" y="1455"/>
                <a:ext cx="103" cy="30"/>
              </a:xfrm>
              <a:custGeom>
                <a:avLst/>
                <a:gdLst>
                  <a:gd name="T0" fmla="*/ 88 w 103"/>
                  <a:gd name="T1" fmla="*/ 0 h 30"/>
                  <a:gd name="T2" fmla="*/ 11 w 103"/>
                  <a:gd name="T3" fmla="*/ 8 h 30"/>
                  <a:gd name="T4" fmla="*/ 4 w 103"/>
                  <a:gd name="T5" fmla="*/ 21 h 30"/>
                  <a:gd name="T6" fmla="*/ 26 w 103"/>
                  <a:gd name="T7" fmla="*/ 29 h 30"/>
                  <a:gd name="T8" fmla="*/ 1 w 103"/>
                  <a:gd name="T9" fmla="*/ 29 h 30"/>
                  <a:gd name="T10" fmla="*/ 0 w 103"/>
                  <a:gd name="T11" fmla="*/ 30 h 30"/>
                  <a:gd name="T12" fmla="*/ 69 w 103"/>
                  <a:gd name="T13" fmla="*/ 30 h 30"/>
                  <a:gd name="T14" fmla="*/ 103 w 103"/>
                  <a:gd name="T15" fmla="*/ 5 h 30"/>
                  <a:gd name="T16" fmla="*/ 88 w 103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30">
                    <a:moveTo>
                      <a:pt x="88" y="0"/>
                    </a:moveTo>
                    <a:lnTo>
                      <a:pt x="11" y="8"/>
                    </a:lnTo>
                    <a:lnTo>
                      <a:pt x="4" y="21"/>
                    </a:lnTo>
                    <a:lnTo>
                      <a:pt x="26" y="29"/>
                    </a:lnTo>
                    <a:lnTo>
                      <a:pt x="1" y="29"/>
                    </a:lnTo>
                    <a:lnTo>
                      <a:pt x="0" y="30"/>
                    </a:lnTo>
                    <a:lnTo>
                      <a:pt x="69" y="30"/>
                    </a:lnTo>
                    <a:lnTo>
                      <a:pt x="103" y="5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7" name="Freeform 638"/>
              <p:cNvSpPr>
                <a:spLocks/>
              </p:cNvSpPr>
              <p:nvPr userDrawn="1"/>
            </p:nvSpPr>
            <p:spPr bwMode="auto">
              <a:xfrm>
                <a:off x="1374" y="1455"/>
                <a:ext cx="103" cy="30"/>
              </a:xfrm>
              <a:custGeom>
                <a:avLst/>
                <a:gdLst>
                  <a:gd name="T0" fmla="*/ 88 w 103"/>
                  <a:gd name="T1" fmla="*/ 0 h 30"/>
                  <a:gd name="T2" fmla="*/ 11 w 103"/>
                  <a:gd name="T3" fmla="*/ 8 h 30"/>
                  <a:gd name="T4" fmla="*/ 4 w 103"/>
                  <a:gd name="T5" fmla="*/ 21 h 30"/>
                  <a:gd name="T6" fmla="*/ 26 w 103"/>
                  <a:gd name="T7" fmla="*/ 29 h 30"/>
                  <a:gd name="T8" fmla="*/ 1 w 103"/>
                  <a:gd name="T9" fmla="*/ 29 h 30"/>
                  <a:gd name="T10" fmla="*/ 0 w 103"/>
                  <a:gd name="T11" fmla="*/ 30 h 30"/>
                  <a:gd name="T12" fmla="*/ 69 w 103"/>
                  <a:gd name="T13" fmla="*/ 30 h 30"/>
                  <a:gd name="T14" fmla="*/ 103 w 103"/>
                  <a:gd name="T15" fmla="*/ 5 h 30"/>
                  <a:gd name="T16" fmla="*/ 88 w 103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30">
                    <a:moveTo>
                      <a:pt x="88" y="0"/>
                    </a:moveTo>
                    <a:lnTo>
                      <a:pt x="11" y="8"/>
                    </a:lnTo>
                    <a:lnTo>
                      <a:pt x="4" y="21"/>
                    </a:lnTo>
                    <a:lnTo>
                      <a:pt x="26" y="29"/>
                    </a:lnTo>
                    <a:lnTo>
                      <a:pt x="1" y="29"/>
                    </a:lnTo>
                    <a:lnTo>
                      <a:pt x="0" y="30"/>
                    </a:lnTo>
                    <a:lnTo>
                      <a:pt x="69" y="30"/>
                    </a:lnTo>
                    <a:lnTo>
                      <a:pt x="103" y="5"/>
                    </a:lnTo>
                    <a:lnTo>
                      <a:pt x="8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8" name="Freeform 639"/>
              <p:cNvSpPr>
                <a:spLocks/>
              </p:cNvSpPr>
              <p:nvPr userDrawn="1"/>
            </p:nvSpPr>
            <p:spPr bwMode="auto">
              <a:xfrm>
                <a:off x="1573" y="1403"/>
                <a:ext cx="132" cy="82"/>
              </a:xfrm>
              <a:custGeom>
                <a:avLst/>
                <a:gdLst>
                  <a:gd name="T0" fmla="*/ 92 w 132"/>
                  <a:gd name="T1" fmla="*/ 0 h 82"/>
                  <a:gd name="T2" fmla="*/ 0 w 132"/>
                  <a:gd name="T3" fmla="*/ 63 h 82"/>
                  <a:gd name="T4" fmla="*/ 110 w 132"/>
                  <a:gd name="T5" fmla="*/ 82 h 82"/>
                  <a:gd name="T6" fmla="*/ 132 w 132"/>
                  <a:gd name="T7" fmla="*/ 44 h 82"/>
                  <a:gd name="T8" fmla="*/ 92 w 132"/>
                  <a:gd name="T9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82">
                    <a:moveTo>
                      <a:pt x="92" y="0"/>
                    </a:moveTo>
                    <a:lnTo>
                      <a:pt x="0" y="63"/>
                    </a:lnTo>
                    <a:lnTo>
                      <a:pt x="110" y="82"/>
                    </a:lnTo>
                    <a:lnTo>
                      <a:pt x="132" y="44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99" name="Freeform 640"/>
              <p:cNvSpPr>
                <a:spLocks/>
              </p:cNvSpPr>
              <p:nvPr userDrawn="1"/>
            </p:nvSpPr>
            <p:spPr bwMode="auto">
              <a:xfrm>
                <a:off x="1573" y="1403"/>
                <a:ext cx="132" cy="82"/>
              </a:xfrm>
              <a:custGeom>
                <a:avLst/>
                <a:gdLst>
                  <a:gd name="T0" fmla="*/ 92 w 132"/>
                  <a:gd name="T1" fmla="*/ 0 h 82"/>
                  <a:gd name="T2" fmla="*/ 0 w 132"/>
                  <a:gd name="T3" fmla="*/ 63 h 82"/>
                  <a:gd name="T4" fmla="*/ 110 w 132"/>
                  <a:gd name="T5" fmla="*/ 82 h 82"/>
                  <a:gd name="T6" fmla="*/ 132 w 132"/>
                  <a:gd name="T7" fmla="*/ 44 h 82"/>
                  <a:gd name="T8" fmla="*/ 92 w 132"/>
                  <a:gd name="T9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2" h="82">
                    <a:moveTo>
                      <a:pt x="92" y="0"/>
                    </a:moveTo>
                    <a:lnTo>
                      <a:pt x="0" y="63"/>
                    </a:lnTo>
                    <a:lnTo>
                      <a:pt x="110" y="82"/>
                    </a:lnTo>
                    <a:lnTo>
                      <a:pt x="132" y="44"/>
                    </a:lnTo>
                    <a:lnTo>
                      <a:pt x="9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0" name="Freeform 641"/>
              <p:cNvSpPr>
                <a:spLocks/>
              </p:cNvSpPr>
              <p:nvPr userDrawn="1"/>
            </p:nvSpPr>
            <p:spPr bwMode="auto">
              <a:xfrm>
                <a:off x="1683" y="1447"/>
                <a:ext cx="58" cy="38"/>
              </a:xfrm>
              <a:custGeom>
                <a:avLst/>
                <a:gdLst>
                  <a:gd name="T0" fmla="*/ 22 w 58"/>
                  <a:gd name="T1" fmla="*/ 0 h 38"/>
                  <a:gd name="T2" fmla="*/ 0 w 58"/>
                  <a:gd name="T3" fmla="*/ 38 h 38"/>
                  <a:gd name="T4" fmla="*/ 58 w 58"/>
                  <a:gd name="T5" fmla="*/ 38 h 38"/>
                  <a:gd name="T6" fmla="*/ 22 w 58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38">
                    <a:moveTo>
                      <a:pt x="22" y="0"/>
                    </a:moveTo>
                    <a:lnTo>
                      <a:pt x="0" y="38"/>
                    </a:lnTo>
                    <a:lnTo>
                      <a:pt x="58" y="38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1" name="Freeform 642"/>
              <p:cNvSpPr>
                <a:spLocks/>
              </p:cNvSpPr>
              <p:nvPr userDrawn="1"/>
            </p:nvSpPr>
            <p:spPr bwMode="auto">
              <a:xfrm>
                <a:off x="1683" y="1447"/>
                <a:ext cx="58" cy="38"/>
              </a:xfrm>
              <a:custGeom>
                <a:avLst/>
                <a:gdLst>
                  <a:gd name="T0" fmla="*/ 22 w 58"/>
                  <a:gd name="T1" fmla="*/ 0 h 38"/>
                  <a:gd name="T2" fmla="*/ 0 w 58"/>
                  <a:gd name="T3" fmla="*/ 38 h 38"/>
                  <a:gd name="T4" fmla="*/ 58 w 58"/>
                  <a:gd name="T5" fmla="*/ 38 h 38"/>
                  <a:gd name="T6" fmla="*/ 22 w 58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38">
                    <a:moveTo>
                      <a:pt x="22" y="0"/>
                    </a:moveTo>
                    <a:lnTo>
                      <a:pt x="0" y="38"/>
                    </a:lnTo>
                    <a:lnTo>
                      <a:pt x="58" y="38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2" name="Freeform 643"/>
              <p:cNvSpPr>
                <a:spLocks/>
              </p:cNvSpPr>
              <p:nvPr userDrawn="1"/>
            </p:nvSpPr>
            <p:spPr bwMode="auto">
              <a:xfrm>
                <a:off x="1546" y="1466"/>
                <a:ext cx="137" cy="19"/>
              </a:xfrm>
              <a:custGeom>
                <a:avLst/>
                <a:gdLst>
                  <a:gd name="T0" fmla="*/ 27 w 137"/>
                  <a:gd name="T1" fmla="*/ 0 h 19"/>
                  <a:gd name="T2" fmla="*/ 0 w 137"/>
                  <a:gd name="T3" fmla="*/ 19 h 19"/>
                  <a:gd name="T4" fmla="*/ 137 w 137"/>
                  <a:gd name="T5" fmla="*/ 19 h 19"/>
                  <a:gd name="T6" fmla="*/ 27 w 137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7" h="19">
                    <a:moveTo>
                      <a:pt x="27" y="0"/>
                    </a:moveTo>
                    <a:lnTo>
                      <a:pt x="0" y="19"/>
                    </a:lnTo>
                    <a:lnTo>
                      <a:pt x="137" y="19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3" name="Freeform 644"/>
              <p:cNvSpPr>
                <a:spLocks/>
              </p:cNvSpPr>
              <p:nvPr userDrawn="1"/>
            </p:nvSpPr>
            <p:spPr bwMode="auto">
              <a:xfrm>
                <a:off x="1546" y="1466"/>
                <a:ext cx="137" cy="19"/>
              </a:xfrm>
              <a:custGeom>
                <a:avLst/>
                <a:gdLst>
                  <a:gd name="T0" fmla="*/ 27 w 137"/>
                  <a:gd name="T1" fmla="*/ 0 h 19"/>
                  <a:gd name="T2" fmla="*/ 0 w 137"/>
                  <a:gd name="T3" fmla="*/ 19 h 19"/>
                  <a:gd name="T4" fmla="*/ 137 w 137"/>
                  <a:gd name="T5" fmla="*/ 19 h 19"/>
                  <a:gd name="T6" fmla="*/ 27 w 137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7" h="19">
                    <a:moveTo>
                      <a:pt x="27" y="0"/>
                    </a:moveTo>
                    <a:lnTo>
                      <a:pt x="0" y="19"/>
                    </a:lnTo>
                    <a:lnTo>
                      <a:pt x="137" y="19"/>
                    </a:lnTo>
                    <a:lnTo>
                      <a:pt x="2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4" name="Freeform 645"/>
              <p:cNvSpPr>
                <a:spLocks noEditPoints="1"/>
              </p:cNvSpPr>
              <p:nvPr userDrawn="1"/>
            </p:nvSpPr>
            <p:spPr bwMode="auto">
              <a:xfrm>
                <a:off x="913" y="1444"/>
                <a:ext cx="132" cy="41"/>
              </a:xfrm>
              <a:custGeom>
                <a:avLst/>
                <a:gdLst>
                  <a:gd name="T0" fmla="*/ 43 w 106"/>
                  <a:gd name="T1" fmla="*/ 13 h 33"/>
                  <a:gd name="T2" fmla="*/ 20 w 106"/>
                  <a:gd name="T3" fmla="*/ 33 h 33"/>
                  <a:gd name="T4" fmla="*/ 20 w 106"/>
                  <a:gd name="T5" fmla="*/ 33 h 33"/>
                  <a:gd name="T6" fmla="*/ 106 w 106"/>
                  <a:gd name="T7" fmla="*/ 33 h 33"/>
                  <a:gd name="T8" fmla="*/ 104 w 106"/>
                  <a:gd name="T9" fmla="*/ 32 h 33"/>
                  <a:gd name="T10" fmla="*/ 63 w 106"/>
                  <a:gd name="T11" fmla="*/ 33 h 33"/>
                  <a:gd name="T12" fmla="*/ 86 w 106"/>
                  <a:gd name="T13" fmla="*/ 26 h 33"/>
                  <a:gd name="T14" fmla="*/ 43 w 106"/>
                  <a:gd name="T15" fmla="*/ 13 h 33"/>
                  <a:gd name="T16" fmla="*/ 0 w 106"/>
                  <a:gd name="T17" fmla="*/ 0 h 33"/>
                  <a:gd name="T18" fmla="*/ 4 w 106"/>
                  <a:gd name="T19" fmla="*/ 7 h 33"/>
                  <a:gd name="T20" fmla="*/ 13 w 106"/>
                  <a:gd name="T21" fmla="*/ 4 h 33"/>
                  <a:gd name="T22" fmla="*/ 0 w 106"/>
                  <a:gd name="T23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6" h="33">
                    <a:moveTo>
                      <a:pt x="43" y="13"/>
                    </a:moveTo>
                    <a:cubicBezTo>
                      <a:pt x="35" y="20"/>
                      <a:pt x="28" y="26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86" y="26"/>
                      <a:pt x="86" y="26"/>
                      <a:pt x="86" y="26"/>
                    </a:cubicBezTo>
                    <a:cubicBezTo>
                      <a:pt x="43" y="13"/>
                      <a:pt x="43" y="13"/>
                      <a:pt x="43" y="13"/>
                    </a:cubicBezTo>
                    <a:moveTo>
                      <a:pt x="0" y="0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7" y="6"/>
                      <a:pt x="10" y="5"/>
                      <a:pt x="13" y="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5" name="Freeform 646"/>
              <p:cNvSpPr>
                <a:spLocks noEditPoints="1"/>
              </p:cNvSpPr>
              <p:nvPr userDrawn="1"/>
            </p:nvSpPr>
            <p:spPr bwMode="auto">
              <a:xfrm>
                <a:off x="831" y="1422"/>
                <a:ext cx="179" cy="63"/>
              </a:xfrm>
              <a:custGeom>
                <a:avLst/>
                <a:gdLst>
                  <a:gd name="T0" fmla="*/ 71 w 145"/>
                  <a:gd name="T1" fmla="*/ 25 h 51"/>
                  <a:gd name="T2" fmla="*/ 0 w 145"/>
                  <a:gd name="T3" fmla="*/ 49 h 51"/>
                  <a:gd name="T4" fmla="*/ 87 w 145"/>
                  <a:gd name="T5" fmla="*/ 51 h 51"/>
                  <a:gd name="T6" fmla="*/ 71 w 145"/>
                  <a:gd name="T7" fmla="*/ 25 h 51"/>
                  <a:gd name="T8" fmla="*/ 145 w 145"/>
                  <a:gd name="T9" fmla="*/ 0 h 51"/>
                  <a:gd name="T10" fmla="*/ 142 w 145"/>
                  <a:gd name="T11" fmla="*/ 1 h 51"/>
                  <a:gd name="T12" fmla="*/ 143 w 145"/>
                  <a:gd name="T13" fmla="*/ 2 h 51"/>
                  <a:gd name="T14" fmla="*/ 145 w 145"/>
                  <a:gd name="T1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5" h="51">
                    <a:moveTo>
                      <a:pt x="71" y="25"/>
                    </a:moveTo>
                    <a:cubicBezTo>
                      <a:pt x="47" y="33"/>
                      <a:pt x="23" y="41"/>
                      <a:pt x="0" y="49"/>
                    </a:cubicBezTo>
                    <a:cubicBezTo>
                      <a:pt x="87" y="51"/>
                      <a:pt x="87" y="51"/>
                      <a:pt x="87" y="51"/>
                    </a:cubicBezTo>
                    <a:cubicBezTo>
                      <a:pt x="71" y="25"/>
                      <a:pt x="71" y="25"/>
                      <a:pt x="71" y="25"/>
                    </a:cubicBezTo>
                    <a:moveTo>
                      <a:pt x="145" y="0"/>
                    </a:moveTo>
                    <a:cubicBezTo>
                      <a:pt x="144" y="0"/>
                      <a:pt x="143" y="0"/>
                      <a:pt x="142" y="1"/>
                    </a:cubicBezTo>
                    <a:cubicBezTo>
                      <a:pt x="143" y="2"/>
                      <a:pt x="143" y="2"/>
                      <a:pt x="143" y="2"/>
                    </a:cubicBezTo>
                    <a:cubicBezTo>
                      <a:pt x="143" y="1"/>
                      <a:pt x="144" y="0"/>
                      <a:pt x="14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6" name="Freeform 647"/>
              <p:cNvSpPr>
                <a:spLocks/>
              </p:cNvSpPr>
              <p:nvPr userDrawn="1"/>
            </p:nvSpPr>
            <p:spPr bwMode="auto">
              <a:xfrm>
                <a:off x="918" y="1449"/>
                <a:ext cx="49" cy="36"/>
              </a:xfrm>
              <a:custGeom>
                <a:avLst/>
                <a:gdLst>
                  <a:gd name="T0" fmla="*/ 9 w 39"/>
                  <a:gd name="T1" fmla="*/ 0 h 29"/>
                  <a:gd name="T2" fmla="*/ 0 w 39"/>
                  <a:gd name="T3" fmla="*/ 3 h 29"/>
                  <a:gd name="T4" fmla="*/ 16 w 39"/>
                  <a:gd name="T5" fmla="*/ 29 h 29"/>
                  <a:gd name="T6" fmla="*/ 39 w 39"/>
                  <a:gd name="T7" fmla="*/ 9 h 29"/>
                  <a:gd name="T8" fmla="*/ 9 w 39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29">
                    <a:moveTo>
                      <a:pt x="9" y="0"/>
                    </a:moveTo>
                    <a:cubicBezTo>
                      <a:pt x="6" y="1"/>
                      <a:pt x="3" y="2"/>
                      <a:pt x="0" y="3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24" y="22"/>
                      <a:pt x="31" y="16"/>
                      <a:pt x="39" y="9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7" name="Freeform 648"/>
              <p:cNvSpPr>
                <a:spLocks noEditPoints="1"/>
              </p:cNvSpPr>
              <p:nvPr userDrawn="1"/>
            </p:nvSpPr>
            <p:spPr bwMode="auto">
              <a:xfrm>
                <a:off x="756" y="1439"/>
                <a:ext cx="99" cy="44"/>
              </a:xfrm>
              <a:custGeom>
                <a:avLst/>
                <a:gdLst>
                  <a:gd name="T0" fmla="*/ 11 w 99"/>
                  <a:gd name="T1" fmla="*/ 0 h 44"/>
                  <a:gd name="T2" fmla="*/ 0 w 99"/>
                  <a:gd name="T3" fmla="*/ 0 h 44"/>
                  <a:gd name="T4" fmla="*/ 24 w 99"/>
                  <a:gd name="T5" fmla="*/ 14 h 44"/>
                  <a:gd name="T6" fmla="*/ 11 w 99"/>
                  <a:gd name="T7" fmla="*/ 0 h 44"/>
                  <a:gd name="T8" fmla="*/ 99 w 99"/>
                  <a:gd name="T9" fmla="*/ 0 h 44"/>
                  <a:gd name="T10" fmla="*/ 46 w 99"/>
                  <a:gd name="T11" fmla="*/ 27 h 44"/>
                  <a:gd name="T12" fmla="*/ 75 w 99"/>
                  <a:gd name="T13" fmla="*/ 44 h 44"/>
                  <a:gd name="T14" fmla="*/ 99 w 99"/>
                  <a:gd name="T1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9" h="44">
                    <a:moveTo>
                      <a:pt x="11" y="0"/>
                    </a:moveTo>
                    <a:lnTo>
                      <a:pt x="0" y="0"/>
                    </a:lnTo>
                    <a:lnTo>
                      <a:pt x="24" y="14"/>
                    </a:lnTo>
                    <a:lnTo>
                      <a:pt x="11" y="0"/>
                    </a:lnTo>
                    <a:close/>
                    <a:moveTo>
                      <a:pt x="99" y="0"/>
                    </a:moveTo>
                    <a:lnTo>
                      <a:pt x="46" y="27"/>
                    </a:lnTo>
                    <a:lnTo>
                      <a:pt x="75" y="44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8" name="Freeform 649"/>
              <p:cNvSpPr>
                <a:spLocks noEditPoints="1"/>
              </p:cNvSpPr>
              <p:nvPr userDrawn="1"/>
            </p:nvSpPr>
            <p:spPr bwMode="auto">
              <a:xfrm>
                <a:off x="756" y="1439"/>
                <a:ext cx="99" cy="44"/>
              </a:xfrm>
              <a:custGeom>
                <a:avLst/>
                <a:gdLst>
                  <a:gd name="T0" fmla="*/ 11 w 99"/>
                  <a:gd name="T1" fmla="*/ 0 h 44"/>
                  <a:gd name="T2" fmla="*/ 0 w 99"/>
                  <a:gd name="T3" fmla="*/ 0 h 44"/>
                  <a:gd name="T4" fmla="*/ 24 w 99"/>
                  <a:gd name="T5" fmla="*/ 14 h 44"/>
                  <a:gd name="T6" fmla="*/ 11 w 99"/>
                  <a:gd name="T7" fmla="*/ 0 h 44"/>
                  <a:gd name="T8" fmla="*/ 99 w 99"/>
                  <a:gd name="T9" fmla="*/ 0 h 44"/>
                  <a:gd name="T10" fmla="*/ 46 w 99"/>
                  <a:gd name="T11" fmla="*/ 27 h 44"/>
                  <a:gd name="T12" fmla="*/ 75 w 99"/>
                  <a:gd name="T13" fmla="*/ 44 h 44"/>
                  <a:gd name="T14" fmla="*/ 99 w 99"/>
                  <a:gd name="T1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9" h="44">
                    <a:moveTo>
                      <a:pt x="11" y="0"/>
                    </a:moveTo>
                    <a:lnTo>
                      <a:pt x="0" y="0"/>
                    </a:lnTo>
                    <a:lnTo>
                      <a:pt x="24" y="14"/>
                    </a:lnTo>
                    <a:lnTo>
                      <a:pt x="11" y="0"/>
                    </a:lnTo>
                    <a:moveTo>
                      <a:pt x="99" y="0"/>
                    </a:moveTo>
                    <a:lnTo>
                      <a:pt x="46" y="27"/>
                    </a:lnTo>
                    <a:lnTo>
                      <a:pt x="75" y="44"/>
                    </a:lnTo>
                    <a:lnTo>
                      <a:pt x="9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09" name="Freeform 650"/>
              <p:cNvSpPr>
                <a:spLocks/>
              </p:cNvSpPr>
              <p:nvPr userDrawn="1"/>
            </p:nvSpPr>
            <p:spPr bwMode="auto">
              <a:xfrm>
                <a:off x="1151" y="1433"/>
                <a:ext cx="116" cy="52"/>
              </a:xfrm>
              <a:custGeom>
                <a:avLst/>
                <a:gdLst>
                  <a:gd name="T0" fmla="*/ 0 w 116"/>
                  <a:gd name="T1" fmla="*/ 0 h 52"/>
                  <a:gd name="T2" fmla="*/ 32 w 116"/>
                  <a:gd name="T3" fmla="*/ 52 h 52"/>
                  <a:gd name="T4" fmla="*/ 116 w 116"/>
                  <a:gd name="T5" fmla="*/ 42 h 52"/>
                  <a:gd name="T6" fmla="*/ 113 w 116"/>
                  <a:gd name="T7" fmla="*/ 36 h 52"/>
                  <a:gd name="T8" fmla="*/ 0 w 116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52">
                    <a:moveTo>
                      <a:pt x="0" y="0"/>
                    </a:moveTo>
                    <a:lnTo>
                      <a:pt x="32" y="52"/>
                    </a:lnTo>
                    <a:lnTo>
                      <a:pt x="116" y="42"/>
                    </a:lnTo>
                    <a:lnTo>
                      <a:pt x="113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0" name="Freeform 651"/>
              <p:cNvSpPr>
                <a:spLocks/>
              </p:cNvSpPr>
              <p:nvPr userDrawn="1"/>
            </p:nvSpPr>
            <p:spPr bwMode="auto">
              <a:xfrm>
                <a:off x="1151" y="1433"/>
                <a:ext cx="116" cy="52"/>
              </a:xfrm>
              <a:custGeom>
                <a:avLst/>
                <a:gdLst>
                  <a:gd name="T0" fmla="*/ 0 w 116"/>
                  <a:gd name="T1" fmla="*/ 0 h 52"/>
                  <a:gd name="T2" fmla="*/ 32 w 116"/>
                  <a:gd name="T3" fmla="*/ 52 h 52"/>
                  <a:gd name="T4" fmla="*/ 116 w 116"/>
                  <a:gd name="T5" fmla="*/ 42 h 52"/>
                  <a:gd name="T6" fmla="*/ 113 w 116"/>
                  <a:gd name="T7" fmla="*/ 36 h 52"/>
                  <a:gd name="T8" fmla="*/ 0 w 116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52">
                    <a:moveTo>
                      <a:pt x="0" y="0"/>
                    </a:moveTo>
                    <a:lnTo>
                      <a:pt x="32" y="52"/>
                    </a:lnTo>
                    <a:lnTo>
                      <a:pt x="116" y="42"/>
                    </a:lnTo>
                    <a:lnTo>
                      <a:pt x="113" y="3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1" name="Freeform 652"/>
              <p:cNvSpPr>
                <a:spLocks/>
              </p:cNvSpPr>
              <p:nvPr userDrawn="1"/>
            </p:nvSpPr>
            <p:spPr bwMode="auto">
              <a:xfrm>
                <a:off x="1183" y="1475"/>
                <a:ext cx="128" cy="10"/>
              </a:xfrm>
              <a:custGeom>
                <a:avLst/>
                <a:gdLst>
                  <a:gd name="T0" fmla="*/ 84 w 128"/>
                  <a:gd name="T1" fmla="*/ 0 h 10"/>
                  <a:gd name="T2" fmla="*/ 0 w 128"/>
                  <a:gd name="T3" fmla="*/ 10 h 10"/>
                  <a:gd name="T4" fmla="*/ 60 w 128"/>
                  <a:gd name="T5" fmla="*/ 10 h 10"/>
                  <a:gd name="T6" fmla="*/ 62 w 128"/>
                  <a:gd name="T7" fmla="*/ 5 h 10"/>
                  <a:gd name="T8" fmla="*/ 72 w 128"/>
                  <a:gd name="T9" fmla="*/ 5 h 10"/>
                  <a:gd name="T10" fmla="*/ 72 w 128"/>
                  <a:gd name="T11" fmla="*/ 10 h 10"/>
                  <a:gd name="T12" fmla="*/ 128 w 128"/>
                  <a:gd name="T13" fmla="*/ 10 h 10"/>
                  <a:gd name="T14" fmla="*/ 124 w 128"/>
                  <a:gd name="T15" fmla="*/ 9 h 10"/>
                  <a:gd name="T16" fmla="*/ 89 w 128"/>
                  <a:gd name="T17" fmla="*/ 9 h 10"/>
                  <a:gd name="T18" fmla="*/ 84 w 128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8" h="10">
                    <a:moveTo>
                      <a:pt x="84" y="0"/>
                    </a:moveTo>
                    <a:lnTo>
                      <a:pt x="0" y="10"/>
                    </a:lnTo>
                    <a:lnTo>
                      <a:pt x="60" y="10"/>
                    </a:lnTo>
                    <a:lnTo>
                      <a:pt x="62" y="5"/>
                    </a:lnTo>
                    <a:lnTo>
                      <a:pt x="72" y="5"/>
                    </a:lnTo>
                    <a:lnTo>
                      <a:pt x="72" y="10"/>
                    </a:lnTo>
                    <a:lnTo>
                      <a:pt x="128" y="10"/>
                    </a:lnTo>
                    <a:lnTo>
                      <a:pt x="124" y="9"/>
                    </a:lnTo>
                    <a:lnTo>
                      <a:pt x="89" y="9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2" name="Freeform 653"/>
              <p:cNvSpPr>
                <a:spLocks/>
              </p:cNvSpPr>
              <p:nvPr userDrawn="1"/>
            </p:nvSpPr>
            <p:spPr bwMode="auto">
              <a:xfrm>
                <a:off x="1183" y="1475"/>
                <a:ext cx="128" cy="10"/>
              </a:xfrm>
              <a:custGeom>
                <a:avLst/>
                <a:gdLst>
                  <a:gd name="T0" fmla="*/ 84 w 128"/>
                  <a:gd name="T1" fmla="*/ 0 h 10"/>
                  <a:gd name="T2" fmla="*/ 0 w 128"/>
                  <a:gd name="T3" fmla="*/ 10 h 10"/>
                  <a:gd name="T4" fmla="*/ 60 w 128"/>
                  <a:gd name="T5" fmla="*/ 10 h 10"/>
                  <a:gd name="T6" fmla="*/ 62 w 128"/>
                  <a:gd name="T7" fmla="*/ 5 h 10"/>
                  <a:gd name="T8" fmla="*/ 72 w 128"/>
                  <a:gd name="T9" fmla="*/ 5 h 10"/>
                  <a:gd name="T10" fmla="*/ 72 w 128"/>
                  <a:gd name="T11" fmla="*/ 10 h 10"/>
                  <a:gd name="T12" fmla="*/ 128 w 128"/>
                  <a:gd name="T13" fmla="*/ 10 h 10"/>
                  <a:gd name="T14" fmla="*/ 124 w 128"/>
                  <a:gd name="T15" fmla="*/ 9 h 10"/>
                  <a:gd name="T16" fmla="*/ 89 w 128"/>
                  <a:gd name="T17" fmla="*/ 9 h 10"/>
                  <a:gd name="T18" fmla="*/ 84 w 128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8" h="10">
                    <a:moveTo>
                      <a:pt x="84" y="0"/>
                    </a:moveTo>
                    <a:lnTo>
                      <a:pt x="0" y="10"/>
                    </a:lnTo>
                    <a:lnTo>
                      <a:pt x="60" y="10"/>
                    </a:lnTo>
                    <a:lnTo>
                      <a:pt x="62" y="5"/>
                    </a:lnTo>
                    <a:lnTo>
                      <a:pt x="72" y="5"/>
                    </a:lnTo>
                    <a:lnTo>
                      <a:pt x="72" y="10"/>
                    </a:lnTo>
                    <a:lnTo>
                      <a:pt x="128" y="10"/>
                    </a:lnTo>
                    <a:lnTo>
                      <a:pt x="124" y="9"/>
                    </a:lnTo>
                    <a:lnTo>
                      <a:pt x="89" y="9"/>
                    </a:lnTo>
                    <a:lnTo>
                      <a:pt x="8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3" name="Freeform 654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"/>
              </a:xfrm>
              <a:custGeom>
                <a:avLst/>
                <a:gdLst>
                  <a:gd name="T0" fmla="*/ 12 w 12"/>
                  <a:gd name="T1" fmla="*/ 0 h 5"/>
                  <a:gd name="T2" fmla="*/ 2 w 12"/>
                  <a:gd name="T3" fmla="*/ 0 h 5"/>
                  <a:gd name="T4" fmla="*/ 0 w 12"/>
                  <a:gd name="T5" fmla="*/ 5 h 5"/>
                  <a:gd name="T6" fmla="*/ 12 w 12"/>
                  <a:gd name="T7" fmla="*/ 5 h 5"/>
                  <a:gd name="T8" fmla="*/ 12 w 12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5">
                    <a:moveTo>
                      <a:pt x="1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12" y="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4" name="Freeform 655"/>
              <p:cNvSpPr>
                <a:spLocks/>
              </p:cNvSpPr>
              <p:nvPr userDrawn="1"/>
            </p:nvSpPr>
            <p:spPr bwMode="auto">
              <a:xfrm>
                <a:off x="1243" y="1480"/>
                <a:ext cx="12" cy="5"/>
              </a:xfrm>
              <a:custGeom>
                <a:avLst/>
                <a:gdLst>
                  <a:gd name="T0" fmla="*/ 12 w 12"/>
                  <a:gd name="T1" fmla="*/ 0 h 5"/>
                  <a:gd name="T2" fmla="*/ 2 w 12"/>
                  <a:gd name="T3" fmla="*/ 0 h 5"/>
                  <a:gd name="T4" fmla="*/ 0 w 12"/>
                  <a:gd name="T5" fmla="*/ 5 h 5"/>
                  <a:gd name="T6" fmla="*/ 12 w 12"/>
                  <a:gd name="T7" fmla="*/ 5 h 5"/>
                  <a:gd name="T8" fmla="*/ 12 w 12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5">
                    <a:moveTo>
                      <a:pt x="1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12" y="5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5" name="Freeform 656"/>
              <p:cNvSpPr>
                <a:spLocks noEditPoints="1"/>
              </p:cNvSpPr>
              <p:nvPr userDrawn="1"/>
            </p:nvSpPr>
            <p:spPr bwMode="auto">
              <a:xfrm>
                <a:off x="1240" y="1432"/>
                <a:ext cx="108" cy="42"/>
              </a:xfrm>
              <a:custGeom>
                <a:avLst/>
                <a:gdLst>
                  <a:gd name="T0" fmla="*/ 103 w 108"/>
                  <a:gd name="T1" fmla="*/ 33 h 42"/>
                  <a:gd name="T2" fmla="*/ 99 w 108"/>
                  <a:gd name="T3" fmla="*/ 36 h 42"/>
                  <a:gd name="T4" fmla="*/ 108 w 108"/>
                  <a:gd name="T5" fmla="*/ 34 h 42"/>
                  <a:gd name="T6" fmla="*/ 103 w 108"/>
                  <a:gd name="T7" fmla="*/ 33 h 42"/>
                  <a:gd name="T8" fmla="*/ 0 w 108"/>
                  <a:gd name="T9" fmla="*/ 0 h 42"/>
                  <a:gd name="T10" fmla="*/ 24 w 108"/>
                  <a:gd name="T11" fmla="*/ 37 h 42"/>
                  <a:gd name="T12" fmla="*/ 39 w 108"/>
                  <a:gd name="T13" fmla="*/ 42 h 42"/>
                  <a:gd name="T14" fmla="*/ 64 w 108"/>
                  <a:gd name="T15" fmla="*/ 39 h 42"/>
                  <a:gd name="T16" fmla="*/ 55 w 108"/>
                  <a:gd name="T17" fmla="*/ 17 h 42"/>
                  <a:gd name="T18" fmla="*/ 0 w 108"/>
                  <a:gd name="T1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42">
                    <a:moveTo>
                      <a:pt x="103" y="33"/>
                    </a:moveTo>
                    <a:lnTo>
                      <a:pt x="99" y="36"/>
                    </a:lnTo>
                    <a:lnTo>
                      <a:pt x="108" y="34"/>
                    </a:lnTo>
                    <a:lnTo>
                      <a:pt x="103" y="33"/>
                    </a:lnTo>
                    <a:close/>
                    <a:moveTo>
                      <a:pt x="0" y="0"/>
                    </a:moveTo>
                    <a:lnTo>
                      <a:pt x="24" y="37"/>
                    </a:lnTo>
                    <a:lnTo>
                      <a:pt x="39" y="42"/>
                    </a:lnTo>
                    <a:lnTo>
                      <a:pt x="64" y="39"/>
                    </a:lnTo>
                    <a:lnTo>
                      <a:pt x="55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6" name="Freeform 657"/>
              <p:cNvSpPr>
                <a:spLocks noEditPoints="1"/>
              </p:cNvSpPr>
              <p:nvPr userDrawn="1"/>
            </p:nvSpPr>
            <p:spPr bwMode="auto">
              <a:xfrm>
                <a:off x="1240" y="1432"/>
                <a:ext cx="108" cy="42"/>
              </a:xfrm>
              <a:custGeom>
                <a:avLst/>
                <a:gdLst>
                  <a:gd name="T0" fmla="*/ 103 w 108"/>
                  <a:gd name="T1" fmla="*/ 33 h 42"/>
                  <a:gd name="T2" fmla="*/ 99 w 108"/>
                  <a:gd name="T3" fmla="*/ 36 h 42"/>
                  <a:gd name="T4" fmla="*/ 108 w 108"/>
                  <a:gd name="T5" fmla="*/ 34 h 42"/>
                  <a:gd name="T6" fmla="*/ 103 w 108"/>
                  <a:gd name="T7" fmla="*/ 33 h 42"/>
                  <a:gd name="T8" fmla="*/ 0 w 108"/>
                  <a:gd name="T9" fmla="*/ 0 h 42"/>
                  <a:gd name="T10" fmla="*/ 24 w 108"/>
                  <a:gd name="T11" fmla="*/ 37 h 42"/>
                  <a:gd name="T12" fmla="*/ 39 w 108"/>
                  <a:gd name="T13" fmla="*/ 42 h 42"/>
                  <a:gd name="T14" fmla="*/ 64 w 108"/>
                  <a:gd name="T15" fmla="*/ 39 h 42"/>
                  <a:gd name="T16" fmla="*/ 55 w 108"/>
                  <a:gd name="T17" fmla="*/ 17 h 42"/>
                  <a:gd name="T18" fmla="*/ 0 w 108"/>
                  <a:gd name="T1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42">
                    <a:moveTo>
                      <a:pt x="103" y="33"/>
                    </a:moveTo>
                    <a:lnTo>
                      <a:pt x="99" y="36"/>
                    </a:lnTo>
                    <a:lnTo>
                      <a:pt x="108" y="34"/>
                    </a:lnTo>
                    <a:lnTo>
                      <a:pt x="103" y="33"/>
                    </a:lnTo>
                    <a:moveTo>
                      <a:pt x="0" y="0"/>
                    </a:moveTo>
                    <a:lnTo>
                      <a:pt x="24" y="37"/>
                    </a:lnTo>
                    <a:lnTo>
                      <a:pt x="39" y="42"/>
                    </a:lnTo>
                    <a:lnTo>
                      <a:pt x="64" y="39"/>
                    </a:lnTo>
                    <a:lnTo>
                      <a:pt x="55" y="1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7" name="Freeform 658"/>
              <p:cNvSpPr>
                <a:spLocks noEditPoints="1"/>
              </p:cNvSpPr>
              <p:nvPr userDrawn="1"/>
            </p:nvSpPr>
            <p:spPr bwMode="auto">
              <a:xfrm>
                <a:off x="1279" y="1466"/>
                <a:ext cx="99" cy="18"/>
              </a:xfrm>
              <a:custGeom>
                <a:avLst/>
                <a:gdLst>
                  <a:gd name="T0" fmla="*/ 25 w 99"/>
                  <a:gd name="T1" fmla="*/ 5 h 18"/>
                  <a:gd name="T2" fmla="*/ 0 w 99"/>
                  <a:gd name="T3" fmla="*/ 8 h 18"/>
                  <a:gd name="T4" fmla="*/ 28 w 99"/>
                  <a:gd name="T5" fmla="*/ 18 h 18"/>
                  <a:gd name="T6" fmla="*/ 30 w 99"/>
                  <a:gd name="T7" fmla="*/ 18 h 18"/>
                  <a:gd name="T8" fmla="*/ 25 w 99"/>
                  <a:gd name="T9" fmla="*/ 5 h 18"/>
                  <a:gd name="T10" fmla="*/ 69 w 99"/>
                  <a:gd name="T11" fmla="*/ 0 h 18"/>
                  <a:gd name="T12" fmla="*/ 60 w 99"/>
                  <a:gd name="T13" fmla="*/ 2 h 18"/>
                  <a:gd name="T14" fmla="*/ 33 w 99"/>
                  <a:gd name="T15" fmla="*/ 18 h 18"/>
                  <a:gd name="T16" fmla="*/ 96 w 99"/>
                  <a:gd name="T17" fmla="*/ 18 h 18"/>
                  <a:gd name="T18" fmla="*/ 99 w 99"/>
                  <a:gd name="T19" fmla="*/ 10 h 18"/>
                  <a:gd name="T20" fmla="*/ 69 w 99"/>
                  <a:gd name="T2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18">
                    <a:moveTo>
                      <a:pt x="25" y="5"/>
                    </a:moveTo>
                    <a:lnTo>
                      <a:pt x="0" y="8"/>
                    </a:lnTo>
                    <a:lnTo>
                      <a:pt x="28" y="18"/>
                    </a:lnTo>
                    <a:lnTo>
                      <a:pt x="30" y="18"/>
                    </a:lnTo>
                    <a:lnTo>
                      <a:pt x="25" y="5"/>
                    </a:lnTo>
                    <a:close/>
                    <a:moveTo>
                      <a:pt x="69" y="0"/>
                    </a:moveTo>
                    <a:lnTo>
                      <a:pt x="60" y="2"/>
                    </a:lnTo>
                    <a:lnTo>
                      <a:pt x="33" y="18"/>
                    </a:lnTo>
                    <a:lnTo>
                      <a:pt x="96" y="18"/>
                    </a:lnTo>
                    <a:lnTo>
                      <a:pt x="99" y="10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8" name="Freeform 659"/>
              <p:cNvSpPr>
                <a:spLocks noEditPoints="1"/>
              </p:cNvSpPr>
              <p:nvPr userDrawn="1"/>
            </p:nvSpPr>
            <p:spPr bwMode="auto">
              <a:xfrm>
                <a:off x="1279" y="1466"/>
                <a:ext cx="99" cy="18"/>
              </a:xfrm>
              <a:custGeom>
                <a:avLst/>
                <a:gdLst>
                  <a:gd name="T0" fmla="*/ 25 w 99"/>
                  <a:gd name="T1" fmla="*/ 5 h 18"/>
                  <a:gd name="T2" fmla="*/ 0 w 99"/>
                  <a:gd name="T3" fmla="*/ 8 h 18"/>
                  <a:gd name="T4" fmla="*/ 28 w 99"/>
                  <a:gd name="T5" fmla="*/ 18 h 18"/>
                  <a:gd name="T6" fmla="*/ 30 w 99"/>
                  <a:gd name="T7" fmla="*/ 18 h 18"/>
                  <a:gd name="T8" fmla="*/ 25 w 99"/>
                  <a:gd name="T9" fmla="*/ 5 h 18"/>
                  <a:gd name="T10" fmla="*/ 69 w 99"/>
                  <a:gd name="T11" fmla="*/ 0 h 18"/>
                  <a:gd name="T12" fmla="*/ 60 w 99"/>
                  <a:gd name="T13" fmla="*/ 2 h 18"/>
                  <a:gd name="T14" fmla="*/ 33 w 99"/>
                  <a:gd name="T15" fmla="*/ 18 h 18"/>
                  <a:gd name="T16" fmla="*/ 96 w 99"/>
                  <a:gd name="T17" fmla="*/ 18 h 18"/>
                  <a:gd name="T18" fmla="*/ 99 w 99"/>
                  <a:gd name="T19" fmla="*/ 10 h 18"/>
                  <a:gd name="T20" fmla="*/ 69 w 99"/>
                  <a:gd name="T2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18">
                    <a:moveTo>
                      <a:pt x="25" y="5"/>
                    </a:moveTo>
                    <a:lnTo>
                      <a:pt x="0" y="8"/>
                    </a:lnTo>
                    <a:lnTo>
                      <a:pt x="28" y="18"/>
                    </a:lnTo>
                    <a:lnTo>
                      <a:pt x="30" y="18"/>
                    </a:lnTo>
                    <a:lnTo>
                      <a:pt x="25" y="5"/>
                    </a:lnTo>
                    <a:moveTo>
                      <a:pt x="69" y="0"/>
                    </a:moveTo>
                    <a:lnTo>
                      <a:pt x="60" y="2"/>
                    </a:lnTo>
                    <a:lnTo>
                      <a:pt x="33" y="18"/>
                    </a:lnTo>
                    <a:lnTo>
                      <a:pt x="96" y="18"/>
                    </a:lnTo>
                    <a:lnTo>
                      <a:pt x="99" y="10"/>
                    </a:lnTo>
                    <a:lnTo>
                      <a:pt x="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19" name="Freeform 660"/>
              <p:cNvSpPr>
                <a:spLocks/>
              </p:cNvSpPr>
              <p:nvPr userDrawn="1"/>
            </p:nvSpPr>
            <p:spPr bwMode="auto">
              <a:xfrm>
                <a:off x="1375" y="1476"/>
                <a:ext cx="25" cy="8"/>
              </a:xfrm>
              <a:custGeom>
                <a:avLst/>
                <a:gdLst>
                  <a:gd name="T0" fmla="*/ 3 w 25"/>
                  <a:gd name="T1" fmla="*/ 0 h 8"/>
                  <a:gd name="T2" fmla="*/ 0 w 25"/>
                  <a:gd name="T3" fmla="*/ 8 h 8"/>
                  <a:gd name="T4" fmla="*/ 25 w 25"/>
                  <a:gd name="T5" fmla="*/ 8 h 8"/>
                  <a:gd name="T6" fmla="*/ 3 w 25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8">
                    <a:moveTo>
                      <a:pt x="3" y="0"/>
                    </a:moveTo>
                    <a:lnTo>
                      <a:pt x="0" y="8"/>
                    </a:lnTo>
                    <a:lnTo>
                      <a:pt x="25" y="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0" name="Freeform 661"/>
              <p:cNvSpPr>
                <a:spLocks/>
              </p:cNvSpPr>
              <p:nvPr userDrawn="1"/>
            </p:nvSpPr>
            <p:spPr bwMode="auto">
              <a:xfrm>
                <a:off x="1375" y="1476"/>
                <a:ext cx="25" cy="8"/>
              </a:xfrm>
              <a:custGeom>
                <a:avLst/>
                <a:gdLst>
                  <a:gd name="T0" fmla="*/ 3 w 25"/>
                  <a:gd name="T1" fmla="*/ 0 h 8"/>
                  <a:gd name="T2" fmla="*/ 0 w 25"/>
                  <a:gd name="T3" fmla="*/ 8 h 8"/>
                  <a:gd name="T4" fmla="*/ 25 w 25"/>
                  <a:gd name="T5" fmla="*/ 8 h 8"/>
                  <a:gd name="T6" fmla="*/ 3 w 25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8">
                    <a:moveTo>
                      <a:pt x="3" y="0"/>
                    </a:moveTo>
                    <a:lnTo>
                      <a:pt x="0" y="8"/>
                    </a:lnTo>
                    <a:lnTo>
                      <a:pt x="25" y="8"/>
                    </a:ln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1" name="Freeform 662"/>
              <p:cNvSpPr>
                <a:spLocks/>
              </p:cNvSpPr>
              <p:nvPr userDrawn="1"/>
            </p:nvSpPr>
            <p:spPr bwMode="auto">
              <a:xfrm>
                <a:off x="1264" y="1469"/>
                <a:ext cx="15" cy="6"/>
              </a:xfrm>
              <a:custGeom>
                <a:avLst/>
                <a:gdLst>
                  <a:gd name="T0" fmla="*/ 0 w 15"/>
                  <a:gd name="T1" fmla="*/ 0 h 6"/>
                  <a:gd name="T2" fmla="*/ 3 w 15"/>
                  <a:gd name="T3" fmla="*/ 6 h 6"/>
                  <a:gd name="T4" fmla="*/ 15 w 15"/>
                  <a:gd name="T5" fmla="*/ 5 h 6"/>
                  <a:gd name="T6" fmla="*/ 0 w 15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3" y="6"/>
                    </a:lnTo>
                    <a:lnTo>
                      <a:pt x="15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2" name="Freeform 663"/>
              <p:cNvSpPr>
                <a:spLocks/>
              </p:cNvSpPr>
              <p:nvPr userDrawn="1"/>
            </p:nvSpPr>
            <p:spPr bwMode="auto">
              <a:xfrm>
                <a:off x="1264" y="1469"/>
                <a:ext cx="15" cy="6"/>
              </a:xfrm>
              <a:custGeom>
                <a:avLst/>
                <a:gdLst>
                  <a:gd name="T0" fmla="*/ 0 w 15"/>
                  <a:gd name="T1" fmla="*/ 0 h 6"/>
                  <a:gd name="T2" fmla="*/ 3 w 15"/>
                  <a:gd name="T3" fmla="*/ 6 h 6"/>
                  <a:gd name="T4" fmla="*/ 15 w 15"/>
                  <a:gd name="T5" fmla="*/ 5 h 6"/>
                  <a:gd name="T6" fmla="*/ 0 w 15"/>
                  <a:gd name="T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3" y="6"/>
                    </a:lnTo>
                    <a:lnTo>
                      <a:pt x="15" y="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3" name="Freeform 664"/>
              <p:cNvSpPr>
                <a:spLocks/>
              </p:cNvSpPr>
              <p:nvPr userDrawn="1"/>
            </p:nvSpPr>
            <p:spPr bwMode="auto">
              <a:xfrm>
                <a:off x="1267" y="1474"/>
                <a:ext cx="40" cy="10"/>
              </a:xfrm>
              <a:custGeom>
                <a:avLst/>
                <a:gdLst>
                  <a:gd name="T0" fmla="*/ 12 w 40"/>
                  <a:gd name="T1" fmla="*/ 0 h 10"/>
                  <a:gd name="T2" fmla="*/ 0 w 40"/>
                  <a:gd name="T3" fmla="*/ 1 h 10"/>
                  <a:gd name="T4" fmla="*/ 5 w 40"/>
                  <a:gd name="T5" fmla="*/ 10 h 10"/>
                  <a:gd name="T6" fmla="*/ 40 w 40"/>
                  <a:gd name="T7" fmla="*/ 10 h 10"/>
                  <a:gd name="T8" fmla="*/ 12 w 40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0">
                    <a:moveTo>
                      <a:pt x="12" y="0"/>
                    </a:moveTo>
                    <a:lnTo>
                      <a:pt x="0" y="1"/>
                    </a:lnTo>
                    <a:lnTo>
                      <a:pt x="5" y="10"/>
                    </a:lnTo>
                    <a:lnTo>
                      <a:pt x="40" y="1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4" name="Freeform 665"/>
              <p:cNvSpPr>
                <a:spLocks/>
              </p:cNvSpPr>
              <p:nvPr userDrawn="1"/>
            </p:nvSpPr>
            <p:spPr bwMode="auto">
              <a:xfrm>
                <a:off x="1267" y="1474"/>
                <a:ext cx="40" cy="10"/>
              </a:xfrm>
              <a:custGeom>
                <a:avLst/>
                <a:gdLst>
                  <a:gd name="T0" fmla="*/ 12 w 40"/>
                  <a:gd name="T1" fmla="*/ 0 h 10"/>
                  <a:gd name="T2" fmla="*/ 0 w 40"/>
                  <a:gd name="T3" fmla="*/ 1 h 10"/>
                  <a:gd name="T4" fmla="*/ 5 w 40"/>
                  <a:gd name="T5" fmla="*/ 10 h 10"/>
                  <a:gd name="T6" fmla="*/ 40 w 40"/>
                  <a:gd name="T7" fmla="*/ 10 h 10"/>
                  <a:gd name="T8" fmla="*/ 12 w 40"/>
                  <a:gd name="T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0">
                    <a:moveTo>
                      <a:pt x="12" y="0"/>
                    </a:moveTo>
                    <a:lnTo>
                      <a:pt x="0" y="1"/>
                    </a:lnTo>
                    <a:lnTo>
                      <a:pt x="5" y="10"/>
                    </a:lnTo>
                    <a:lnTo>
                      <a:pt x="40" y="10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5" name="Freeform 666"/>
              <p:cNvSpPr>
                <a:spLocks noEditPoints="1"/>
              </p:cNvSpPr>
              <p:nvPr userDrawn="1"/>
            </p:nvSpPr>
            <p:spPr bwMode="auto">
              <a:xfrm>
                <a:off x="710" y="1350"/>
                <a:ext cx="59" cy="89"/>
              </a:xfrm>
              <a:custGeom>
                <a:avLst/>
                <a:gdLst>
                  <a:gd name="T0" fmla="*/ 33 w 59"/>
                  <a:gd name="T1" fmla="*/ 61 h 89"/>
                  <a:gd name="T2" fmla="*/ 46 w 59"/>
                  <a:gd name="T3" fmla="*/ 89 h 89"/>
                  <a:gd name="T4" fmla="*/ 49 w 59"/>
                  <a:gd name="T5" fmla="*/ 79 h 89"/>
                  <a:gd name="T6" fmla="*/ 33 w 59"/>
                  <a:gd name="T7" fmla="*/ 61 h 89"/>
                  <a:gd name="T8" fmla="*/ 20 w 59"/>
                  <a:gd name="T9" fmla="*/ 15 h 89"/>
                  <a:gd name="T10" fmla="*/ 18 w 59"/>
                  <a:gd name="T11" fmla="*/ 34 h 89"/>
                  <a:gd name="T12" fmla="*/ 25 w 59"/>
                  <a:gd name="T13" fmla="*/ 47 h 89"/>
                  <a:gd name="T14" fmla="*/ 55 w 59"/>
                  <a:gd name="T15" fmla="*/ 58 h 89"/>
                  <a:gd name="T16" fmla="*/ 59 w 59"/>
                  <a:gd name="T17" fmla="*/ 43 h 89"/>
                  <a:gd name="T18" fmla="*/ 20 w 59"/>
                  <a:gd name="T19" fmla="*/ 15 h 89"/>
                  <a:gd name="T20" fmla="*/ 0 w 59"/>
                  <a:gd name="T21" fmla="*/ 0 h 89"/>
                  <a:gd name="T22" fmla="*/ 12 w 59"/>
                  <a:gd name="T23" fmla="*/ 22 h 89"/>
                  <a:gd name="T24" fmla="*/ 8 w 59"/>
                  <a:gd name="T25" fmla="*/ 6 h 89"/>
                  <a:gd name="T26" fmla="*/ 0 w 59"/>
                  <a:gd name="T2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9" h="89">
                    <a:moveTo>
                      <a:pt x="33" y="61"/>
                    </a:moveTo>
                    <a:lnTo>
                      <a:pt x="46" y="89"/>
                    </a:lnTo>
                    <a:lnTo>
                      <a:pt x="49" y="79"/>
                    </a:lnTo>
                    <a:lnTo>
                      <a:pt x="33" y="61"/>
                    </a:lnTo>
                    <a:close/>
                    <a:moveTo>
                      <a:pt x="20" y="15"/>
                    </a:moveTo>
                    <a:lnTo>
                      <a:pt x="18" y="34"/>
                    </a:lnTo>
                    <a:lnTo>
                      <a:pt x="25" y="47"/>
                    </a:lnTo>
                    <a:lnTo>
                      <a:pt x="55" y="58"/>
                    </a:lnTo>
                    <a:lnTo>
                      <a:pt x="59" y="43"/>
                    </a:lnTo>
                    <a:lnTo>
                      <a:pt x="20" y="15"/>
                    </a:lnTo>
                    <a:close/>
                    <a:moveTo>
                      <a:pt x="0" y="0"/>
                    </a:moveTo>
                    <a:lnTo>
                      <a:pt x="12" y="22"/>
                    </a:lnTo>
                    <a:lnTo>
                      <a:pt x="8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6" name="Freeform 667"/>
              <p:cNvSpPr>
                <a:spLocks noEditPoints="1"/>
              </p:cNvSpPr>
              <p:nvPr userDrawn="1"/>
            </p:nvSpPr>
            <p:spPr bwMode="auto">
              <a:xfrm>
                <a:off x="710" y="1350"/>
                <a:ext cx="59" cy="89"/>
              </a:xfrm>
              <a:custGeom>
                <a:avLst/>
                <a:gdLst>
                  <a:gd name="T0" fmla="*/ 33 w 59"/>
                  <a:gd name="T1" fmla="*/ 61 h 89"/>
                  <a:gd name="T2" fmla="*/ 46 w 59"/>
                  <a:gd name="T3" fmla="*/ 89 h 89"/>
                  <a:gd name="T4" fmla="*/ 49 w 59"/>
                  <a:gd name="T5" fmla="*/ 79 h 89"/>
                  <a:gd name="T6" fmla="*/ 33 w 59"/>
                  <a:gd name="T7" fmla="*/ 61 h 89"/>
                  <a:gd name="T8" fmla="*/ 20 w 59"/>
                  <a:gd name="T9" fmla="*/ 15 h 89"/>
                  <a:gd name="T10" fmla="*/ 18 w 59"/>
                  <a:gd name="T11" fmla="*/ 34 h 89"/>
                  <a:gd name="T12" fmla="*/ 25 w 59"/>
                  <a:gd name="T13" fmla="*/ 47 h 89"/>
                  <a:gd name="T14" fmla="*/ 55 w 59"/>
                  <a:gd name="T15" fmla="*/ 58 h 89"/>
                  <a:gd name="T16" fmla="*/ 59 w 59"/>
                  <a:gd name="T17" fmla="*/ 43 h 89"/>
                  <a:gd name="T18" fmla="*/ 20 w 59"/>
                  <a:gd name="T19" fmla="*/ 15 h 89"/>
                  <a:gd name="T20" fmla="*/ 0 w 59"/>
                  <a:gd name="T21" fmla="*/ 0 h 89"/>
                  <a:gd name="T22" fmla="*/ 12 w 59"/>
                  <a:gd name="T23" fmla="*/ 22 h 89"/>
                  <a:gd name="T24" fmla="*/ 8 w 59"/>
                  <a:gd name="T25" fmla="*/ 6 h 89"/>
                  <a:gd name="T26" fmla="*/ 0 w 59"/>
                  <a:gd name="T2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9" h="89">
                    <a:moveTo>
                      <a:pt x="33" y="61"/>
                    </a:moveTo>
                    <a:lnTo>
                      <a:pt x="46" y="89"/>
                    </a:lnTo>
                    <a:lnTo>
                      <a:pt x="49" y="79"/>
                    </a:lnTo>
                    <a:lnTo>
                      <a:pt x="33" y="61"/>
                    </a:lnTo>
                    <a:moveTo>
                      <a:pt x="20" y="15"/>
                    </a:moveTo>
                    <a:lnTo>
                      <a:pt x="18" y="34"/>
                    </a:lnTo>
                    <a:lnTo>
                      <a:pt x="25" y="47"/>
                    </a:lnTo>
                    <a:lnTo>
                      <a:pt x="55" y="58"/>
                    </a:lnTo>
                    <a:lnTo>
                      <a:pt x="59" y="43"/>
                    </a:lnTo>
                    <a:lnTo>
                      <a:pt x="20" y="15"/>
                    </a:lnTo>
                    <a:moveTo>
                      <a:pt x="0" y="0"/>
                    </a:moveTo>
                    <a:lnTo>
                      <a:pt x="12" y="22"/>
                    </a:lnTo>
                    <a:lnTo>
                      <a:pt x="8" y="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7" name="Freeform 668"/>
              <p:cNvSpPr>
                <a:spLocks/>
              </p:cNvSpPr>
              <p:nvPr userDrawn="1"/>
            </p:nvSpPr>
            <p:spPr bwMode="auto">
              <a:xfrm>
                <a:off x="699" y="1252"/>
                <a:ext cx="36" cy="98"/>
              </a:xfrm>
              <a:custGeom>
                <a:avLst/>
                <a:gdLst>
                  <a:gd name="T0" fmla="*/ 0 w 36"/>
                  <a:gd name="T1" fmla="*/ 0 h 98"/>
                  <a:gd name="T2" fmla="*/ 11 w 36"/>
                  <a:gd name="T3" fmla="*/ 98 h 98"/>
                  <a:gd name="T4" fmla="*/ 16 w 36"/>
                  <a:gd name="T5" fmla="*/ 89 h 98"/>
                  <a:gd name="T6" fmla="*/ 5 w 36"/>
                  <a:gd name="T7" fmla="*/ 42 h 98"/>
                  <a:gd name="T8" fmla="*/ 36 w 36"/>
                  <a:gd name="T9" fmla="*/ 50 h 98"/>
                  <a:gd name="T10" fmla="*/ 0 w 36"/>
                  <a:gd name="T11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98">
                    <a:moveTo>
                      <a:pt x="0" y="0"/>
                    </a:moveTo>
                    <a:lnTo>
                      <a:pt x="11" y="98"/>
                    </a:lnTo>
                    <a:lnTo>
                      <a:pt x="16" y="89"/>
                    </a:lnTo>
                    <a:lnTo>
                      <a:pt x="5" y="42"/>
                    </a:lnTo>
                    <a:lnTo>
                      <a:pt x="36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8" name="Freeform 669"/>
              <p:cNvSpPr>
                <a:spLocks/>
              </p:cNvSpPr>
              <p:nvPr userDrawn="1"/>
            </p:nvSpPr>
            <p:spPr bwMode="auto">
              <a:xfrm>
                <a:off x="699" y="1252"/>
                <a:ext cx="36" cy="98"/>
              </a:xfrm>
              <a:custGeom>
                <a:avLst/>
                <a:gdLst>
                  <a:gd name="T0" fmla="*/ 0 w 36"/>
                  <a:gd name="T1" fmla="*/ 0 h 98"/>
                  <a:gd name="T2" fmla="*/ 11 w 36"/>
                  <a:gd name="T3" fmla="*/ 98 h 98"/>
                  <a:gd name="T4" fmla="*/ 16 w 36"/>
                  <a:gd name="T5" fmla="*/ 89 h 98"/>
                  <a:gd name="T6" fmla="*/ 5 w 36"/>
                  <a:gd name="T7" fmla="*/ 42 h 98"/>
                  <a:gd name="T8" fmla="*/ 36 w 36"/>
                  <a:gd name="T9" fmla="*/ 50 h 98"/>
                  <a:gd name="T10" fmla="*/ 0 w 36"/>
                  <a:gd name="T11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98">
                    <a:moveTo>
                      <a:pt x="0" y="0"/>
                    </a:moveTo>
                    <a:lnTo>
                      <a:pt x="11" y="98"/>
                    </a:lnTo>
                    <a:lnTo>
                      <a:pt x="16" y="89"/>
                    </a:lnTo>
                    <a:lnTo>
                      <a:pt x="5" y="42"/>
                    </a:lnTo>
                    <a:lnTo>
                      <a:pt x="36" y="5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29" name="Freeform 670"/>
              <p:cNvSpPr>
                <a:spLocks noEditPoints="1"/>
              </p:cNvSpPr>
              <p:nvPr userDrawn="1"/>
            </p:nvSpPr>
            <p:spPr bwMode="auto">
              <a:xfrm>
                <a:off x="699" y="1132"/>
                <a:ext cx="86" cy="122"/>
              </a:xfrm>
              <a:custGeom>
                <a:avLst/>
                <a:gdLst>
                  <a:gd name="T0" fmla="*/ 28 w 69"/>
                  <a:gd name="T1" fmla="*/ 24 h 98"/>
                  <a:gd name="T2" fmla="*/ 7 w 69"/>
                  <a:gd name="T3" fmla="*/ 53 h 98"/>
                  <a:gd name="T4" fmla="*/ 0 w 69"/>
                  <a:gd name="T5" fmla="*/ 97 h 98"/>
                  <a:gd name="T6" fmla="*/ 69 w 69"/>
                  <a:gd name="T7" fmla="*/ 98 h 98"/>
                  <a:gd name="T8" fmla="*/ 28 w 69"/>
                  <a:gd name="T9" fmla="*/ 24 h 98"/>
                  <a:gd name="T10" fmla="*/ 15 w 69"/>
                  <a:gd name="T11" fmla="*/ 0 h 98"/>
                  <a:gd name="T12" fmla="*/ 9 w 69"/>
                  <a:gd name="T13" fmla="*/ 41 h 98"/>
                  <a:gd name="T14" fmla="*/ 18 w 69"/>
                  <a:gd name="T15" fmla="*/ 7 h 98"/>
                  <a:gd name="T16" fmla="*/ 15 w 69"/>
                  <a:gd name="T17" fmla="*/ 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9" h="98">
                    <a:moveTo>
                      <a:pt x="28" y="24"/>
                    </a:moveTo>
                    <a:cubicBezTo>
                      <a:pt x="7" y="53"/>
                      <a:pt x="7" y="53"/>
                      <a:pt x="7" y="53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23" y="97"/>
                      <a:pt x="46" y="97"/>
                      <a:pt x="69" y="98"/>
                    </a:cubicBezTo>
                    <a:cubicBezTo>
                      <a:pt x="55" y="73"/>
                      <a:pt x="42" y="49"/>
                      <a:pt x="28" y="24"/>
                    </a:cubicBezTo>
                    <a:moveTo>
                      <a:pt x="15" y="0"/>
                    </a:moveTo>
                    <a:cubicBezTo>
                      <a:pt x="9" y="41"/>
                      <a:pt x="9" y="41"/>
                      <a:pt x="9" y="41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7" y="5"/>
                      <a:pt x="16" y="2"/>
                      <a:pt x="1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0" name="Freeform 671"/>
              <p:cNvSpPr>
                <a:spLocks noEditPoints="1"/>
              </p:cNvSpPr>
              <p:nvPr userDrawn="1"/>
            </p:nvSpPr>
            <p:spPr bwMode="auto">
              <a:xfrm>
                <a:off x="718" y="1038"/>
                <a:ext cx="51" cy="94"/>
              </a:xfrm>
              <a:custGeom>
                <a:avLst/>
                <a:gdLst>
                  <a:gd name="T0" fmla="*/ 17 w 51"/>
                  <a:gd name="T1" fmla="*/ 55 h 94"/>
                  <a:gd name="T2" fmla="*/ 0 w 51"/>
                  <a:gd name="T3" fmla="*/ 94 h 94"/>
                  <a:gd name="T4" fmla="*/ 7 w 51"/>
                  <a:gd name="T5" fmla="*/ 92 h 94"/>
                  <a:gd name="T6" fmla="*/ 17 w 51"/>
                  <a:gd name="T7" fmla="*/ 55 h 94"/>
                  <a:gd name="T8" fmla="*/ 43 w 51"/>
                  <a:gd name="T9" fmla="*/ 0 h 94"/>
                  <a:gd name="T10" fmla="*/ 17 w 51"/>
                  <a:gd name="T11" fmla="*/ 55 h 94"/>
                  <a:gd name="T12" fmla="*/ 51 w 51"/>
                  <a:gd name="T13" fmla="*/ 76 h 94"/>
                  <a:gd name="T14" fmla="*/ 43 w 51"/>
                  <a:gd name="T1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94">
                    <a:moveTo>
                      <a:pt x="17" y="55"/>
                    </a:moveTo>
                    <a:lnTo>
                      <a:pt x="0" y="94"/>
                    </a:lnTo>
                    <a:lnTo>
                      <a:pt x="7" y="92"/>
                    </a:lnTo>
                    <a:lnTo>
                      <a:pt x="17" y="55"/>
                    </a:lnTo>
                    <a:close/>
                    <a:moveTo>
                      <a:pt x="43" y="0"/>
                    </a:moveTo>
                    <a:lnTo>
                      <a:pt x="17" y="55"/>
                    </a:lnTo>
                    <a:lnTo>
                      <a:pt x="51" y="76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1" name="Freeform 672"/>
              <p:cNvSpPr>
                <a:spLocks noEditPoints="1"/>
              </p:cNvSpPr>
              <p:nvPr userDrawn="1"/>
            </p:nvSpPr>
            <p:spPr bwMode="auto">
              <a:xfrm>
                <a:off x="718" y="1038"/>
                <a:ext cx="51" cy="94"/>
              </a:xfrm>
              <a:custGeom>
                <a:avLst/>
                <a:gdLst>
                  <a:gd name="T0" fmla="*/ 17 w 51"/>
                  <a:gd name="T1" fmla="*/ 55 h 94"/>
                  <a:gd name="T2" fmla="*/ 0 w 51"/>
                  <a:gd name="T3" fmla="*/ 94 h 94"/>
                  <a:gd name="T4" fmla="*/ 7 w 51"/>
                  <a:gd name="T5" fmla="*/ 92 h 94"/>
                  <a:gd name="T6" fmla="*/ 17 w 51"/>
                  <a:gd name="T7" fmla="*/ 55 h 94"/>
                  <a:gd name="T8" fmla="*/ 43 w 51"/>
                  <a:gd name="T9" fmla="*/ 0 h 94"/>
                  <a:gd name="T10" fmla="*/ 17 w 51"/>
                  <a:gd name="T11" fmla="*/ 55 h 94"/>
                  <a:gd name="T12" fmla="*/ 51 w 51"/>
                  <a:gd name="T13" fmla="*/ 76 h 94"/>
                  <a:gd name="T14" fmla="*/ 43 w 51"/>
                  <a:gd name="T1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94">
                    <a:moveTo>
                      <a:pt x="17" y="55"/>
                    </a:moveTo>
                    <a:lnTo>
                      <a:pt x="0" y="94"/>
                    </a:lnTo>
                    <a:lnTo>
                      <a:pt x="7" y="92"/>
                    </a:lnTo>
                    <a:lnTo>
                      <a:pt x="17" y="55"/>
                    </a:lnTo>
                    <a:moveTo>
                      <a:pt x="43" y="0"/>
                    </a:moveTo>
                    <a:lnTo>
                      <a:pt x="17" y="55"/>
                    </a:lnTo>
                    <a:lnTo>
                      <a:pt x="51" y="76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2" name="Freeform 673"/>
              <p:cNvSpPr>
                <a:spLocks/>
              </p:cNvSpPr>
              <p:nvPr userDrawn="1"/>
            </p:nvSpPr>
            <p:spPr bwMode="auto">
              <a:xfrm>
                <a:off x="718" y="749"/>
                <a:ext cx="51" cy="95"/>
              </a:xfrm>
              <a:custGeom>
                <a:avLst/>
                <a:gdLst>
                  <a:gd name="T0" fmla="*/ 43 w 51"/>
                  <a:gd name="T1" fmla="*/ 0 h 95"/>
                  <a:gd name="T2" fmla="*/ 0 w 51"/>
                  <a:gd name="T3" fmla="*/ 95 h 95"/>
                  <a:gd name="T4" fmla="*/ 51 w 51"/>
                  <a:gd name="T5" fmla="*/ 76 h 95"/>
                  <a:gd name="T6" fmla="*/ 43 w 51"/>
                  <a:gd name="T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5">
                    <a:moveTo>
                      <a:pt x="43" y="0"/>
                    </a:moveTo>
                    <a:lnTo>
                      <a:pt x="0" y="95"/>
                    </a:lnTo>
                    <a:lnTo>
                      <a:pt x="51" y="76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3" name="Freeform 674"/>
              <p:cNvSpPr>
                <a:spLocks/>
              </p:cNvSpPr>
              <p:nvPr userDrawn="1"/>
            </p:nvSpPr>
            <p:spPr bwMode="auto">
              <a:xfrm>
                <a:off x="718" y="749"/>
                <a:ext cx="51" cy="95"/>
              </a:xfrm>
              <a:custGeom>
                <a:avLst/>
                <a:gdLst>
                  <a:gd name="T0" fmla="*/ 43 w 51"/>
                  <a:gd name="T1" fmla="*/ 0 h 95"/>
                  <a:gd name="T2" fmla="*/ 0 w 51"/>
                  <a:gd name="T3" fmla="*/ 95 h 95"/>
                  <a:gd name="T4" fmla="*/ 51 w 51"/>
                  <a:gd name="T5" fmla="*/ 76 h 95"/>
                  <a:gd name="T6" fmla="*/ 43 w 51"/>
                  <a:gd name="T7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5">
                    <a:moveTo>
                      <a:pt x="43" y="0"/>
                    </a:moveTo>
                    <a:lnTo>
                      <a:pt x="0" y="95"/>
                    </a:lnTo>
                    <a:lnTo>
                      <a:pt x="51" y="76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4" name="Freeform 675"/>
              <p:cNvSpPr>
                <a:spLocks/>
              </p:cNvSpPr>
              <p:nvPr userDrawn="1"/>
            </p:nvSpPr>
            <p:spPr bwMode="auto">
              <a:xfrm>
                <a:off x="802" y="1146"/>
                <a:ext cx="52" cy="94"/>
              </a:xfrm>
              <a:custGeom>
                <a:avLst/>
                <a:gdLst>
                  <a:gd name="T0" fmla="*/ 43 w 52"/>
                  <a:gd name="T1" fmla="*/ 0 h 94"/>
                  <a:gd name="T2" fmla="*/ 0 w 52"/>
                  <a:gd name="T3" fmla="*/ 94 h 94"/>
                  <a:gd name="T4" fmla="*/ 52 w 52"/>
                  <a:gd name="T5" fmla="*/ 77 h 94"/>
                  <a:gd name="T6" fmla="*/ 43 w 52"/>
                  <a:gd name="T7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" h="94">
                    <a:moveTo>
                      <a:pt x="43" y="0"/>
                    </a:moveTo>
                    <a:lnTo>
                      <a:pt x="0" y="94"/>
                    </a:lnTo>
                    <a:lnTo>
                      <a:pt x="52" y="77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5" name="Freeform 676"/>
              <p:cNvSpPr>
                <a:spLocks/>
              </p:cNvSpPr>
              <p:nvPr userDrawn="1"/>
            </p:nvSpPr>
            <p:spPr bwMode="auto">
              <a:xfrm>
                <a:off x="802" y="1146"/>
                <a:ext cx="52" cy="94"/>
              </a:xfrm>
              <a:custGeom>
                <a:avLst/>
                <a:gdLst>
                  <a:gd name="T0" fmla="*/ 43 w 52"/>
                  <a:gd name="T1" fmla="*/ 0 h 94"/>
                  <a:gd name="T2" fmla="*/ 0 w 52"/>
                  <a:gd name="T3" fmla="*/ 94 h 94"/>
                  <a:gd name="T4" fmla="*/ 52 w 52"/>
                  <a:gd name="T5" fmla="*/ 77 h 94"/>
                  <a:gd name="T6" fmla="*/ 43 w 52"/>
                  <a:gd name="T7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2" h="94">
                    <a:moveTo>
                      <a:pt x="43" y="0"/>
                    </a:moveTo>
                    <a:lnTo>
                      <a:pt x="0" y="94"/>
                    </a:lnTo>
                    <a:lnTo>
                      <a:pt x="52" y="77"/>
                    </a:lnTo>
                    <a:lnTo>
                      <a:pt x="4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6" name="Freeform 677"/>
              <p:cNvSpPr>
                <a:spLocks noEditPoints="1"/>
              </p:cNvSpPr>
              <p:nvPr userDrawn="1"/>
            </p:nvSpPr>
            <p:spPr bwMode="auto">
              <a:xfrm>
                <a:off x="761" y="961"/>
                <a:ext cx="88" cy="77"/>
              </a:xfrm>
              <a:custGeom>
                <a:avLst/>
                <a:gdLst>
                  <a:gd name="T0" fmla="*/ 69 w 71"/>
                  <a:gd name="T1" fmla="*/ 50 h 62"/>
                  <a:gd name="T2" fmla="*/ 66 w 71"/>
                  <a:gd name="T3" fmla="*/ 57 h 62"/>
                  <a:gd name="T4" fmla="*/ 71 w 71"/>
                  <a:gd name="T5" fmla="*/ 57 h 62"/>
                  <a:gd name="T6" fmla="*/ 69 w 71"/>
                  <a:gd name="T7" fmla="*/ 50 h 62"/>
                  <a:gd name="T8" fmla="*/ 56 w 71"/>
                  <a:gd name="T9" fmla="*/ 0 h 62"/>
                  <a:gd name="T10" fmla="*/ 0 w 71"/>
                  <a:gd name="T11" fmla="*/ 62 h 62"/>
                  <a:gd name="T12" fmla="*/ 32 w 71"/>
                  <a:gd name="T13" fmla="*/ 60 h 62"/>
                  <a:gd name="T14" fmla="*/ 56 w 71"/>
                  <a:gd name="T15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62">
                    <a:moveTo>
                      <a:pt x="69" y="50"/>
                    </a:moveTo>
                    <a:cubicBezTo>
                      <a:pt x="66" y="57"/>
                      <a:pt x="66" y="57"/>
                      <a:pt x="66" y="57"/>
                    </a:cubicBezTo>
                    <a:cubicBezTo>
                      <a:pt x="68" y="57"/>
                      <a:pt x="70" y="57"/>
                      <a:pt x="71" y="57"/>
                    </a:cubicBezTo>
                    <a:cubicBezTo>
                      <a:pt x="71" y="55"/>
                      <a:pt x="70" y="52"/>
                      <a:pt x="69" y="50"/>
                    </a:cubicBezTo>
                    <a:moveTo>
                      <a:pt x="56" y="0"/>
                    </a:moveTo>
                    <a:cubicBezTo>
                      <a:pt x="0" y="62"/>
                      <a:pt x="0" y="62"/>
                      <a:pt x="0" y="62"/>
                    </a:cubicBezTo>
                    <a:cubicBezTo>
                      <a:pt x="10" y="61"/>
                      <a:pt x="21" y="60"/>
                      <a:pt x="32" y="60"/>
                    </a:cubicBezTo>
                    <a:cubicBezTo>
                      <a:pt x="56" y="0"/>
                      <a:pt x="56" y="0"/>
                      <a:pt x="5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7" name="Freeform 678"/>
              <p:cNvSpPr>
                <a:spLocks/>
              </p:cNvSpPr>
              <p:nvPr userDrawn="1"/>
            </p:nvSpPr>
            <p:spPr bwMode="auto">
              <a:xfrm>
                <a:off x="831" y="904"/>
                <a:ext cx="92" cy="57"/>
              </a:xfrm>
              <a:custGeom>
                <a:avLst/>
                <a:gdLst>
                  <a:gd name="T0" fmla="*/ 92 w 92"/>
                  <a:gd name="T1" fmla="*/ 0 h 57"/>
                  <a:gd name="T2" fmla="*/ 0 w 92"/>
                  <a:gd name="T3" fmla="*/ 57 h 57"/>
                  <a:gd name="T4" fmla="*/ 53 w 92"/>
                  <a:gd name="T5" fmla="*/ 24 h 57"/>
                  <a:gd name="T6" fmla="*/ 44 w 92"/>
                  <a:gd name="T7" fmla="*/ 48 h 57"/>
                  <a:gd name="T8" fmla="*/ 92 w 92"/>
                  <a:gd name="T9" fmla="*/ 38 h 57"/>
                  <a:gd name="T10" fmla="*/ 92 w 92"/>
                  <a:gd name="T11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57">
                    <a:moveTo>
                      <a:pt x="92" y="0"/>
                    </a:moveTo>
                    <a:lnTo>
                      <a:pt x="0" y="57"/>
                    </a:lnTo>
                    <a:lnTo>
                      <a:pt x="53" y="24"/>
                    </a:lnTo>
                    <a:lnTo>
                      <a:pt x="44" y="48"/>
                    </a:lnTo>
                    <a:lnTo>
                      <a:pt x="92" y="3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8" name="Freeform 679"/>
              <p:cNvSpPr>
                <a:spLocks/>
              </p:cNvSpPr>
              <p:nvPr userDrawn="1"/>
            </p:nvSpPr>
            <p:spPr bwMode="auto">
              <a:xfrm>
                <a:off x="831" y="904"/>
                <a:ext cx="92" cy="57"/>
              </a:xfrm>
              <a:custGeom>
                <a:avLst/>
                <a:gdLst>
                  <a:gd name="T0" fmla="*/ 92 w 92"/>
                  <a:gd name="T1" fmla="*/ 0 h 57"/>
                  <a:gd name="T2" fmla="*/ 0 w 92"/>
                  <a:gd name="T3" fmla="*/ 57 h 57"/>
                  <a:gd name="T4" fmla="*/ 53 w 92"/>
                  <a:gd name="T5" fmla="*/ 24 h 57"/>
                  <a:gd name="T6" fmla="*/ 44 w 92"/>
                  <a:gd name="T7" fmla="*/ 48 h 57"/>
                  <a:gd name="T8" fmla="*/ 92 w 92"/>
                  <a:gd name="T9" fmla="*/ 38 h 57"/>
                  <a:gd name="T10" fmla="*/ 92 w 92"/>
                  <a:gd name="T11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2" h="57">
                    <a:moveTo>
                      <a:pt x="92" y="0"/>
                    </a:moveTo>
                    <a:lnTo>
                      <a:pt x="0" y="57"/>
                    </a:lnTo>
                    <a:lnTo>
                      <a:pt x="53" y="24"/>
                    </a:lnTo>
                    <a:lnTo>
                      <a:pt x="44" y="48"/>
                    </a:lnTo>
                    <a:lnTo>
                      <a:pt x="92" y="38"/>
                    </a:lnTo>
                    <a:lnTo>
                      <a:pt x="9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39" name="Freeform 680"/>
              <p:cNvSpPr>
                <a:spLocks noEditPoints="1"/>
              </p:cNvSpPr>
              <p:nvPr userDrawn="1"/>
            </p:nvSpPr>
            <p:spPr bwMode="auto">
              <a:xfrm>
                <a:off x="923" y="871"/>
                <a:ext cx="114" cy="71"/>
              </a:xfrm>
              <a:custGeom>
                <a:avLst/>
                <a:gdLst>
                  <a:gd name="T0" fmla="*/ 65 w 114"/>
                  <a:gd name="T1" fmla="*/ 14 h 71"/>
                  <a:gd name="T2" fmla="*/ 0 w 114"/>
                  <a:gd name="T3" fmla="*/ 33 h 71"/>
                  <a:gd name="T4" fmla="*/ 0 w 114"/>
                  <a:gd name="T5" fmla="*/ 71 h 71"/>
                  <a:gd name="T6" fmla="*/ 86 w 114"/>
                  <a:gd name="T7" fmla="*/ 17 h 71"/>
                  <a:gd name="T8" fmla="*/ 65 w 114"/>
                  <a:gd name="T9" fmla="*/ 14 h 71"/>
                  <a:gd name="T10" fmla="*/ 114 w 114"/>
                  <a:gd name="T11" fmla="*/ 0 h 71"/>
                  <a:gd name="T12" fmla="*/ 82 w 114"/>
                  <a:gd name="T13" fmla="*/ 10 h 71"/>
                  <a:gd name="T14" fmla="*/ 103 w 114"/>
                  <a:gd name="T15" fmla="*/ 6 h 71"/>
                  <a:gd name="T16" fmla="*/ 114 w 114"/>
                  <a:gd name="T1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4" h="71">
                    <a:moveTo>
                      <a:pt x="65" y="14"/>
                    </a:moveTo>
                    <a:lnTo>
                      <a:pt x="0" y="33"/>
                    </a:lnTo>
                    <a:lnTo>
                      <a:pt x="0" y="71"/>
                    </a:lnTo>
                    <a:lnTo>
                      <a:pt x="86" y="17"/>
                    </a:lnTo>
                    <a:lnTo>
                      <a:pt x="65" y="14"/>
                    </a:lnTo>
                    <a:close/>
                    <a:moveTo>
                      <a:pt x="114" y="0"/>
                    </a:moveTo>
                    <a:lnTo>
                      <a:pt x="82" y="10"/>
                    </a:lnTo>
                    <a:lnTo>
                      <a:pt x="103" y="6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0" name="Freeform 681"/>
              <p:cNvSpPr>
                <a:spLocks noEditPoints="1"/>
              </p:cNvSpPr>
              <p:nvPr userDrawn="1"/>
            </p:nvSpPr>
            <p:spPr bwMode="auto">
              <a:xfrm>
                <a:off x="923" y="871"/>
                <a:ext cx="114" cy="71"/>
              </a:xfrm>
              <a:custGeom>
                <a:avLst/>
                <a:gdLst>
                  <a:gd name="T0" fmla="*/ 65 w 114"/>
                  <a:gd name="T1" fmla="*/ 14 h 71"/>
                  <a:gd name="T2" fmla="*/ 0 w 114"/>
                  <a:gd name="T3" fmla="*/ 33 h 71"/>
                  <a:gd name="T4" fmla="*/ 0 w 114"/>
                  <a:gd name="T5" fmla="*/ 71 h 71"/>
                  <a:gd name="T6" fmla="*/ 86 w 114"/>
                  <a:gd name="T7" fmla="*/ 17 h 71"/>
                  <a:gd name="T8" fmla="*/ 65 w 114"/>
                  <a:gd name="T9" fmla="*/ 14 h 71"/>
                  <a:gd name="T10" fmla="*/ 114 w 114"/>
                  <a:gd name="T11" fmla="*/ 0 h 71"/>
                  <a:gd name="T12" fmla="*/ 82 w 114"/>
                  <a:gd name="T13" fmla="*/ 10 h 71"/>
                  <a:gd name="T14" fmla="*/ 103 w 114"/>
                  <a:gd name="T15" fmla="*/ 6 h 71"/>
                  <a:gd name="T16" fmla="*/ 114 w 114"/>
                  <a:gd name="T1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4" h="71">
                    <a:moveTo>
                      <a:pt x="65" y="14"/>
                    </a:moveTo>
                    <a:lnTo>
                      <a:pt x="0" y="33"/>
                    </a:lnTo>
                    <a:lnTo>
                      <a:pt x="0" y="71"/>
                    </a:lnTo>
                    <a:lnTo>
                      <a:pt x="86" y="17"/>
                    </a:lnTo>
                    <a:lnTo>
                      <a:pt x="65" y="14"/>
                    </a:lnTo>
                    <a:moveTo>
                      <a:pt x="114" y="0"/>
                    </a:moveTo>
                    <a:lnTo>
                      <a:pt x="82" y="10"/>
                    </a:lnTo>
                    <a:lnTo>
                      <a:pt x="103" y="6"/>
                    </a:lnTo>
                    <a:lnTo>
                      <a:pt x="1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1" name="Freeform 682"/>
              <p:cNvSpPr>
                <a:spLocks/>
              </p:cNvSpPr>
              <p:nvPr userDrawn="1"/>
            </p:nvSpPr>
            <p:spPr bwMode="auto">
              <a:xfrm>
                <a:off x="437" y="1001"/>
                <a:ext cx="114" cy="71"/>
              </a:xfrm>
              <a:custGeom>
                <a:avLst/>
                <a:gdLst>
                  <a:gd name="T0" fmla="*/ 114 w 114"/>
                  <a:gd name="T1" fmla="*/ 0 h 71"/>
                  <a:gd name="T2" fmla="*/ 0 w 114"/>
                  <a:gd name="T3" fmla="*/ 32 h 71"/>
                  <a:gd name="T4" fmla="*/ 0 w 114"/>
                  <a:gd name="T5" fmla="*/ 71 h 71"/>
                  <a:gd name="T6" fmla="*/ 114 w 114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4" h="71">
                    <a:moveTo>
                      <a:pt x="114" y="0"/>
                    </a:moveTo>
                    <a:lnTo>
                      <a:pt x="0" y="32"/>
                    </a:lnTo>
                    <a:lnTo>
                      <a:pt x="0" y="71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2" name="Freeform 683"/>
              <p:cNvSpPr>
                <a:spLocks/>
              </p:cNvSpPr>
              <p:nvPr userDrawn="1"/>
            </p:nvSpPr>
            <p:spPr bwMode="auto">
              <a:xfrm>
                <a:off x="437" y="1001"/>
                <a:ext cx="114" cy="71"/>
              </a:xfrm>
              <a:custGeom>
                <a:avLst/>
                <a:gdLst>
                  <a:gd name="T0" fmla="*/ 114 w 114"/>
                  <a:gd name="T1" fmla="*/ 0 h 71"/>
                  <a:gd name="T2" fmla="*/ 0 w 114"/>
                  <a:gd name="T3" fmla="*/ 32 h 71"/>
                  <a:gd name="T4" fmla="*/ 0 w 114"/>
                  <a:gd name="T5" fmla="*/ 71 h 71"/>
                  <a:gd name="T6" fmla="*/ 114 w 114"/>
                  <a:gd name="T7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4" h="71">
                    <a:moveTo>
                      <a:pt x="114" y="0"/>
                    </a:moveTo>
                    <a:lnTo>
                      <a:pt x="0" y="32"/>
                    </a:lnTo>
                    <a:lnTo>
                      <a:pt x="0" y="71"/>
                    </a:lnTo>
                    <a:lnTo>
                      <a:pt x="11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3" name="Freeform 684"/>
              <p:cNvSpPr>
                <a:spLocks noEditPoints="1"/>
              </p:cNvSpPr>
              <p:nvPr userDrawn="1"/>
            </p:nvSpPr>
            <p:spPr bwMode="auto">
              <a:xfrm>
                <a:off x="1037" y="867"/>
                <a:ext cx="131" cy="40"/>
              </a:xfrm>
              <a:custGeom>
                <a:avLst/>
                <a:gdLst>
                  <a:gd name="T0" fmla="*/ 48 w 131"/>
                  <a:gd name="T1" fmla="*/ 3 h 40"/>
                  <a:gd name="T2" fmla="*/ 0 w 131"/>
                  <a:gd name="T3" fmla="*/ 4 h 40"/>
                  <a:gd name="T4" fmla="*/ 8 w 131"/>
                  <a:gd name="T5" fmla="*/ 8 h 40"/>
                  <a:gd name="T6" fmla="*/ 48 w 131"/>
                  <a:gd name="T7" fmla="*/ 3 h 40"/>
                  <a:gd name="T8" fmla="*/ 131 w 131"/>
                  <a:gd name="T9" fmla="*/ 0 h 40"/>
                  <a:gd name="T10" fmla="*/ 66 w 131"/>
                  <a:gd name="T11" fmla="*/ 3 h 40"/>
                  <a:gd name="T12" fmla="*/ 66 w 131"/>
                  <a:gd name="T13" fmla="*/ 40 h 40"/>
                  <a:gd name="T14" fmla="*/ 131 w 131"/>
                  <a:gd name="T1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40">
                    <a:moveTo>
                      <a:pt x="48" y="3"/>
                    </a:moveTo>
                    <a:lnTo>
                      <a:pt x="0" y="4"/>
                    </a:lnTo>
                    <a:lnTo>
                      <a:pt x="8" y="8"/>
                    </a:lnTo>
                    <a:lnTo>
                      <a:pt x="48" y="3"/>
                    </a:lnTo>
                    <a:close/>
                    <a:moveTo>
                      <a:pt x="131" y="0"/>
                    </a:moveTo>
                    <a:lnTo>
                      <a:pt x="66" y="3"/>
                    </a:lnTo>
                    <a:lnTo>
                      <a:pt x="66" y="4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4" name="Freeform 685"/>
              <p:cNvSpPr>
                <a:spLocks noEditPoints="1"/>
              </p:cNvSpPr>
              <p:nvPr userDrawn="1"/>
            </p:nvSpPr>
            <p:spPr bwMode="auto">
              <a:xfrm>
                <a:off x="1037" y="867"/>
                <a:ext cx="131" cy="40"/>
              </a:xfrm>
              <a:custGeom>
                <a:avLst/>
                <a:gdLst>
                  <a:gd name="T0" fmla="*/ 48 w 131"/>
                  <a:gd name="T1" fmla="*/ 3 h 40"/>
                  <a:gd name="T2" fmla="*/ 0 w 131"/>
                  <a:gd name="T3" fmla="*/ 4 h 40"/>
                  <a:gd name="T4" fmla="*/ 8 w 131"/>
                  <a:gd name="T5" fmla="*/ 8 h 40"/>
                  <a:gd name="T6" fmla="*/ 48 w 131"/>
                  <a:gd name="T7" fmla="*/ 3 h 40"/>
                  <a:gd name="T8" fmla="*/ 131 w 131"/>
                  <a:gd name="T9" fmla="*/ 0 h 40"/>
                  <a:gd name="T10" fmla="*/ 66 w 131"/>
                  <a:gd name="T11" fmla="*/ 3 h 40"/>
                  <a:gd name="T12" fmla="*/ 66 w 131"/>
                  <a:gd name="T13" fmla="*/ 40 h 40"/>
                  <a:gd name="T14" fmla="*/ 131 w 131"/>
                  <a:gd name="T1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1" h="40">
                    <a:moveTo>
                      <a:pt x="48" y="3"/>
                    </a:moveTo>
                    <a:lnTo>
                      <a:pt x="0" y="4"/>
                    </a:lnTo>
                    <a:lnTo>
                      <a:pt x="8" y="8"/>
                    </a:lnTo>
                    <a:lnTo>
                      <a:pt x="48" y="3"/>
                    </a:lnTo>
                    <a:moveTo>
                      <a:pt x="131" y="0"/>
                    </a:moveTo>
                    <a:lnTo>
                      <a:pt x="66" y="3"/>
                    </a:lnTo>
                    <a:lnTo>
                      <a:pt x="66" y="40"/>
                    </a:lnTo>
                    <a:lnTo>
                      <a:pt x="1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5" name="Freeform 686"/>
              <p:cNvSpPr>
                <a:spLocks noEditPoints="1"/>
              </p:cNvSpPr>
              <p:nvPr userDrawn="1"/>
            </p:nvSpPr>
            <p:spPr bwMode="auto">
              <a:xfrm>
                <a:off x="1427" y="372"/>
                <a:ext cx="113" cy="27"/>
              </a:xfrm>
              <a:custGeom>
                <a:avLst/>
                <a:gdLst>
                  <a:gd name="T0" fmla="*/ 86 w 91"/>
                  <a:gd name="T1" fmla="*/ 13 h 22"/>
                  <a:gd name="T2" fmla="*/ 76 w 91"/>
                  <a:gd name="T3" fmla="*/ 17 h 22"/>
                  <a:gd name="T4" fmla="*/ 91 w 91"/>
                  <a:gd name="T5" fmla="*/ 16 h 22"/>
                  <a:gd name="T6" fmla="*/ 86 w 91"/>
                  <a:gd name="T7" fmla="*/ 13 h 22"/>
                  <a:gd name="T8" fmla="*/ 67 w 91"/>
                  <a:gd name="T9" fmla="*/ 0 h 22"/>
                  <a:gd name="T10" fmla="*/ 0 w 91"/>
                  <a:gd name="T11" fmla="*/ 22 h 22"/>
                  <a:gd name="T12" fmla="*/ 47 w 91"/>
                  <a:gd name="T13" fmla="*/ 19 h 22"/>
                  <a:gd name="T14" fmla="*/ 67 w 91"/>
                  <a:gd name="T15" fmla="*/ 0 h 22"/>
                  <a:gd name="T16" fmla="*/ 67 w 91"/>
                  <a:gd name="T17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" h="22">
                    <a:moveTo>
                      <a:pt x="86" y="13"/>
                    </a:moveTo>
                    <a:cubicBezTo>
                      <a:pt x="83" y="14"/>
                      <a:pt x="79" y="16"/>
                      <a:pt x="76" y="17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86" y="13"/>
                      <a:pt x="86" y="13"/>
                      <a:pt x="86" y="13"/>
                    </a:cubicBezTo>
                    <a:moveTo>
                      <a:pt x="67" y="0"/>
                    </a:moveTo>
                    <a:cubicBezTo>
                      <a:pt x="0" y="22"/>
                      <a:pt x="0" y="22"/>
                      <a:pt x="0" y="22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54" y="13"/>
                      <a:pt x="61" y="6"/>
                      <a:pt x="67" y="0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6" name="Freeform 687"/>
              <p:cNvSpPr>
                <a:spLocks/>
              </p:cNvSpPr>
              <p:nvPr userDrawn="1"/>
            </p:nvSpPr>
            <p:spPr bwMode="auto">
              <a:xfrm>
                <a:off x="1485" y="372"/>
                <a:ext cx="48" cy="24"/>
              </a:xfrm>
              <a:custGeom>
                <a:avLst/>
                <a:gdLst>
                  <a:gd name="T0" fmla="*/ 20 w 39"/>
                  <a:gd name="T1" fmla="*/ 0 h 19"/>
                  <a:gd name="T2" fmla="*/ 20 w 39"/>
                  <a:gd name="T3" fmla="*/ 0 h 19"/>
                  <a:gd name="T4" fmla="*/ 0 w 39"/>
                  <a:gd name="T5" fmla="*/ 19 h 19"/>
                  <a:gd name="T6" fmla="*/ 29 w 39"/>
                  <a:gd name="T7" fmla="*/ 17 h 19"/>
                  <a:gd name="T8" fmla="*/ 39 w 39"/>
                  <a:gd name="T9" fmla="*/ 13 h 19"/>
                  <a:gd name="T10" fmla="*/ 20 w 39"/>
                  <a:gd name="T11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19">
                    <a:moveTo>
                      <a:pt x="20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14" y="6"/>
                      <a:pt x="7" y="13"/>
                      <a:pt x="0" y="19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32" y="16"/>
                      <a:pt x="36" y="14"/>
                      <a:pt x="39" y="13"/>
                    </a:cubicBezTo>
                    <a:cubicBezTo>
                      <a:pt x="20" y="0"/>
                      <a:pt x="20" y="0"/>
                      <a:pt x="2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7" name="Freeform 688"/>
              <p:cNvSpPr>
                <a:spLocks/>
              </p:cNvSpPr>
              <p:nvPr userDrawn="1"/>
            </p:nvSpPr>
            <p:spPr bwMode="auto">
              <a:xfrm>
                <a:off x="1360" y="399"/>
                <a:ext cx="67" cy="65"/>
              </a:xfrm>
              <a:custGeom>
                <a:avLst/>
                <a:gdLst>
                  <a:gd name="T0" fmla="*/ 67 w 67"/>
                  <a:gd name="T1" fmla="*/ 0 h 65"/>
                  <a:gd name="T2" fmla="*/ 1 w 67"/>
                  <a:gd name="T3" fmla="*/ 36 h 65"/>
                  <a:gd name="T4" fmla="*/ 0 w 67"/>
                  <a:gd name="T5" fmla="*/ 39 h 65"/>
                  <a:gd name="T6" fmla="*/ 14 w 67"/>
                  <a:gd name="T7" fmla="*/ 65 h 65"/>
                  <a:gd name="T8" fmla="*/ 67 w 67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65">
                    <a:moveTo>
                      <a:pt x="67" y="0"/>
                    </a:moveTo>
                    <a:lnTo>
                      <a:pt x="1" y="36"/>
                    </a:lnTo>
                    <a:lnTo>
                      <a:pt x="0" y="39"/>
                    </a:lnTo>
                    <a:lnTo>
                      <a:pt x="14" y="65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8" name="Freeform 689"/>
              <p:cNvSpPr>
                <a:spLocks/>
              </p:cNvSpPr>
              <p:nvPr userDrawn="1"/>
            </p:nvSpPr>
            <p:spPr bwMode="auto">
              <a:xfrm>
                <a:off x="1360" y="399"/>
                <a:ext cx="67" cy="65"/>
              </a:xfrm>
              <a:custGeom>
                <a:avLst/>
                <a:gdLst>
                  <a:gd name="T0" fmla="*/ 67 w 67"/>
                  <a:gd name="T1" fmla="*/ 0 h 65"/>
                  <a:gd name="T2" fmla="*/ 1 w 67"/>
                  <a:gd name="T3" fmla="*/ 36 h 65"/>
                  <a:gd name="T4" fmla="*/ 0 w 67"/>
                  <a:gd name="T5" fmla="*/ 39 h 65"/>
                  <a:gd name="T6" fmla="*/ 14 w 67"/>
                  <a:gd name="T7" fmla="*/ 65 h 65"/>
                  <a:gd name="T8" fmla="*/ 67 w 67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65">
                    <a:moveTo>
                      <a:pt x="67" y="0"/>
                    </a:moveTo>
                    <a:lnTo>
                      <a:pt x="1" y="36"/>
                    </a:lnTo>
                    <a:lnTo>
                      <a:pt x="0" y="39"/>
                    </a:lnTo>
                    <a:lnTo>
                      <a:pt x="14" y="65"/>
                    </a:lnTo>
                    <a:lnTo>
                      <a:pt x="6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49" name="Freeform 690"/>
              <p:cNvSpPr>
                <a:spLocks/>
              </p:cNvSpPr>
              <p:nvPr userDrawn="1"/>
            </p:nvSpPr>
            <p:spPr bwMode="auto">
              <a:xfrm>
                <a:off x="1360" y="435"/>
                <a:ext cx="1" cy="3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2 h 3"/>
                  <a:gd name="T4" fmla="*/ 0 w 1"/>
                  <a:gd name="T5" fmla="*/ 3 h 3"/>
                  <a:gd name="T6" fmla="*/ 1 w 1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0" y="2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0" name="Freeform 691"/>
              <p:cNvSpPr>
                <a:spLocks/>
              </p:cNvSpPr>
              <p:nvPr userDrawn="1"/>
            </p:nvSpPr>
            <p:spPr bwMode="auto">
              <a:xfrm>
                <a:off x="1360" y="435"/>
                <a:ext cx="1" cy="3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2 h 3"/>
                  <a:gd name="T4" fmla="*/ 0 w 1"/>
                  <a:gd name="T5" fmla="*/ 3 h 3"/>
                  <a:gd name="T6" fmla="*/ 1 w 1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0" y="2"/>
                    </a:lnTo>
                    <a:lnTo>
                      <a:pt x="0" y="3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1" name="Freeform 692"/>
              <p:cNvSpPr>
                <a:spLocks/>
              </p:cNvSpPr>
              <p:nvPr userDrawn="1"/>
            </p:nvSpPr>
            <p:spPr bwMode="auto">
              <a:xfrm>
                <a:off x="1726" y="85"/>
                <a:ext cx="67" cy="64"/>
              </a:xfrm>
              <a:custGeom>
                <a:avLst/>
                <a:gdLst>
                  <a:gd name="T0" fmla="*/ 67 w 67"/>
                  <a:gd name="T1" fmla="*/ 0 h 64"/>
                  <a:gd name="T2" fmla="*/ 0 w 67"/>
                  <a:gd name="T3" fmla="*/ 37 h 64"/>
                  <a:gd name="T4" fmla="*/ 15 w 67"/>
                  <a:gd name="T5" fmla="*/ 64 h 64"/>
                  <a:gd name="T6" fmla="*/ 67 w 67"/>
                  <a:gd name="T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4">
                    <a:moveTo>
                      <a:pt x="67" y="0"/>
                    </a:moveTo>
                    <a:lnTo>
                      <a:pt x="0" y="37"/>
                    </a:lnTo>
                    <a:lnTo>
                      <a:pt x="15" y="64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2" name="Freeform 693"/>
              <p:cNvSpPr>
                <a:spLocks/>
              </p:cNvSpPr>
              <p:nvPr userDrawn="1"/>
            </p:nvSpPr>
            <p:spPr bwMode="auto">
              <a:xfrm>
                <a:off x="1726" y="85"/>
                <a:ext cx="67" cy="64"/>
              </a:xfrm>
              <a:custGeom>
                <a:avLst/>
                <a:gdLst>
                  <a:gd name="T0" fmla="*/ 67 w 67"/>
                  <a:gd name="T1" fmla="*/ 0 h 64"/>
                  <a:gd name="T2" fmla="*/ 0 w 67"/>
                  <a:gd name="T3" fmla="*/ 37 h 64"/>
                  <a:gd name="T4" fmla="*/ 15 w 67"/>
                  <a:gd name="T5" fmla="*/ 64 h 64"/>
                  <a:gd name="T6" fmla="*/ 67 w 67"/>
                  <a:gd name="T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4">
                    <a:moveTo>
                      <a:pt x="67" y="0"/>
                    </a:moveTo>
                    <a:lnTo>
                      <a:pt x="0" y="37"/>
                    </a:lnTo>
                    <a:lnTo>
                      <a:pt x="15" y="64"/>
                    </a:lnTo>
                    <a:lnTo>
                      <a:pt x="6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3" name="Freeform 694"/>
              <p:cNvSpPr>
                <a:spLocks noEditPoints="1"/>
              </p:cNvSpPr>
              <p:nvPr userDrawn="1"/>
            </p:nvSpPr>
            <p:spPr bwMode="auto">
              <a:xfrm>
                <a:off x="1302" y="439"/>
                <a:ext cx="58" cy="68"/>
              </a:xfrm>
              <a:custGeom>
                <a:avLst/>
                <a:gdLst>
                  <a:gd name="T0" fmla="*/ 41 w 47"/>
                  <a:gd name="T1" fmla="*/ 2 h 55"/>
                  <a:gd name="T2" fmla="*/ 0 w 47"/>
                  <a:gd name="T3" fmla="*/ 36 h 55"/>
                  <a:gd name="T4" fmla="*/ 8 w 47"/>
                  <a:gd name="T5" fmla="*/ 39 h 55"/>
                  <a:gd name="T6" fmla="*/ 41 w 47"/>
                  <a:gd name="T7" fmla="*/ 2 h 55"/>
                  <a:gd name="T8" fmla="*/ 47 w 47"/>
                  <a:gd name="T9" fmla="*/ 0 h 55"/>
                  <a:gd name="T10" fmla="*/ 26 w 47"/>
                  <a:gd name="T11" fmla="*/ 47 h 55"/>
                  <a:gd name="T12" fmla="*/ 45 w 47"/>
                  <a:gd name="T13" fmla="*/ 55 h 55"/>
                  <a:gd name="T14" fmla="*/ 47 w 47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55">
                    <a:moveTo>
                      <a:pt x="41" y="2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3" y="37"/>
                      <a:pt x="5" y="38"/>
                      <a:pt x="8" y="39"/>
                    </a:cubicBezTo>
                    <a:cubicBezTo>
                      <a:pt x="41" y="2"/>
                      <a:pt x="41" y="2"/>
                      <a:pt x="41" y="2"/>
                    </a:cubicBezTo>
                    <a:moveTo>
                      <a:pt x="47" y="0"/>
                    </a:moveTo>
                    <a:cubicBezTo>
                      <a:pt x="26" y="47"/>
                      <a:pt x="26" y="47"/>
                      <a:pt x="26" y="47"/>
                    </a:cubicBezTo>
                    <a:cubicBezTo>
                      <a:pt x="32" y="50"/>
                      <a:pt x="39" y="52"/>
                      <a:pt x="45" y="55"/>
                    </a:cubicBezTo>
                    <a:cubicBezTo>
                      <a:pt x="45" y="37"/>
                      <a:pt x="46" y="18"/>
                      <a:pt x="4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4" name="Freeform 695"/>
              <p:cNvSpPr>
                <a:spLocks/>
              </p:cNvSpPr>
              <p:nvPr userDrawn="1"/>
            </p:nvSpPr>
            <p:spPr bwMode="auto">
              <a:xfrm>
                <a:off x="1312" y="437"/>
                <a:ext cx="48" cy="60"/>
              </a:xfrm>
              <a:custGeom>
                <a:avLst/>
                <a:gdLst>
                  <a:gd name="T0" fmla="*/ 39 w 39"/>
                  <a:gd name="T1" fmla="*/ 0 h 49"/>
                  <a:gd name="T2" fmla="*/ 33 w 39"/>
                  <a:gd name="T3" fmla="*/ 4 h 49"/>
                  <a:gd name="T4" fmla="*/ 0 w 39"/>
                  <a:gd name="T5" fmla="*/ 41 h 49"/>
                  <a:gd name="T6" fmla="*/ 18 w 39"/>
                  <a:gd name="T7" fmla="*/ 49 h 49"/>
                  <a:gd name="T8" fmla="*/ 39 w 39"/>
                  <a:gd name="T9" fmla="*/ 2 h 49"/>
                  <a:gd name="T10" fmla="*/ 39 w 39"/>
                  <a:gd name="T11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49">
                    <a:moveTo>
                      <a:pt x="39" y="0"/>
                    </a:moveTo>
                    <a:cubicBezTo>
                      <a:pt x="33" y="4"/>
                      <a:pt x="33" y="4"/>
                      <a:pt x="33" y="4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6" y="44"/>
                      <a:pt x="12" y="46"/>
                      <a:pt x="18" y="49"/>
                    </a:cubicBezTo>
                    <a:cubicBezTo>
                      <a:pt x="39" y="2"/>
                      <a:pt x="39" y="2"/>
                      <a:pt x="39" y="2"/>
                    </a:cubicBezTo>
                    <a:cubicBezTo>
                      <a:pt x="39" y="1"/>
                      <a:pt x="39" y="0"/>
                      <a:pt x="3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5" name="Freeform 696"/>
              <p:cNvSpPr>
                <a:spLocks/>
              </p:cNvSpPr>
              <p:nvPr userDrawn="1"/>
            </p:nvSpPr>
            <p:spPr bwMode="auto">
              <a:xfrm>
                <a:off x="1189" y="154"/>
                <a:ext cx="59" cy="72"/>
              </a:xfrm>
              <a:custGeom>
                <a:avLst/>
                <a:gdLst>
                  <a:gd name="T0" fmla="*/ 47 w 47"/>
                  <a:gd name="T1" fmla="*/ 0 h 58"/>
                  <a:gd name="T2" fmla="*/ 0 w 47"/>
                  <a:gd name="T3" fmla="*/ 38 h 58"/>
                  <a:gd name="T4" fmla="*/ 45 w 47"/>
                  <a:gd name="T5" fmla="*/ 58 h 58"/>
                  <a:gd name="T6" fmla="*/ 47 w 47"/>
                  <a:gd name="T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7" h="58">
                    <a:moveTo>
                      <a:pt x="47" y="0"/>
                    </a:moveTo>
                    <a:cubicBezTo>
                      <a:pt x="0" y="38"/>
                      <a:pt x="0" y="38"/>
                      <a:pt x="0" y="38"/>
                    </a:cubicBezTo>
                    <a:cubicBezTo>
                      <a:pt x="15" y="45"/>
                      <a:pt x="30" y="51"/>
                      <a:pt x="45" y="58"/>
                    </a:cubicBezTo>
                    <a:cubicBezTo>
                      <a:pt x="46" y="38"/>
                      <a:pt x="46" y="19"/>
                      <a:pt x="4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6" name="Freeform 697"/>
              <p:cNvSpPr>
                <a:spLocks/>
              </p:cNvSpPr>
              <p:nvPr userDrawn="1"/>
            </p:nvSpPr>
            <p:spPr bwMode="auto">
              <a:xfrm>
                <a:off x="1234" y="484"/>
                <a:ext cx="77" cy="85"/>
              </a:xfrm>
              <a:custGeom>
                <a:avLst/>
                <a:gdLst>
                  <a:gd name="T0" fmla="*/ 68 w 77"/>
                  <a:gd name="T1" fmla="*/ 0 h 85"/>
                  <a:gd name="T2" fmla="*/ 0 w 77"/>
                  <a:gd name="T3" fmla="*/ 85 h 85"/>
                  <a:gd name="T4" fmla="*/ 77 w 77"/>
                  <a:gd name="T5" fmla="*/ 54 h 85"/>
                  <a:gd name="T6" fmla="*/ 75 w 77"/>
                  <a:gd name="T7" fmla="*/ 49 h 85"/>
                  <a:gd name="T8" fmla="*/ 10 w 77"/>
                  <a:gd name="T9" fmla="*/ 78 h 85"/>
                  <a:gd name="T10" fmla="*/ 70 w 77"/>
                  <a:gd name="T11" fmla="*/ 12 h 85"/>
                  <a:gd name="T12" fmla="*/ 68 w 77"/>
                  <a:gd name="T13" fmla="*/ 0 h 85"/>
                  <a:gd name="T14" fmla="*/ 68 w 77"/>
                  <a:gd name="T15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" h="85">
                    <a:moveTo>
                      <a:pt x="68" y="0"/>
                    </a:moveTo>
                    <a:lnTo>
                      <a:pt x="0" y="85"/>
                    </a:lnTo>
                    <a:lnTo>
                      <a:pt x="77" y="54"/>
                    </a:lnTo>
                    <a:lnTo>
                      <a:pt x="75" y="49"/>
                    </a:lnTo>
                    <a:lnTo>
                      <a:pt x="10" y="78"/>
                    </a:lnTo>
                    <a:lnTo>
                      <a:pt x="70" y="12"/>
                    </a:lnTo>
                    <a:lnTo>
                      <a:pt x="68" y="0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7" name="Freeform 698"/>
              <p:cNvSpPr>
                <a:spLocks/>
              </p:cNvSpPr>
              <p:nvPr userDrawn="1"/>
            </p:nvSpPr>
            <p:spPr bwMode="auto">
              <a:xfrm>
                <a:off x="1234" y="484"/>
                <a:ext cx="77" cy="85"/>
              </a:xfrm>
              <a:custGeom>
                <a:avLst/>
                <a:gdLst>
                  <a:gd name="T0" fmla="*/ 68 w 77"/>
                  <a:gd name="T1" fmla="*/ 0 h 85"/>
                  <a:gd name="T2" fmla="*/ 0 w 77"/>
                  <a:gd name="T3" fmla="*/ 85 h 85"/>
                  <a:gd name="T4" fmla="*/ 77 w 77"/>
                  <a:gd name="T5" fmla="*/ 54 h 85"/>
                  <a:gd name="T6" fmla="*/ 75 w 77"/>
                  <a:gd name="T7" fmla="*/ 49 h 85"/>
                  <a:gd name="T8" fmla="*/ 10 w 77"/>
                  <a:gd name="T9" fmla="*/ 78 h 85"/>
                  <a:gd name="T10" fmla="*/ 70 w 77"/>
                  <a:gd name="T11" fmla="*/ 12 h 85"/>
                  <a:gd name="T12" fmla="*/ 68 w 77"/>
                  <a:gd name="T13" fmla="*/ 0 h 85"/>
                  <a:gd name="T14" fmla="*/ 68 w 77"/>
                  <a:gd name="T15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" h="85">
                    <a:moveTo>
                      <a:pt x="68" y="0"/>
                    </a:moveTo>
                    <a:lnTo>
                      <a:pt x="0" y="85"/>
                    </a:lnTo>
                    <a:lnTo>
                      <a:pt x="77" y="54"/>
                    </a:lnTo>
                    <a:lnTo>
                      <a:pt x="75" y="49"/>
                    </a:lnTo>
                    <a:lnTo>
                      <a:pt x="10" y="78"/>
                    </a:lnTo>
                    <a:lnTo>
                      <a:pt x="70" y="12"/>
                    </a:lnTo>
                    <a:lnTo>
                      <a:pt x="68" y="0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8" name="Freeform 699"/>
              <p:cNvSpPr>
                <a:spLocks/>
              </p:cNvSpPr>
              <p:nvPr userDrawn="1"/>
            </p:nvSpPr>
            <p:spPr bwMode="auto">
              <a:xfrm>
                <a:off x="1244" y="496"/>
                <a:ext cx="65" cy="66"/>
              </a:xfrm>
              <a:custGeom>
                <a:avLst/>
                <a:gdLst>
                  <a:gd name="T0" fmla="*/ 60 w 65"/>
                  <a:gd name="T1" fmla="*/ 0 h 66"/>
                  <a:gd name="T2" fmla="*/ 0 w 65"/>
                  <a:gd name="T3" fmla="*/ 66 h 66"/>
                  <a:gd name="T4" fmla="*/ 65 w 65"/>
                  <a:gd name="T5" fmla="*/ 37 h 66"/>
                  <a:gd name="T6" fmla="*/ 60 w 65"/>
                  <a:gd name="T7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66">
                    <a:moveTo>
                      <a:pt x="60" y="0"/>
                    </a:moveTo>
                    <a:lnTo>
                      <a:pt x="0" y="66"/>
                    </a:lnTo>
                    <a:lnTo>
                      <a:pt x="65" y="37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59" name="Freeform 700"/>
              <p:cNvSpPr>
                <a:spLocks/>
              </p:cNvSpPr>
              <p:nvPr userDrawn="1"/>
            </p:nvSpPr>
            <p:spPr bwMode="auto">
              <a:xfrm>
                <a:off x="1244" y="496"/>
                <a:ext cx="65" cy="66"/>
              </a:xfrm>
              <a:custGeom>
                <a:avLst/>
                <a:gdLst>
                  <a:gd name="T0" fmla="*/ 60 w 65"/>
                  <a:gd name="T1" fmla="*/ 0 h 66"/>
                  <a:gd name="T2" fmla="*/ 0 w 65"/>
                  <a:gd name="T3" fmla="*/ 66 h 66"/>
                  <a:gd name="T4" fmla="*/ 65 w 65"/>
                  <a:gd name="T5" fmla="*/ 37 h 66"/>
                  <a:gd name="T6" fmla="*/ 60 w 65"/>
                  <a:gd name="T7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5" h="66">
                    <a:moveTo>
                      <a:pt x="60" y="0"/>
                    </a:moveTo>
                    <a:lnTo>
                      <a:pt x="0" y="66"/>
                    </a:lnTo>
                    <a:lnTo>
                      <a:pt x="65" y="37"/>
                    </a:lnTo>
                    <a:lnTo>
                      <a:pt x="6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0" name="Freeform 701"/>
              <p:cNvSpPr>
                <a:spLocks noEditPoints="1"/>
              </p:cNvSpPr>
              <p:nvPr userDrawn="1"/>
            </p:nvSpPr>
            <p:spPr bwMode="auto">
              <a:xfrm>
                <a:off x="1188" y="569"/>
                <a:ext cx="133" cy="102"/>
              </a:xfrm>
              <a:custGeom>
                <a:avLst/>
                <a:gdLst>
                  <a:gd name="T0" fmla="*/ 82 w 107"/>
                  <a:gd name="T1" fmla="*/ 27 h 82"/>
                  <a:gd name="T2" fmla="*/ 74 w 107"/>
                  <a:gd name="T3" fmla="*/ 54 h 82"/>
                  <a:gd name="T4" fmla="*/ 107 w 107"/>
                  <a:gd name="T5" fmla="*/ 41 h 82"/>
                  <a:gd name="T6" fmla="*/ 82 w 107"/>
                  <a:gd name="T7" fmla="*/ 27 h 82"/>
                  <a:gd name="T8" fmla="*/ 37 w 107"/>
                  <a:gd name="T9" fmla="*/ 0 h 82"/>
                  <a:gd name="T10" fmla="*/ 0 w 107"/>
                  <a:gd name="T11" fmla="*/ 82 h 82"/>
                  <a:gd name="T12" fmla="*/ 0 w 107"/>
                  <a:gd name="T13" fmla="*/ 82 h 82"/>
                  <a:gd name="T14" fmla="*/ 28 w 107"/>
                  <a:gd name="T15" fmla="*/ 71 h 82"/>
                  <a:gd name="T16" fmla="*/ 37 w 107"/>
                  <a:gd name="T17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7" h="82">
                    <a:moveTo>
                      <a:pt x="82" y="27"/>
                    </a:moveTo>
                    <a:cubicBezTo>
                      <a:pt x="74" y="54"/>
                      <a:pt x="74" y="54"/>
                      <a:pt x="74" y="54"/>
                    </a:cubicBezTo>
                    <a:cubicBezTo>
                      <a:pt x="85" y="49"/>
                      <a:pt x="96" y="45"/>
                      <a:pt x="107" y="41"/>
                    </a:cubicBezTo>
                    <a:cubicBezTo>
                      <a:pt x="98" y="36"/>
                      <a:pt x="90" y="31"/>
                      <a:pt x="82" y="27"/>
                    </a:cubicBezTo>
                    <a:moveTo>
                      <a:pt x="37" y="0"/>
                    </a:moveTo>
                    <a:cubicBezTo>
                      <a:pt x="37" y="0"/>
                      <a:pt x="1" y="77"/>
                      <a:pt x="0" y="82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9" y="78"/>
                      <a:pt x="19" y="74"/>
                      <a:pt x="28" y="71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1" name="Freeform 702"/>
              <p:cNvSpPr>
                <a:spLocks/>
              </p:cNvSpPr>
              <p:nvPr userDrawn="1"/>
            </p:nvSpPr>
            <p:spPr bwMode="auto">
              <a:xfrm>
                <a:off x="1170" y="671"/>
                <a:ext cx="49" cy="82"/>
              </a:xfrm>
              <a:custGeom>
                <a:avLst/>
                <a:gdLst>
                  <a:gd name="T0" fmla="*/ 15 w 40"/>
                  <a:gd name="T1" fmla="*/ 0 h 67"/>
                  <a:gd name="T2" fmla="*/ 0 w 40"/>
                  <a:gd name="T3" fmla="*/ 67 h 67"/>
                  <a:gd name="T4" fmla="*/ 40 w 40"/>
                  <a:gd name="T5" fmla="*/ 18 h 67"/>
                  <a:gd name="T6" fmla="*/ 40 w 40"/>
                  <a:gd name="T7" fmla="*/ 14 h 67"/>
                  <a:gd name="T8" fmla="*/ 15 w 40"/>
                  <a:gd name="T9" fmla="*/ 0 h 67"/>
                  <a:gd name="T10" fmla="*/ 15 w 40"/>
                  <a:gd name="T11" fmla="*/ 0 h 67"/>
                  <a:gd name="T12" fmla="*/ 15 w 40"/>
                  <a:gd name="T13" fmla="*/ 0 h 67"/>
                  <a:gd name="T14" fmla="*/ 15 w 40"/>
                  <a:gd name="T15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67">
                    <a:moveTo>
                      <a:pt x="15" y="0"/>
                    </a:moveTo>
                    <a:cubicBezTo>
                      <a:pt x="10" y="22"/>
                      <a:pt x="5" y="44"/>
                      <a:pt x="0" y="67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0" y="14"/>
                      <a:pt x="40" y="14"/>
                      <a:pt x="40" y="14"/>
                    </a:cubicBezTo>
                    <a:cubicBezTo>
                      <a:pt x="32" y="9"/>
                      <a:pt x="23" y="4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2" name="Freeform 703"/>
              <p:cNvSpPr>
                <a:spLocks noEditPoints="1"/>
              </p:cNvSpPr>
              <p:nvPr userDrawn="1"/>
            </p:nvSpPr>
            <p:spPr bwMode="auto">
              <a:xfrm>
                <a:off x="1170" y="690"/>
                <a:ext cx="91" cy="63"/>
              </a:xfrm>
              <a:custGeom>
                <a:avLst/>
                <a:gdLst>
                  <a:gd name="T0" fmla="*/ 0 w 74"/>
                  <a:gd name="T1" fmla="*/ 51 h 51"/>
                  <a:gd name="T2" fmla="*/ 0 w 74"/>
                  <a:gd name="T3" fmla="*/ 51 h 51"/>
                  <a:gd name="T4" fmla="*/ 0 w 74"/>
                  <a:gd name="T5" fmla="*/ 51 h 51"/>
                  <a:gd name="T6" fmla="*/ 0 w 74"/>
                  <a:gd name="T7" fmla="*/ 51 h 51"/>
                  <a:gd name="T8" fmla="*/ 0 w 74"/>
                  <a:gd name="T9" fmla="*/ 51 h 51"/>
                  <a:gd name="T10" fmla="*/ 44 w 74"/>
                  <a:gd name="T11" fmla="*/ 0 h 51"/>
                  <a:gd name="T12" fmla="*/ 40 w 74"/>
                  <a:gd name="T13" fmla="*/ 2 h 51"/>
                  <a:gd name="T14" fmla="*/ 52 w 74"/>
                  <a:gd name="T15" fmla="*/ 27 h 51"/>
                  <a:gd name="T16" fmla="*/ 74 w 74"/>
                  <a:gd name="T17" fmla="*/ 17 h 51"/>
                  <a:gd name="T18" fmla="*/ 44 w 74"/>
                  <a:gd name="T19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51">
                    <a:moveTo>
                      <a:pt x="0" y="51"/>
                    </a:moveTo>
                    <a:cubicBezTo>
                      <a:pt x="0" y="51"/>
                      <a:pt x="0" y="51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moveTo>
                      <a:pt x="44" y="0"/>
                    </a:moveTo>
                    <a:cubicBezTo>
                      <a:pt x="40" y="2"/>
                      <a:pt x="40" y="2"/>
                      <a:pt x="40" y="2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9" y="24"/>
                      <a:pt x="67" y="20"/>
                      <a:pt x="74" y="17"/>
                    </a:cubicBezTo>
                    <a:cubicBezTo>
                      <a:pt x="64" y="11"/>
                      <a:pt x="54" y="6"/>
                      <a:pt x="4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3" name="Freeform 704"/>
              <p:cNvSpPr>
                <a:spLocks/>
              </p:cNvSpPr>
              <p:nvPr userDrawn="1"/>
            </p:nvSpPr>
            <p:spPr bwMode="auto">
              <a:xfrm>
                <a:off x="904" y="705"/>
                <a:ext cx="92" cy="83"/>
              </a:xfrm>
              <a:custGeom>
                <a:avLst/>
                <a:gdLst>
                  <a:gd name="T0" fmla="*/ 15 w 75"/>
                  <a:gd name="T1" fmla="*/ 0 h 67"/>
                  <a:gd name="T2" fmla="*/ 0 w 75"/>
                  <a:gd name="T3" fmla="*/ 67 h 67"/>
                  <a:gd name="T4" fmla="*/ 75 w 75"/>
                  <a:gd name="T5" fmla="*/ 33 h 67"/>
                  <a:gd name="T6" fmla="*/ 15 w 75"/>
                  <a:gd name="T7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67">
                    <a:moveTo>
                      <a:pt x="15" y="0"/>
                    </a:moveTo>
                    <a:cubicBezTo>
                      <a:pt x="10" y="22"/>
                      <a:pt x="5" y="44"/>
                      <a:pt x="0" y="67"/>
                    </a:cubicBezTo>
                    <a:cubicBezTo>
                      <a:pt x="25" y="56"/>
                      <a:pt x="50" y="44"/>
                      <a:pt x="75" y="33"/>
                    </a:cubicBezTo>
                    <a:cubicBezTo>
                      <a:pt x="55" y="22"/>
                      <a:pt x="35" y="11"/>
                      <a:pt x="1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4" name="Freeform 705"/>
              <p:cNvSpPr>
                <a:spLocks/>
              </p:cNvSpPr>
              <p:nvPr userDrawn="1"/>
            </p:nvSpPr>
            <p:spPr bwMode="auto">
              <a:xfrm>
                <a:off x="1168" y="753"/>
                <a:ext cx="59" cy="132"/>
              </a:xfrm>
              <a:custGeom>
                <a:avLst/>
                <a:gdLst>
                  <a:gd name="T0" fmla="*/ 1 w 47"/>
                  <a:gd name="T1" fmla="*/ 0 h 106"/>
                  <a:gd name="T2" fmla="*/ 0 w 47"/>
                  <a:gd name="T3" fmla="*/ 92 h 106"/>
                  <a:gd name="T4" fmla="*/ 47 w 47"/>
                  <a:gd name="T5" fmla="*/ 106 h 106"/>
                  <a:gd name="T6" fmla="*/ 27 w 47"/>
                  <a:gd name="T7" fmla="*/ 60 h 106"/>
                  <a:gd name="T8" fmla="*/ 1 w 47"/>
                  <a:gd name="T9" fmla="*/ 77 h 106"/>
                  <a:gd name="T10" fmla="*/ 1 w 47"/>
                  <a:gd name="T11" fmla="*/ 0 h 106"/>
                  <a:gd name="T12" fmla="*/ 1 w 47"/>
                  <a:gd name="T13" fmla="*/ 0 h 106"/>
                  <a:gd name="T14" fmla="*/ 1 w 47"/>
                  <a:gd name="T15" fmla="*/ 0 h 106"/>
                  <a:gd name="T16" fmla="*/ 1 w 47"/>
                  <a:gd name="T17" fmla="*/ 0 h 106"/>
                  <a:gd name="T18" fmla="*/ 1 w 47"/>
                  <a:gd name="T1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106">
                    <a:moveTo>
                      <a:pt x="1" y="0"/>
                    </a:moveTo>
                    <a:cubicBezTo>
                      <a:pt x="0" y="92"/>
                      <a:pt x="0" y="92"/>
                      <a:pt x="0" y="92"/>
                    </a:cubicBezTo>
                    <a:cubicBezTo>
                      <a:pt x="16" y="97"/>
                      <a:pt x="31" y="101"/>
                      <a:pt x="47" y="106"/>
                    </a:cubicBezTo>
                    <a:cubicBezTo>
                      <a:pt x="40" y="91"/>
                      <a:pt x="34" y="75"/>
                      <a:pt x="27" y="60"/>
                    </a:cubicBezTo>
                    <a:cubicBezTo>
                      <a:pt x="19" y="66"/>
                      <a:pt x="10" y="71"/>
                      <a:pt x="1" y="77"/>
                    </a:cubicBezTo>
                    <a:cubicBezTo>
                      <a:pt x="1" y="51"/>
                      <a:pt x="1" y="25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5" name="Freeform 706"/>
              <p:cNvSpPr>
                <a:spLocks/>
              </p:cNvSpPr>
              <p:nvPr userDrawn="1"/>
            </p:nvSpPr>
            <p:spPr bwMode="auto">
              <a:xfrm>
                <a:off x="1682" y="380"/>
                <a:ext cx="80" cy="64"/>
              </a:xfrm>
              <a:custGeom>
                <a:avLst/>
                <a:gdLst>
                  <a:gd name="T0" fmla="*/ 19 w 80"/>
                  <a:gd name="T1" fmla="*/ 0 h 64"/>
                  <a:gd name="T2" fmla="*/ 0 w 80"/>
                  <a:gd name="T3" fmla="*/ 7 h 64"/>
                  <a:gd name="T4" fmla="*/ 72 w 80"/>
                  <a:gd name="T5" fmla="*/ 64 h 64"/>
                  <a:gd name="T6" fmla="*/ 73 w 80"/>
                  <a:gd name="T7" fmla="*/ 64 h 64"/>
                  <a:gd name="T8" fmla="*/ 80 w 80"/>
                  <a:gd name="T9" fmla="*/ 33 h 64"/>
                  <a:gd name="T10" fmla="*/ 40 w 80"/>
                  <a:gd name="T11" fmla="*/ 5 h 64"/>
                  <a:gd name="T12" fmla="*/ 19 w 80"/>
                  <a:gd name="T13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64">
                    <a:moveTo>
                      <a:pt x="19" y="0"/>
                    </a:moveTo>
                    <a:lnTo>
                      <a:pt x="0" y="7"/>
                    </a:lnTo>
                    <a:lnTo>
                      <a:pt x="72" y="64"/>
                    </a:lnTo>
                    <a:lnTo>
                      <a:pt x="73" y="64"/>
                    </a:lnTo>
                    <a:lnTo>
                      <a:pt x="80" y="33"/>
                    </a:lnTo>
                    <a:lnTo>
                      <a:pt x="40" y="5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6" name="Freeform 707"/>
              <p:cNvSpPr>
                <a:spLocks/>
              </p:cNvSpPr>
              <p:nvPr userDrawn="1"/>
            </p:nvSpPr>
            <p:spPr bwMode="auto">
              <a:xfrm>
                <a:off x="1682" y="380"/>
                <a:ext cx="80" cy="64"/>
              </a:xfrm>
              <a:custGeom>
                <a:avLst/>
                <a:gdLst>
                  <a:gd name="T0" fmla="*/ 19 w 80"/>
                  <a:gd name="T1" fmla="*/ 0 h 64"/>
                  <a:gd name="T2" fmla="*/ 0 w 80"/>
                  <a:gd name="T3" fmla="*/ 7 h 64"/>
                  <a:gd name="T4" fmla="*/ 72 w 80"/>
                  <a:gd name="T5" fmla="*/ 64 h 64"/>
                  <a:gd name="T6" fmla="*/ 73 w 80"/>
                  <a:gd name="T7" fmla="*/ 64 h 64"/>
                  <a:gd name="T8" fmla="*/ 80 w 80"/>
                  <a:gd name="T9" fmla="*/ 33 h 64"/>
                  <a:gd name="T10" fmla="*/ 40 w 80"/>
                  <a:gd name="T11" fmla="*/ 5 h 64"/>
                  <a:gd name="T12" fmla="*/ 19 w 80"/>
                  <a:gd name="T13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64">
                    <a:moveTo>
                      <a:pt x="19" y="0"/>
                    </a:moveTo>
                    <a:lnTo>
                      <a:pt x="0" y="7"/>
                    </a:lnTo>
                    <a:lnTo>
                      <a:pt x="72" y="64"/>
                    </a:lnTo>
                    <a:lnTo>
                      <a:pt x="73" y="64"/>
                    </a:lnTo>
                    <a:lnTo>
                      <a:pt x="80" y="33"/>
                    </a:lnTo>
                    <a:lnTo>
                      <a:pt x="40" y="5"/>
                    </a:lnTo>
                    <a:lnTo>
                      <a:pt x="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7" name="Freeform 708"/>
              <p:cNvSpPr>
                <a:spLocks/>
              </p:cNvSpPr>
              <p:nvPr userDrawn="1"/>
            </p:nvSpPr>
            <p:spPr bwMode="auto">
              <a:xfrm>
                <a:off x="1722" y="385"/>
                <a:ext cx="45" cy="28"/>
              </a:xfrm>
              <a:custGeom>
                <a:avLst/>
                <a:gdLst>
                  <a:gd name="T0" fmla="*/ 0 w 45"/>
                  <a:gd name="T1" fmla="*/ 0 h 28"/>
                  <a:gd name="T2" fmla="*/ 40 w 45"/>
                  <a:gd name="T3" fmla="*/ 28 h 28"/>
                  <a:gd name="T4" fmla="*/ 45 w 45"/>
                  <a:gd name="T5" fmla="*/ 11 h 28"/>
                  <a:gd name="T6" fmla="*/ 0 w 45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28">
                    <a:moveTo>
                      <a:pt x="0" y="0"/>
                    </a:moveTo>
                    <a:lnTo>
                      <a:pt x="40" y="28"/>
                    </a:lnTo>
                    <a:lnTo>
                      <a:pt x="45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8" name="Freeform 709"/>
              <p:cNvSpPr>
                <a:spLocks/>
              </p:cNvSpPr>
              <p:nvPr userDrawn="1"/>
            </p:nvSpPr>
            <p:spPr bwMode="auto">
              <a:xfrm>
                <a:off x="1722" y="385"/>
                <a:ext cx="45" cy="28"/>
              </a:xfrm>
              <a:custGeom>
                <a:avLst/>
                <a:gdLst>
                  <a:gd name="T0" fmla="*/ 0 w 45"/>
                  <a:gd name="T1" fmla="*/ 0 h 28"/>
                  <a:gd name="T2" fmla="*/ 40 w 45"/>
                  <a:gd name="T3" fmla="*/ 28 h 28"/>
                  <a:gd name="T4" fmla="*/ 45 w 45"/>
                  <a:gd name="T5" fmla="*/ 11 h 28"/>
                  <a:gd name="T6" fmla="*/ 0 w 45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" h="28">
                    <a:moveTo>
                      <a:pt x="0" y="0"/>
                    </a:moveTo>
                    <a:lnTo>
                      <a:pt x="40" y="28"/>
                    </a:lnTo>
                    <a:lnTo>
                      <a:pt x="45" y="1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69" name="Freeform 710"/>
              <p:cNvSpPr>
                <a:spLocks/>
              </p:cNvSpPr>
              <p:nvPr userDrawn="1"/>
            </p:nvSpPr>
            <p:spPr bwMode="auto">
              <a:xfrm>
                <a:off x="1657" y="369"/>
                <a:ext cx="44" cy="18"/>
              </a:xfrm>
              <a:custGeom>
                <a:avLst/>
                <a:gdLst>
                  <a:gd name="T0" fmla="*/ 0 w 44"/>
                  <a:gd name="T1" fmla="*/ 0 h 18"/>
                  <a:gd name="T2" fmla="*/ 25 w 44"/>
                  <a:gd name="T3" fmla="*/ 18 h 18"/>
                  <a:gd name="T4" fmla="*/ 44 w 44"/>
                  <a:gd name="T5" fmla="*/ 11 h 18"/>
                  <a:gd name="T6" fmla="*/ 0 w 44"/>
                  <a:gd name="T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18">
                    <a:moveTo>
                      <a:pt x="0" y="0"/>
                    </a:moveTo>
                    <a:lnTo>
                      <a:pt x="25" y="18"/>
                    </a:lnTo>
                    <a:lnTo>
                      <a:pt x="44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0" name="Freeform 711"/>
              <p:cNvSpPr>
                <a:spLocks/>
              </p:cNvSpPr>
              <p:nvPr userDrawn="1"/>
            </p:nvSpPr>
            <p:spPr bwMode="auto">
              <a:xfrm>
                <a:off x="1657" y="369"/>
                <a:ext cx="44" cy="18"/>
              </a:xfrm>
              <a:custGeom>
                <a:avLst/>
                <a:gdLst>
                  <a:gd name="T0" fmla="*/ 0 w 44"/>
                  <a:gd name="T1" fmla="*/ 0 h 18"/>
                  <a:gd name="T2" fmla="*/ 25 w 44"/>
                  <a:gd name="T3" fmla="*/ 18 h 18"/>
                  <a:gd name="T4" fmla="*/ 44 w 44"/>
                  <a:gd name="T5" fmla="*/ 11 h 18"/>
                  <a:gd name="T6" fmla="*/ 0 w 44"/>
                  <a:gd name="T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18">
                    <a:moveTo>
                      <a:pt x="0" y="0"/>
                    </a:moveTo>
                    <a:lnTo>
                      <a:pt x="25" y="18"/>
                    </a:lnTo>
                    <a:lnTo>
                      <a:pt x="44" y="1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1" name="Freeform 712"/>
              <p:cNvSpPr>
                <a:spLocks/>
              </p:cNvSpPr>
              <p:nvPr userDrawn="1"/>
            </p:nvSpPr>
            <p:spPr bwMode="auto">
              <a:xfrm>
                <a:off x="1754" y="444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lnTo>
                      <a:pt x="0" y="0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2" name="Freeform 713"/>
              <p:cNvSpPr>
                <a:spLocks/>
              </p:cNvSpPr>
              <p:nvPr userDrawn="1"/>
            </p:nvSpPr>
            <p:spPr bwMode="auto">
              <a:xfrm>
                <a:off x="1754" y="444"/>
                <a:ext cx="1" cy="1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lnTo>
                      <a:pt x="0" y="0"/>
                    </a:lnTo>
                    <a:lnTo>
                      <a:pt x="1" y="1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3" name="Freeform 714"/>
              <p:cNvSpPr>
                <a:spLocks/>
              </p:cNvSpPr>
              <p:nvPr userDrawn="1"/>
            </p:nvSpPr>
            <p:spPr bwMode="auto">
              <a:xfrm>
                <a:off x="1691" y="-169"/>
                <a:ext cx="110" cy="78"/>
              </a:xfrm>
              <a:custGeom>
                <a:avLst/>
                <a:gdLst>
                  <a:gd name="T0" fmla="*/ 0 w 110"/>
                  <a:gd name="T1" fmla="*/ 0 h 78"/>
                  <a:gd name="T2" fmla="*/ 97 w 110"/>
                  <a:gd name="T3" fmla="*/ 78 h 78"/>
                  <a:gd name="T4" fmla="*/ 110 w 110"/>
                  <a:gd name="T5" fmla="*/ 29 h 78"/>
                  <a:gd name="T6" fmla="*/ 0 w 110"/>
                  <a:gd name="T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8">
                    <a:moveTo>
                      <a:pt x="0" y="0"/>
                    </a:moveTo>
                    <a:lnTo>
                      <a:pt x="97" y="78"/>
                    </a:lnTo>
                    <a:lnTo>
                      <a:pt x="11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4" name="Freeform 715"/>
              <p:cNvSpPr>
                <a:spLocks/>
              </p:cNvSpPr>
              <p:nvPr userDrawn="1"/>
            </p:nvSpPr>
            <p:spPr bwMode="auto">
              <a:xfrm>
                <a:off x="1691" y="-169"/>
                <a:ext cx="110" cy="78"/>
              </a:xfrm>
              <a:custGeom>
                <a:avLst/>
                <a:gdLst>
                  <a:gd name="T0" fmla="*/ 0 w 110"/>
                  <a:gd name="T1" fmla="*/ 0 h 78"/>
                  <a:gd name="T2" fmla="*/ 97 w 110"/>
                  <a:gd name="T3" fmla="*/ 78 h 78"/>
                  <a:gd name="T4" fmla="*/ 110 w 110"/>
                  <a:gd name="T5" fmla="*/ 29 h 78"/>
                  <a:gd name="T6" fmla="*/ 0 w 110"/>
                  <a:gd name="T7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8">
                    <a:moveTo>
                      <a:pt x="0" y="0"/>
                    </a:moveTo>
                    <a:lnTo>
                      <a:pt x="97" y="78"/>
                    </a:lnTo>
                    <a:lnTo>
                      <a:pt x="110" y="2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5" name="Freeform 716"/>
              <p:cNvSpPr>
                <a:spLocks/>
              </p:cNvSpPr>
              <p:nvPr userDrawn="1"/>
            </p:nvSpPr>
            <p:spPr bwMode="auto">
              <a:xfrm>
                <a:off x="1495" y="491"/>
                <a:ext cx="110" cy="77"/>
              </a:xfrm>
              <a:custGeom>
                <a:avLst/>
                <a:gdLst>
                  <a:gd name="T0" fmla="*/ 0 w 110"/>
                  <a:gd name="T1" fmla="*/ 0 h 77"/>
                  <a:gd name="T2" fmla="*/ 98 w 110"/>
                  <a:gd name="T3" fmla="*/ 77 h 77"/>
                  <a:gd name="T4" fmla="*/ 110 w 110"/>
                  <a:gd name="T5" fmla="*/ 29 h 77"/>
                  <a:gd name="T6" fmla="*/ 0 w 110"/>
                  <a:gd name="T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7">
                    <a:moveTo>
                      <a:pt x="0" y="0"/>
                    </a:moveTo>
                    <a:lnTo>
                      <a:pt x="98" y="77"/>
                    </a:lnTo>
                    <a:lnTo>
                      <a:pt x="11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6" name="Freeform 717"/>
              <p:cNvSpPr>
                <a:spLocks/>
              </p:cNvSpPr>
              <p:nvPr userDrawn="1"/>
            </p:nvSpPr>
            <p:spPr bwMode="auto">
              <a:xfrm>
                <a:off x="1495" y="491"/>
                <a:ext cx="110" cy="77"/>
              </a:xfrm>
              <a:custGeom>
                <a:avLst/>
                <a:gdLst>
                  <a:gd name="T0" fmla="*/ 0 w 110"/>
                  <a:gd name="T1" fmla="*/ 0 h 77"/>
                  <a:gd name="T2" fmla="*/ 98 w 110"/>
                  <a:gd name="T3" fmla="*/ 77 h 77"/>
                  <a:gd name="T4" fmla="*/ 110 w 110"/>
                  <a:gd name="T5" fmla="*/ 29 h 77"/>
                  <a:gd name="T6" fmla="*/ 0 w 110"/>
                  <a:gd name="T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77">
                    <a:moveTo>
                      <a:pt x="0" y="0"/>
                    </a:moveTo>
                    <a:lnTo>
                      <a:pt x="98" y="77"/>
                    </a:lnTo>
                    <a:lnTo>
                      <a:pt x="110" y="2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7" name="Freeform 718"/>
              <p:cNvSpPr>
                <a:spLocks/>
              </p:cNvSpPr>
              <p:nvPr userDrawn="1"/>
            </p:nvSpPr>
            <p:spPr bwMode="auto">
              <a:xfrm>
                <a:off x="1452" y="1296"/>
                <a:ext cx="69" cy="127"/>
              </a:xfrm>
              <a:custGeom>
                <a:avLst/>
                <a:gdLst>
                  <a:gd name="T0" fmla="*/ 0 w 69"/>
                  <a:gd name="T1" fmla="*/ 0 h 127"/>
                  <a:gd name="T2" fmla="*/ 62 w 69"/>
                  <a:gd name="T3" fmla="*/ 127 h 127"/>
                  <a:gd name="T4" fmla="*/ 69 w 69"/>
                  <a:gd name="T5" fmla="*/ 47 h 127"/>
                  <a:gd name="T6" fmla="*/ 0 w 69"/>
                  <a:gd name="T7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127">
                    <a:moveTo>
                      <a:pt x="0" y="0"/>
                    </a:moveTo>
                    <a:lnTo>
                      <a:pt x="62" y="127"/>
                    </a:lnTo>
                    <a:lnTo>
                      <a:pt x="69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8" name="Freeform 719"/>
              <p:cNvSpPr>
                <a:spLocks/>
              </p:cNvSpPr>
              <p:nvPr userDrawn="1"/>
            </p:nvSpPr>
            <p:spPr bwMode="auto">
              <a:xfrm>
                <a:off x="1452" y="1296"/>
                <a:ext cx="69" cy="127"/>
              </a:xfrm>
              <a:custGeom>
                <a:avLst/>
                <a:gdLst>
                  <a:gd name="T0" fmla="*/ 0 w 69"/>
                  <a:gd name="T1" fmla="*/ 0 h 127"/>
                  <a:gd name="T2" fmla="*/ 62 w 69"/>
                  <a:gd name="T3" fmla="*/ 127 h 127"/>
                  <a:gd name="T4" fmla="*/ 69 w 69"/>
                  <a:gd name="T5" fmla="*/ 47 h 127"/>
                  <a:gd name="T6" fmla="*/ 0 w 69"/>
                  <a:gd name="T7" fmla="*/ 0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127">
                    <a:moveTo>
                      <a:pt x="0" y="0"/>
                    </a:moveTo>
                    <a:lnTo>
                      <a:pt x="62" y="127"/>
                    </a:lnTo>
                    <a:lnTo>
                      <a:pt x="69" y="4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79" name="Freeform 720"/>
              <p:cNvSpPr>
                <a:spLocks/>
              </p:cNvSpPr>
              <p:nvPr userDrawn="1"/>
            </p:nvSpPr>
            <p:spPr bwMode="auto">
              <a:xfrm>
                <a:off x="1540" y="361"/>
                <a:ext cx="104" cy="42"/>
              </a:xfrm>
              <a:custGeom>
                <a:avLst/>
                <a:gdLst>
                  <a:gd name="T0" fmla="*/ 69 w 104"/>
                  <a:gd name="T1" fmla="*/ 0 h 42"/>
                  <a:gd name="T2" fmla="*/ 69 w 104"/>
                  <a:gd name="T3" fmla="*/ 0 h 42"/>
                  <a:gd name="T4" fmla="*/ 69 w 104"/>
                  <a:gd name="T5" fmla="*/ 0 h 42"/>
                  <a:gd name="T6" fmla="*/ 0 w 104"/>
                  <a:gd name="T7" fmla="*/ 31 h 42"/>
                  <a:gd name="T8" fmla="*/ 104 w 104"/>
                  <a:gd name="T9" fmla="*/ 42 h 42"/>
                  <a:gd name="T10" fmla="*/ 69 w 104"/>
                  <a:gd name="T11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42">
                    <a:moveTo>
                      <a:pt x="69" y="0"/>
                    </a:moveTo>
                    <a:lnTo>
                      <a:pt x="69" y="0"/>
                    </a:lnTo>
                    <a:lnTo>
                      <a:pt x="69" y="0"/>
                    </a:lnTo>
                    <a:lnTo>
                      <a:pt x="0" y="31"/>
                    </a:lnTo>
                    <a:lnTo>
                      <a:pt x="104" y="4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0" name="Freeform 721"/>
              <p:cNvSpPr>
                <a:spLocks/>
              </p:cNvSpPr>
              <p:nvPr userDrawn="1"/>
            </p:nvSpPr>
            <p:spPr bwMode="auto">
              <a:xfrm>
                <a:off x="1540" y="361"/>
                <a:ext cx="104" cy="42"/>
              </a:xfrm>
              <a:custGeom>
                <a:avLst/>
                <a:gdLst>
                  <a:gd name="T0" fmla="*/ 69 w 104"/>
                  <a:gd name="T1" fmla="*/ 0 h 42"/>
                  <a:gd name="T2" fmla="*/ 69 w 104"/>
                  <a:gd name="T3" fmla="*/ 0 h 42"/>
                  <a:gd name="T4" fmla="*/ 69 w 104"/>
                  <a:gd name="T5" fmla="*/ 0 h 42"/>
                  <a:gd name="T6" fmla="*/ 0 w 104"/>
                  <a:gd name="T7" fmla="*/ 31 h 42"/>
                  <a:gd name="T8" fmla="*/ 104 w 104"/>
                  <a:gd name="T9" fmla="*/ 42 h 42"/>
                  <a:gd name="T10" fmla="*/ 69 w 104"/>
                  <a:gd name="T11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42">
                    <a:moveTo>
                      <a:pt x="69" y="0"/>
                    </a:moveTo>
                    <a:lnTo>
                      <a:pt x="69" y="0"/>
                    </a:lnTo>
                    <a:lnTo>
                      <a:pt x="69" y="0"/>
                    </a:lnTo>
                    <a:lnTo>
                      <a:pt x="0" y="31"/>
                    </a:lnTo>
                    <a:lnTo>
                      <a:pt x="104" y="42"/>
                    </a:lnTo>
                    <a:lnTo>
                      <a:pt x="6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1" name="Freeform 722"/>
              <p:cNvSpPr>
                <a:spLocks noEditPoints="1"/>
              </p:cNvSpPr>
              <p:nvPr userDrawn="1"/>
            </p:nvSpPr>
            <p:spPr bwMode="auto">
              <a:xfrm>
                <a:off x="1234" y="538"/>
                <a:ext cx="77" cy="119"/>
              </a:xfrm>
              <a:custGeom>
                <a:avLst/>
                <a:gdLst>
                  <a:gd name="T0" fmla="*/ 37 w 62"/>
                  <a:gd name="T1" fmla="*/ 79 h 96"/>
                  <a:gd name="T2" fmla="*/ 25 w 62"/>
                  <a:gd name="T3" fmla="*/ 83 h 96"/>
                  <a:gd name="T4" fmla="*/ 31 w 62"/>
                  <a:gd name="T5" fmla="*/ 96 h 96"/>
                  <a:gd name="T6" fmla="*/ 37 w 62"/>
                  <a:gd name="T7" fmla="*/ 79 h 96"/>
                  <a:gd name="T8" fmla="*/ 62 w 62"/>
                  <a:gd name="T9" fmla="*/ 0 h 96"/>
                  <a:gd name="T10" fmla="*/ 0 w 62"/>
                  <a:gd name="T11" fmla="*/ 25 h 96"/>
                  <a:gd name="T12" fmla="*/ 45 w 62"/>
                  <a:gd name="T13" fmla="*/ 52 h 96"/>
                  <a:gd name="T14" fmla="*/ 62 w 62"/>
                  <a:gd name="T15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2" h="96">
                    <a:moveTo>
                      <a:pt x="37" y="79"/>
                    </a:moveTo>
                    <a:cubicBezTo>
                      <a:pt x="33" y="80"/>
                      <a:pt x="29" y="81"/>
                      <a:pt x="25" y="83"/>
                    </a:cubicBezTo>
                    <a:cubicBezTo>
                      <a:pt x="31" y="96"/>
                      <a:pt x="31" y="96"/>
                      <a:pt x="31" y="96"/>
                    </a:cubicBezTo>
                    <a:cubicBezTo>
                      <a:pt x="37" y="79"/>
                      <a:pt x="37" y="79"/>
                      <a:pt x="37" y="79"/>
                    </a:cubicBezTo>
                    <a:moveTo>
                      <a:pt x="62" y="0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15" y="34"/>
                      <a:pt x="30" y="43"/>
                      <a:pt x="45" y="52"/>
                    </a:cubicBezTo>
                    <a:cubicBezTo>
                      <a:pt x="62" y="0"/>
                      <a:pt x="62" y="0"/>
                      <a:pt x="6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2" name="Freeform 723"/>
              <p:cNvSpPr>
                <a:spLocks/>
              </p:cNvSpPr>
              <p:nvPr userDrawn="1"/>
            </p:nvSpPr>
            <p:spPr bwMode="auto">
              <a:xfrm>
                <a:off x="1234" y="569"/>
                <a:ext cx="56" cy="72"/>
              </a:xfrm>
              <a:custGeom>
                <a:avLst/>
                <a:gdLst>
                  <a:gd name="T0" fmla="*/ 0 w 45"/>
                  <a:gd name="T1" fmla="*/ 0 h 58"/>
                  <a:gd name="T2" fmla="*/ 25 w 45"/>
                  <a:gd name="T3" fmla="*/ 58 h 58"/>
                  <a:gd name="T4" fmla="*/ 37 w 45"/>
                  <a:gd name="T5" fmla="*/ 54 h 58"/>
                  <a:gd name="T6" fmla="*/ 45 w 45"/>
                  <a:gd name="T7" fmla="*/ 27 h 58"/>
                  <a:gd name="T8" fmla="*/ 0 w 45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58">
                    <a:moveTo>
                      <a:pt x="0" y="0"/>
                    </a:moveTo>
                    <a:cubicBezTo>
                      <a:pt x="25" y="58"/>
                      <a:pt x="25" y="58"/>
                      <a:pt x="25" y="58"/>
                    </a:cubicBezTo>
                    <a:cubicBezTo>
                      <a:pt x="29" y="56"/>
                      <a:pt x="33" y="55"/>
                      <a:pt x="37" y="54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30" y="18"/>
                      <a:pt x="15" y="9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3" name="Freeform 724"/>
              <p:cNvSpPr>
                <a:spLocks/>
              </p:cNvSpPr>
              <p:nvPr userDrawn="1"/>
            </p:nvSpPr>
            <p:spPr bwMode="auto">
              <a:xfrm>
                <a:off x="1219" y="641"/>
                <a:ext cx="53" cy="49"/>
              </a:xfrm>
              <a:custGeom>
                <a:avLst/>
                <a:gdLst>
                  <a:gd name="T0" fmla="*/ 37 w 43"/>
                  <a:gd name="T1" fmla="*/ 0 h 40"/>
                  <a:gd name="T2" fmla="*/ 3 w 43"/>
                  <a:gd name="T3" fmla="*/ 13 h 40"/>
                  <a:gd name="T4" fmla="*/ 0 w 43"/>
                  <a:gd name="T5" fmla="*/ 38 h 40"/>
                  <a:gd name="T6" fmla="*/ 4 w 43"/>
                  <a:gd name="T7" fmla="*/ 40 h 40"/>
                  <a:gd name="T8" fmla="*/ 43 w 43"/>
                  <a:gd name="T9" fmla="*/ 13 h 40"/>
                  <a:gd name="T10" fmla="*/ 37 w 43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40">
                    <a:moveTo>
                      <a:pt x="37" y="0"/>
                    </a:moveTo>
                    <a:cubicBezTo>
                      <a:pt x="26" y="4"/>
                      <a:pt x="15" y="8"/>
                      <a:pt x="3" y="1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39"/>
                      <a:pt x="2" y="39"/>
                      <a:pt x="4" y="40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4" name="Freeform 725"/>
              <p:cNvSpPr>
                <a:spLocks/>
              </p:cNvSpPr>
              <p:nvPr userDrawn="1"/>
            </p:nvSpPr>
            <p:spPr bwMode="auto">
              <a:xfrm>
                <a:off x="1223" y="569"/>
                <a:ext cx="42" cy="88"/>
              </a:xfrm>
              <a:custGeom>
                <a:avLst/>
                <a:gdLst>
                  <a:gd name="T0" fmla="*/ 9 w 34"/>
                  <a:gd name="T1" fmla="*/ 0 h 71"/>
                  <a:gd name="T2" fmla="*/ 9 w 34"/>
                  <a:gd name="T3" fmla="*/ 0 h 71"/>
                  <a:gd name="T4" fmla="*/ 0 w 34"/>
                  <a:gd name="T5" fmla="*/ 71 h 71"/>
                  <a:gd name="T6" fmla="*/ 34 w 34"/>
                  <a:gd name="T7" fmla="*/ 58 h 71"/>
                  <a:gd name="T8" fmla="*/ 9 w 34"/>
                  <a:gd name="T9" fmla="*/ 0 h 71"/>
                  <a:gd name="T10" fmla="*/ 9 w 34"/>
                  <a:gd name="T11" fmla="*/ 0 h 71"/>
                  <a:gd name="T12" fmla="*/ 9 w 34"/>
                  <a:gd name="T13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71">
                    <a:moveTo>
                      <a:pt x="9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12" y="66"/>
                      <a:pt x="23" y="62"/>
                      <a:pt x="34" y="58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5" name="Freeform 726"/>
              <p:cNvSpPr>
                <a:spLocks/>
              </p:cNvSpPr>
              <p:nvPr userDrawn="1"/>
            </p:nvSpPr>
            <p:spPr bwMode="auto">
              <a:xfrm>
                <a:off x="1219" y="688"/>
                <a:ext cx="5" cy="5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4 h 4"/>
                  <a:gd name="T4" fmla="*/ 4 w 4"/>
                  <a:gd name="T5" fmla="*/ 2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1"/>
                      <a:pt x="1" y="1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6" name="Freeform 727"/>
              <p:cNvSpPr>
                <a:spLocks/>
              </p:cNvSpPr>
              <p:nvPr userDrawn="1"/>
            </p:nvSpPr>
            <p:spPr bwMode="auto">
              <a:xfrm>
                <a:off x="1170" y="724"/>
                <a:ext cx="75" cy="29"/>
              </a:xfrm>
              <a:custGeom>
                <a:avLst/>
                <a:gdLst>
                  <a:gd name="T0" fmla="*/ 52 w 61"/>
                  <a:gd name="T1" fmla="*/ 0 h 24"/>
                  <a:gd name="T2" fmla="*/ 0 w 61"/>
                  <a:gd name="T3" fmla="*/ 24 h 24"/>
                  <a:gd name="T4" fmla="*/ 61 w 61"/>
                  <a:gd name="T5" fmla="*/ 19 h 24"/>
                  <a:gd name="T6" fmla="*/ 52 w 61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" h="24">
                    <a:moveTo>
                      <a:pt x="52" y="0"/>
                    </a:moveTo>
                    <a:cubicBezTo>
                      <a:pt x="35" y="8"/>
                      <a:pt x="17" y="16"/>
                      <a:pt x="0" y="24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52" y="0"/>
                      <a:pt x="52" y="0"/>
                      <a:pt x="5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7" name="Freeform 728"/>
              <p:cNvSpPr>
                <a:spLocks/>
              </p:cNvSpPr>
              <p:nvPr userDrawn="1"/>
            </p:nvSpPr>
            <p:spPr bwMode="auto">
              <a:xfrm>
                <a:off x="1170" y="693"/>
                <a:ext cx="64" cy="60"/>
              </a:xfrm>
              <a:custGeom>
                <a:avLst/>
                <a:gdLst>
                  <a:gd name="T0" fmla="*/ 40 w 52"/>
                  <a:gd name="T1" fmla="*/ 0 h 49"/>
                  <a:gd name="T2" fmla="*/ 0 w 52"/>
                  <a:gd name="T3" fmla="*/ 49 h 49"/>
                  <a:gd name="T4" fmla="*/ 0 w 52"/>
                  <a:gd name="T5" fmla="*/ 49 h 49"/>
                  <a:gd name="T6" fmla="*/ 52 w 52"/>
                  <a:gd name="T7" fmla="*/ 25 h 49"/>
                  <a:gd name="T8" fmla="*/ 40 w 52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49">
                    <a:moveTo>
                      <a:pt x="40" y="0"/>
                    </a:moveTo>
                    <a:cubicBezTo>
                      <a:pt x="0" y="49"/>
                      <a:pt x="0" y="49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17" y="41"/>
                      <a:pt x="35" y="33"/>
                      <a:pt x="52" y="25"/>
                    </a:cubicBez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8" name="Freeform 729"/>
              <p:cNvSpPr>
                <a:spLocks/>
              </p:cNvSpPr>
              <p:nvPr userDrawn="1"/>
            </p:nvSpPr>
            <p:spPr bwMode="auto">
              <a:xfrm>
                <a:off x="1170" y="753"/>
                <a:ext cx="73" cy="75"/>
              </a:xfrm>
              <a:custGeom>
                <a:avLst/>
                <a:gdLst>
                  <a:gd name="T0" fmla="*/ 0 w 59"/>
                  <a:gd name="T1" fmla="*/ 0 h 60"/>
                  <a:gd name="T2" fmla="*/ 0 w 59"/>
                  <a:gd name="T3" fmla="*/ 0 h 60"/>
                  <a:gd name="T4" fmla="*/ 26 w 59"/>
                  <a:gd name="T5" fmla="*/ 60 h 60"/>
                  <a:gd name="T6" fmla="*/ 59 w 59"/>
                  <a:gd name="T7" fmla="*/ 38 h 60"/>
                  <a:gd name="T8" fmla="*/ 0 w 59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6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" y="20"/>
                      <a:pt x="17" y="40"/>
                      <a:pt x="26" y="60"/>
                    </a:cubicBezTo>
                    <a:cubicBezTo>
                      <a:pt x="37" y="53"/>
                      <a:pt x="48" y="46"/>
                      <a:pt x="59" y="38"/>
                    </a:cubicBezTo>
                    <a:cubicBezTo>
                      <a:pt x="39" y="25"/>
                      <a:pt x="20" y="13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89" name="Freeform 730"/>
              <p:cNvSpPr>
                <a:spLocks/>
              </p:cNvSpPr>
              <p:nvPr userDrawn="1"/>
            </p:nvSpPr>
            <p:spPr bwMode="auto">
              <a:xfrm>
                <a:off x="1170" y="753"/>
                <a:ext cx="32" cy="96"/>
              </a:xfrm>
              <a:custGeom>
                <a:avLst/>
                <a:gdLst>
                  <a:gd name="T0" fmla="*/ 0 w 26"/>
                  <a:gd name="T1" fmla="*/ 0 h 77"/>
                  <a:gd name="T2" fmla="*/ 0 w 26"/>
                  <a:gd name="T3" fmla="*/ 77 h 77"/>
                  <a:gd name="T4" fmla="*/ 26 w 26"/>
                  <a:gd name="T5" fmla="*/ 60 h 77"/>
                  <a:gd name="T6" fmla="*/ 0 w 26"/>
                  <a:gd name="T7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6" h="77">
                    <a:moveTo>
                      <a:pt x="0" y="0"/>
                    </a:moveTo>
                    <a:cubicBezTo>
                      <a:pt x="0" y="25"/>
                      <a:pt x="0" y="51"/>
                      <a:pt x="0" y="77"/>
                    </a:cubicBezTo>
                    <a:cubicBezTo>
                      <a:pt x="9" y="71"/>
                      <a:pt x="18" y="66"/>
                      <a:pt x="26" y="60"/>
                    </a:cubicBezTo>
                    <a:cubicBezTo>
                      <a:pt x="17" y="40"/>
                      <a:pt x="9" y="2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0" name="Freeform 731"/>
              <p:cNvSpPr>
                <a:spLocks/>
              </p:cNvSpPr>
              <p:nvPr userDrawn="1"/>
            </p:nvSpPr>
            <p:spPr bwMode="auto">
              <a:xfrm>
                <a:off x="1328" y="635"/>
                <a:ext cx="67" cy="68"/>
              </a:xfrm>
              <a:custGeom>
                <a:avLst/>
                <a:gdLst>
                  <a:gd name="T0" fmla="*/ 42 w 67"/>
                  <a:gd name="T1" fmla="*/ 0 h 68"/>
                  <a:gd name="T2" fmla="*/ 0 w 67"/>
                  <a:gd name="T3" fmla="*/ 68 h 68"/>
                  <a:gd name="T4" fmla="*/ 67 w 67"/>
                  <a:gd name="T5" fmla="*/ 10 h 68"/>
                  <a:gd name="T6" fmla="*/ 42 w 67"/>
                  <a:gd name="T7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8">
                    <a:moveTo>
                      <a:pt x="42" y="0"/>
                    </a:moveTo>
                    <a:lnTo>
                      <a:pt x="0" y="68"/>
                    </a:lnTo>
                    <a:lnTo>
                      <a:pt x="67" y="10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1" name="Freeform 732"/>
              <p:cNvSpPr>
                <a:spLocks/>
              </p:cNvSpPr>
              <p:nvPr userDrawn="1"/>
            </p:nvSpPr>
            <p:spPr bwMode="auto">
              <a:xfrm>
                <a:off x="1328" y="635"/>
                <a:ext cx="67" cy="68"/>
              </a:xfrm>
              <a:custGeom>
                <a:avLst/>
                <a:gdLst>
                  <a:gd name="T0" fmla="*/ 42 w 67"/>
                  <a:gd name="T1" fmla="*/ 0 h 68"/>
                  <a:gd name="T2" fmla="*/ 0 w 67"/>
                  <a:gd name="T3" fmla="*/ 68 h 68"/>
                  <a:gd name="T4" fmla="*/ 67 w 67"/>
                  <a:gd name="T5" fmla="*/ 10 h 68"/>
                  <a:gd name="T6" fmla="*/ 42 w 67"/>
                  <a:gd name="T7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8">
                    <a:moveTo>
                      <a:pt x="42" y="0"/>
                    </a:moveTo>
                    <a:lnTo>
                      <a:pt x="0" y="68"/>
                    </a:lnTo>
                    <a:lnTo>
                      <a:pt x="67" y="10"/>
                    </a:lnTo>
                    <a:lnTo>
                      <a:pt x="4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2" name="Freeform 733"/>
              <p:cNvSpPr>
                <a:spLocks noEditPoints="1"/>
              </p:cNvSpPr>
              <p:nvPr userDrawn="1"/>
            </p:nvSpPr>
            <p:spPr bwMode="auto">
              <a:xfrm>
                <a:off x="980" y="867"/>
                <a:ext cx="123" cy="40"/>
              </a:xfrm>
              <a:custGeom>
                <a:avLst/>
                <a:gdLst>
                  <a:gd name="T0" fmla="*/ 25 w 123"/>
                  <a:gd name="T1" fmla="*/ 14 h 40"/>
                  <a:gd name="T2" fmla="*/ 0 w 123"/>
                  <a:gd name="T3" fmla="*/ 16 h 40"/>
                  <a:gd name="T4" fmla="*/ 8 w 123"/>
                  <a:gd name="T5" fmla="*/ 18 h 40"/>
                  <a:gd name="T6" fmla="*/ 25 w 123"/>
                  <a:gd name="T7" fmla="*/ 14 h 40"/>
                  <a:gd name="T8" fmla="*/ 65 w 123"/>
                  <a:gd name="T9" fmla="*/ 8 h 40"/>
                  <a:gd name="T10" fmla="*/ 46 w 123"/>
                  <a:gd name="T11" fmla="*/ 10 h 40"/>
                  <a:gd name="T12" fmla="*/ 29 w 123"/>
                  <a:gd name="T13" fmla="*/ 21 h 40"/>
                  <a:gd name="T14" fmla="*/ 123 w 123"/>
                  <a:gd name="T15" fmla="*/ 40 h 40"/>
                  <a:gd name="T16" fmla="*/ 65 w 123"/>
                  <a:gd name="T17" fmla="*/ 8 h 40"/>
                  <a:gd name="T18" fmla="*/ 123 w 123"/>
                  <a:gd name="T19" fmla="*/ 0 h 40"/>
                  <a:gd name="T20" fmla="*/ 105 w 123"/>
                  <a:gd name="T21" fmla="*/ 3 h 40"/>
                  <a:gd name="T22" fmla="*/ 123 w 123"/>
                  <a:gd name="T23" fmla="*/ 3 h 40"/>
                  <a:gd name="T24" fmla="*/ 123 w 123"/>
                  <a:gd name="T2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40">
                    <a:moveTo>
                      <a:pt x="25" y="14"/>
                    </a:moveTo>
                    <a:lnTo>
                      <a:pt x="0" y="16"/>
                    </a:lnTo>
                    <a:lnTo>
                      <a:pt x="8" y="18"/>
                    </a:lnTo>
                    <a:lnTo>
                      <a:pt x="25" y="14"/>
                    </a:lnTo>
                    <a:close/>
                    <a:moveTo>
                      <a:pt x="65" y="8"/>
                    </a:moveTo>
                    <a:lnTo>
                      <a:pt x="46" y="10"/>
                    </a:lnTo>
                    <a:lnTo>
                      <a:pt x="29" y="21"/>
                    </a:lnTo>
                    <a:lnTo>
                      <a:pt x="123" y="40"/>
                    </a:lnTo>
                    <a:lnTo>
                      <a:pt x="65" y="8"/>
                    </a:lnTo>
                    <a:close/>
                    <a:moveTo>
                      <a:pt x="123" y="0"/>
                    </a:moveTo>
                    <a:lnTo>
                      <a:pt x="105" y="3"/>
                    </a:lnTo>
                    <a:lnTo>
                      <a:pt x="123" y="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3" name="Freeform 734"/>
              <p:cNvSpPr>
                <a:spLocks noEditPoints="1"/>
              </p:cNvSpPr>
              <p:nvPr userDrawn="1"/>
            </p:nvSpPr>
            <p:spPr bwMode="auto">
              <a:xfrm>
                <a:off x="980" y="867"/>
                <a:ext cx="123" cy="40"/>
              </a:xfrm>
              <a:custGeom>
                <a:avLst/>
                <a:gdLst>
                  <a:gd name="T0" fmla="*/ 25 w 123"/>
                  <a:gd name="T1" fmla="*/ 14 h 40"/>
                  <a:gd name="T2" fmla="*/ 0 w 123"/>
                  <a:gd name="T3" fmla="*/ 16 h 40"/>
                  <a:gd name="T4" fmla="*/ 8 w 123"/>
                  <a:gd name="T5" fmla="*/ 18 h 40"/>
                  <a:gd name="T6" fmla="*/ 25 w 123"/>
                  <a:gd name="T7" fmla="*/ 14 h 40"/>
                  <a:gd name="T8" fmla="*/ 65 w 123"/>
                  <a:gd name="T9" fmla="*/ 8 h 40"/>
                  <a:gd name="T10" fmla="*/ 46 w 123"/>
                  <a:gd name="T11" fmla="*/ 10 h 40"/>
                  <a:gd name="T12" fmla="*/ 29 w 123"/>
                  <a:gd name="T13" fmla="*/ 21 h 40"/>
                  <a:gd name="T14" fmla="*/ 123 w 123"/>
                  <a:gd name="T15" fmla="*/ 40 h 40"/>
                  <a:gd name="T16" fmla="*/ 65 w 123"/>
                  <a:gd name="T17" fmla="*/ 8 h 40"/>
                  <a:gd name="T18" fmla="*/ 123 w 123"/>
                  <a:gd name="T19" fmla="*/ 0 h 40"/>
                  <a:gd name="T20" fmla="*/ 105 w 123"/>
                  <a:gd name="T21" fmla="*/ 3 h 40"/>
                  <a:gd name="T22" fmla="*/ 123 w 123"/>
                  <a:gd name="T23" fmla="*/ 3 h 40"/>
                  <a:gd name="T24" fmla="*/ 123 w 123"/>
                  <a:gd name="T25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40">
                    <a:moveTo>
                      <a:pt x="25" y="14"/>
                    </a:moveTo>
                    <a:lnTo>
                      <a:pt x="0" y="16"/>
                    </a:lnTo>
                    <a:lnTo>
                      <a:pt x="8" y="18"/>
                    </a:lnTo>
                    <a:lnTo>
                      <a:pt x="25" y="14"/>
                    </a:lnTo>
                    <a:moveTo>
                      <a:pt x="65" y="8"/>
                    </a:moveTo>
                    <a:lnTo>
                      <a:pt x="46" y="10"/>
                    </a:lnTo>
                    <a:lnTo>
                      <a:pt x="29" y="21"/>
                    </a:lnTo>
                    <a:lnTo>
                      <a:pt x="123" y="40"/>
                    </a:lnTo>
                    <a:lnTo>
                      <a:pt x="65" y="8"/>
                    </a:lnTo>
                    <a:moveTo>
                      <a:pt x="123" y="0"/>
                    </a:moveTo>
                    <a:lnTo>
                      <a:pt x="105" y="3"/>
                    </a:lnTo>
                    <a:lnTo>
                      <a:pt x="123" y="3"/>
                    </a:lnTo>
                    <a:lnTo>
                      <a:pt x="12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4" name="Freeform 735"/>
              <p:cNvSpPr>
                <a:spLocks/>
              </p:cNvSpPr>
              <p:nvPr userDrawn="1"/>
            </p:nvSpPr>
            <p:spPr bwMode="auto">
              <a:xfrm>
                <a:off x="988" y="877"/>
                <a:ext cx="38" cy="11"/>
              </a:xfrm>
              <a:custGeom>
                <a:avLst/>
                <a:gdLst>
                  <a:gd name="T0" fmla="*/ 38 w 38"/>
                  <a:gd name="T1" fmla="*/ 0 h 11"/>
                  <a:gd name="T2" fmla="*/ 17 w 38"/>
                  <a:gd name="T3" fmla="*/ 4 h 11"/>
                  <a:gd name="T4" fmla="*/ 0 w 38"/>
                  <a:gd name="T5" fmla="*/ 8 h 11"/>
                  <a:gd name="T6" fmla="*/ 21 w 38"/>
                  <a:gd name="T7" fmla="*/ 11 h 11"/>
                  <a:gd name="T8" fmla="*/ 38 w 38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1">
                    <a:moveTo>
                      <a:pt x="38" y="0"/>
                    </a:moveTo>
                    <a:lnTo>
                      <a:pt x="17" y="4"/>
                    </a:lnTo>
                    <a:lnTo>
                      <a:pt x="0" y="8"/>
                    </a:lnTo>
                    <a:lnTo>
                      <a:pt x="21" y="11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5" name="Freeform 736"/>
              <p:cNvSpPr>
                <a:spLocks/>
              </p:cNvSpPr>
              <p:nvPr userDrawn="1"/>
            </p:nvSpPr>
            <p:spPr bwMode="auto">
              <a:xfrm>
                <a:off x="988" y="877"/>
                <a:ext cx="38" cy="11"/>
              </a:xfrm>
              <a:custGeom>
                <a:avLst/>
                <a:gdLst>
                  <a:gd name="T0" fmla="*/ 38 w 38"/>
                  <a:gd name="T1" fmla="*/ 0 h 11"/>
                  <a:gd name="T2" fmla="*/ 17 w 38"/>
                  <a:gd name="T3" fmla="*/ 4 h 11"/>
                  <a:gd name="T4" fmla="*/ 0 w 38"/>
                  <a:gd name="T5" fmla="*/ 8 h 11"/>
                  <a:gd name="T6" fmla="*/ 21 w 38"/>
                  <a:gd name="T7" fmla="*/ 11 h 11"/>
                  <a:gd name="T8" fmla="*/ 38 w 38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11">
                    <a:moveTo>
                      <a:pt x="38" y="0"/>
                    </a:moveTo>
                    <a:lnTo>
                      <a:pt x="17" y="4"/>
                    </a:lnTo>
                    <a:lnTo>
                      <a:pt x="0" y="8"/>
                    </a:lnTo>
                    <a:lnTo>
                      <a:pt x="21" y="11"/>
                    </a:lnTo>
                    <a:lnTo>
                      <a:pt x="3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6" name="Freeform 737"/>
              <p:cNvSpPr>
                <a:spLocks/>
              </p:cNvSpPr>
              <p:nvPr userDrawn="1"/>
            </p:nvSpPr>
            <p:spPr bwMode="auto">
              <a:xfrm>
                <a:off x="1045" y="870"/>
                <a:ext cx="58" cy="37"/>
              </a:xfrm>
              <a:custGeom>
                <a:avLst/>
                <a:gdLst>
                  <a:gd name="T0" fmla="*/ 58 w 58"/>
                  <a:gd name="T1" fmla="*/ 0 h 37"/>
                  <a:gd name="T2" fmla="*/ 40 w 58"/>
                  <a:gd name="T3" fmla="*/ 0 h 37"/>
                  <a:gd name="T4" fmla="*/ 0 w 58"/>
                  <a:gd name="T5" fmla="*/ 5 h 37"/>
                  <a:gd name="T6" fmla="*/ 58 w 58"/>
                  <a:gd name="T7" fmla="*/ 37 h 37"/>
                  <a:gd name="T8" fmla="*/ 58 w 58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37">
                    <a:moveTo>
                      <a:pt x="58" y="0"/>
                    </a:moveTo>
                    <a:lnTo>
                      <a:pt x="40" y="0"/>
                    </a:lnTo>
                    <a:lnTo>
                      <a:pt x="0" y="5"/>
                    </a:lnTo>
                    <a:lnTo>
                      <a:pt x="58" y="37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7" name="Freeform 738"/>
              <p:cNvSpPr>
                <a:spLocks/>
              </p:cNvSpPr>
              <p:nvPr userDrawn="1"/>
            </p:nvSpPr>
            <p:spPr bwMode="auto">
              <a:xfrm>
                <a:off x="1045" y="870"/>
                <a:ext cx="58" cy="37"/>
              </a:xfrm>
              <a:custGeom>
                <a:avLst/>
                <a:gdLst>
                  <a:gd name="T0" fmla="*/ 58 w 58"/>
                  <a:gd name="T1" fmla="*/ 0 h 37"/>
                  <a:gd name="T2" fmla="*/ 40 w 58"/>
                  <a:gd name="T3" fmla="*/ 0 h 37"/>
                  <a:gd name="T4" fmla="*/ 0 w 58"/>
                  <a:gd name="T5" fmla="*/ 5 h 37"/>
                  <a:gd name="T6" fmla="*/ 58 w 58"/>
                  <a:gd name="T7" fmla="*/ 37 h 37"/>
                  <a:gd name="T8" fmla="*/ 58 w 58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37">
                    <a:moveTo>
                      <a:pt x="58" y="0"/>
                    </a:moveTo>
                    <a:lnTo>
                      <a:pt x="40" y="0"/>
                    </a:lnTo>
                    <a:lnTo>
                      <a:pt x="0" y="5"/>
                    </a:lnTo>
                    <a:lnTo>
                      <a:pt x="58" y="37"/>
                    </a:lnTo>
                    <a:lnTo>
                      <a:pt x="5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8" name="Freeform 739"/>
              <p:cNvSpPr>
                <a:spLocks noEditPoints="1"/>
              </p:cNvSpPr>
              <p:nvPr userDrawn="1"/>
            </p:nvSpPr>
            <p:spPr bwMode="auto">
              <a:xfrm>
                <a:off x="831" y="952"/>
                <a:ext cx="44" cy="85"/>
              </a:xfrm>
              <a:custGeom>
                <a:avLst/>
                <a:gdLst>
                  <a:gd name="T0" fmla="*/ 10 w 36"/>
                  <a:gd name="T1" fmla="*/ 65 h 69"/>
                  <a:gd name="T2" fmla="*/ 8 w 36"/>
                  <a:gd name="T3" fmla="*/ 66 h 69"/>
                  <a:gd name="T4" fmla="*/ 9 w 36"/>
                  <a:gd name="T5" fmla="*/ 69 h 69"/>
                  <a:gd name="T6" fmla="*/ 10 w 36"/>
                  <a:gd name="T7" fmla="*/ 65 h 69"/>
                  <a:gd name="T8" fmla="*/ 36 w 36"/>
                  <a:gd name="T9" fmla="*/ 0 h 69"/>
                  <a:gd name="T10" fmla="*/ 0 w 36"/>
                  <a:gd name="T11" fmla="*/ 8 h 69"/>
                  <a:gd name="T12" fmla="*/ 13 w 36"/>
                  <a:gd name="T13" fmla="*/ 58 h 69"/>
                  <a:gd name="T14" fmla="*/ 36 w 36"/>
                  <a:gd name="T15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" h="69">
                    <a:moveTo>
                      <a:pt x="10" y="65"/>
                    </a:moveTo>
                    <a:cubicBezTo>
                      <a:pt x="9" y="66"/>
                      <a:pt x="9" y="66"/>
                      <a:pt x="8" y="66"/>
                    </a:cubicBezTo>
                    <a:cubicBezTo>
                      <a:pt x="9" y="69"/>
                      <a:pt x="9" y="69"/>
                      <a:pt x="9" y="69"/>
                    </a:cubicBezTo>
                    <a:cubicBezTo>
                      <a:pt x="10" y="65"/>
                      <a:pt x="10" y="65"/>
                      <a:pt x="10" y="65"/>
                    </a:cubicBezTo>
                    <a:moveTo>
                      <a:pt x="36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4" y="24"/>
                      <a:pt x="9" y="41"/>
                      <a:pt x="13" y="58"/>
                    </a:cubicBezTo>
                    <a:cubicBezTo>
                      <a:pt x="36" y="0"/>
                      <a:pt x="36" y="0"/>
                      <a:pt x="3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699" name="Freeform 740"/>
              <p:cNvSpPr>
                <a:spLocks/>
              </p:cNvSpPr>
              <p:nvPr userDrawn="1"/>
            </p:nvSpPr>
            <p:spPr bwMode="auto">
              <a:xfrm>
                <a:off x="831" y="961"/>
                <a:ext cx="16" cy="72"/>
              </a:xfrm>
              <a:custGeom>
                <a:avLst/>
                <a:gdLst>
                  <a:gd name="T0" fmla="*/ 0 w 13"/>
                  <a:gd name="T1" fmla="*/ 0 h 58"/>
                  <a:gd name="T2" fmla="*/ 8 w 13"/>
                  <a:gd name="T3" fmla="*/ 58 h 58"/>
                  <a:gd name="T4" fmla="*/ 10 w 13"/>
                  <a:gd name="T5" fmla="*/ 57 h 58"/>
                  <a:gd name="T6" fmla="*/ 13 w 13"/>
                  <a:gd name="T7" fmla="*/ 50 h 58"/>
                  <a:gd name="T8" fmla="*/ 0 w 13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58">
                    <a:moveTo>
                      <a:pt x="0" y="0"/>
                    </a:moveTo>
                    <a:cubicBezTo>
                      <a:pt x="8" y="58"/>
                      <a:pt x="8" y="58"/>
                      <a:pt x="8" y="58"/>
                    </a:cubicBezTo>
                    <a:cubicBezTo>
                      <a:pt x="9" y="58"/>
                      <a:pt x="9" y="58"/>
                      <a:pt x="10" y="57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9" y="33"/>
                      <a:pt x="4" y="16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0" name="Freeform 741"/>
              <p:cNvSpPr>
                <a:spLocks/>
              </p:cNvSpPr>
              <p:nvPr userDrawn="1"/>
            </p:nvSpPr>
            <p:spPr bwMode="auto">
              <a:xfrm>
                <a:off x="831" y="928"/>
                <a:ext cx="53" cy="33"/>
              </a:xfrm>
              <a:custGeom>
                <a:avLst/>
                <a:gdLst>
                  <a:gd name="T0" fmla="*/ 53 w 53"/>
                  <a:gd name="T1" fmla="*/ 0 h 33"/>
                  <a:gd name="T2" fmla="*/ 0 w 53"/>
                  <a:gd name="T3" fmla="*/ 33 h 33"/>
                  <a:gd name="T4" fmla="*/ 44 w 53"/>
                  <a:gd name="T5" fmla="*/ 24 h 33"/>
                  <a:gd name="T6" fmla="*/ 53 w 53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3">
                    <a:moveTo>
                      <a:pt x="53" y="0"/>
                    </a:moveTo>
                    <a:lnTo>
                      <a:pt x="0" y="33"/>
                    </a:lnTo>
                    <a:lnTo>
                      <a:pt x="44" y="24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1" name="Freeform 742"/>
              <p:cNvSpPr>
                <a:spLocks/>
              </p:cNvSpPr>
              <p:nvPr userDrawn="1"/>
            </p:nvSpPr>
            <p:spPr bwMode="auto">
              <a:xfrm>
                <a:off x="831" y="928"/>
                <a:ext cx="53" cy="33"/>
              </a:xfrm>
              <a:custGeom>
                <a:avLst/>
                <a:gdLst>
                  <a:gd name="T0" fmla="*/ 53 w 53"/>
                  <a:gd name="T1" fmla="*/ 0 h 33"/>
                  <a:gd name="T2" fmla="*/ 0 w 53"/>
                  <a:gd name="T3" fmla="*/ 33 h 33"/>
                  <a:gd name="T4" fmla="*/ 44 w 53"/>
                  <a:gd name="T5" fmla="*/ 24 h 33"/>
                  <a:gd name="T6" fmla="*/ 53 w 53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3">
                    <a:moveTo>
                      <a:pt x="53" y="0"/>
                    </a:moveTo>
                    <a:lnTo>
                      <a:pt x="0" y="33"/>
                    </a:lnTo>
                    <a:lnTo>
                      <a:pt x="44" y="24"/>
                    </a:lnTo>
                    <a:lnTo>
                      <a:pt x="5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2" name="Freeform 743"/>
              <p:cNvSpPr>
                <a:spLocks/>
              </p:cNvSpPr>
              <p:nvPr userDrawn="1"/>
            </p:nvSpPr>
            <p:spPr bwMode="auto">
              <a:xfrm>
                <a:off x="1037" y="1452"/>
                <a:ext cx="74" cy="32"/>
              </a:xfrm>
              <a:custGeom>
                <a:avLst/>
                <a:gdLst>
                  <a:gd name="T0" fmla="*/ 74 w 74"/>
                  <a:gd name="T1" fmla="*/ 0 h 32"/>
                  <a:gd name="T2" fmla="*/ 0 w 74"/>
                  <a:gd name="T3" fmla="*/ 21 h 32"/>
                  <a:gd name="T4" fmla="*/ 8 w 74"/>
                  <a:gd name="T5" fmla="*/ 32 h 32"/>
                  <a:gd name="T6" fmla="*/ 10 w 74"/>
                  <a:gd name="T7" fmla="*/ 32 h 32"/>
                  <a:gd name="T8" fmla="*/ 74 w 74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32">
                    <a:moveTo>
                      <a:pt x="74" y="0"/>
                    </a:moveTo>
                    <a:lnTo>
                      <a:pt x="0" y="21"/>
                    </a:lnTo>
                    <a:lnTo>
                      <a:pt x="8" y="32"/>
                    </a:lnTo>
                    <a:lnTo>
                      <a:pt x="10" y="32"/>
                    </a:ln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3" name="Freeform 744"/>
              <p:cNvSpPr>
                <a:spLocks/>
              </p:cNvSpPr>
              <p:nvPr userDrawn="1"/>
            </p:nvSpPr>
            <p:spPr bwMode="auto">
              <a:xfrm>
                <a:off x="1037" y="1452"/>
                <a:ext cx="74" cy="32"/>
              </a:xfrm>
              <a:custGeom>
                <a:avLst/>
                <a:gdLst>
                  <a:gd name="T0" fmla="*/ 74 w 74"/>
                  <a:gd name="T1" fmla="*/ 0 h 32"/>
                  <a:gd name="T2" fmla="*/ 0 w 74"/>
                  <a:gd name="T3" fmla="*/ 21 h 32"/>
                  <a:gd name="T4" fmla="*/ 8 w 74"/>
                  <a:gd name="T5" fmla="*/ 32 h 32"/>
                  <a:gd name="T6" fmla="*/ 10 w 74"/>
                  <a:gd name="T7" fmla="*/ 32 h 32"/>
                  <a:gd name="T8" fmla="*/ 74 w 74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32">
                    <a:moveTo>
                      <a:pt x="74" y="0"/>
                    </a:moveTo>
                    <a:lnTo>
                      <a:pt x="0" y="21"/>
                    </a:lnTo>
                    <a:lnTo>
                      <a:pt x="8" y="32"/>
                    </a:lnTo>
                    <a:lnTo>
                      <a:pt x="10" y="32"/>
                    </a:lnTo>
                    <a:lnTo>
                      <a:pt x="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4" name="Freeform 745"/>
              <p:cNvSpPr>
                <a:spLocks/>
              </p:cNvSpPr>
              <p:nvPr userDrawn="1"/>
            </p:nvSpPr>
            <p:spPr bwMode="auto">
              <a:xfrm>
                <a:off x="1047" y="1452"/>
                <a:ext cx="67" cy="32"/>
              </a:xfrm>
              <a:custGeom>
                <a:avLst/>
                <a:gdLst>
                  <a:gd name="T0" fmla="*/ 64 w 67"/>
                  <a:gd name="T1" fmla="*/ 0 h 32"/>
                  <a:gd name="T2" fmla="*/ 64 w 67"/>
                  <a:gd name="T3" fmla="*/ 0 h 32"/>
                  <a:gd name="T4" fmla="*/ 0 w 67"/>
                  <a:gd name="T5" fmla="*/ 32 h 32"/>
                  <a:gd name="T6" fmla="*/ 67 w 67"/>
                  <a:gd name="T7" fmla="*/ 31 h 32"/>
                  <a:gd name="T8" fmla="*/ 64 w 67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32">
                    <a:moveTo>
                      <a:pt x="64" y="0"/>
                    </a:moveTo>
                    <a:lnTo>
                      <a:pt x="64" y="0"/>
                    </a:lnTo>
                    <a:lnTo>
                      <a:pt x="0" y="32"/>
                    </a:lnTo>
                    <a:lnTo>
                      <a:pt x="67" y="31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5" name="Freeform 746"/>
              <p:cNvSpPr>
                <a:spLocks/>
              </p:cNvSpPr>
              <p:nvPr userDrawn="1"/>
            </p:nvSpPr>
            <p:spPr bwMode="auto">
              <a:xfrm>
                <a:off x="1047" y="1452"/>
                <a:ext cx="67" cy="32"/>
              </a:xfrm>
              <a:custGeom>
                <a:avLst/>
                <a:gdLst>
                  <a:gd name="T0" fmla="*/ 64 w 67"/>
                  <a:gd name="T1" fmla="*/ 0 h 32"/>
                  <a:gd name="T2" fmla="*/ 64 w 67"/>
                  <a:gd name="T3" fmla="*/ 0 h 32"/>
                  <a:gd name="T4" fmla="*/ 0 w 67"/>
                  <a:gd name="T5" fmla="*/ 32 h 32"/>
                  <a:gd name="T6" fmla="*/ 67 w 67"/>
                  <a:gd name="T7" fmla="*/ 31 h 32"/>
                  <a:gd name="T8" fmla="*/ 64 w 67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32">
                    <a:moveTo>
                      <a:pt x="64" y="0"/>
                    </a:moveTo>
                    <a:lnTo>
                      <a:pt x="64" y="0"/>
                    </a:lnTo>
                    <a:lnTo>
                      <a:pt x="0" y="32"/>
                    </a:lnTo>
                    <a:lnTo>
                      <a:pt x="67" y="31"/>
                    </a:lnTo>
                    <a:lnTo>
                      <a:pt x="6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6" name="Freeform 747"/>
              <p:cNvSpPr>
                <a:spLocks/>
              </p:cNvSpPr>
              <p:nvPr userDrawn="1"/>
            </p:nvSpPr>
            <p:spPr bwMode="auto">
              <a:xfrm>
                <a:off x="991" y="1476"/>
                <a:ext cx="51" cy="9"/>
              </a:xfrm>
              <a:custGeom>
                <a:avLst/>
                <a:gdLst>
                  <a:gd name="T0" fmla="*/ 29 w 51"/>
                  <a:gd name="T1" fmla="*/ 0 h 9"/>
                  <a:gd name="T2" fmla="*/ 0 w 51"/>
                  <a:gd name="T3" fmla="*/ 9 h 9"/>
                  <a:gd name="T4" fmla="*/ 51 w 51"/>
                  <a:gd name="T5" fmla="*/ 8 h 9"/>
                  <a:gd name="T6" fmla="*/ 29 w 51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">
                    <a:moveTo>
                      <a:pt x="29" y="0"/>
                    </a:moveTo>
                    <a:lnTo>
                      <a:pt x="0" y="9"/>
                    </a:lnTo>
                    <a:lnTo>
                      <a:pt x="51" y="8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7" name="Freeform 748"/>
              <p:cNvSpPr>
                <a:spLocks/>
              </p:cNvSpPr>
              <p:nvPr userDrawn="1"/>
            </p:nvSpPr>
            <p:spPr bwMode="auto">
              <a:xfrm>
                <a:off x="991" y="1476"/>
                <a:ext cx="51" cy="9"/>
              </a:xfrm>
              <a:custGeom>
                <a:avLst/>
                <a:gdLst>
                  <a:gd name="T0" fmla="*/ 29 w 51"/>
                  <a:gd name="T1" fmla="*/ 0 h 9"/>
                  <a:gd name="T2" fmla="*/ 0 w 51"/>
                  <a:gd name="T3" fmla="*/ 9 h 9"/>
                  <a:gd name="T4" fmla="*/ 51 w 51"/>
                  <a:gd name="T5" fmla="*/ 8 h 9"/>
                  <a:gd name="T6" fmla="*/ 29 w 51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9">
                    <a:moveTo>
                      <a:pt x="29" y="0"/>
                    </a:moveTo>
                    <a:lnTo>
                      <a:pt x="0" y="9"/>
                    </a:lnTo>
                    <a:lnTo>
                      <a:pt x="51" y="8"/>
                    </a:lnTo>
                    <a:lnTo>
                      <a:pt x="2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8" name="Freeform 749"/>
              <p:cNvSpPr>
                <a:spLocks/>
              </p:cNvSpPr>
              <p:nvPr userDrawn="1"/>
            </p:nvSpPr>
            <p:spPr bwMode="auto">
              <a:xfrm>
                <a:off x="704" y="1294"/>
                <a:ext cx="31" cy="47"/>
              </a:xfrm>
              <a:custGeom>
                <a:avLst/>
                <a:gdLst>
                  <a:gd name="T0" fmla="*/ 0 w 31"/>
                  <a:gd name="T1" fmla="*/ 0 h 47"/>
                  <a:gd name="T2" fmla="*/ 11 w 31"/>
                  <a:gd name="T3" fmla="*/ 47 h 47"/>
                  <a:gd name="T4" fmla="*/ 31 w 31"/>
                  <a:gd name="T5" fmla="*/ 8 h 47"/>
                  <a:gd name="T6" fmla="*/ 0 w 31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47">
                    <a:moveTo>
                      <a:pt x="0" y="0"/>
                    </a:moveTo>
                    <a:lnTo>
                      <a:pt x="11" y="47"/>
                    </a:lnTo>
                    <a:lnTo>
                      <a:pt x="31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09" name="Freeform 750"/>
              <p:cNvSpPr>
                <a:spLocks/>
              </p:cNvSpPr>
              <p:nvPr userDrawn="1"/>
            </p:nvSpPr>
            <p:spPr bwMode="auto">
              <a:xfrm>
                <a:off x="704" y="1294"/>
                <a:ext cx="31" cy="47"/>
              </a:xfrm>
              <a:custGeom>
                <a:avLst/>
                <a:gdLst>
                  <a:gd name="T0" fmla="*/ 0 w 31"/>
                  <a:gd name="T1" fmla="*/ 0 h 47"/>
                  <a:gd name="T2" fmla="*/ 11 w 31"/>
                  <a:gd name="T3" fmla="*/ 47 h 47"/>
                  <a:gd name="T4" fmla="*/ 31 w 31"/>
                  <a:gd name="T5" fmla="*/ 8 h 47"/>
                  <a:gd name="T6" fmla="*/ 0 w 31"/>
                  <a:gd name="T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47">
                    <a:moveTo>
                      <a:pt x="0" y="0"/>
                    </a:moveTo>
                    <a:lnTo>
                      <a:pt x="11" y="47"/>
                    </a:lnTo>
                    <a:lnTo>
                      <a:pt x="31" y="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0" name="Freeform 751"/>
              <p:cNvSpPr>
                <a:spLocks/>
              </p:cNvSpPr>
              <p:nvPr userDrawn="1"/>
            </p:nvSpPr>
            <p:spPr bwMode="auto">
              <a:xfrm>
                <a:off x="722" y="1372"/>
                <a:ext cx="6" cy="23"/>
              </a:xfrm>
              <a:custGeom>
                <a:avLst/>
                <a:gdLst>
                  <a:gd name="T0" fmla="*/ 0 w 6"/>
                  <a:gd name="T1" fmla="*/ 0 h 23"/>
                  <a:gd name="T2" fmla="*/ 5 w 6"/>
                  <a:gd name="T3" fmla="*/ 23 h 23"/>
                  <a:gd name="T4" fmla="*/ 6 w 6"/>
                  <a:gd name="T5" fmla="*/ 12 h 23"/>
                  <a:gd name="T6" fmla="*/ 0 w 6"/>
                  <a:gd name="T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3">
                    <a:moveTo>
                      <a:pt x="0" y="0"/>
                    </a:moveTo>
                    <a:lnTo>
                      <a:pt x="5" y="23"/>
                    </a:lnTo>
                    <a:lnTo>
                      <a:pt x="6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1" name="Freeform 752"/>
              <p:cNvSpPr>
                <a:spLocks/>
              </p:cNvSpPr>
              <p:nvPr userDrawn="1"/>
            </p:nvSpPr>
            <p:spPr bwMode="auto">
              <a:xfrm>
                <a:off x="722" y="1372"/>
                <a:ext cx="6" cy="23"/>
              </a:xfrm>
              <a:custGeom>
                <a:avLst/>
                <a:gdLst>
                  <a:gd name="T0" fmla="*/ 0 w 6"/>
                  <a:gd name="T1" fmla="*/ 0 h 23"/>
                  <a:gd name="T2" fmla="*/ 5 w 6"/>
                  <a:gd name="T3" fmla="*/ 23 h 23"/>
                  <a:gd name="T4" fmla="*/ 6 w 6"/>
                  <a:gd name="T5" fmla="*/ 12 h 23"/>
                  <a:gd name="T6" fmla="*/ 0 w 6"/>
                  <a:gd name="T7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3">
                    <a:moveTo>
                      <a:pt x="0" y="0"/>
                    </a:moveTo>
                    <a:lnTo>
                      <a:pt x="5" y="23"/>
                    </a:lnTo>
                    <a:lnTo>
                      <a:pt x="6" y="1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2" name="Freeform 753"/>
              <p:cNvSpPr>
                <a:spLocks/>
              </p:cNvSpPr>
              <p:nvPr userDrawn="1"/>
            </p:nvSpPr>
            <p:spPr bwMode="auto">
              <a:xfrm>
                <a:off x="718" y="1356"/>
                <a:ext cx="12" cy="28"/>
              </a:xfrm>
              <a:custGeom>
                <a:avLst/>
                <a:gdLst>
                  <a:gd name="T0" fmla="*/ 0 w 12"/>
                  <a:gd name="T1" fmla="*/ 0 h 28"/>
                  <a:gd name="T2" fmla="*/ 4 w 12"/>
                  <a:gd name="T3" fmla="*/ 16 h 28"/>
                  <a:gd name="T4" fmla="*/ 10 w 12"/>
                  <a:gd name="T5" fmla="*/ 28 h 28"/>
                  <a:gd name="T6" fmla="*/ 12 w 12"/>
                  <a:gd name="T7" fmla="*/ 9 h 28"/>
                  <a:gd name="T8" fmla="*/ 0 w 1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8">
                    <a:moveTo>
                      <a:pt x="0" y="0"/>
                    </a:moveTo>
                    <a:lnTo>
                      <a:pt x="4" y="16"/>
                    </a:lnTo>
                    <a:lnTo>
                      <a:pt x="10" y="28"/>
                    </a:lnTo>
                    <a:lnTo>
                      <a:pt x="12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3" name="Freeform 754"/>
              <p:cNvSpPr>
                <a:spLocks/>
              </p:cNvSpPr>
              <p:nvPr userDrawn="1"/>
            </p:nvSpPr>
            <p:spPr bwMode="auto">
              <a:xfrm>
                <a:off x="718" y="1356"/>
                <a:ext cx="12" cy="28"/>
              </a:xfrm>
              <a:custGeom>
                <a:avLst/>
                <a:gdLst>
                  <a:gd name="T0" fmla="*/ 0 w 12"/>
                  <a:gd name="T1" fmla="*/ 0 h 28"/>
                  <a:gd name="T2" fmla="*/ 4 w 12"/>
                  <a:gd name="T3" fmla="*/ 16 h 28"/>
                  <a:gd name="T4" fmla="*/ 10 w 12"/>
                  <a:gd name="T5" fmla="*/ 28 h 28"/>
                  <a:gd name="T6" fmla="*/ 12 w 12"/>
                  <a:gd name="T7" fmla="*/ 9 h 28"/>
                  <a:gd name="T8" fmla="*/ 0 w 12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" h="28">
                    <a:moveTo>
                      <a:pt x="0" y="0"/>
                    </a:moveTo>
                    <a:lnTo>
                      <a:pt x="4" y="16"/>
                    </a:lnTo>
                    <a:lnTo>
                      <a:pt x="10" y="28"/>
                    </a:lnTo>
                    <a:lnTo>
                      <a:pt x="12" y="9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4" name="Freeform 755"/>
              <p:cNvSpPr>
                <a:spLocks noEditPoints="1"/>
              </p:cNvSpPr>
              <p:nvPr userDrawn="1"/>
            </p:nvSpPr>
            <p:spPr bwMode="auto">
              <a:xfrm>
                <a:off x="727" y="1395"/>
                <a:ext cx="128" cy="75"/>
              </a:xfrm>
              <a:custGeom>
                <a:avLst/>
                <a:gdLst>
                  <a:gd name="T0" fmla="*/ 53 w 128"/>
                  <a:gd name="T1" fmla="*/ 58 h 75"/>
                  <a:gd name="T2" fmla="*/ 69 w 128"/>
                  <a:gd name="T3" fmla="*/ 75 h 75"/>
                  <a:gd name="T4" fmla="*/ 75 w 128"/>
                  <a:gd name="T5" fmla="*/ 71 h 75"/>
                  <a:gd name="T6" fmla="*/ 53 w 128"/>
                  <a:gd name="T7" fmla="*/ 58 h 75"/>
                  <a:gd name="T8" fmla="*/ 38 w 128"/>
                  <a:gd name="T9" fmla="*/ 13 h 75"/>
                  <a:gd name="T10" fmla="*/ 32 w 128"/>
                  <a:gd name="T11" fmla="*/ 34 h 75"/>
                  <a:gd name="T12" fmla="*/ 40 w 128"/>
                  <a:gd name="T13" fmla="*/ 44 h 75"/>
                  <a:gd name="T14" fmla="*/ 128 w 128"/>
                  <a:gd name="T15" fmla="*/ 44 h 75"/>
                  <a:gd name="T16" fmla="*/ 38 w 128"/>
                  <a:gd name="T17" fmla="*/ 13 h 75"/>
                  <a:gd name="T18" fmla="*/ 0 w 128"/>
                  <a:gd name="T19" fmla="*/ 0 h 75"/>
                  <a:gd name="T20" fmla="*/ 16 w 128"/>
                  <a:gd name="T21" fmla="*/ 16 h 75"/>
                  <a:gd name="T22" fmla="*/ 8 w 128"/>
                  <a:gd name="T23" fmla="*/ 2 h 75"/>
                  <a:gd name="T24" fmla="*/ 0 w 128"/>
                  <a:gd name="T2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75">
                    <a:moveTo>
                      <a:pt x="53" y="58"/>
                    </a:moveTo>
                    <a:lnTo>
                      <a:pt x="69" y="75"/>
                    </a:lnTo>
                    <a:lnTo>
                      <a:pt x="75" y="71"/>
                    </a:lnTo>
                    <a:lnTo>
                      <a:pt x="53" y="58"/>
                    </a:lnTo>
                    <a:close/>
                    <a:moveTo>
                      <a:pt x="38" y="13"/>
                    </a:moveTo>
                    <a:lnTo>
                      <a:pt x="32" y="34"/>
                    </a:lnTo>
                    <a:lnTo>
                      <a:pt x="40" y="44"/>
                    </a:lnTo>
                    <a:lnTo>
                      <a:pt x="128" y="44"/>
                    </a:lnTo>
                    <a:lnTo>
                      <a:pt x="38" y="13"/>
                    </a:lnTo>
                    <a:close/>
                    <a:moveTo>
                      <a:pt x="0" y="0"/>
                    </a:moveTo>
                    <a:lnTo>
                      <a:pt x="16" y="16"/>
                    </a:lnTo>
                    <a:lnTo>
                      <a:pt x="8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5" name="Freeform 756"/>
              <p:cNvSpPr>
                <a:spLocks noEditPoints="1"/>
              </p:cNvSpPr>
              <p:nvPr userDrawn="1"/>
            </p:nvSpPr>
            <p:spPr bwMode="auto">
              <a:xfrm>
                <a:off x="727" y="1395"/>
                <a:ext cx="128" cy="75"/>
              </a:xfrm>
              <a:custGeom>
                <a:avLst/>
                <a:gdLst>
                  <a:gd name="T0" fmla="*/ 53 w 128"/>
                  <a:gd name="T1" fmla="*/ 58 h 75"/>
                  <a:gd name="T2" fmla="*/ 69 w 128"/>
                  <a:gd name="T3" fmla="*/ 75 h 75"/>
                  <a:gd name="T4" fmla="*/ 75 w 128"/>
                  <a:gd name="T5" fmla="*/ 71 h 75"/>
                  <a:gd name="T6" fmla="*/ 53 w 128"/>
                  <a:gd name="T7" fmla="*/ 58 h 75"/>
                  <a:gd name="T8" fmla="*/ 38 w 128"/>
                  <a:gd name="T9" fmla="*/ 13 h 75"/>
                  <a:gd name="T10" fmla="*/ 32 w 128"/>
                  <a:gd name="T11" fmla="*/ 34 h 75"/>
                  <a:gd name="T12" fmla="*/ 40 w 128"/>
                  <a:gd name="T13" fmla="*/ 44 h 75"/>
                  <a:gd name="T14" fmla="*/ 128 w 128"/>
                  <a:gd name="T15" fmla="*/ 44 h 75"/>
                  <a:gd name="T16" fmla="*/ 38 w 128"/>
                  <a:gd name="T17" fmla="*/ 13 h 75"/>
                  <a:gd name="T18" fmla="*/ 0 w 128"/>
                  <a:gd name="T19" fmla="*/ 0 h 75"/>
                  <a:gd name="T20" fmla="*/ 16 w 128"/>
                  <a:gd name="T21" fmla="*/ 16 h 75"/>
                  <a:gd name="T22" fmla="*/ 8 w 128"/>
                  <a:gd name="T23" fmla="*/ 2 h 75"/>
                  <a:gd name="T24" fmla="*/ 0 w 128"/>
                  <a:gd name="T2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75">
                    <a:moveTo>
                      <a:pt x="53" y="58"/>
                    </a:moveTo>
                    <a:lnTo>
                      <a:pt x="69" y="75"/>
                    </a:lnTo>
                    <a:lnTo>
                      <a:pt x="75" y="71"/>
                    </a:lnTo>
                    <a:lnTo>
                      <a:pt x="53" y="58"/>
                    </a:lnTo>
                    <a:moveTo>
                      <a:pt x="38" y="13"/>
                    </a:moveTo>
                    <a:lnTo>
                      <a:pt x="32" y="34"/>
                    </a:lnTo>
                    <a:lnTo>
                      <a:pt x="40" y="44"/>
                    </a:lnTo>
                    <a:lnTo>
                      <a:pt x="128" y="44"/>
                    </a:lnTo>
                    <a:lnTo>
                      <a:pt x="38" y="13"/>
                    </a:lnTo>
                    <a:moveTo>
                      <a:pt x="0" y="0"/>
                    </a:moveTo>
                    <a:lnTo>
                      <a:pt x="16" y="16"/>
                    </a:lnTo>
                    <a:lnTo>
                      <a:pt x="8" y="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6" name="Freeform 757"/>
              <p:cNvSpPr>
                <a:spLocks/>
              </p:cNvSpPr>
              <p:nvPr userDrawn="1"/>
            </p:nvSpPr>
            <p:spPr bwMode="auto">
              <a:xfrm>
                <a:off x="767" y="1439"/>
                <a:ext cx="88" cy="27"/>
              </a:xfrm>
              <a:custGeom>
                <a:avLst/>
                <a:gdLst>
                  <a:gd name="T0" fmla="*/ 88 w 88"/>
                  <a:gd name="T1" fmla="*/ 0 h 27"/>
                  <a:gd name="T2" fmla="*/ 0 w 88"/>
                  <a:gd name="T3" fmla="*/ 0 h 27"/>
                  <a:gd name="T4" fmla="*/ 13 w 88"/>
                  <a:gd name="T5" fmla="*/ 14 h 27"/>
                  <a:gd name="T6" fmla="*/ 35 w 88"/>
                  <a:gd name="T7" fmla="*/ 27 h 27"/>
                  <a:gd name="T8" fmla="*/ 88 w 8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27">
                    <a:moveTo>
                      <a:pt x="88" y="0"/>
                    </a:moveTo>
                    <a:lnTo>
                      <a:pt x="0" y="0"/>
                    </a:lnTo>
                    <a:lnTo>
                      <a:pt x="13" y="14"/>
                    </a:lnTo>
                    <a:lnTo>
                      <a:pt x="35" y="27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7" name="Freeform 758"/>
              <p:cNvSpPr>
                <a:spLocks/>
              </p:cNvSpPr>
              <p:nvPr userDrawn="1"/>
            </p:nvSpPr>
            <p:spPr bwMode="auto">
              <a:xfrm>
                <a:off x="767" y="1439"/>
                <a:ext cx="88" cy="27"/>
              </a:xfrm>
              <a:custGeom>
                <a:avLst/>
                <a:gdLst>
                  <a:gd name="T0" fmla="*/ 88 w 88"/>
                  <a:gd name="T1" fmla="*/ 0 h 27"/>
                  <a:gd name="T2" fmla="*/ 0 w 88"/>
                  <a:gd name="T3" fmla="*/ 0 h 27"/>
                  <a:gd name="T4" fmla="*/ 13 w 88"/>
                  <a:gd name="T5" fmla="*/ 14 h 27"/>
                  <a:gd name="T6" fmla="*/ 35 w 88"/>
                  <a:gd name="T7" fmla="*/ 27 h 27"/>
                  <a:gd name="T8" fmla="*/ 88 w 88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27">
                    <a:moveTo>
                      <a:pt x="88" y="0"/>
                    </a:moveTo>
                    <a:lnTo>
                      <a:pt x="0" y="0"/>
                    </a:lnTo>
                    <a:lnTo>
                      <a:pt x="13" y="14"/>
                    </a:lnTo>
                    <a:lnTo>
                      <a:pt x="35" y="27"/>
                    </a:lnTo>
                    <a:lnTo>
                      <a:pt x="8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8" name="Freeform 759"/>
              <p:cNvSpPr>
                <a:spLocks/>
              </p:cNvSpPr>
              <p:nvPr userDrawn="1"/>
            </p:nvSpPr>
            <p:spPr bwMode="auto">
              <a:xfrm>
                <a:off x="735" y="139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8 w 30"/>
                  <a:gd name="T3" fmla="*/ 14 h 32"/>
                  <a:gd name="T4" fmla="*/ 24 w 30"/>
                  <a:gd name="T5" fmla="*/ 32 h 32"/>
                  <a:gd name="T6" fmla="*/ 30 w 30"/>
                  <a:gd name="T7" fmla="*/ 11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8" y="14"/>
                    </a:lnTo>
                    <a:lnTo>
                      <a:pt x="24" y="32"/>
                    </a:lnTo>
                    <a:lnTo>
                      <a:pt x="30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19" name="Freeform 760"/>
              <p:cNvSpPr>
                <a:spLocks/>
              </p:cNvSpPr>
              <p:nvPr userDrawn="1"/>
            </p:nvSpPr>
            <p:spPr bwMode="auto">
              <a:xfrm>
                <a:off x="735" y="1397"/>
                <a:ext cx="30" cy="32"/>
              </a:xfrm>
              <a:custGeom>
                <a:avLst/>
                <a:gdLst>
                  <a:gd name="T0" fmla="*/ 0 w 30"/>
                  <a:gd name="T1" fmla="*/ 0 h 32"/>
                  <a:gd name="T2" fmla="*/ 8 w 30"/>
                  <a:gd name="T3" fmla="*/ 14 h 32"/>
                  <a:gd name="T4" fmla="*/ 24 w 30"/>
                  <a:gd name="T5" fmla="*/ 32 h 32"/>
                  <a:gd name="T6" fmla="*/ 30 w 30"/>
                  <a:gd name="T7" fmla="*/ 11 h 32"/>
                  <a:gd name="T8" fmla="*/ 0 w 3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2">
                    <a:moveTo>
                      <a:pt x="0" y="0"/>
                    </a:moveTo>
                    <a:lnTo>
                      <a:pt x="8" y="14"/>
                    </a:lnTo>
                    <a:lnTo>
                      <a:pt x="24" y="32"/>
                    </a:lnTo>
                    <a:lnTo>
                      <a:pt x="30" y="1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0" name="Freeform 761"/>
              <p:cNvSpPr>
                <a:spLocks/>
              </p:cNvSpPr>
              <p:nvPr userDrawn="1"/>
            </p:nvSpPr>
            <p:spPr bwMode="auto">
              <a:xfrm>
                <a:off x="831" y="1439"/>
                <a:ext cx="82" cy="44"/>
              </a:xfrm>
              <a:custGeom>
                <a:avLst/>
                <a:gdLst>
                  <a:gd name="T0" fmla="*/ 24 w 82"/>
                  <a:gd name="T1" fmla="*/ 0 h 44"/>
                  <a:gd name="T2" fmla="*/ 24 w 82"/>
                  <a:gd name="T3" fmla="*/ 0 h 44"/>
                  <a:gd name="T4" fmla="*/ 0 w 82"/>
                  <a:gd name="T5" fmla="*/ 44 h 44"/>
                  <a:gd name="T6" fmla="*/ 82 w 82"/>
                  <a:gd name="T7" fmla="*/ 5 h 44"/>
                  <a:gd name="T8" fmla="*/ 24 w 82"/>
                  <a:gd name="T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44">
                    <a:moveTo>
                      <a:pt x="24" y="0"/>
                    </a:moveTo>
                    <a:lnTo>
                      <a:pt x="24" y="0"/>
                    </a:lnTo>
                    <a:lnTo>
                      <a:pt x="0" y="44"/>
                    </a:lnTo>
                    <a:lnTo>
                      <a:pt x="82" y="5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1" name="Freeform 762"/>
              <p:cNvSpPr>
                <a:spLocks/>
              </p:cNvSpPr>
              <p:nvPr userDrawn="1"/>
            </p:nvSpPr>
            <p:spPr bwMode="auto">
              <a:xfrm>
                <a:off x="831" y="1439"/>
                <a:ext cx="82" cy="44"/>
              </a:xfrm>
              <a:custGeom>
                <a:avLst/>
                <a:gdLst>
                  <a:gd name="T0" fmla="*/ 24 w 82"/>
                  <a:gd name="T1" fmla="*/ 0 h 44"/>
                  <a:gd name="T2" fmla="*/ 24 w 82"/>
                  <a:gd name="T3" fmla="*/ 0 h 44"/>
                  <a:gd name="T4" fmla="*/ 0 w 82"/>
                  <a:gd name="T5" fmla="*/ 44 h 44"/>
                  <a:gd name="T6" fmla="*/ 82 w 82"/>
                  <a:gd name="T7" fmla="*/ 5 h 44"/>
                  <a:gd name="T8" fmla="*/ 24 w 82"/>
                  <a:gd name="T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44">
                    <a:moveTo>
                      <a:pt x="24" y="0"/>
                    </a:moveTo>
                    <a:lnTo>
                      <a:pt x="24" y="0"/>
                    </a:lnTo>
                    <a:lnTo>
                      <a:pt x="0" y="44"/>
                    </a:lnTo>
                    <a:lnTo>
                      <a:pt x="82" y="5"/>
                    </a:lnTo>
                    <a:lnTo>
                      <a:pt x="2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2" name="Freeform 763"/>
              <p:cNvSpPr>
                <a:spLocks noEditPoints="1"/>
              </p:cNvSpPr>
              <p:nvPr userDrawn="1"/>
            </p:nvSpPr>
            <p:spPr bwMode="auto">
              <a:xfrm>
                <a:off x="704" y="1093"/>
                <a:ext cx="65" cy="110"/>
              </a:xfrm>
              <a:custGeom>
                <a:avLst/>
                <a:gdLst>
                  <a:gd name="T0" fmla="*/ 5 w 52"/>
                  <a:gd name="T1" fmla="*/ 73 h 89"/>
                  <a:gd name="T2" fmla="*/ 0 w 52"/>
                  <a:gd name="T3" fmla="*/ 89 h 89"/>
                  <a:gd name="T4" fmla="*/ 3 w 52"/>
                  <a:gd name="T5" fmla="*/ 85 h 89"/>
                  <a:gd name="T6" fmla="*/ 5 w 52"/>
                  <a:gd name="T7" fmla="*/ 73 h 89"/>
                  <a:gd name="T8" fmla="*/ 52 w 52"/>
                  <a:gd name="T9" fmla="*/ 17 h 89"/>
                  <a:gd name="T10" fmla="*/ 17 w 52"/>
                  <a:gd name="T11" fmla="*/ 30 h 89"/>
                  <a:gd name="T12" fmla="*/ 14 w 52"/>
                  <a:gd name="T13" fmla="*/ 39 h 89"/>
                  <a:gd name="T14" fmla="*/ 24 w 52"/>
                  <a:gd name="T15" fmla="*/ 56 h 89"/>
                  <a:gd name="T16" fmla="*/ 52 w 52"/>
                  <a:gd name="T17" fmla="*/ 17 h 89"/>
                  <a:gd name="T18" fmla="*/ 25 w 52"/>
                  <a:gd name="T19" fmla="*/ 0 h 89"/>
                  <a:gd name="T20" fmla="*/ 25 w 52"/>
                  <a:gd name="T21" fmla="*/ 0 h 89"/>
                  <a:gd name="T22" fmla="*/ 25 w 52"/>
                  <a:gd name="T23" fmla="*/ 0 h 89"/>
                  <a:gd name="T24" fmla="*/ 25 w 52"/>
                  <a:gd name="T25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89">
                    <a:moveTo>
                      <a:pt x="5" y="73"/>
                    </a:moveTo>
                    <a:cubicBezTo>
                      <a:pt x="0" y="89"/>
                      <a:pt x="0" y="89"/>
                      <a:pt x="0" y="89"/>
                    </a:cubicBezTo>
                    <a:cubicBezTo>
                      <a:pt x="3" y="85"/>
                      <a:pt x="3" y="85"/>
                      <a:pt x="3" y="85"/>
                    </a:cubicBezTo>
                    <a:cubicBezTo>
                      <a:pt x="5" y="73"/>
                      <a:pt x="5" y="73"/>
                      <a:pt x="5" y="73"/>
                    </a:cubicBezTo>
                    <a:moveTo>
                      <a:pt x="52" y="17"/>
                    </a:moveTo>
                    <a:cubicBezTo>
                      <a:pt x="17" y="30"/>
                      <a:pt x="17" y="30"/>
                      <a:pt x="17" y="30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8" y="44"/>
                      <a:pt x="21" y="50"/>
                      <a:pt x="24" y="56"/>
                    </a:cubicBezTo>
                    <a:cubicBezTo>
                      <a:pt x="52" y="17"/>
                      <a:pt x="52" y="17"/>
                      <a:pt x="52" y="17"/>
                    </a:cubicBezTo>
                    <a:moveTo>
                      <a:pt x="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0"/>
                      <a:pt x="25" y="0"/>
                      <a:pt x="2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3" name="Freeform 764"/>
              <p:cNvSpPr>
                <a:spLocks/>
              </p:cNvSpPr>
              <p:nvPr userDrawn="1"/>
            </p:nvSpPr>
            <p:spPr bwMode="auto">
              <a:xfrm>
                <a:off x="708" y="1141"/>
                <a:ext cx="26" cy="57"/>
              </a:xfrm>
              <a:custGeom>
                <a:avLst/>
                <a:gdLst>
                  <a:gd name="T0" fmla="*/ 11 w 21"/>
                  <a:gd name="T1" fmla="*/ 0 h 46"/>
                  <a:gd name="T2" fmla="*/ 2 w 21"/>
                  <a:gd name="T3" fmla="*/ 34 h 46"/>
                  <a:gd name="T4" fmla="*/ 0 w 21"/>
                  <a:gd name="T5" fmla="*/ 46 h 46"/>
                  <a:gd name="T6" fmla="*/ 21 w 21"/>
                  <a:gd name="T7" fmla="*/ 17 h 46"/>
                  <a:gd name="T8" fmla="*/ 11 w 21"/>
                  <a:gd name="T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46">
                    <a:moveTo>
                      <a:pt x="11" y="0"/>
                    </a:moveTo>
                    <a:cubicBezTo>
                      <a:pt x="2" y="34"/>
                      <a:pt x="2" y="34"/>
                      <a:pt x="2" y="34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18" y="11"/>
                      <a:pt x="15" y="5"/>
                      <a:pt x="11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4" name="Freeform 765"/>
              <p:cNvSpPr>
                <a:spLocks/>
              </p:cNvSpPr>
              <p:nvPr userDrawn="1"/>
            </p:nvSpPr>
            <p:spPr bwMode="auto">
              <a:xfrm>
                <a:off x="725" y="1093"/>
                <a:ext cx="44" cy="37"/>
              </a:xfrm>
              <a:custGeom>
                <a:avLst/>
                <a:gdLst>
                  <a:gd name="T0" fmla="*/ 10 w 44"/>
                  <a:gd name="T1" fmla="*/ 0 h 37"/>
                  <a:gd name="T2" fmla="*/ 10 w 44"/>
                  <a:gd name="T3" fmla="*/ 0 h 37"/>
                  <a:gd name="T4" fmla="*/ 0 w 44"/>
                  <a:gd name="T5" fmla="*/ 37 h 37"/>
                  <a:gd name="T6" fmla="*/ 44 w 44"/>
                  <a:gd name="T7" fmla="*/ 21 h 37"/>
                  <a:gd name="T8" fmla="*/ 10 w 44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7">
                    <a:moveTo>
                      <a:pt x="10" y="0"/>
                    </a:moveTo>
                    <a:lnTo>
                      <a:pt x="10" y="0"/>
                    </a:lnTo>
                    <a:lnTo>
                      <a:pt x="0" y="37"/>
                    </a:lnTo>
                    <a:lnTo>
                      <a:pt x="44" y="2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5" name="Freeform 766"/>
              <p:cNvSpPr>
                <a:spLocks/>
              </p:cNvSpPr>
              <p:nvPr userDrawn="1"/>
            </p:nvSpPr>
            <p:spPr bwMode="auto">
              <a:xfrm>
                <a:off x="725" y="1093"/>
                <a:ext cx="44" cy="37"/>
              </a:xfrm>
              <a:custGeom>
                <a:avLst/>
                <a:gdLst>
                  <a:gd name="T0" fmla="*/ 10 w 44"/>
                  <a:gd name="T1" fmla="*/ 0 h 37"/>
                  <a:gd name="T2" fmla="*/ 10 w 44"/>
                  <a:gd name="T3" fmla="*/ 0 h 37"/>
                  <a:gd name="T4" fmla="*/ 0 w 44"/>
                  <a:gd name="T5" fmla="*/ 37 h 37"/>
                  <a:gd name="T6" fmla="*/ 44 w 44"/>
                  <a:gd name="T7" fmla="*/ 21 h 37"/>
                  <a:gd name="T8" fmla="*/ 10 w 44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37">
                    <a:moveTo>
                      <a:pt x="10" y="0"/>
                    </a:moveTo>
                    <a:lnTo>
                      <a:pt x="10" y="0"/>
                    </a:lnTo>
                    <a:lnTo>
                      <a:pt x="0" y="37"/>
                    </a:lnTo>
                    <a:lnTo>
                      <a:pt x="44" y="21"/>
                    </a:lnTo>
                    <a:lnTo>
                      <a:pt x="1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6" name="Freeform 767"/>
              <p:cNvSpPr>
                <a:spLocks noEditPoints="1"/>
              </p:cNvSpPr>
              <p:nvPr userDrawn="1"/>
            </p:nvSpPr>
            <p:spPr bwMode="auto">
              <a:xfrm>
                <a:off x="1978" y="414"/>
                <a:ext cx="76" cy="76"/>
              </a:xfrm>
              <a:custGeom>
                <a:avLst/>
                <a:gdLst>
                  <a:gd name="T0" fmla="*/ 70 w 76"/>
                  <a:gd name="T1" fmla="*/ 18 h 76"/>
                  <a:gd name="T2" fmla="*/ 42 w 76"/>
                  <a:gd name="T3" fmla="*/ 29 h 76"/>
                  <a:gd name="T4" fmla="*/ 0 w 76"/>
                  <a:gd name="T5" fmla="*/ 76 h 76"/>
                  <a:gd name="T6" fmla="*/ 76 w 76"/>
                  <a:gd name="T7" fmla="*/ 50 h 76"/>
                  <a:gd name="T8" fmla="*/ 70 w 76"/>
                  <a:gd name="T9" fmla="*/ 18 h 76"/>
                  <a:gd name="T10" fmla="*/ 68 w 76"/>
                  <a:gd name="T11" fmla="*/ 0 h 76"/>
                  <a:gd name="T12" fmla="*/ 68 w 76"/>
                  <a:gd name="T13" fmla="*/ 0 h 76"/>
                  <a:gd name="T14" fmla="*/ 68 w 76"/>
                  <a:gd name="T15" fmla="*/ 0 h 76"/>
                  <a:gd name="T16" fmla="*/ 68 w 76"/>
                  <a:gd name="T17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76">
                    <a:moveTo>
                      <a:pt x="70" y="18"/>
                    </a:moveTo>
                    <a:lnTo>
                      <a:pt x="42" y="29"/>
                    </a:lnTo>
                    <a:lnTo>
                      <a:pt x="0" y="76"/>
                    </a:lnTo>
                    <a:lnTo>
                      <a:pt x="76" y="50"/>
                    </a:lnTo>
                    <a:lnTo>
                      <a:pt x="70" y="18"/>
                    </a:lnTo>
                    <a:close/>
                    <a:moveTo>
                      <a:pt x="68" y="0"/>
                    </a:moveTo>
                    <a:lnTo>
                      <a:pt x="68" y="0"/>
                    </a:lnTo>
                    <a:lnTo>
                      <a:pt x="68" y="0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7" name="Freeform 768"/>
              <p:cNvSpPr>
                <a:spLocks noEditPoints="1"/>
              </p:cNvSpPr>
              <p:nvPr userDrawn="1"/>
            </p:nvSpPr>
            <p:spPr bwMode="auto">
              <a:xfrm>
                <a:off x="1978" y="414"/>
                <a:ext cx="76" cy="76"/>
              </a:xfrm>
              <a:custGeom>
                <a:avLst/>
                <a:gdLst>
                  <a:gd name="T0" fmla="*/ 70 w 76"/>
                  <a:gd name="T1" fmla="*/ 18 h 76"/>
                  <a:gd name="T2" fmla="*/ 42 w 76"/>
                  <a:gd name="T3" fmla="*/ 29 h 76"/>
                  <a:gd name="T4" fmla="*/ 0 w 76"/>
                  <a:gd name="T5" fmla="*/ 76 h 76"/>
                  <a:gd name="T6" fmla="*/ 76 w 76"/>
                  <a:gd name="T7" fmla="*/ 50 h 76"/>
                  <a:gd name="T8" fmla="*/ 70 w 76"/>
                  <a:gd name="T9" fmla="*/ 18 h 76"/>
                  <a:gd name="T10" fmla="*/ 68 w 76"/>
                  <a:gd name="T11" fmla="*/ 0 h 76"/>
                  <a:gd name="T12" fmla="*/ 68 w 76"/>
                  <a:gd name="T13" fmla="*/ 0 h 76"/>
                  <a:gd name="T14" fmla="*/ 68 w 76"/>
                  <a:gd name="T15" fmla="*/ 0 h 76"/>
                  <a:gd name="T16" fmla="*/ 68 w 76"/>
                  <a:gd name="T17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76">
                    <a:moveTo>
                      <a:pt x="70" y="18"/>
                    </a:moveTo>
                    <a:lnTo>
                      <a:pt x="42" y="29"/>
                    </a:lnTo>
                    <a:lnTo>
                      <a:pt x="0" y="76"/>
                    </a:lnTo>
                    <a:lnTo>
                      <a:pt x="76" y="50"/>
                    </a:lnTo>
                    <a:lnTo>
                      <a:pt x="70" y="18"/>
                    </a:lnTo>
                    <a:moveTo>
                      <a:pt x="68" y="0"/>
                    </a:moveTo>
                    <a:lnTo>
                      <a:pt x="68" y="0"/>
                    </a:lnTo>
                    <a:lnTo>
                      <a:pt x="68" y="0"/>
                    </a:lnTo>
                    <a:lnTo>
                      <a:pt x="6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8" name="Freeform 769"/>
              <p:cNvSpPr>
                <a:spLocks/>
              </p:cNvSpPr>
              <p:nvPr userDrawn="1"/>
            </p:nvSpPr>
            <p:spPr bwMode="auto">
              <a:xfrm>
                <a:off x="2020" y="414"/>
                <a:ext cx="28" cy="29"/>
              </a:xfrm>
              <a:custGeom>
                <a:avLst/>
                <a:gdLst>
                  <a:gd name="T0" fmla="*/ 26 w 28"/>
                  <a:gd name="T1" fmla="*/ 0 h 29"/>
                  <a:gd name="T2" fmla="*/ 26 w 28"/>
                  <a:gd name="T3" fmla="*/ 0 h 29"/>
                  <a:gd name="T4" fmla="*/ 0 w 28"/>
                  <a:gd name="T5" fmla="*/ 29 h 29"/>
                  <a:gd name="T6" fmla="*/ 28 w 28"/>
                  <a:gd name="T7" fmla="*/ 18 h 29"/>
                  <a:gd name="T8" fmla="*/ 26 w 28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9">
                    <a:moveTo>
                      <a:pt x="26" y="0"/>
                    </a:moveTo>
                    <a:lnTo>
                      <a:pt x="26" y="0"/>
                    </a:lnTo>
                    <a:lnTo>
                      <a:pt x="0" y="29"/>
                    </a:lnTo>
                    <a:lnTo>
                      <a:pt x="28" y="18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29" name="Freeform 770"/>
              <p:cNvSpPr>
                <a:spLocks/>
              </p:cNvSpPr>
              <p:nvPr userDrawn="1"/>
            </p:nvSpPr>
            <p:spPr bwMode="auto">
              <a:xfrm>
                <a:off x="2020" y="414"/>
                <a:ext cx="28" cy="29"/>
              </a:xfrm>
              <a:custGeom>
                <a:avLst/>
                <a:gdLst>
                  <a:gd name="T0" fmla="*/ 26 w 28"/>
                  <a:gd name="T1" fmla="*/ 0 h 29"/>
                  <a:gd name="T2" fmla="*/ 26 w 28"/>
                  <a:gd name="T3" fmla="*/ 0 h 29"/>
                  <a:gd name="T4" fmla="*/ 0 w 28"/>
                  <a:gd name="T5" fmla="*/ 29 h 29"/>
                  <a:gd name="T6" fmla="*/ 28 w 28"/>
                  <a:gd name="T7" fmla="*/ 18 h 29"/>
                  <a:gd name="T8" fmla="*/ 26 w 28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9">
                    <a:moveTo>
                      <a:pt x="26" y="0"/>
                    </a:moveTo>
                    <a:lnTo>
                      <a:pt x="26" y="0"/>
                    </a:lnTo>
                    <a:lnTo>
                      <a:pt x="0" y="29"/>
                    </a:lnTo>
                    <a:lnTo>
                      <a:pt x="28" y="18"/>
                    </a:lnTo>
                    <a:lnTo>
                      <a:pt x="2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0" name="Freeform 771"/>
              <p:cNvSpPr>
                <a:spLocks noEditPoints="1"/>
              </p:cNvSpPr>
              <p:nvPr userDrawn="1"/>
            </p:nvSpPr>
            <p:spPr bwMode="auto">
              <a:xfrm>
                <a:off x="2209" y="262"/>
                <a:ext cx="107" cy="74"/>
              </a:xfrm>
              <a:custGeom>
                <a:avLst/>
                <a:gdLst>
                  <a:gd name="T0" fmla="*/ 0 w 107"/>
                  <a:gd name="T1" fmla="*/ 40 h 74"/>
                  <a:gd name="T2" fmla="*/ 0 w 107"/>
                  <a:gd name="T3" fmla="*/ 40 h 74"/>
                  <a:gd name="T4" fmla="*/ 0 w 107"/>
                  <a:gd name="T5" fmla="*/ 40 h 74"/>
                  <a:gd name="T6" fmla="*/ 0 w 107"/>
                  <a:gd name="T7" fmla="*/ 40 h 74"/>
                  <a:gd name="T8" fmla="*/ 107 w 107"/>
                  <a:gd name="T9" fmla="*/ 0 h 74"/>
                  <a:gd name="T10" fmla="*/ 45 w 107"/>
                  <a:gd name="T11" fmla="*/ 22 h 74"/>
                  <a:gd name="T12" fmla="*/ 19 w 107"/>
                  <a:gd name="T13" fmla="*/ 74 h 74"/>
                  <a:gd name="T14" fmla="*/ 107 w 107"/>
                  <a:gd name="T15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7" h="74">
                    <a:moveTo>
                      <a:pt x="0" y="40"/>
                    </a:moveTo>
                    <a:lnTo>
                      <a:pt x="0" y="40"/>
                    </a:lnTo>
                    <a:lnTo>
                      <a:pt x="0" y="40"/>
                    </a:lnTo>
                    <a:lnTo>
                      <a:pt x="0" y="40"/>
                    </a:lnTo>
                    <a:close/>
                    <a:moveTo>
                      <a:pt x="107" y="0"/>
                    </a:moveTo>
                    <a:lnTo>
                      <a:pt x="45" y="22"/>
                    </a:lnTo>
                    <a:lnTo>
                      <a:pt x="19" y="74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1" name="Freeform 772"/>
              <p:cNvSpPr>
                <a:spLocks noEditPoints="1"/>
              </p:cNvSpPr>
              <p:nvPr userDrawn="1"/>
            </p:nvSpPr>
            <p:spPr bwMode="auto">
              <a:xfrm>
                <a:off x="2209" y="262"/>
                <a:ext cx="107" cy="74"/>
              </a:xfrm>
              <a:custGeom>
                <a:avLst/>
                <a:gdLst>
                  <a:gd name="T0" fmla="*/ 0 w 107"/>
                  <a:gd name="T1" fmla="*/ 40 h 74"/>
                  <a:gd name="T2" fmla="*/ 0 w 107"/>
                  <a:gd name="T3" fmla="*/ 40 h 74"/>
                  <a:gd name="T4" fmla="*/ 0 w 107"/>
                  <a:gd name="T5" fmla="*/ 40 h 74"/>
                  <a:gd name="T6" fmla="*/ 0 w 107"/>
                  <a:gd name="T7" fmla="*/ 40 h 74"/>
                  <a:gd name="T8" fmla="*/ 107 w 107"/>
                  <a:gd name="T9" fmla="*/ 0 h 74"/>
                  <a:gd name="T10" fmla="*/ 45 w 107"/>
                  <a:gd name="T11" fmla="*/ 22 h 74"/>
                  <a:gd name="T12" fmla="*/ 19 w 107"/>
                  <a:gd name="T13" fmla="*/ 74 h 74"/>
                  <a:gd name="T14" fmla="*/ 107 w 107"/>
                  <a:gd name="T15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7" h="74">
                    <a:moveTo>
                      <a:pt x="0" y="40"/>
                    </a:moveTo>
                    <a:lnTo>
                      <a:pt x="0" y="40"/>
                    </a:lnTo>
                    <a:lnTo>
                      <a:pt x="0" y="40"/>
                    </a:lnTo>
                    <a:lnTo>
                      <a:pt x="0" y="40"/>
                    </a:lnTo>
                    <a:moveTo>
                      <a:pt x="107" y="0"/>
                    </a:moveTo>
                    <a:lnTo>
                      <a:pt x="45" y="22"/>
                    </a:lnTo>
                    <a:lnTo>
                      <a:pt x="19" y="74"/>
                    </a:lnTo>
                    <a:lnTo>
                      <a:pt x="1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2" name="Freeform 773"/>
              <p:cNvSpPr>
                <a:spLocks/>
              </p:cNvSpPr>
              <p:nvPr userDrawn="1"/>
            </p:nvSpPr>
            <p:spPr bwMode="auto">
              <a:xfrm>
                <a:off x="2209" y="284"/>
                <a:ext cx="45" cy="52"/>
              </a:xfrm>
              <a:custGeom>
                <a:avLst/>
                <a:gdLst>
                  <a:gd name="T0" fmla="*/ 45 w 45"/>
                  <a:gd name="T1" fmla="*/ 0 h 52"/>
                  <a:gd name="T2" fmla="*/ 0 w 45"/>
                  <a:gd name="T3" fmla="*/ 18 h 52"/>
                  <a:gd name="T4" fmla="*/ 0 w 45"/>
                  <a:gd name="T5" fmla="*/ 18 h 52"/>
                  <a:gd name="T6" fmla="*/ 19 w 45"/>
                  <a:gd name="T7" fmla="*/ 52 h 52"/>
                  <a:gd name="T8" fmla="*/ 45 w 45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52">
                    <a:moveTo>
                      <a:pt x="45" y="0"/>
                    </a:moveTo>
                    <a:lnTo>
                      <a:pt x="0" y="18"/>
                    </a:lnTo>
                    <a:lnTo>
                      <a:pt x="0" y="18"/>
                    </a:lnTo>
                    <a:lnTo>
                      <a:pt x="19" y="5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3" name="Freeform 774"/>
              <p:cNvSpPr>
                <a:spLocks/>
              </p:cNvSpPr>
              <p:nvPr userDrawn="1"/>
            </p:nvSpPr>
            <p:spPr bwMode="auto">
              <a:xfrm>
                <a:off x="2209" y="284"/>
                <a:ext cx="45" cy="52"/>
              </a:xfrm>
              <a:custGeom>
                <a:avLst/>
                <a:gdLst>
                  <a:gd name="T0" fmla="*/ 45 w 45"/>
                  <a:gd name="T1" fmla="*/ 0 h 52"/>
                  <a:gd name="T2" fmla="*/ 0 w 45"/>
                  <a:gd name="T3" fmla="*/ 18 h 52"/>
                  <a:gd name="T4" fmla="*/ 0 w 45"/>
                  <a:gd name="T5" fmla="*/ 18 h 52"/>
                  <a:gd name="T6" fmla="*/ 19 w 45"/>
                  <a:gd name="T7" fmla="*/ 52 h 52"/>
                  <a:gd name="T8" fmla="*/ 45 w 45"/>
                  <a:gd name="T9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52">
                    <a:moveTo>
                      <a:pt x="45" y="0"/>
                    </a:moveTo>
                    <a:lnTo>
                      <a:pt x="0" y="18"/>
                    </a:lnTo>
                    <a:lnTo>
                      <a:pt x="0" y="18"/>
                    </a:lnTo>
                    <a:lnTo>
                      <a:pt x="19" y="52"/>
                    </a:lnTo>
                    <a:lnTo>
                      <a:pt x="4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4" name="Freeform 775"/>
              <p:cNvSpPr>
                <a:spLocks/>
              </p:cNvSpPr>
              <p:nvPr userDrawn="1"/>
            </p:nvSpPr>
            <p:spPr bwMode="auto">
              <a:xfrm>
                <a:off x="769" y="1033"/>
                <a:ext cx="73" cy="81"/>
              </a:xfrm>
              <a:custGeom>
                <a:avLst/>
                <a:gdLst>
                  <a:gd name="T0" fmla="*/ 58 w 59"/>
                  <a:gd name="T1" fmla="*/ 0 h 65"/>
                  <a:gd name="T2" fmla="*/ 26 w 59"/>
                  <a:gd name="T3" fmla="*/ 2 h 65"/>
                  <a:gd name="T4" fmla="*/ 0 w 59"/>
                  <a:gd name="T5" fmla="*/ 65 h 65"/>
                  <a:gd name="T6" fmla="*/ 59 w 59"/>
                  <a:gd name="T7" fmla="*/ 3 h 65"/>
                  <a:gd name="T8" fmla="*/ 58 w 59"/>
                  <a:gd name="T9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65">
                    <a:moveTo>
                      <a:pt x="58" y="0"/>
                    </a:moveTo>
                    <a:cubicBezTo>
                      <a:pt x="47" y="0"/>
                      <a:pt x="36" y="1"/>
                      <a:pt x="26" y="2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8" y="0"/>
                      <a:pt x="58" y="0"/>
                      <a:pt x="58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5" name="Freeform 776"/>
              <p:cNvSpPr>
                <a:spLocks/>
              </p:cNvSpPr>
              <p:nvPr userDrawn="1"/>
            </p:nvSpPr>
            <p:spPr bwMode="auto">
              <a:xfrm>
                <a:off x="801" y="961"/>
                <a:ext cx="39" cy="75"/>
              </a:xfrm>
              <a:custGeom>
                <a:avLst/>
                <a:gdLst>
                  <a:gd name="T0" fmla="*/ 24 w 32"/>
                  <a:gd name="T1" fmla="*/ 0 h 60"/>
                  <a:gd name="T2" fmla="*/ 24 w 32"/>
                  <a:gd name="T3" fmla="*/ 0 h 60"/>
                  <a:gd name="T4" fmla="*/ 0 w 32"/>
                  <a:gd name="T5" fmla="*/ 60 h 60"/>
                  <a:gd name="T6" fmla="*/ 32 w 32"/>
                  <a:gd name="T7" fmla="*/ 58 h 60"/>
                  <a:gd name="T8" fmla="*/ 24 w 32"/>
                  <a:gd name="T9" fmla="*/ 0 h 60"/>
                  <a:gd name="T10" fmla="*/ 24 w 32"/>
                  <a:gd name="T11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60">
                    <a:moveTo>
                      <a:pt x="24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10" y="59"/>
                      <a:pt x="21" y="58"/>
                      <a:pt x="32" y="5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6" name="Freeform 777"/>
              <p:cNvSpPr>
                <a:spLocks noEditPoints="1"/>
              </p:cNvSpPr>
              <p:nvPr userDrawn="1"/>
            </p:nvSpPr>
            <p:spPr bwMode="auto">
              <a:xfrm>
                <a:off x="913" y="1381"/>
                <a:ext cx="124" cy="95"/>
              </a:xfrm>
              <a:custGeom>
                <a:avLst/>
                <a:gdLst>
                  <a:gd name="T0" fmla="*/ 76 w 100"/>
                  <a:gd name="T1" fmla="*/ 35 h 77"/>
                  <a:gd name="T2" fmla="*/ 43 w 100"/>
                  <a:gd name="T3" fmla="*/ 64 h 77"/>
                  <a:gd name="T4" fmla="*/ 86 w 100"/>
                  <a:gd name="T5" fmla="*/ 77 h 77"/>
                  <a:gd name="T6" fmla="*/ 100 w 100"/>
                  <a:gd name="T7" fmla="*/ 74 h 77"/>
                  <a:gd name="T8" fmla="*/ 76 w 100"/>
                  <a:gd name="T9" fmla="*/ 35 h 77"/>
                  <a:gd name="T10" fmla="*/ 54 w 100"/>
                  <a:gd name="T11" fmla="*/ 0 h 77"/>
                  <a:gd name="T12" fmla="*/ 0 w 100"/>
                  <a:gd name="T13" fmla="*/ 51 h 77"/>
                  <a:gd name="T14" fmla="*/ 13 w 100"/>
                  <a:gd name="T15" fmla="*/ 55 h 77"/>
                  <a:gd name="T16" fmla="*/ 75 w 100"/>
                  <a:gd name="T17" fmla="*/ 34 h 77"/>
                  <a:gd name="T18" fmla="*/ 54 w 100"/>
                  <a:gd name="T19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77">
                    <a:moveTo>
                      <a:pt x="76" y="35"/>
                    </a:moveTo>
                    <a:cubicBezTo>
                      <a:pt x="65" y="44"/>
                      <a:pt x="54" y="54"/>
                      <a:pt x="43" y="64"/>
                    </a:cubicBezTo>
                    <a:cubicBezTo>
                      <a:pt x="86" y="77"/>
                      <a:pt x="86" y="77"/>
                      <a:pt x="86" y="77"/>
                    </a:cubicBezTo>
                    <a:cubicBezTo>
                      <a:pt x="100" y="74"/>
                      <a:pt x="100" y="74"/>
                      <a:pt x="100" y="74"/>
                    </a:cubicBezTo>
                    <a:cubicBezTo>
                      <a:pt x="76" y="35"/>
                      <a:pt x="76" y="35"/>
                      <a:pt x="76" y="35"/>
                    </a:cubicBezTo>
                    <a:moveTo>
                      <a:pt x="54" y="0"/>
                    </a:moveTo>
                    <a:cubicBezTo>
                      <a:pt x="0" y="51"/>
                      <a:pt x="0" y="51"/>
                      <a:pt x="0" y="51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34" y="48"/>
                      <a:pt x="54" y="41"/>
                      <a:pt x="75" y="34"/>
                    </a:cubicBezTo>
                    <a:cubicBezTo>
                      <a:pt x="54" y="0"/>
                      <a:pt x="54" y="0"/>
                      <a:pt x="5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7" name="Freeform 778"/>
              <p:cNvSpPr>
                <a:spLocks/>
              </p:cNvSpPr>
              <p:nvPr userDrawn="1"/>
            </p:nvSpPr>
            <p:spPr bwMode="auto">
              <a:xfrm>
                <a:off x="930" y="1423"/>
                <a:ext cx="77" cy="37"/>
              </a:xfrm>
              <a:custGeom>
                <a:avLst/>
                <a:gdLst>
                  <a:gd name="T0" fmla="*/ 62 w 63"/>
                  <a:gd name="T1" fmla="*/ 0 h 30"/>
                  <a:gd name="T2" fmla="*/ 0 w 63"/>
                  <a:gd name="T3" fmla="*/ 21 h 30"/>
                  <a:gd name="T4" fmla="*/ 30 w 63"/>
                  <a:gd name="T5" fmla="*/ 30 h 30"/>
                  <a:gd name="T6" fmla="*/ 63 w 63"/>
                  <a:gd name="T7" fmla="*/ 1 h 30"/>
                  <a:gd name="T8" fmla="*/ 62 w 63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30">
                    <a:moveTo>
                      <a:pt x="62" y="0"/>
                    </a:moveTo>
                    <a:cubicBezTo>
                      <a:pt x="41" y="7"/>
                      <a:pt x="21" y="14"/>
                      <a:pt x="0" y="21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41" y="20"/>
                      <a:pt x="52" y="10"/>
                      <a:pt x="63" y="1"/>
                    </a:cubicBezTo>
                    <a:cubicBezTo>
                      <a:pt x="62" y="0"/>
                      <a:pt x="62" y="0"/>
                      <a:pt x="62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8" name="Freeform 779"/>
              <p:cNvSpPr>
                <a:spLocks/>
              </p:cNvSpPr>
              <p:nvPr userDrawn="1"/>
            </p:nvSpPr>
            <p:spPr bwMode="auto">
              <a:xfrm>
                <a:off x="1042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3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39" name="Freeform 780"/>
              <p:cNvSpPr>
                <a:spLocks/>
              </p:cNvSpPr>
              <p:nvPr userDrawn="1"/>
            </p:nvSpPr>
            <p:spPr bwMode="auto">
              <a:xfrm>
                <a:off x="1042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3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0" name="Freeform 781"/>
              <p:cNvSpPr>
                <a:spLocks/>
              </p:cNvSpPr>
              <p:nvPr userDrawn="1"/>
            </p:nvSpPr>
            <p:spPr bwMode="auto">
              <a:xfrm>
                <a:off x="1020" y="1473"/>
                <a:ext cx="25" cy="11"/>
              </a:xfrm>
              <a:custGeom>
                <a:avLst/>
                <a:gdLst>
                  <a:gd name="T0" fmla="*/ 17 w 25"/>
                  <a:gd name="T1" fmla="*/ 0 h 11"/>
                  <a:gd name="T2" fmla="*/ 0 w 25"/>
                  <a:gd name="T3" fmla="*/ 3 h 11"/>
                  <a:gd name="T4" fmla="*/ 22 w 25"/>
                  <a:gd name="T5" fmla="*/ 11 h 11"/>
                  <a:gd name="T6" fmla="*/ 25 w 25"/>
                  <a:gd name="T7" fmla="*/ 11 h 11"/>
                  <a:gd name="T8" fmla="*/ 17 w 25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1">
                    <a:moveTo>
                      <a:pt x="17" y="0"/>
                    </a:moveTo>
                    <a:lnTo>
                      <a:pt x="0" y="3"/>
                    </a:lnTo>
                    <a:lnTo>
                      <a:pt x="22" y="11"/>
                    </a:lnTo>
                    <a:lnTo>
                      <a:pt x="25" y="11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1" name="Freeform 782"/>
              <p:cNvSpPr>
                <a:spLocks/>
              </p:cNvSpPr>
              <p:nvPr userDrawn="1"/>
            </p:nvSpPr>
            <p:spPr bwMode="auto">
              <a:xfrm>
                <a:off x="1020" y="1473"/>
                <a:ext cx="25" cy="11"/>
              </a:xfrm>
              <a:custGeom>
                <a:avLst/>
                <a:gdLst>
                  <a:gd name="T0" fmla="*/ 17 w 25"/>
                  <a:gd name="T1" fmla="*/ 0 h 11"/>
                  <a:gd name="T2" fmla="*/ 0 w 25"/>
                  <a:gd name="T3" fmla="*/ 3 h 11"/>
                  <a:gd name="T4" fmla="*/ 22 w 25"/>
                  <a:gd name="T5" fmla="*/ 11 h 11"/>
                  <a:gd name="T6" fmla="*/ 25 w 25"/>
                  <a:gd name="T7" fmla="*/ 11 h 11"/>
                  <a:gd name="T8" fmla="*/ 17 w 25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11">
                    <a:moveTo>
                      <a:pt x="17" y="0"/>
                    </a:moveTo>
                    <a:lnTo>
                      <a:pt x="0" y="3"/>
                    </a:lnTo>
                    <a:lnTo>
                      <a:pt x="22" y="11"/>
                    </a:lnTo>
                    <a:lnTo>
                      <a:pt x="25" y="11"/>
                    </a:lnTo>
                    <a:lnTo>
                      <a:pt x="1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2" name="Freeform 783"/>
              <p:cNvSpPr>
                <a:spLocks noEditPoints="1"/>
              </p:cNvSpPr>
              <p:nvPr userDrawn="1"/>
            </p:nvSpPr>
            <p:spPr bwMode="auto">
              <a:xfrm>
                <a:off x="710" y="1302"/>
                <a:ext cx="59" cy="91"/>
              </a:xfrm>
              <a:custGeom>
                <a:avLst/>
                <a:gdLst>
                  <a:gd name="T0" fmla="*/ 5 w 59"/>
                  <a:gd name="T1" fmla="*/ 39 h 91"/>
                  <a:gd name="T2" fmla="*/ 0 w 59"/>
                  <a:gd name="T3" fmla="*/ 48 h 91"/>
                  <a:gd name="T4" fmla="*/ 8 w 59"/>
                  <a:gd name="T5" fmla="*/ 54 h 91"/>
                  <a:gd name="T6" fmla="*/ 5 w 59"/>
                  <a:gd name="T7" fmla="*/ 39 h 91"/>
                  <a:gd name="T8" fmla="*/ 25 w 59"/>
                  <a:gd name="T9" fmla="*/ 0 h 91"/>
                  <a:gd name="T10" fmla="*/ 25 w 59"/>
                  <a:gd name="T11" fmla="*/ 0 h 91"/>
                  <a:gd name="T12" fmla="*/ 20 w 59"/>
                  <a:gd name="T13" fmla="*/ 63 h 91"/>
                  <a:gd name="T14" fmla="*/ 59 w 59"/>
                  <a:gd name="T15" fmla="*/ 91 h 91"/>
                  <a:gd name="T16" fmla="*/ 25 w 59"/>
                  <a:gd name="T1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91">
                    <a:moveTo>
                      <a:pt x="5" y="39"/>
                    </a:moveTo>
                    <a:lnTo>
                      <a:pt x="0" y="48"/>
                    </a:lnTo>
                    <a:lnTo>
                      <a:pt x="8" y="54"/>
                    </a:lnTo>
                    <a:lnTo>
                      <a:pt x="5" y="39"/>
                    </a:lnTo>
                    <a:close/>
                    <a:moveTo>
                      <a:pt x="25" y="0"/>
                    </a:moveTo>
                    <a:lnTo>
                      <a:pt x="25" y="0"/>
                    </a:lnTo>
                    <a:lnTo>
                      <a:pt x="20" y="63"/>
                    </a:lnTo>
                    <a:lnTo>
                      <a:pt x="59" y="91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3" name="Freeform 784"/>
              <p:cNvSpPr>
                <a:spLocks noEditPoints="1"/>
              </p:cNvSpPr>
              <p:nvPr userDrawn="1"/>
            </p:nvSpPr>
            <p:spPr bwMode="auto">
              <a:xfrm>
                <a:off x="710" y="1302"/>
                <a:ext cx="59" cy="91"/>
              </a:xfrm>
              <a:custGeom>
                <a:avLst/>
                <a:gdLst>
                  <a:gd name="T0" fmla="*/ 5 w 59"/>
                  <a:gd name="T1" fmla="*/ 39 h 91"/>
                  <a:gd name="T2" fmla="*/ 0 w 59"/>
                  <a:gd name="T3" fmla="*/ 48 h 91"/>
                  <a:gd name="T4" fmla="*/ 8 w 59"/>
                  <a:gd name="T5" fmla="*/ 54 h 91"/>
                  <a:gd name="T6" fmla="*/ 5 w 59"/>
                  <a:gd name="T7" fmla="*/ 39 h 91"/>
                  <a:gd name="T8" fmla="*/ 25 w 59"/>
                  <a:gd name="T9" fmla="*/ 0 h 91"/>
                  <a:gd name="T10" fmla="*/ 25 w 59"/>
                  <a:gd name="T11" fmla="*/ 0 h 91"/>
                  <a:gd name="T12" fmla="*/ 20 w 59"/>
                  <a:gd name="T13" fmla="*/ 63 h 91"/>
                  <a:gd name="T14" fmla="*/ 59 w 59"/>
                  <a:gd name="T15" fmla="*/ 91 h 91"/>
                  <a:gd name="T16" fmla="*/ 25 w 59"/>
                  <a:gd name="T1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91">
                    <a:moveTo>
                      <a:pt x="5" y="39"/>
                    </a:moveTo>
                    <a:lnTo>
                      <a:pt x="0" y="48"/>
                    </a:lnTo>
                    <a:lnTo>
                      <a:pt x="8" y="54"/>
                    </a:lnTo>
                    <a:lnTo>
                      <a:pt x="5" y="39"/>
                    </a:lnTo>
                    <a:moveTo>
                      <a:pt x="25" y="0"/>
                    </a:moveTo>
                    <a:lnTo>
                      <a:pt x="25" y="0"/>
                    </a:lnTo>
                    <a:lnTo>
                      <a:pt x="20" y="63"/>
                    </a:lnTo>
                    <a:lnTo>
                      <a:pt x="59" y="91"/>
                    </a:lnTo>
                    <a:lnTo>
                      <a:pt x="2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4" name="Freeform 785"/>
              <p:cNvSpPr>
                <a:spLocks/>
              </p:cNvSpPr>
              <p:nvPr userDrawn="1"/>
            </p:nvSpPr>
            <p:spPr bwMode="auto">
              <a:xfrm>
                <a:off x="715" y="1302"/>
                <a:ext cx="20" cy="63"/>
              </a:xfrm>
              <a:custGeom>
                <a:avLst/>
                <a:gdLst>
                  <a:gd name="T0" fmla="*/ 20 w 20"/>
                  <a:gd name="T1" fmla="*/ 0 h 63"/>
                  <a:gd name="T2" fmla="*/ 0 w 20"/>
                  <a:gd name="T3" fmla="*/ 39 h 63"/>
                  <a:gd name="T4" fmla="*/ 3 w 20"/>
                  <a:gd name="T5" fmla="*/ 54 h 63"/>
                  <a:gd name="T6" fmla="*/ 15 w 20"/>
                  <a:gd name="T7" fmla="*/ 63 h 63"/>
                  <a:gd name="T8" fmla="*/ 20 w 20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63">
                    <a:moveTo>
                      <a:pt x="20" y="0"/>
                    </a:moveTo>
                    <a:lnTo>
                      <a:pt x="0" y="39"/>
                    </a:lnTo>
                    <a:lnTo>
                      <a:pt x="3" y="54"/>
                    </a:lnTo>
                    <a:lnTo>
                      <a:pt x="15" y="63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5" name="Freeform 786"/>
              <p:cNvSpPr>
                <a:spLocks/>
              </p:cNvSpPr>
              <p:nvPr userDrawn="1"/>
            </p:nvSpPr>
            <p:spPr bwMode="auto">
              <a:xfrm>
                <a:off x="715" y="1302"/>
                <a:ext cx="20" cy="63"/>
              </a:xfrm>
              <a:custGeom>
                <a:avLst/>
                <a:gdLst>
                  <a:gd name="T0" fmla="*/ 20 w 20"/>
                  <a:gd name="T1" fmla="*/ 0 h 63"/>
                  <a:gd name="T2" fmla="*/ 0 w 20"/>
                  <a:gd name="T3" fmla="*/ 39 h 63"/>
                  <a:gd name="T4" fmla="*/ 3 w 20"/>
                  <a:gd name="T5" fmla="*/ 54 h 63"/>
                  <a:gd name="T6" fmla="*/ 15 w 20"/>
                  <a:gd name="T7" fmla="*/ 63 h 63"/>
                  <a:gd name="T8" fmla="*/ 20 w 20"/>
                  <a:gd name="T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63">
                    <a:moveTo>
                      <a:pt x="20" y="0"/>
                    </a:moveTo>
                    <a:lnTo>
                      <a:pt x="0" y="39"/>
                    </a:lnTo>
                    <a:lnTo>
                      <a:pt x="3" y="54"/>
                    </a:lnTo>
                    <a:lnTo>
                      <a:pt x="15" y="63"/>
                    </a:lnTo>
                    <a:lnTo>
                      <a:pt x="2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6" name="Freeform 787"/>
              <p:cNvSpPr>
                <a:spLocks/>
              </p:cNvSpPr>
              <p:nvPr userDrawn="1"/>
            </p:nvSpPr>
            <p:spPr bwMode="auto">
              <a:xfrm>
                <a:off x="1257" y="1369"/>
                <a:ext cx="143" cy="96"/>
              </a:xfrm>
              <a:custGeom>
                <a:avLst/>
                <a:gdLst>
                  <a:gd name="T0" fmla="*/ 0 w 143"/>
                  <a:gd name="T1" fmla="*/ 0 h 96"/>
                  <a:gd name="T2" fmla="*/ 38 w 143"/>
                  <a:gd name="T3" fmla="*/ 80 h 96"/>
                  <a:gd name="T4" fmla="*/ 86 w 143"/>
                  <a:gd name="T5" fmla="*/ 96 h 96"/>
                  <a:gd name="T6" fmla="*/ 143 w 143"/>
                  <a:gd name="T7" fmla="*/ 64 h 96"/>
                  <a:gd name="T8" fmla="*/ 0 w 143"/>
                  <a:gd name="T9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96">
                    <a:moveTo>
                      <a:pt x="0" y="0"/>
                    </a:moveTo>
                    <a:lnTo>
                      <a:pt x="38" y="80"/>
                    </a:lnTo>
                    <a:lnTo>
                      <a:pt x="86" y="96"/>
                    </a:lnTo>
                    <a:lnTo>
                      <a:pt x="143" y="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7" name="Freeform 788"/>
              <p:cNvSpPr>
                <a:spLocks/>
              </p:cNvSpPr>
              <p:nvPr userDrawn="1"/>
            </p:nvSpPr>
            <p:spPr bwMode="auto">
              <a:xfrm>
                <a:off x="1257" y="1369"/>
                <a:ext cx="143" cy="96"/>
              </a:xfrm>
              <a:custGeom>
                <a:avLst/>
                <a:gdLst>
                  <a:gd name="T0" fmla="*/ 0 w 143"/>
                  <a:gd name="T1" fmla="*/ 0 h 96"/>
                  <a:gd name="T2" fmla="*/ 38 w 143"/>
                  <a:gd name="T3" fmla="*/ 80 h 96"/>
                  <a:gd name="T4" fmla="*/ 86 w 143"/>
                  <a:gd name="T5" fmla="*/ 96 h 96"/>
                  <a:gd name="T6" fmla="*/ 143 w 143"/>
                  <a:gd name="T7" fmla="*/ 64 h 96"/>
                  <a:gd name="T8" fmla="*/ 0 w 143"/>
                  <a:gd name="T9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96">
                    <a:moveTo>
                      <a:pt x="0" y="0"/>
                    </a:moveTo>
                    <a:lnTo>
                      <a:pt x="38" y="80"/>
                    </a:lnTo>
                    <a:lnTo>
                      <a:pt x="86" y="96"/>
                    </a:lnTo>
                    <a:lnTo>
                      <a:pt x="143" y="6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8" name="Freeform 789"/>
              <p:cNvSpPr>
                <a:spLocks/>
              </p:cNvSpPr>
              <p:nvPr userDrawn="1"/>
            </p:nvSpPr>
            <p:spPr bwMode="auto">
              <a:xfrm>
                <a:off x="1309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2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49" name="Freeform 790"/>
              <p:cNvSpPr>
                <a:spLocks/>
              </p:cNvSpPr>
              <p:nvPr userDrawn="1"/>
            </p:nvSpPr>
            <p:spPr bwMode="auto">
              <a:xfrm>
                <a:off x="1309" y="1484"/>
                <a:ext cx="3" cy="1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0 h 1"/>
                  <a:gd name="T4" fmla="*/ 2 w 3"/>
                  <a:gd name="T5" fmla="*/ 1 h 1"/>
                  <a:gd name="T6" fmla="*/ 3 w 3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lnTo>
                      <a:pt x="0" y="0"/>
                    </a:lnTo>
                    <a:lnTo>
                      <a:pt x="2" y="1"/>
                    </a:lnTo>
                    <a:lnTo>
                      <a:pt x="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0" name="Freeform 791"/>
              <p:cNvSpPr>
                <a:spLocks/>
              </p:cNvSpPr>
              <p:nvPr userDrawn="1"/>
            </p:nvSpPr>
            <p:spPr bwMode="auto">
              <a:xfrm>
                <a:off x="1295" y="1449"/>
                <a:ext cx="48" cy="22"/>
              </a:xfrm>
              <a:custGeom>
                <a:avLst/>
                <a:gdLst>
                  <a:gd name="T0" fmla="*/ 0 w 48"/>
                  <a:gd name="T1" fmla="*/ 0 h 22"/>
                  <a:gd name="T2" fmla="*/ 9 w 48"/>
                  <a:gd name="T3" fmla="*/ 22 h 22"/>
                  <a:gd name="T4" fmla="*/ 44 w 48"/>
                  <a:gd name="T5" fmla="*/ 19 h 22"/>
                  <a:gd name="T6" fmla="*/ 48 w 48"/>
                  <a:gd name="T7" fmla="*/ 16 h 22"/>
                  <a:gd name="T8" fmla="*/ 0 w 48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22">
                    <a:moveTo>
                      <a:pt x="0" y="0"/>
                    </a:moveTo>
                    <a:lnTo>
                      <a:pt x="9" y="22"/>
                    </a:lnTo>
                    <a:lnTo>
                      <a:pt x="44" y="19"/>
                    </a:lnTo>
                    <a:lnTo>
                      <a:pt x="48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1" name="Freeform 792"/>
              <p:cNvSpPr>
                <a:spLocks/>
              </p:cNvSpPr>
              <p:nvPr userDrawn="1"/>
            </p:nvSpPr>
            <p:spPr bwMode="auto">
              <a:xfrm>
                <a:off x="1295" y="1449"/>
                <a:ext cx="48" cy="22"/>
              </a:xfrm>
              <a:custGeom>
                <a:avLst/>
                <a:gdLst>
                  <a:gd name="T0" fmla="*/ 0 w 48"/>
                  <a:gd name="T1" fmla="*/ 0 h 22"/>
                  <a:gd name="T2" fmla="*/ 9 w 48"/>
                  <a:gd name="T3" fmla="*/ 22 h 22"/>
                  <a:gd name="T4" fmla="*/ 44 w 48"/>
                  <a:gd name="T5" fmla="*/ 19 h 22"/>
                  <a:gd name="T6" fmla="*/ 48 w 48"/>
                  <a:gd name="T7" fmla="*/ 16 h 22"/>
                  <a:gd name="T8" fmla="*/ 0 w 48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22">
                    <a:moveTo>
                      <a:pt x="0" y="0"/>
                    </a:moveTo>
                    <a:lnTo>
                      <a:pt x="9" y="22"/>
                    </a:lnTo>
                    <a:lnTo>
                      <a:pt x="44" y="19"/>
                    </a:lnTo>
                    <a:lnTo>
                      <a:pt x="48" y="1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2" name="Freeform 793"/>
              <p:cNvSpPr>
                <a:spLocks/>
              </p:cNvSpPr>
              <p:nvPr userDrawn="1"/>
            </p:nvSpPr>
            <p:spPr bwMode="auto">
              <a:xfrm>
                <a:off x="1304" y="1468"/>
                <a:ext cx="35" cy="16"/>
              </a:xfrm>
              <a:custGeom>
                <a:avLst/>
                <a:gdLst>
                  <a:gd name="T0" fmla="*/ 35 w 35"/>
                  <a:gd name="T1" fmla="*/ 0 h 16"/>
                  <a:gd name="T2" fmla="*/ 0 w 35"/>
                  <a:gd name="T3" fmla="*/ 3 h 16"/>
                  <a:gd name="T4" fmla="*/ 5 w 35"/>
                  <a:gd name="T5" fmla="*/ 16 h 16"/>
                  <a:gd name="T6" fmla="*/ 8 w 35"/>
                  <a:gd name="T7" fmla="*/ 16 h 16"/>
                  <a:gd name="T8" fmla="*/ 35 w 35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6">
                    <a:moveTo>
                      <a:pt x="35" y="0"/>
                    </a:moveTo>
                    <a:lnTo>
                      <a:pt x="0" y="3"/>
                    </a:lnTo>
                    <a:lnTo>
                      <a:pt x="5" y="16"/>
                    </a:lnTo>
                    <a:lnTo>
                      <a:pt x="8" y="16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6363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3" name="Freeform 794"/>
              <p:cNvSpPr>
                <a:spLocks/>
              </p:cNvSpPr>
              <p:nvPr userDrawn="1"/>
            </p:nvSpPr>
            <p:spPr bwMode="auto">
              <a:xfrm>
                <a:off x="1304" y="1468"/>
                <a:ext cx="35" cy="16"/>
              </a:xfrm>
              <a:custGeom>
                <a:avLst/>
                <a:gdLst>
                  <a:gd name="T0" fmla="*/ 35 w 35"/>
                  <a:gd name="T1" fmla="*/ 0 h 16"/>
                  <a:gd name="T2" fmla="*/ 0 w 35"/>
                  <a:gd name="T3" fmla="*/ 3 h 16"/>
                  <a:gd name="T4" fmla="*/ 5 w 35"/>
                  <a:gd name="T5" fmla="*/ 16 h 16"/>
                  <a:gd name="T6" fmla="*/ 8 w 35"/>
                  <a:gd name="T7" fmla="*/ 16 h 16"/>
                  <a:gd name="T8" fmla="*/ 35 w 35"/>
                  <a:gd name="T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16">
                    <a:moveTo>
                      <a:pt x="35" y="0"/>
                    </a:moveTo>
                    <a:lnTo>
                      <a:pt x="0" y="3"/>
                    </a:lnTo>
                    <a:lnTo>
                      <a:pt x="5" y="16"/>
                    </a:lnTo>
                    <a:lnTo>
                      <a:pt x="8" y="16"/>
                    </a:lnTo>
                    <a:lnTo>
                      <a:pt x="3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4" name="Freeform 795"/>
              <p:cNvSpPr>
                <a:spLocks/>
              </p:cNvSpPr>
              <p:nvPr userDrawn="1"/>
            </p:nvSpPr>
            <p:spPr bwMode="auto">
              <a:xfrm>
                <a:off x="1099" y="982"/>
                <a:ext cx="94" cy="67"/>
              </a:xfrm>
              <a:custGeom>
                <a:avLst/>
                <a:gdLst>
                  <a:gd name="T0" fmla="*/ 94 w 94"/>
                  <a:gd name="T1" fmla="*/ 0 h 67"/>
                  <a:gd name="T2" fmla="*/ 0 w 94"/>
                  <a:gd name="T3" fmla="*/ 67 h 67"/>
                  <a:gd name="T4" fmla="*/ 62 w 94"/>
                  <a:gd name="T5" fmla="*/ 50 h 67"/>
                  <a:gd name="T6" fmla="*/ 94 w 94"/>
                  <a:gd name="T7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67">
                    <a:moveTo>
                      <a:pt x="94" y="0"/>
                    </a:moveTo>
                    <a:lnTo>
                      <a:pt x="0" y="67"/>
                    </a:lnTo>
                    <a:lnTo>
                      <a:pt x="62" y="5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5" name="Freeform 796"/>
              <p:cNvSpPr>
                <a:spLocks/>
              </p:cNvSpPr>
              <p:nvPr userDrawn="1"/>
            </p:nvSpPr>
            <p:spPr bwMode="auto">
              <a:xfrm>
                <a:off x="1099" y="982"/>
                <a:ext cx="94" cy="67"/>
              </a:xfrm>
              <a:custGeom>
                <a:avLst/>
                <a:gdLst>
                  <a:gd name="T0" fmla="*/ 94 w 94"/>
                  <a:gd name="T1" fmla="*/ 0 h 67"/>
                  <a:gd name="T2" fmla="*/ 0 w 94"/>
                  <a:gd name="T3" fmla="*/ 67 h 67"/>
                  <a:gd name="T4" fmla="*/ 62 w 94"/>
                  <a:gd name="T5" fmla="*/ 50 h 67"/>
                  <a:gd name="T6" fmla="*/ 94 w 94"/>
                  <a:gd name="T7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67">
                    <a:moveTo>
                      <a:pt x="94" y="0"/>
                    </a:moveTo>
                    <a:lnTo>
                      <a:pt x="0" y="67"/>
                    </a:lnTo>
                    <a:lnTo>
                      <a:pt x="62" y="50"/>
                    </a:lnTo>
                    <a:lnTo>
                      <a:pt x="9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6" name="Freeform 797"/>
              <p:cNvSpPr>
                <a:spLocks/>
              </p:cNvSpPr>
              <p:nvPr userDrawn="1"/>
            </p:nvSpPr>
            <p:spPr bwMode="auto">
              <a:xfrm>
                <a:off x="1199" y="1059"/>
                <a:ext cx="119" cy="79"/>
              </a:xfrm>
              <a:custGeom>
                <a:avLst/>
                <a:gdLst>
                  <a:gd name="T0" fmla="*/ 119 w 119"/>
                  <a:gd name="T1" fmla="*/ 0 h 79"/>
                  <a:gd name="T2" fmla="*/ 0 w 119"/>
                  <a:gd name="T3" fmla="*/ 39 h 79"/>
                  <a:gd name="T4" fmla="*/ 115 w 119"/>
                  <a:gd name="T5" fmla="*/ 79 h 79"/>
                  <a:gd name="T6" fmla="*/ 119 w 119"/>
                  <a:gd name="T7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9" h="79">
                    <a:moveTo>
                      <a:pt x="119" y="0"/>
                    </a:moveTo>
                    <a:lnTo>
                      <a:pt x="0" y="39"/>
                    </a:lnTo>
                    <a:lnTo>
                      <a:pt x="115" y="79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7" name="Freeform 798"/>
              <p:cNvSpPr>
                <a:spLocks/>
              </p:cNvSpPr>
              <p:nvPr userDrawn="1"/>
            </p:nvSpPr>
            <p:spPr bwMode="auto">
              <a:xfrm>
                <a:off x="1199" y="1059"/>
                <a:ext cx="119" cy="79"/>
              </a:xfrm>
              <a:custGeom>
                <a:avLst/>
                <a:gdLst>
                  <a:gd name="T0" fmla="*/ 119 w 119"/>
                  <a:gd name="T1" fmla="*/ 0 h 79"/>
                  <a:gd name="T2" fmla="*/ 0 w 119"/>
                  <a:gd name="T3" fmla="*/ 39 h 79"/>
                  <a:gd name="T4" fmla="*/ 115 w 119"/>
                  <a:gd name="T5" fmla="*/ 79 h 79"/>
                  <a:gd name="T6" fmla="*/ 119 w 119"/>
                  <a:gd name="T7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9" h="79">
                    <a:moveTo>
                      <a:pt x="119" y="0"/>
                    </a:moveTo>
                    <a:lnTo>
                      <a:pt x="0" y="39"/>
                    </a:lnTo>
                    <a:lnTo>
                      <a:pt x="115" y="79"/>
                    </a:lnTo>
                    <a:lnTo>
                      <a:pt x="1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8" name="Freeform 799"/>
              <p:cNvSpPr>
                <a:spLocks noEditPoints="1"/>
              </p:cNvSpPr>
              <p:nvPr userDrawn="1"/>
            </p:nvSpPr>
            <p:spPr bwMode="auto">
              <a:xfrm>
                <a:off x="1161" y="953"/>
                <a:ext cx="139" cy="79"/>
              </a:xfrm>
              <a:custGeom>
                <a:avLst/>
                <a:gdLst>
                  <a:gd name="T0" fmla="*/ 61 w 112"/>
                  <a:gd name="T1" fmla="*/ 14 h 64"/>
                  <a:gd name="T2" fmla="*/ 26 w 112"/>
                  <a:gd name="T3" fmla="*/ 24 h 64"/>
                  <a:gd name="T4" fmla="*/ 0 w 112"/>
                  <a:gd name="T5" fmla="*/ 64 h 64"/>
                  <a:gd name="T6" fmla="*/ 74 w 112"/>
                  <a:gd name="T7" fmla="*/ 22 h 64"/>
                  <a:gd name="T8" fmla="*/ 61 w 112"/>
                  <a:gd name="T9" fmla="*/ 14 h 64"/>
                  <a:gd name="T10" fmla="*/ 112 w 112"/>
                  <a:gd name="T11" fmla="*/ 0 h 64"/>
                  <a:gd name="T12" fmla="*/ 81 w 112"/>
                  <a:gd name="T13" fmla="*/ 9 h 64"/>
                  <a:gd name="T14" fmla="*/ 101 w 112"/>
                  <a:gd name="T15" fmla="*/ 7 h 64"/>
                  <a:gd name="T16" fmla="*/ 112 w 112"/>
                  <a:gd name="T1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2" h="64">
                    <a:moveTo>
                      <a:pt x="61" y="1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74" y="22"/>
                      <a:pt x="74" y="22"/>
                      <a:pt x="74" y="22"/>
                    </a:cubicBezTo>
                    <a:cubicBezTo>
                      <a:pt x="70" y="20"/>
                      <a:pt x="65" y="17"/>
                      <a:pt x="61" y="14"/>
                    </a:cubicBezTo>
                    <a:moveTo>
                      <a:pt x="112" y="0"/>
                    </a:moveTo>
                    <a:cubicBezTo>
                      <a:pt x="81" y="9"/>
                      <a:pt x="81" y="9"/>
                      <a:pt x="81" y="9"/>
                    </a:cubicBezTo>
                    <a:cubicBezTo>
                      <a:pt x="101" y="7"/>
                      <a:pt x="101" y="7"/>
                      <a:pt x="101" y="7"/>
                    </a:cubicBezTo>
                    <a:cubicBezTo>
                      <a:pt x="112" y="0"/>
                      <a:pt x="112" y="0"/>
                      <a:pt x="11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59" name="Freeform 800"/>
              <p:cNvSpPr>
                <a:spLocks noEditPoints="1"/>
              </p:cNvSpPr>
              <p:nvPr userDrawn="1"/>
            </p:nvSpPr>
            <p:spPr bwMode="auto">
              <a:xfrm>
                <a:off x="1300" y="953"/>
                <a:ext cx="105" cy="28"/>
              </a:xfrm>
              <a:custGeom>
                <a:avLst/>
                <a:gdLst>
                  <a:gd name="T0" fmla="*/ 45 w 85"/>
                  <a:gd name="T1" fmla="*/ 3 h 23"/>
                  <a:gd name="T2" fmla="*/ 38 w 85"/>
                  <a:gd name="T3" fmla="*/ 23 h 23"/>
                  <a:gd name="T4" fmla="*/ 85 w 85"/>
                  <a:gd name="T5" fmla="*/ 7 h 23"/>
                  <a:gd name="T6" fmla="*/ 45 w 85"/>
                  <a:gd name="T7" fmla="*/ 3 h 23"/>
                  <a:gd name="T8" fmla="*/ 0 w 85"/>
                  <a:gd name="T9" fmla="*/ 0 h 23"/>
                  <a:gd name="T10" fmla="*/ 5 w 85"/>
                  <a:gd name="T11" fmla="*/ 5 h 23"/>
                  <a:gd name="T12" fmla="*/ 29 w 85"/>
                  <a:gd name="T13" fmla="*/ 2 h 23"/>
                  <a:gd name="T14" fmla="*/ 0 w 85"/>
                  <a:gd name="T1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5" h="23">
                    <a:moveTo>
                      <a:pt x="45" y="3"/>
                    </a:moveTo>
                    <a:cubicBezTo>
                      <a:pt x="43" y="10"/>
                      <a:pt x="40" y="16"/>
                      <a:pt x="38" y="23"/>
                    </a:cubicBezTo>
                    <a:cubicBezTo>
                      <a:pt x="85" y="7"/>
                      <a:pt x="85" y="7"/>
                      <a:pt x="85" y="7"/>
                    </a:cubicBezTo>
                    <a:cubicBezTo>
                      <a:pt x="82" y="6"/>
                      <a:pt x="64" y="4"/>
                      <a:pt x="45" y="3"/>
                    </a:cubicBezTo>
                    <a:moveTo>
                      <a:pt x="0" y="0"/>
                    </a:moveTo>
                    <a:cubicBezTo>
                      <a:pt x="5" y="5"/>
                      <a:pt x="5" y="5"/>
                      <a:pt x="5" y="5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14" y="1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0" name="Freeform 801"/>
              <p:cNvSpPr>
                <a:spLocks noEditPoints="1"/>
              </p:cNvSpPr>
              <p:nvPr userDrawn="1"/>
            </p:nvSpPr>
            <p:spPr bwMode="auto">
              <a:xfrm>
                <a:off x="1231" y="953"/>
                <a:ext cx="125" cy="73"/>
              </a:xfrm>
              <a:custGeom>
                <a:avLst/>
                <a:gdLst>
                  <a:gd name="T0" fmla="*/ 80 w 101"/>
                  <a:gd name="T1" fmla="*/ 27 h 59"/>
                  <a:gd name="T2" fmla="*/ 42 w 101"/>
                  <a:gd name="T3" fmla="*/ 37 h 59"/>
                  <a:gd name="T4" fmla="*/ 78 w 101"/>
                  <a:gd name="T5" fmla="*/ 59 h 59"/>
                  <a:gd name="T6" fmla="*/ 89 w 101"/>
                  <a:gd name="T7" fmla="*/ 31 h 59"/>
                  <a:gd name="T8" fmla="*/ 80 w 101"/>
                  <a:gd name="T9" fmla="*/ 27 h 59"/>
                  <a:gd name="T10" fmla="*/ 93 w 101"/>
                  <a:gd name="T11" fmla="*/ 23 h 59"/>
                  <a:gd name="T12" fmla="*/ 80 w 101"/>
                  <a:gd name="T13" fmla="*/ 27 h 59"/>
                  <a:gd name="T14" fmla="*/ 91 w 101"/>
                  <a:gd name="T15" fmla="*/ 27 h 59"/>
                  <a:gd name="T16" fmla="*/ 93 w 101"/>
                  <a:gd name="T17" fmla="*/ 23 h 59"/>
                  <a:gd name="T18" fmla="*/ 24 w 101"/>
                  <a:gd name="T19" fmla="*/ 9 h 59"/>
                  <a:gd name="T20" fmla="*/ 0 w 101"/>
                  <a:gd name="T21" fmla="*/ 12 h 59"/>
                  <a:gd name="T22" fmla="*/ 4 w 101"/>
                  <a:gd name="T23" fmla="*/ 14 h 59"/>
                  <a:gd name="T24" fmla="*/ 24 w 101"/>
                  <a:gd name="T25" fmla="*/ 9 h 59"/>
                  <a:gd name="T26" fmla="*/ 101 w 101"/>
                  <a:gd name="T27" fmla="*/ 0 h 59"/>
                  <a:gd name="T28" fmla="*/ 84 w 101"/>
                  <a:gd name="T29" fmla="*/ 2 h 59"/>
                  <a:gd name="T30" fmla="*/ 100 w 101"/>
                  <a:gd name="T31" fmla="*/ 3 h 59"/>
                  <a:gd name="T32" fmla="*/ 101 w 101"/>
                  <a:gd name="T3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1" h="59">
                    <a:moveTo>
                      <a:pt x="80" y="27"/>
                    </a:moveTo>
                    <a:cubicBezTo>
                      <a:pt x="42" y="37"/>
                      <a:pt x="42" y="37"/>
                      <a:pt x="42" y="37"/>
                    </a:cubicBezTo>
                    <a:cubicBezTo>
                      <a:pt x="54" y="45"/>
                      <a:pt x="66" y="52"/>
                      <a:pt x="78" y="59"/>
                    </a:cubicBezTo>
                    <a:cubicBezTo>
                      <a:pt x="82" y="50"/>
                      <a:pt x="86" y="40"/>
                      <a:pt x="89" y="31"/>
                    </a:cubicBezTo>
                    <a:cubicBezTo>
                      <a:pt x="80" y="27"/>
                      <a:pt x="80" y="27"/>
                      <a:pt x="80" y="27"/>
                    </a:cubicBezTo>
                    <a:moveTo>
                      <a:pt x="93" y="23"/>
                    </a:moveTo>
                    <a:cubicBezTo>
                      <a:pt x="80" y="27"/>
                      <a:pt x="80" y="27"/>
                      <a:pt x="80" y="27"/>
                    </a:cubicBezTo>
                    <a:cubicBezTo>
                      <a:pt x="91" y="27"/>
                      <a:pt x="91" y="27"/>
                      <a:pt x="91" y="27"/>
                    </a:cubicBezTo>
                    <a:cubicBezTo>
                      <a:pt x="91" y="26"/>
                      <a:pt x="92" y="24"/>
                      <a:pt x="93" y="23"/>
                    </a:cubicBezTo>
                    <a:moveTo>
                      <a:pt x="24" y="9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" y="13"/>
                      <a:pt x="3" y="14"/>
                      <a:pt x="4" y="14"/>
                    </a:cubicBezTo>
                    <a:cubicBezTo>
                      <a:pt x="24" y="9"/>
                      <a:pt x="24" y="9"/>
                      <a:pt x="24" y="9"/>
                    </a:cubicBezTo>
                    <a:moveTo>
                      <a:pt x="101" y="0"/>
                    </a:moveTo>
                    <a:cubicBezTo>
                      <a:pt x="84" y="2"/>
                      <a:pt x="84" y="2"/>
                      <a:pt x="84" y="2"/>
                    </a:cubicBezTo>
                    <a:cubicBezTo>
                      <a:pt x="89" y="2"/>
                      <a:pt x="95" y="3"/>
                      <a:pt x="100" y="3"/>
                    </a:cubicBezTo>
                    <a:cubicBezTo>
                      <a:pt x="101" y="2"/>
                      <a:pt x="101" y="1"/>
                      <a:pt x="101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1" name="Freeform 802"/>
              <p:cNvSpPr>
                <a:spLocks/>
              </p:cNvSpPr>
              <p:nvPr userDrawn="1"/>
            </p:nvSpPr>
            <p:spPr bwMode="auto">
              <a:xfrm>
                <a:off x="1236" y="961"/>
                <a:ext cx="50" cy="19"/>
              </a:xfrm>
              <a:custGeom>
                <a:avLst/>
                <a:gdLst>
                  <a:gd name="T0" fmla="*/ 40 w 40"/>
                  <a:gd name="T1" fmla="*/ 0 h 15"/>
                  <a:gd name="T2" fmla="*/ 20 w 40"/>
                  <a:gd name="T3" fmla="*/ 2 h 15"/>
                  <a:gd name="T4" fmla="*/ 0 w 40"/>
                  <a:gd name="T5" fmla="*/ 7 h 15"/>
                  <a:gd name="T6" fmla="*/ 13 w 40"/>
                  <a:gd name="T7" fmla="*/ 15 h 15"/>
                  <a:gd name="T8" fmla="*/ 40 w 40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15">
                    <a:moveTo>
                      <a:pt x="40" y="0"/>
                    </a:moveTo>
                    <a:cubicBezTo>
                      <a:pt x="20" y="2"/>
                      <a:pt x="20" y="2"/>
                      <a:pt x="20" y="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4" y="10"/>
                      <a:pt x="9" y="13"/>
                      <a:pt x="13" y="15"/>
                    </a:cubicBezTo>
                    <a:cubicBezTo>
                      <a:pt x="40" y="0"/>
                      <a:pt x="40" y="0"/>
                      <a:pt x="4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2" name="Freeform 803"/>
              <p:cNvSpPr>
                <a:spLocks/>
              </p:cNvSpPr>
              <p:nvPr userDrawn="1"/>
            </p:nvSpPr>
            <p:spPr bwMode="auto">
              <a:xfrm>
                <a:off x="1306" y="955"/>
                <a:ext cx="49" cy="31"/>
              </a:xfrm>
              <a:custGeom>
                <a:avLst/>
                <a:gdLst>
                  <a:gd name="T0" fmla="*/ 24 w 40"/>
                  <a:gd name="T1" fmla="*/ 0 h 25"/>
                  <a:gd name="T2" fmla="*/ 0 w 40"/>
                  <a:gd name="T3" fmla="*/ 3 h 25"/>
                  <a:gd name="T4" fmla="*/ 20 w 40"/>
                  <a:gd name="T5" fmla="*/ 25 h 25"/>
                  <a:gd name="T6" fmla="*/ 33 w 40"/>
                  <a:gd name="T7" fmla="*/ 21 h 25"/>
                  <a:gd name="T8" fmla="*/ 40 w 40"/>
                  <a:gd name="T9" fmla="*/ 1 h 25"/>
                  <a:gd name="T10" fmla="*/ 24 w 40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" h="25">
                    <a:moveTo>
                      <a:pt x="24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20" y="25"/>
                      <a:pt x="20" y="25"/>
                      <a:pt x="20" y="25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5" y="14"/>
                      <a:pt x="38" y="8"/>
                      <a:pt x="40" y="1"/>
                    </a:cubicBezTo>
                    <a:cubicBezTo>
                      <a:pt x="35" y="1"/>
                      <a:pt x="29" y="0"/>
                      <a:pt x="24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3" name="Freeform 804"/>
              <p:cNvSpPr>
                <a:spLocks/>
              </p:cNvSpPr>
              <p:nvPr userDrawn="1"/>
            </p:nvSpPr>
            <p:spPr bwMode="auto">
              <a:xfrm>
                <a:off x="1405" y="961"/>
                <a:ext cx="90" cy="34"/>
              </a:xfrm>
              <a:custGeom>
                <a:avLst/>
                <a:gdLst>
                  <a:gd name="T0" fmla="*/ 0 w 73"/>
                  <a:gd name="T1" fmla="*/ 0 h 27"/>
                  <a:gd name="T2" fmla="*/ 5 w 73"/>
                  <a:gd name="T3" fmla="*/ 24 h 27"/>
                  <a:gd name="T4" fmla="*/ 73 w 73"/>
                  <a:gd name="T5" fmla="*/ 27 h 27"/>
                  <a:gd name="T6" fmla="*/ 0 w 73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" h="27">
                    <a:moveTo>
                      <a:pt x="0" y="0"/>
                    </a:moveTo>
                    <a:cubicBezTo>
                      <a:pt x="2" y="8"/>
                      <a:pt x="4" y="16"/>
                      <a:pt x="5" y="24"/>
                    </a:cubicBezTo>
                    <a:cubicBezTo>
                      <a:pt x="73" y="27"/>
                      <a:pt x="73" y="27"/>
                      <a:pt x="73" y="2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4" name="Freeform 805"/>
              <p:cNvSpPr>
                <a:spLocks/>
              </p:cNvSpPr>
              <p:nvPr userDrawn="1"/>
            </p:nvSpPr>
            <p:spPr bwMode="auto">
              <a:xfrm>
                <a:off x="1342" y="986"/>
                <a:ext cx="153" cy="57"/>
              </a:xfrm>
              <a:custGeom>
                <a:avLst/>
                <a:gdLst>
                  <a:gd name="T0" fmla="*/ 2 w 124"/>
                  <a:gd name="T1" fmla="*/ 0 h 46"/>
                  <a:gd name="T2" fmla="*/ 0 w 124"/>
                  <a:gd name="T3" fmla="*/ 4 h 46"/>
                  <a:gd name="T4" fmla="*/ 97 w 124"/>
                  <a:gd name="T5" fmla="*/ 46 h 46"/>
                  <a:gd name="T6" fmla="*/ 124 w 124"/>
                  <a:gd name="T7" fmla="*/ 7 h 46"/>
                  <a:gd name="T8" fmla="*/ 62 w 124"/>
                  <a:gd name="T9" fmla="*/ 30 h 46"/>
                  <a:gd name="T10" fmla="*/ 56 w 124"/>
                  <a:gd name="T11" fmla="*/ 4 h 46"/>
                  <a:gd name="T12" fmla="*/ 2 w 124"/>
                  <a:gd name="T13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4" h="46">
                    <a:moveTo>
                      <a:pt x="2" y="0"/>
                    </a:moveTo>
                    <a:cubicBezTo>
                      <a:pt x="1" y="2"/>
                      <a:pt x="1" y="3"/>
                      <a:pt x="0" y="4"/>
                    </a:cubicBezTo>
                    <a:cubicBezTo>
                      <a:pt x="97" y="46"/>
                      <a:pt x="97" y="46"/>
                      <a:pt x="97" y="46"/>
                    </a:cubicBezTo>
                    <a:cubicBezTo>
                      <a:pt x="124" y="7"/>
                      <a:pt x="124" y="7"/>
                      <a:pt x="124" y="7"/>
                    </a:cubicBezTo>
                    <a:cubicBezTo>
                      <a:pt x="103" y="15"/>
                      <a:pt x="82" y="23"/>
                      <a:pt x="62" y="30"/>
                    </a:cubicBezTo>
                    <a:cubicBezTo>
                      <a:pt x="60" y="21"/>
                      <a:pt x="58" y="13"/>
                      <a:pt x="56" y="4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5" name="Freeform 806"/>
              <p:cNvSpPr>
                <a:spLocks/>
              </p:cNvSpPr>
              <p:nvPr userDrawn="1"/>
            </p:nvSpPr>
            <p:spPr bwMode="auto">
              <a:xfrm>
                <a:off x="1330" y="986"/>
                <a:ext cx="14" cy="5"/>
              </a:xfrm>
              <a:custGeom>
                <a:avLst/>
                <a:gdLst>
                  <a:gd name="T0" fmla="*/ 0 w 11"/>
                  <a:gd name="T1" fmla="*/ 0 h 4"/>
                  <a:gd name="T2" fmla="*/ 0 w 11"/>
                  <a:gd name="T3" fmla="*/ 0 h 4"/>
                  <a:gd name="T4" fmla="*/ 9 w 11"/>
                  <a:gd name="T5" fmla="*/ 4 h 4"/>
                  <a:gd name="T6" fmla="*/ 11 w 11"/>
                  <a:gd name="T7" fmla="*/ 0 h 4"/>
                  <a:gd name="T8" fmla="*/ 0 w 1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" h="4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10" y="3"/>
                      <a:pt x="10" y="2"/>
                      <a:pt x="1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766" name="Freeform 807"/>
              <p:cNvSpPr>
                <a:spLocks/>
              </p:cNvSpPr>
              <p:nvPr userDrawn="1"/>
            </p:nvSpPr>
            <p:spPr bwMode="auto">
              <a:xfrm>
                <a:off x="1411" y="991"/>
                <a:ext cx="84" cy="32"/>
              </a:xfrm>
              <a:custGeom>
                <a:avLst/>
                <a:gdLst>
                  <a:gd name="T0" fmla="*/ 0 w 68"/>
                  <a:gd name="T1" fmla="*/ 0 h 26"/>
                  <a:gd name="T2" fmla="*/ 6 w 68"/>
                  <a:gd name="T3" fmla="*/ 26 h 26"/>
                  <a:gd name="T4" fmla="*/ 68 w 68"/>
                  <a:gd name="T5" fmla="*/ 3 h 26"/>
                  <a:gd name="T6" fmla="*/ 68 w 68"/>
                  <a:gd name="T7" fmla="*/ 3 h 26"/>
                  <a:gd name="T8" fmla="*/ 0 w 68"/>
                  <a:gd name="T9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26">
                    <a:moveTo>
                      <a:pt x="0" y="0"/>
                    </a:moveTo>
                    <a:cubicBezTo>
                      <a:pt x="2" y="9"/>
                      <a:pt x="4" y="17"/>
                      <a:pt x="6" y="26"/>
                    </a:cubicBezTo>
                    <a:cubicBezTo>
                      <a:pt x="26" y="19"/>
                      <a:pt x="47" y="11"/>
                      <a:pt x="68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3" name="Group 1009"/>
            <p:cNvGrpSpPr>
              <a:grpSpLocks/>
            </p:cNvGrpSpPr>
            <p:nvPr userDrawn="1"/>
          </p:nvGrpSpPr>
          <p:grpSpPr bwMode="auto">
            <a:xfrm>
              <a:off x="1196976" y="-138113"/>
              <a:ext cx="4010025" cy="2497138"/>
              <a:chOff x="754" y="-87"/>
              <a:chExt cx="2526" cy="1573"/>
            </a:xfrm>
          </p:grpSpPr>
          <p:sp>
            <p:nvSpPr>
              <p:cNvPr id="367" name="Freeform 809"/>
              <p:cNvSpPr>
                <a:spLocks noEditPoints="1"/>
              </p:cNvSpPr>
              <p:nvPr userDrawn="1"/>
            </p:nvSpPr>
            <p:spPr bwMode="auto">
              <a:xfrm>
                <a:off x="1161" y="953"/>
                <a:ext cx="145" cy="79"/>
              </a:xfrm>
              <a:custGeom>
                <a:avLst/>
                <a:gdLst>
                  <a:gd name="T0" fmla="*/ 74 w 117"/>
                  <a:gd name="T1" fmla="*/ 22 h 64"/>
                  <a:gd name="T2" fmla="*/ 0 w 117"/>
                  <a:gd name="T3" fmla="*/ 64 h 64"/>
                  <a:gd name="T4" fmla="*/ 99 w 117"/>
                  <a:gd name="T5" fmla="*/ 37 h 64"/>
                  <a:gd name="T6" fmla="*/ 74 w 117"/>
                  <a:gd name="T7" fmla="*/ 22 h 64"/>
                  <a:gd name="T8" fmla="*/ 112 w 117"/>
                  <a:gd name="T9" fmla="*/ 0 h 64"/>
                  <a:gd name="T10" fmla="*/ 112 w 117"/>
                  <a:gd name="T11" fmla="*/ 0 h 64"/>
                  <a:gd name="T12" fmla="*/ 101 w 117"/>
                  <a:gd name="T13" fmla="*/ 7 h 64"/>
                  <a:gd name="T14" fmla="*/ 117 w 117"/>
                  <a:gd name="T15" fmla="*/ 5 h 64"/>
                  <a:gd name="T16" fmla="*/ 112 w 117"/>
                  <a:gd name="T17" fmla="*/ 0 h 64"/>
                  <a:gd name="T18" fmla="*/ 112 w 117"/>
                  <a:gd name="T1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7" h="64">
                    <a:moveTo>
                      <a:pt x="74" y="22"/>
                    </a:moveTo>
                    <a:cubicBezTo>
                      <a:pt x="0" y="64"/>
                      <a:pt x="0" y="64"/>
                      <a:pt x="0" y="64"/>
                    </a:cubicBezTo>
                    <a:cubicBezTo>
                      <a:pt x="99" y="37"/>
                      <a:pt x="99" y="37"/>
                      <a:pt x="99" y="37"/>
                    </a:cubicBezTo>
                    <a:cubicBezTo>
                      <a:pt x="91" y="32"/>
                      <a:pt x="82" y="27"/>
                      <a:pt x="74" y="22"/>
                    </a:cubicBezTo>
                    <a:moveTo>
                      <a:pt x="112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01" y="7"/>
                      <a:pt x="101" y="7"/>
                      <a:pt x="101" y="7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0"/>
                      <a:pt x="112" y="0"/>
                      <a:pt x="11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8" name="Freeform 810"/>
              <p:cNvSpPr>
                <a:spLocks/>
              </p:cNvSpPr>
              <p:nvPr userDrawn="1"/>
            </p:nvSpPr>
            <p:spPr bwMode="auto">
              <a:xfrm>
                <a:off x="1253" y="959"/>
                <a:ext cx="77" cy="40"/>
              </a:xfrm>
              <a:custGeom>
                <a:avLst/>
                <a:gdLst>
                  <a:gd name="T0" fmla="*/ 43 w 63"/>
                  <a:gd name="T1" fmla="*/ 0 h 32"/>
                  <a:gd name="T2" fmla="*/ 27 w 63"/>
                  <a:gd name="T3" fmla="*/ 2 h 32"/>
                  <a:gd name="T4" fmla="*/ 0 w 63"/>
                  <a:gd name="T5" fmla="*/ 17 h 32"/>
                  <a:gd name="T6" fmla="*/ 25 w 63"/>
                  <a:gd name="T7" fmla="*/ 32 h 32"/>
                  <a:gd name="T8" fmla="*/ 63 w 63"/>
                  <a:gd name="T9" fmla="*/ 22 h 32"/>
                  <a:gd name="T10" fmla="*/ 43 w 63"/>
                  <a:gd name="T11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" h="32">
                    <a:moveTo>
                      <a:pt x="43" y="0"/>
                    </a:moveTo>
                    <a:cubicBezTo>
                      <a:pt x="27" y="2"/>
                      <a:pt x="27" y="2"/>
                      <a:pt x="27" y="2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8" y="22"/>
                      <a:pt x="17" y="27"/>
                      <a:pt x="25" y="32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9" name="Freeform 811"/>
              <p:cNvSpPr>
                <a:spLocks/>
              </p:cNvSpPr>
              <p:nvPr userDrawn="1"/>
            </p:nvSpPr>
            <p:spPr bwMode="auto">
              <a:xfrm>
                <a:off x="2385" y="871"/>
                <a:ext cx="47" cy="103"/>
              </a:xfrm>
              <a:custGeom>
                <a:avLst/>
                <a:gdLst>
                  <a:gd name="T0" fmla="*/ 0 w 38"/>
                  <a:gd name="T1" fmla="*/ 0 h 83"/>
                  <a:gd name="T2" fmla="*/ 9 w 38"/>
                  <a:gd name="T3" fmla="*/ 82 h 83"/>
                  <a:gd name="T4" fmla="*/ 9 w 38"/>
                  <a:gd name="T5" fmla="*/ 83 h 83"/>
                  <a:gd name="T6" fmla="*/ 38 w 38"/>
                  <a:gd name="T7" fmla="*/ 63 h 83"/>
                  <a:gd name="T8" fmla="*/ 38 w 38"/>
                  <a:gd name="T9" fmla="*/ 63 h 83"/>
                  <a:gd name="T10" fmla="*/ 0 w 38"/>
                  <a:gd name="T11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" h="83">
                    <a:moveTo>
                      <a:pt x="0" y="0"/>
                    </a:moveTo>
                    <a:cubicBezTo>
                      <a:pt x="0" y="0"/>
                      <a:pt x="10" y="78"/>
                      <a:pt x="9" y="82"/>
                    </a:cubicBezTo>
                    <a:cubicBezTo>
                      <a:pt x="9" y="83"/>
                      <a:pt x="9" y="83"/>
                      <a:pt x="9" y="83"/>
                    </a:cubicBezTo>
                    <a:cubicBezTo>
                      <a:pt x="12" y="83"/>
                      <a:pt x="38" y="63"/>
                      <a:pt x="38" y="63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0" name="Freeform 812"/>
              <p:cNvSpPr>
                <a:spLocks/>
              </p:cNvSpPr>
              <p:nvPr userDrawn="1"/>
            </p:nvSpPr>
            <p:spPr bwMode="auto">
              <a:xfrm>
                <a:off x="2222" y="724"/>
                <a:ext cx="96" cy="119"/>
              </a:xfrm>
              <a:custGeom>
                <a:avLst/>
                <a:gdLst>
                  <a:gd name="T0" fmla="*/ 0 w 96"/>
                  <a:gd name="T1" fmla="*/ 0 h 119"/>
                  <a:gd name="T2" fmla="*/ 11 w 96"/>
                  <a:gd name="T3" fmla="*/ 12 h 119"/>
                  <a:gd name="T4" fmla="*/ 54 w 96"/>
                  <a:gd name="T5" fmla="*/ 39 h 119"/>
                  <a:gd name="T6" fmla="*/ 44 w 96"/>
                  <a:gd name="T7" fmla="*/ 54 h 119"/>
                  <a:gd name="T8" fmla="*/ 96 w 96"/>
                  <a:gd name="T9" fmla="*/ 119 h 119"/>
                  <a:gd name="T10" fmla="*/ 87 w 96"/>
                  <a:gd name="T11" fmla="*/ 64 h 119"/>
                  <a:gd name="T12" fmla="*/ 0 w 96"/>
                  <a:gd name="T13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19">
                    <a:moveTo>
                      <a:pt x="0" y="0"/>
                    </a:moveTo>
                    <a:lnTo>
                      <a:pt x="11" y="12"/>
                    </a:lnTo>
                    <a:lnTo>
                      <a:pt x="54" y="39"/>
                    </a:lnTo>
                    <a:lnTo>
                      <a:pt x="44" y="54"/>
                    </a:lnTo>
                    <a:lnTo>
                      <a:pt x="96" y="119"/>
                    </a:lnTo>
                    <a:lnTo>
                      <a:pt x="87" y="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1" name="Freeform 813"/>
              <p:cNvSpPr>
                <a:spLocks/>
              </p:cNvSpPr>
              <p:nvPr userDrawn="1"/>
            </p:nvSpPr>
            <p:spPr bwMode="auto">
              <a:xfrm>
                <a:off x="2222" y="724"/>
                <a:ext cx="96" cy="119"/>
              </a:xfrm>
              <a:custGeom>
                <a:avLst/>
                <a:gdLst>
                  <a:gd name="T0" fmla="*/ 0 w 96"/>
                  <a:gd name="T1" fmla="*/ 0 h 119"/>
                  <a:gd name="T2" fmla="*/ 11 w 96"/>
                  <a:gd name="T3" fmla="*/ 12 h 119"/>
                  <a:gd name="T4" fmla="*/ 54 w 96"/>
                  <a:gd name="T5" fmla="*/ 39 h 119"/>
                  <a:gd name="T6" fmla="*/ 44 w 96"/>
                  <a:gd name="T7" fmla="*/ 54 h 119"/>
                  <a:gd name="T8" fmla="*/ 96 w 96"/>
                  <a:gd name="T9" fmla="*/ 119 h 119"/>
                  <a:gd name="T10" fmla="*/ 87 w 96"/>
                  <a:gd name="T11" fmla="*/ 64 h 119"/>
                  <a:gd name="T12" fmla="*/ 0 w 96"/>
                  <a:gd name="T13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19">
                    <a:moveTo>
                      <a:pt x="0" y="0"/>
                    </a:moveTo>
                    <a:lnTo>
                      <a:pt x="11" y="12"/>
                    </a:lnTo>
                    <a:lnTo>
                      <a:pt x="54" y="39"/>
                    </a:lnTo>
                    <a:lnTo>
                      <a:pt x="44" y="54"/>
                    </a:lnTo>
                    <a:lnTo>
                      <a:pt x="96" y="119"/>
                    </a:lnTo>
                    <a:lnTo>
                      <a:pt x="87" y="64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2" name="Freeform 814"/>
              <p:cNvSpPr>
                <a:spLocks/>
              </p:cNvSpPr>
              <p:nvPr userDrawn="1"/>
            </p:nvSpPr>
            <p:spPr bwMode="auto">
              <a:xfrm>
                <a:off x="2121" y="673"/>
                <a:ext cx="101" cy="53"/>
              </a:xfrm>
              <a:custGeom>
                <a:avLst/>
                <a:gdLst>
                  <a:gd name="T0" fmla="*/ 0 w 101"/>
                  <a:gd name="T1" fmla="*/ 0 h 53"/>
                  <a:gd name="T2" fmla="*/ 24 w 101"/>
                  <a:gd name="T3" fmla="*/ 53 h 53"/>
                  <a:gd name="T4" fmla="*/ 68 w 101"/>
                  <a:gd name="T5" fmla="*/ 52 h 53"/>
                  <a:gd name="T6" fmla="*/ 50 w 101"/>
                  <a:gd name="T7" fmla="*/ 25 h 53"/>
                  <a:gd name="T8" fmla="*/ 91 w 101"/>
                  <a:gd name="T9" fmla="*/ 51 h 53"/>
                  <a:gd name="T10" fmla="*/ 101 w 101"/>
                  <a:gd name="T11" fmla="*/ 51 h 53"/>
                  <a:gd name="T12" fmla="*/ 0 w 101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53">
                    <a:moveTo>
                      <a:pt x="0" y="0"/>
                    </a:moveTo>
                    <a:lnTo>
                      <a:pt x="24" y="53"/>
                    </a:lnTo>
                    <a:lnTo>
                      <a:pt x="68" y="52"/>
                    </a:lnTo>
                    <a:lnTo>
                      <a:pt x="50" y="25"/>
                    </a:lnTo>
                    <a:lnTo>
                      <a:pt x="91" y="51"/>
                    </a:lnTo>
                    <a:lnTo>
                      <a:pt x="101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3" name="Freeform 815"/>
              <p:cNvSpPr>
                <a:spLocks/>
              </p:cNvSpPr>
              <p:nvPr userDrawn="1"/>
            </p:nvSpPr>
            <p:spPr bwMode="auto">
              <a:xfrm>
                <a:off x="2121" y="673"/>
                <a:ext cx="101" cy="53"/>
              </a:xfrm>
              <a:custGeom>
                <a:avLst/>
                <a:gdLst>
                  <a:gd name="T0" fmla="*/ 0 w 101"/>
                  <a:gd name="T1" fmla="*/ 0 h 53"/>
                  <a:gd name="T2" fmla="*/ 24 w 101"/>
                  <a:gd name="T3" fmla="*/ 53 h 53"/>
                  <a:gd name="T4" fmla="*/ 68 w 101"/>
                  <a:gd name="T5" fmla="*/ 52 h 53"/>
                  <a:gd name="T6" fmla="*/ 50 w 101"/>
                  <a:gd name="T7" fmla="*/ 25 h 53"/>
                  <a:gd name="T8" fmla="*/ 91 w 101"/>
                  <a:gd name="T9" fmla="*/ 51 h 53"/>
                  <a:gd name="T10" fmla="*/ 101 w 101"/>
                  <a:gd name="T11" fmla="*/ 51 h 53"/>
                  <a:gd name="T12" fmla="*/ 0 w 101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53">
                    <a:moveTo>
                      <a:pt x="0" y="0"/>
                    </a:moveTo>
                    <a:lnTo>
                      <a:pt x="24" y="53"/>
                    </a:lnTo>
                    <a:lnTo>
                      <a:pt x="68" y="52"/>
                    </a:lnTo>
                    <a:lnTo>
                      <a:pt x="50" y="25"/>
                    </a:lnTo>
                    <a:lnTo>
                      <a:pt x="91" y="51"/>
                    </a:lnTo>
                    <a:lnTo>
                      <a:pt x="101" y="5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4" name="Freeform 816"/>
              <p:cNvSpPr>
                <a:spLocks/>
              </p:cNvSpPr>
              <p:nvPr userDrawn="1"/>
            </p:nvSpPr>
            <p:spPr bwMode="auto">
              <a:xfrm>
                <a:off x="1938" y="777"/>
                <a:ext cx="100" cy="53"/>
              </a:xfrm>
              <a:custGeom>
                <a:avLst/>
                <a:gdLst>
                  <a:gd name="T0" fmla="*/ 0 w 100"/>
                  <a:gd name="T1" fmla="*/ 0 h 53"/>
                  <a:gd name="T2" fmla="*/ 24 w 100"/>
                  <a:gd name="T3" fmla="*/ 53 h 53"/>
                  <a:gd name="T4" fmla="*/ 100 w 100"/>
                  <a:gd name="T5" fmla="*/ 51 h 53"/>
                  <a:gd name="T6" fmla="*/ 0 w 100"/>
                  <a:gd name="T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3">
                    <a:moveTo>
                      <a:pt x="0" y="0"/>
                    </a:moveTo>
                    <a:lnTo>
                      <a:pt x="24" y="53"/>
                    </a:lnTo>
                    <a:lnTo>
                      <a:pt x="100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5" name="Freeform 817"/>
              <p:cNvSpPr>
                <a:spLocks/>
              </p:cNvSpPr>
              <p:nvPr userDrawn="1"/>
            </p:nvSpPr>
            <p:spPr bwMode="auto">
              <a:xfrm>
                <a:off x="1938" y="777"/>
                <a:ext cx="100" cy="53"/>
              </a:xfrm>
              <a:custGeom>
                <a:avLst/>
                <a:gdLst>
                  <a:gd name="T0" fmla="*/ 0 w 100"/>
                  <a:gd name="T1" fmla="*/ 0 h 53"/>
                  <a:gd name="T2" fmla="*/ 24 w 100"/>
                  <a:gd name="T3" fmla="*/ 53 h 53"/>
                  <a:gd name="T4" fmla="*/ 100 w 100"/>
                  <a:gd name="T5" fmla="*/ 51 h 53"/>
                  <a:gd name="T6" fmla="*/ 0 w 100"/>
                  <a:gd name="T7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3">
                    <a:moveTo>
                      <a:pt x="0" y="0"/>
                    </a:moveTo>
                    <a:lnTo>
                      <a:pt x="24" y="53"/>
                    </a:lnTo>
                    <a:lnTo>
                      <a:pt x="100" y="5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6" name="Freeform 818"/>
              <p:cNvSpPr>
                <a:spLocks/>
              </p:cNvSpPr>
              <p:nvPr userDrawn="1"/>
            </p:nvSpPr>
            <p:spPr bwMode="auto">
              <a:xfrm>
                <a:off x="1081" y="-13"/>
                <a:ext cx="100" cy="52"/>
              </a:xfrm>
              <a:custGeom>
                <a:avLst/>
                <a:gdLst>
                  <a:gd name="T0" fmla="*/ 0 w 100"/>
                  <a:gd name="T1" fmla="*/ 0 h 52"/>
                  <a:gd name="T2" fmla="*/ 22 w 100"/>
                  <a:gd name="T3" fmla="*/ 52 h 52"/>
                  <a:gd name="T4" fmla="*/ 100 w 100"/>
                  <a:gd name="T5" fmla="*/ 50 h 52"/>
                  <a:gd name="T6" fmla="*/ 0 w 100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2">
                    <a:moveTo>
                      <a:pt x="0" y="0"/>
                    </a:moveTo>
                    <a:lnTo>
                      <a:pt x="22" y="52"/>
                    </a:lnTo>
                    <a:lnTo>
                      <a:pt x="10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7" name="Freeform 819"/>
              <p:cNvSpPr>
                <a:spLocks/>
              </p:cNvSpPr>
              <p:nvPr userDrawn="1"/>
            </p:nvSpPr>
            <p:spPr bwMode="auto">
              <a:xfrm>
                <a:off x="1081" y="-13"/>
                <a:ext cx="100" cy="52"/>
              </a:xfrm>
              <a:custGeom>
                <a:avLst/>
                <a:gdLst>
                  <a:gd name="T0" fmla="*/ 0 w 100"/>
                  <a:gd name="T1" fmla="*/ 0 h 52"/>
                  <a:gd name="T2" fmla="*/ 22 w 100"/>
                  <a:gd name="T3" fmla="*/ 52 h 52"/>
                  <a:gd name="T4" fmla="*/ 100 w 100"/>
                  <a:gd name="T5" fmla="*/ 50 h 52"/>
                  <a:gd name="T6" fmla="*/ 0 w 100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0" h="52">
                    <a:moveTo>
                      <a:pt x="0" y="0"/>
                    </a:moveTo>
                    <a:lnTo>
                      <a:pt x="22" y="52"/>
                    </a:lnTo>
                    <a:lnTo>
                      <a:pt x="100" y="5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8" name="Freeform 820"/>
              <p:cNvSpPr>
                <a:spLocks/>
              </p:cNvSpPr>
              <p:nvPr userDrawn="1"/>
            </p:nvSpPr>
            <p:spPr bwMode="auto">
              <a:xfrm>
                <a:off x="2015" y="650"/>
                <a:ext cx="106" cy="28"/>
              </a:xfrm>
              <a:custGeom>
                <a:avLst/>
                <a:gdLst>
                  <a:gd name="T0" fmla="*/ 0 w 106"/>
                  <a:gd name="T1" fmla="*/ 0 h 28"/>
                  <a:gd name="T2" fmla="*/ 23 w 106"/>
                  <a:gd name="T3" fmla="*/ 28 h 28"/>
                  <a:gd name="T4" fmla="*/ 106 w 106"/>
                  <a:gd name="T5" fmla="*/ 23 h 28"/>
                  <a:gd name="T6" fmla="*/ 0 w 106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6" h="28">
                    <a:moveTo>
                      <a:pt x="0" y="0"/>
                    </a:moveTo>
                    <a:lnTo>
                      <a:pt x="23" y="28"/>
                    </a:lnTo>
                    <a:lnTo>
                      <a:pt x="106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9" name="Freeform 821"/>
              <p:cNvSpPr>
                <a:spLocks/>
              </p:cNvSpPr>
              <p:nvPr userDrawn="1"/>
            </p:nvSpPr>
            <p:spPr bwMode="auto">
              <a:xfrm>
                <a:off x="2015" y="650"/>
                <a:ext cx="106" cy="28"/>
              </a:xfrm>
              <a:custGeom>
                <a:avLst/>
                <a:gdLst>
                  <a:gd name="T0" fmla="*/ 0 w 106"/>
                  <a:gd name="T1" fmla="*/ 0 h 28"/>
                  <a:gd name="T2" fmla="*/ 23 w 106"/>
                  <a:gd name="T3" fmla="*/ 28 h 28"/>
                  <a:gd name="T4" fmla="*/ 106 w 106"/>
                  <a:gd name="T5" fmla="*/ 23 h 28"/>
                  <a:gd name="T6" fmla="*/ 0 w 106"/>
                  <a:gd name="T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6" h="28">
                    <a:moveTo>
                      <a:pt x="0" y="0"/>
                    </a:moveTo>
                    <a:lnTo>
                      <a:pt x="23" y="28"/>
                    </a:lnTo>
                    <a:lnTo>
                      <a:pt x="106" y="23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0" name="Freeform 822"/>
              <p:cNvSpPr>
                <a:spLocks/>
              </p:cNvSpPr>
              <p:nvPr userDrawn="1"/>
            </p:nvSpPr>
            <p:spPr bwMode="auto">
              <a:xfrm>
                <a:off x="1918" y="646"/>
                <a:ext cx="97" cy="37"/>
              </a:xfrm>
              <a:custGeom>
                <a:avLst/>
                <a:gdLst>
                  <a:gd name="T0" fmla="*/ 0 w 78"/>
                  <a:gd name="T1" fmla="*/ 0 h 30"/>
                  <a:gd name="T2" fmla="*/ 12 w 78"/>
                  <a:gd name="T3" fmla="*/ 5 h 30"/>
                  <a:gd name="T4" fmla="*/ 14 w 78"/>
                  <a:gd name="T5" fmla="*/ 5 h 30"/>
                  <a:gd name="T6" fmla="*/ 14 w 78"/>
                  <a:gd name="T7" fmla="*/ 5 h 30"/>
                  <a:gd name="T8" fmla="*/ 72 w 78"/>
                  <a:gd name="T9" fmla="*/ 30 h 30"/>
                  <a:gd name="T10" fmla="*/ 78 w 78"/>
                  <a:gd name="T11" fmla="*/ 3 h 30"/>
                  <a:gd name="T12" fmla="*/ 0 w 78"/>
                  <a:gd name="T13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30">
                    <a:moveTo>
                      <a:pt x="0" y="0"/>
                    </a:moveTo>
                    <a:cubicBezTo>
                      <a:pt x="4" y="1"/>
                      <a:pt x="8" y="3"/>
                      <a:pt x="12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33" y="13"/>
                      <a:pt x="52" y="21"/>
                      <a:pt x="72" y="30"/>
                    </a:cubicBezTo>
                    <a:cubicBezTo>
                      <a:pt x="74" y="21"/>
                      <a:pt x="76" y="12"/>
                      <a:pt x="78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1" name="Freeform 823"/>
              <p:cNvSpPr>
                <a:spLocks/>
              </p:cNvSpPr>
              <p:nvPr userDrawn="1"/>
            </p:nvSpPr>
            <p:spPr bwMode="auto">
              <a:xfrm>
                <a:off x="1837" y="652"/>
                <a:ext cx="99" cy="48"/>
              </a:xfrm>
              <a:custGeom>
                <a:avLst/>
                <a:gdLst>
                  <a:gd name="T0" fmla="*/ 78 w 80"/>
                  <a:gd name="T1" fmla="*/ 0 h 39"/>
                  <a:gd name="T2" fmla="*/ 0 w 80"/>
                  <a:gd name="T3" fmla="*/ 3 h 39"/>
                  <a:gd name="T4" fmla="*/ 60 w 80"/>
                  <a:gd name="T5" fmla="*/ 39 h 39"/>
                  <a:gd name="T6" fmla="*/ 80 w 80"/>
                  <a:gd name="T7" fmla="*/ 0 h 39"/>
                  <a:gd name="T8" fmla="*/ 78 w 80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9">
                    <a:moveTo>
                      <a:pt x="78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20" y="15"/>
                      <a:pt x="40" y="27"/>
                      <a:pt x="60" y="39"/>
                    </a:cubicBezTo>
                    <a:cubicBezTo>
                      <a:pt x="67" y="26"/>
                      <a:pt x="73" y="13"/>
                      <a:pt x="80" y="0"/>
                    </a:cubicBezTo>
                    <a:cubicBezTo>
                      <a:pt x="79" y="0"/>
                      <a:pt x="79" y="0"/>
                      <a:pt x="78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2" name="Freeform 824"/>
              <p:cNvSpPr>
                <a:spLocks/>
              </p:cNvSpPr>
              <p:nvPr userDrawn="1"/>
            </p:nvSpPr>
            <p:spPr bwMode="auto">
              <a:xfrm>
                <a:off x="1933" y="652"/>
                <a:ext cx="3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3" name="Freeform 825"/>
              <p:cNvSpPr>
                <a:spLocks/>
              </p:cNvSpPr>
              <p:nvPr userDrawn="1"/>
            </p:nvSpPr>
            <p:spPr bwMode="auto">
              <a:xfrm>
                <a:off x="1785" y="746"/>
                <a:ext cx="81" cy="50"/>
              </a:xfrm>
              <a:custGeom>
                <a:avLst/>
                <a:gdLst>
                  <a:gd name="T0" fmla="*/ 66 w 66"/>
                  <a:gd name="T1" fmla="*/ 0 h 40"/>
                  <a:gd name="T2" fmla="*/ 0 w 66"/>
                  <a:gd name="T3" fmla="*/ 9 h 40"/>
                  <a:gd name="T4" fmla="*/ 47 w 66"/>
                  <a:gd name="T5" fmla="*/ 40 h 40"/>
                  <a:gd name="T6" fmla="*/ 66 w 66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40">
                    <a:moveTo>
                      <a:pt x="66" y="0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16" y="20"/>
                      <a:pt x="31" y="30"/>
                      <a:pt x="47" y="40"/>
                    </a:cubicBezTo>
                    <a:cubicBezTo>
                      <a:pt x="53" y="27"/>
                      <a:pt x="59" y="14"/>
                      <a:pt x="66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4" name="Freeform 826"/>
              <p:cNvSpPr>
                <a:spLocks/>
              </p:cNvSpPr>
              <p:nvPr userDrawn="1"/>
            </p:nvSpPr>
            <p:spPr bwMode="auto">
              <a:xfrm>
                <a:off x="1778" y="656"/>
                <a:ext cx="65" cy="31"/>
              </a:xfrm>
              <a:custGeom>
                <a:avLst/>
                <a:gdLst>
                  <a:gd name="T0" fmla="*/ 59 w 65"/>
                  <a:gd name="T1" fmla="*/ 0 h 31"/>
                  <a:gd name="T2" fmla="*/ 0 w 65"/>
                  <a:gd name="T3" fmla="*/ 18 h 31"/>
                  <a:gd name="T4" fmla="*/ 10 w 65"/>
                  <a:gd name="T5" fmla="*/ 27 h 31"/>
                  <a:gd name="T6" fmla="*/ 65 w 65"/>
                  <a:gd name="T7" fmla="*/ 31 h 31"/>
                  <a:gd name="T8" fmla="*/ 59 w 65"/>
                  <a:gd name="T9" fmla="*/ 0 h 31"/>
                  <a:gd name="T10" fmla="*/ 59 w 65"/>
                  <a:gd name="T11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31">
                    <a:moveTo>
                      <a:pt x="59" y="0"/>
                    </a:moveTo>
                    <a:lnTo>
                      <a:pt x="0" y="18"/>
                    </a:lnTo>
                    <a:lnTo>
                      <a:pt x="10" y="27"/>
                    </a:lnTo>
                    <a:lnTo>
                      <a:pt x="65" y="31"/>
                    </a:lnTo>
                    <a:lnTo>
                      <a:pt x="59" y="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5" name="Freeform 827"/>
              <p:cNvSpPr>
                <a:spLocks/>
              </p:cNvSpPr>
              <p:nvPr userDrawn="1"/>
            </p:nvSpPr>
            <p:spPr bwMode="auto">
              <a:xfrm>
                <a:off x="1778" y="656"/>
                <a:ext cx="65" cy="31"/>
              </a:xfrm>
              <a:custGeom>
                <a:avLst/>
                <a:gdLst>
                  <a:gd name="T0" fmla="*/ 59 w 65"/>
                  <a:gd name="T1" fmla="*/ 0 h 31"/>
                  <a:gd name="T2" fmla="*/ 0 w 65"/>
                  <a:gd name="T3" fmla="*/ 18 h 31"/>
                  <a:gd name="T4" fmla="*/ 10 w 65"/>
                  <a:gd name="T5" fmla="*/ 27 h 31"/>
                  <a:gd name="T6" fmla="*/ 65 w 65"/>
                  <a:gd name="T7" fmla="*/ 31 h 31"/>
                  <a:gd name="T8" fmla="*/ 59 w 65"/>
                  <a:gd name="T9" fmla="*/ 0 h 31"/>
                  <a:gd name="T10" fmla="*/ 59 w 65"/>
                  <a:gd name="T11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31">
                    <a:moveTo>
                      <a:pt x="59" y="0"/>
                    </a:moveTo>
                    <a:lnTo>
                      <a:pt x="0" y="18"/>
                    </a:lnTo>
                    <a:lnTo>
                      <a:pt x="10" y="27"/>
                    </a:lnTo>
                    <a:lnTo>
                      <a:pt x="65" y="31"/>
                    </a:lnTo>
                    <a:lnTo>
                      <a:pt x="59" y="0"/>
                    </a:lnTo>
                    <a:lnTo>
                      <a:pt x="5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6" name="Freeform 828"/>
              <p:cNvSpPr>
                <a:spLocks/>
              </p:cNvSpPr>
              <p:nvPr userDrawn="1"/>
            </p:nvSpPr>
            <p:spPr bwMode="auto">
              <a:xfrm>
                <a:off x="1760" y="679"/>
                <a:ext cx="5" cy="1"/>
              </a:xfrm>
              <a:custGeom>
                <a:avLst/>
                <a:gdLst>
                  <a:gd name="T0" fmla="*/ 4 w 4"/>
                  <a:gd name="T1" fmla="*/ 0 h 1"/>
                  <a:gd name="T2" fmla="*/ 0 w 4"/>
                  <a:gd name="T3" fmla="*/ 1 h 1"/>
                  <a:gd name="T4" fmla="*/ 2 w 4"/>
                  <a:gd name="T5" fmla="*/ 1 h 1"/>
                  <a:gd name="T6" fmla="*/ 4 w 4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3" y="0"/>
                      <a:pt x="3" y="0"/>
                      <a:pt x="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7" name="Freeform 829"/>
              <p:cNvSpPr>
                <a:spLocks/>
              </p:cNvSpPr>
              <p:nvPr userDrawn="1"/>
            </p:nvSpPr>
            <p:spPr bwMode="auto">
              <a:xfrm>
                <a:off x="1580" y="737"/>
                <a:ext cx="81" cy="113"/>
              </a:xfrm>
              <a:custGeom>
                <a:avLst/>
                <a:gdLst>
                  <a:gd name="T0" fmla="*/ 65 w 65"/>
                  <a:gd name="T1" fmla="*/ 0 h 91"/>
                  <a:gd name="T2" fmla="*/ 0 w 65"/>
                  <a:gd name="T3" fmla="*/ 64 h 91"/>
                  <a:gd name="T4" fmla="*/ 20 w 65"/>
                  <a:gd name="T5" fmla="*/ 91 h 91"/>
                  <a:gd name="T6" fmla="*/ 50 w 65"/>
                  <a:gd name="T7" fmla="*/ 30 h 91"/>
                  <a:gd name="T8" fmla="*/ 25 w 65"/>
                  <a:gd name="T9" fmla="*/ 39 h 91"/>
                  <a:gd name="T10" fmla="*/ 58 w 65"/>
                  <a:gd name="T11" fmla="*/ 13 h 91"/>
                  <a:gd name="T12" fmla="*/ 65 w 65"/>
                  <a:gd name="T13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91">
                    <a:moveTo>
                      <a:pt x="65" y="0"/>
                    </a:moveTo>
                    <a:cubicBezTo>
                      <a:pt x="65" y="0"/>
                      <a:pt x="3" y="60"/>
                      <a:pt x="0" y="64"/>
                    </a:cubicBezTo>
                    <a:cubicBezTo>
                      <a:pt x="20" y="91"/>
                      <a:pt x="20" y="91"/>
                      <a:pt x="20" y="91"/>
                    </a:cubicBezTo>
                    <a:cubicBezTo>
                      <a:pt x="50" y="30"/>
                      <a:pt x="50" y="30"/>
                      <a:pt x="50" y="30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58" y="13"/>
                      <a:pt x="58" y="13"/>
                      <a:pt x="58" y="13"/>
                    </a:cubicBezTo>
                    <a:cubicBezTo>
                      <a:pt x="65" y="0"/>
                      <a:pt x="65" y="0"/>
                      <a:pt x="65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8" name="Freeform 830"/>
              <p:cNvSpPr>
                <a:spLocks/>
              </p:cNvSpPr>
              <p:nvPr userDrawn="1"/>
            </p:nvSpPr>
            <p:spPr bwMode="auto">
              <a:xfrm>
                <a:off x="1535" y="817"/>
                <a:ext cx="70" cy="71"/>
              </a:xfrm>
              <a:custGeom>
                <a:avLst/>
                <a:gdLst>
                  <a:gd name="T0" fmla="*/ 37 w 57"/>
                  <a:gd name="T1" fmla="*/ 0 h 58"/>
                  <a:gd name="T2" fmla="*/ 0 w 57"/>
                  <a:gd name="T3" fmla="*/ 58 h 58"/>
                  <a:gd name="T4" fmla="*/ 57 w 57"/>
                  <a:gd name="T5" fmla="*/ 27 h 58"/>
                  <a:gd name="T6" fmla="*/ 37 w 57"/>
                  <a:gd name="T7" fmla="*/ 0 h 58"/>
                  <a:gd name="T8" fmla="*/ 37 w 57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8">
                    <a:moveTo>
                      <a:pt x="37" y="0"/>
                    </a:moveTo>
                    <a:cubicBezTo>
                      <a:pt x="37" y="0"/>
                      <a:pt x="1" y="55"/>
                      <a:pt x="0" y="58"/>
                    </a:cubicBezTo>
                    <a:cubicBezTo>
                      <a:pt x="57" y="27"/>
                      <a:pt x="57" y="27"/>
                      <a:pt x="57" y="27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9" name="Freeform 831"/>
              <p:cNvSpPr>
                <a:spLocks/>
              </p:cNvSpPr>
              <p:nvPr userDrawn="1"/>
            </p:nvSpPr>
            <p:spPr bwMode="auto">
              <a:xfrm>
                <a:off x="1496" y="888"/>
                <a:ext cx="39" cy="108"/>
              </a:xfrm>
              <a:custGeom>
                <a:avLst/>
                <a:gdLst>
                  <a:gd name="T0" fmla="*/ 39 w 39"/>
                  <a:gd name="T1" fmla="*/ 0 h 108"/>
                  <a:gd name="T2" fmla="*/ 0 w 39"/>
                  <a:gd name="T3" fmla="*/ 108 h 108"/>
                  <a:gd name="T4" fmla="*/ 36 w 39"/>
                  <a:gd name="T5" fmla="*/ 90 h 108"/>
                  <a:gd name="T6" fmla="*/ 39 w 39"/>
                  <a:gd name="T7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9" h="108">
                    <a:moveTo>
                      <a:pt x="39" y="0"/>
                    </a:moveTo>
                    <a:lnTo>
                      <a:pt x="0" y="108"/>
                    </a:lnTo>
                    <a:lnTo>
                      <a:pt x="36" y="90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0" name="Freeform 832"/>
              <p:cNvSpPr>
                <a:spLocks/>
              </p:cNvSpPr>
              <p:nvPr userDrawn="1"/>
            </p:nvSpPr>
            <p:spPr bwMode="auto">
              <a:xfrm>
                <a:off x="1496" y="888"/>
                <a:ext cx="39" cy="108"/>
              </a:xfrm>
              <a:custGeom>
                <a:avLst/>
                <a:gdLst>
                  <a:gd name="T0" fmla="*/ 39 w 39"/>
                  <a:gd name="T1" fmla="*/ 0 h 108"/>
                  <a:gd name="T2" fmla="*/ 0 w 39"/>
                  <a:gd name="T3" fmla="*/ 108 h 108"/>
                  <a:gd name="T4" fmla="*/ 36 w 39"/>
                  <a:gd name="T5" fmla="*/ 90 h 108"/>
                  <a:gd name="T6" fmla="*/ 39 w 39"/>
                  <a:gd name="T7" fmla="*/ 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9" h="108">
                    <a:moveTo>
                      <a:pt x="39" y="0"/>
                    </a:moveTo>
                    <a:lnTo>
                      <a:pt x="0" y="108"/>
                    </a:lnTo>
                    <a:lnTo>
                      <a:pt x="36" y="90"/>
                    </a:lnTo>
                    <a:lnTo>
                      <a:pt x="3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1" name="Freeform 833"/>
              <p:cNvSpPr>
                <a:spLocks/>
              </p:cNvSpPr>
              <p:nvPr userDrawn="1"/>
            </p:nvSpPr>
            <p:spPr bwMode="auto">
              <a:xfrm>
                <a:off x="2189" y="724"/>
                <a:ext cx="77" cy="81"/>
              </a:xfrm>
              <a:custGeom>
                <a:avLst/>
                <a:gdLst>
                  <a:gd name="T0" fmla="*/ 23 w 77"/>
                  <a:gd name="T1" fmla="*/ 0 h 81"/>
                  <a:gd name="T2" fmla="*/ 0 w 77"/>
                  <a:gd name="T3" fmla="*/ 1 h 81"/>
                  <a:gd name="T4" fmla="*/ 58 w 77"/>
                  <a:gd name="T5" fmla="*/ 81 h 81"/>
                  <a:gd name="T6" fmla="*/ 77 w 77"/>
                  <a:gd name="T7" fmla="*/ 54 h 81"/>
                  <a:gd name="T8" fmla="*/ 44 w 77"/>
                  <a:gd name="T9" fmla="*/ 12 h 81"/>
                  <a:gd name="T10" fmla="*/ 23 w 77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81">
                    <a:moveTo>
                      <a:pt x="23" y="0"/>
                    </a:moveTo>
                    <a:lnTo>
                      <a:pt x="0" y="1"/>
                    </a:lnTo>
                    <a:lnTo>
                      <a:pt x="58" y="81"/>
                    </a:lnTo>
                    <a:lnTo>
                      <a:pt x="77" y="54"/>
                    </a:lnTo>
                    <a:lnTo>
                      <a:pt x="44" y="12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2" name="Freeform 834"/>
              <p:cNvSpPr>
                <a:spLocks/>
              </p:cNvSpPr>
              <p:nvPr userDrawn="1"/>
            </p:nvSpPr>
            <p:spPr bwMode="auto">
              <a:xfrm>
                <a:off x="2189" y="724"/>
                <a:ext cx="77" cy="81"/>
              </a:xfrm>
              <a:custGeom>
                <a:avLst/>
                <a:gdLst>
                  <a:gd name="T0" fmla="*/ 23 w 77"/>
                  <a:gd name="T1" fmla="*/ 0 h 81"/>
                  <a:gd name="T2" fmla="*/ 0 w 77"/>
                  <a:gd name="T3" fmla="*/ 1 h 81"/>
                  <a:gd name="T4" fmla="*/ 58 w 77"/>
                  <a:gd name="T5" fmla="*/ 81 h 81"/>
                  <a:gd name="T6" fmla="*/ 77 w 77"/>
                  <a:gd name="T7" fmla="*/ 54 h 81"/>
                  <a:gd name="T8" fmla="*/ 44 w 77"/>
                  <a:gd name="T9" fmla="*/ 12 h 81"/>
                  <a:gd name="T10" fmla="*/ 23 w 77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" h="81">
                    <a:moveTo>
                      <a:pt x="23" y="0"/>
                    </a:moveTo>
                    <a:lnTo>
                      <a:pt x="0" y="1"/>
                    </a:lnTo>
                    <a:lnTo>
                      <a:pt x="58" y="81"/>
                    </a:lnTo>
                    <a:lnTo>
                      <a:pt x="77" y="54"/>
                    </a:lnTo>
                    <a:lnTo>
                      <a:pt x="44" y="12"/>
                    </a:lnTo>
                    <a:lnTo>
                      <a:pt x="2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3" name="Freeform 835"/>
              <p:cNvSpPr>
                <a:spLocks/>
              </p:cNvSpPr>
              <p:nvPr userDrawn="1"/>
            </p:nvSpPr>
            <p:spPr bwMode="auto">
              <a:xfrm>
                <a:off x="2233" y="736"/>
                <a:ext cx="43" cy="42"/>
              </a:xfrm>
              <a:custGeom>
                <a:avLst/>
                <a:gdLst>
                  <a:gd name="T0" fmla="*/ 0 w 43"/>
                  <a:gd name="T1" fmla="*/ 0 h 42"/>
                  <a:gd name="T2" fmla="*/ 33 w 43"/>
                  <a:gd name="T3" fmla="*/ 42 h 42"/>
                  <a:gd name="T4" fmla="*/ 43 w 43"/>
                  <a:gd name="T5" fmla="*/ 27 h 42"/>
                  <a:gd name="T6" fmla="*/ 0 w 43"/>
                  <a:gd name="T7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42">
                    <a:moveTo>
                      <a:pt x="0" y="0"/>
                    </a:moveTo>
                    <a:lnTo>
                      <a:pt x="33" y="42"/>
                    </a:lnTo>
                    <a:lnTo>
                      <a:pt x="43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4" name="Freeform 836"/>
              <p:cNvSpPr>
                <a:spLocks/>
              </p:cNvSpPr>
              <p:nvPr userDrawn="1"/>
            </p:nvSpPr>
            <p:spPr bwMode="auto">
              <a:xfrm>
                <a:off x="2233" y="736"/>
                <a:ext cx="43" cy="42"/>
              </a:xfrm>
              <a:custGeom>
                <a:avLst/>
                <a:gdLst>
                  <a:gd name="T0" fmla="*/ 0 w 43"/>
                  <a:gd name="T1" fmla="*/ 0 h 42"/>
                  <a:gd name="T2" fmla="*/ 33 w 43"/>
                  <a:gd name="T3" fmla="*/ 42 h 42"/>
                  <a:gd name="T4" fmla="*/ 43 w 43"/>
                  <a:gd name="T5" fmla="*/ 27 h 42"/>
                  <a:gd name="T6" fmla="*/ 0 w 43"/>
                  <a:gd name="T7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42">
                    <a:moveTo>
                      <a:pt x="0" y="0"/>
                    </a:moveTo>
                    <a:lnTo>
                      <a:pt x="33" y="42"/>
                    </a:lnTo>
                    <a:lnTo>
                      <a:pt x="43" y="27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5" name="Freeform 837"/>
              <p:cNvSpPr>
                <a:spLocks/>
              </p:cNvSpPr>
              <p:nvPr userDrawn="1"/>
            </p:nvSpPr>
            <p:spPr bwMode="auto">
              <a:xfrm>
                <a:off x="2171" y="698"/>
                <a:ext cx="41" cy="27"/>
              </a:xfrm>
              <a:custGeom>
                <a:avLst/>
                <a:gdLst>
                  <a:gd name="T0" fmla="*/ 0 w 41"/>
                  <a:gd name="T1" fmla="*/ 0 h 27"/>
                  <a:gd name="T2" fmla="*/ 18 w 41"/>
                  <a:gd name="T3" fmla="*/ 27 h 27"/>
                  <a:gd name="T4" fmla="*/ 41 w 41"/>
                  <a:gd name="T5" fmla="*/ 26 h 27"/>
                  <a:gd name="T6" fmla="*/ 0 w 4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27">
                    <a:moveTo>
                      <a:pt x="0" y="0"/>
                    </a:moveTo>
                    <a:lnTo>
                      <a:pt x="18" y="27"/>
                    </a:lnTo>
                    <a:lnTo>
                      <a:pt x="41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6" name="Freeform 838"/>
              <p:cNvSpPr>
                <a:spLocks/>
              </p:cNvSpPr>
              <p:nvPr userDrawn="1"/>
            </p:nvSpPr>
            <p:spPr bwMode="auto">
              <a:xfrm>
                <a:off x="2171" y="698"/>
                <a:ext cx="41" cy="27"/>
              </a:xfrm>
              <a:custGeom>
                <a:avLst/>
                <a:gdLst>
                  <a:gd name="T0" fmla="*/ 0 w 41"/>
                  <a:gd name="T1" fmla="*/ 0 h 27"/>
                  <a:gd name="T2" fmla="*/ 18 w 41"/>
                  <a:gd name="T3" fmla="*/ 27 h 27"/>
                  <a:gd name="T4" fmla="*/ 41 w 41"/>
                  <a:gd name="T5" fmla="*/ 26 h 27"/>
                  <a:gd name="T6" fmla="*/ 0 w 41"/>
                  <a:gd name="T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27">
                    <a:moveTo>
                      <a:pt x="0" y="0"/>
                    </a:moveTo>
                    <a:lnTo>
                      <a:pt x="18" y="27"/>
                    </a:lnTo>
                    <a:lnTo>
                      <a:pt x="41" y="2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7" name="Freeform 839"/>
              <p:cNvSpPr>
                <a:spLocks noEditPoints="1"/>
              </p:cNvSpPr>
              <p:nvPr userDrawn="1"/>
            </p:nvSpPr>
            <p:spPr bwMode="auto">
              <a:xfrm>
                <a:off x="1642" y="705"/>
                <a:ext cx="109" cy="70"/>
              </a:xfrm>
              <a:custGeom>
                <a:avLst/>
                <a:gdLst>
                  <a:gd name="T0" fmla="*/ 73 w 88"/>
                  <a:gd name="T1" fmla="*/ 11 h 56"/>
                  <a:gd name="T2" fmla="*/ 34 w 88"/>
                  <a:gd name="T3" fmla="*/ 20 h 56"/>
                  <a:gd name="T4" fmla="*/ 8 w 88"/>
                  <a:gd name="T5" fmla="*/ 39 h 56"/>
                  <a:gd name="T6" fmla="*/ 0 w 88"/>
                  <a:gd name="T7" fmla="*/ 56 h 56"/>
                  <a:gd name="T8" fmla="*/ 88 w 88"/>
                  <a:gd name="T9" fmla="*/ 25 h 56"/>
                  <a:gd name="T10" fmla="*/ 73 w 88"/>
                  <a:gd name="T11" fmla="*/ 11 h 56"/>
                  <a:gd name="T12" fmla="*/ 60 w 88"/>
                  <a:gd name="T13" fmla="*/ 0 h 56"/>
                  <a:gd name="T14" fmla="*/ 52 w 88"/>
                  <a:gd name="T15" fmla="*/ 7 h 56"/>
                  <a:gd name="T16" fmla="*/ 61 w 88"/>
                  <a:gd name="T17" fmla="*/ 1 h 56"/>
                  <a:gd name="T18" fmla="*/ 60 w 88"/>
                  <a:gd name="T19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56">
                    <a:moveTo>
                      <a:pt x="73" y="11"/>
                    </a:moveTo>
                    <a:cubicBezTo>
                      <a:pt x="60" y="14"/>
                      <a:pt x="47" y="17"/>
                      <a:pt x="34" y="20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88" y="25"/>
                      <a:pt x="88" y="25"/>
                      <a:pt x="88" y="25"/>
                    </a:cubicBezTo>
                    <a:cubicBezTo>
                      <a:pt x="73" y="11"/>
                      <a:pt x="73" y="11"/>
                      <a:pt x="73" y="11"/>
                    </a:cubicBezTo>
                    <a:moveTo>
                      <a:pt x="60" y="0"/>
                    </a:moveTo>
                    <a:cubicBezTo>
                      <a:pt x="52" y="7"/>
                      <a:pt x="52" y="7"/>
                      <a:pt x="52" y="7"/>
                    </a:cubicBezTo>
                    <a:cubicBezTo>
                      <a:pt x="55" y="5"/>
                      <a:pt x="58" y="3"/>
                      <a:pt x="61" y="1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8" name="Freeform 840"/>
              <p:cNvSpPr>
                <a:spLocks/>
              </p:cNvSpPr>
              <p:nvPr userDrawn="1"/>
            </p:nvSpPr>
            <p:spPr bwMode="auto">
              <a:xfrm>
                <a:off x="1611" y="753"/>
                <a:ext cx="41" cy="33"/>
              </a:xfrm>
              <a:custGeom>
                <a:avLst/>
                <a:gdLst>
                  <a:gd name="T0" fmla="*/ 41 w 41"/>
                  <a:gd name="T1" fmla="*/ 0 h 33"/>
                  <a:gd name="T2" fmla="*/ 0 w 41"/>
                  <a:gd name="T3" fmla="*/ 33 h 33"/>
                  <a:gd name="T4" fmla="*/ 31 w 41"/>
                  <a:gd name="T5" fmla="*/ 22 h 33"/>
                  <a:gd name="T6" fmla="*/ 41 w 41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33">
                    <a:moveTo>
                      <a:pt x="41" y="0"/>
                    </a:moveTo>
                    <a:lnTo>
                      <a:pt x="0" y="33"/>
                    </a:lnTo>
                    <a:lnTo>
                      <a:pt x="31" y="22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9" name="Freeform 841"/>
              <p:cNvSpPr>
                <a:spLocks/>
              </p:cNvSpPr>
              <p:nvPr userDrawn="1"/>
            </p:nvSpPr>
            <p:spPr bwMode="auto">
              <a:xfrm>
                <a:off x="1611" y="753"/>
                <a:ext cx="41" cy="33"/>
              </a:xfrm>
              <a:custGeom>
                <a:avLst/>
                <a:gdLst>
                  <a:gd name="T0" fmla="*/ 41 w 41"/>
                  <a:gd name="T1" fmla="*/ 0 h 33"/>
                  <a:gd name="T2" fmla="*/ 0 w 41"/>
                  <a:gd name="T3" fmla="*/ 33 h 33"/>
                  <a:gd name="T4" fmla="*/ 31 w 41"/>
                  <a:gd name="T5" fmla="*/ 22 h 33"/>
                  <a:gd name="T6" fmla="*/ 41 w 41"/>
                  <a:gd name="T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33">
                    <a:moveTo>
                      <a:pt x="41" y="0"/>
                    </a:moveTo>
                    <a:lnTo>
                      <a:pt x="0" y="33"/>
                    </a:lnTo>
                    <a:lnTo>
                      <a:pt x="31" y="22"/>
                    </a:lnTo>
                    <a:lnTo>
                      <a:pt x="4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0" name="Freeform 842"/>
              <p:cNvSpPr>
                <a:spLocks noEditPoints="1"/>
              </p:cNvSpPr>
              <p:nvPr userDrawn="1"/>
            </p:nvSpPr>
            <p:spPr bwMode="auto">
              <a:xfrm>
                <a:off x="1675" y="672"/>
                <a:ext cx="136" cy="60"/>
              </a:xfrm>
              <a:custGeom>
                <a:avLst/>
                <a:gdLst>
                  <a:gd name="T0" fmla="*/ 26 w 110"/>
                  <a:gd name="T1" fmla="*/ 34 h 49"/>
                  <a:gd name="T2" fmla="*/ 0 w 110"/>
                  <a:gd name="T3" fmla="*/ 49 h 49"/>
                  <a:gd name="T4" fmla="*/ 8 w 110"/>
                  <a:gd name="T5" fmla="*/ 47 h 49"/>
                  <a:gd name="T6" fmla="*/ 26 w 110"/>
                  <a:gd name="T7" fmla="*/ 34 h 49"/>
                  <a:gd name="T8" fmla="*/ 71 w 110"/>
                  <a:gd name="T9" fmla="*/ 7 h 49"/>
                  <a:gd name="T10" fmla="*/ 35 w 110"/>
                  <a:gd name="T11" fmla="*/ 28 h 49"/>
                  <a:gd name="T12" fmla="*/ 47 w 110"/>
                  <a:gd name="T13" fmla="*/ 38 h 49"/>
                  <a:gd name="T14" fmla="*/ 110 w 110"/>
                  <a:gd name="T15" fmla="*/ 24 h 49"/>
                  <a:gd name="T16" fmla="*/ 92 w 110"/>
                  <a:gd name="T17" fmla="*/ 9 h 49"/>
                  <a:gd name="T18" fmla="*/ 71 w 110"/>
                  <a:gd name="T19" fmla="*/ 7 h 49"/>
                  <a:gd name="T20" fmla="*/ 82 w 110"/>
                  <a:gd name="T21" fmla="*/ 0 h 49"/>
                  <a:gd name="T22" fmla="*/ 73 w 110"/>
                  <a:gd name="T23" fmla="*/ 6 h 49"/>
                  <a:gd name="T24" fmla="*/ 84 w 110"/>
                  <a:gd name="T25" fmla="*/ 2 h 49"/>
                  <a:gd name="T26" fmla="*/ 82 w 110"/>
                  <a:gd name="T27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49">
                    <a:moveTo>
                      <a:pt x="26" y="34"/>
                    </a:moveTo>
                    <a:cubicBezTo>
                      <a:pt x="17" y="39"/>
                      <a:pt x="8" y="44"/>
                      <a:pt x="0" y="49"/>
                    </a:cubicBezTo>
                    <a:cubicBezTo>
                      <a:pt x="2" y="48"/>
                      <a:pt x="5" y="48"/>
                      <a:pt x="8" y="47"/>
                    </a:cubicBezTo>
                    <a:cubicBezTo>
                      <a:pt x="26" y="34"/>
                      <a:pt x="26" y="34"/>
                      <a:pt x="26" y="34"/>
                    </a:cubicBezTo>
                    <a:moveTo>
                      <a:pt x="71" y="7"/>
                    </a:moveTo>
                    <a:cubicBezTo>
                      <a:pt x="59" y="14"/>
                      <a:pt x="47" y="21"/>
                      <a:pt x="35" y="28"/>
                    </a:cubicBezTo>
                    <a:cubicBezTo>
                      <a:pt x="47" y="38"/>
                      <a:pt x="47" y="38"/>
                      <a:pt x="47" y="38"/>
                    </a:cubicBezTo>
                    <a:cubicBezTo>
                      <a:pt x="68" y="34"/>
                      <a:pt x="89" y="29"/>
                      <a:pt x="110" y="24"/>
                    </a:cubicBezTo>
                    <a:cubicBezTo>
                      <a:pt x="92" y="9"/>
                      <a:pt x="92" y="9"/>
                      <a:pt x="92" y="9"/>
                    </a:cubicBezTo>
                    <a:cubicBezTo>
                      <a:pt x="71" y="7"/>
                      <a:pt x="71" y="7"/>
                      <a:pt x="71" y="7"/>
                    </a:cubicBezTo>
                    <a:moveTo>
                      <a:pt x="82" y="0"/>
                    </a:moveTo>
                    <a:cubicBezTo>
                      <a:pt x="79" y="2"/>
                      <a:pt x="76" y="4"/>
                      <a:pt x="73" y="6"/>
                    </a:cubicBezTo>
                    <a:cubicBezTo>
                      <a:pt x="84" y="2"/>
                      <a:pt x="84" y="2"/>
                      <a:pt x="84" y="2"/>
                    </a:cubicBezTo>
                    <a:cubicBezTo>
                      <a:pt x="82" y="0"/>
                      <a:pt x="82" y="0"/>
                      <a:pt x="82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1" name="Freeform 843"/>
              <p:cNvSpPr>
                <a:spLocks/>
              </p:cNvSpPr>
              <p:nvPr userDrawn="1"/>
            </p:nvSpPr>
            <p:spPr bwMode="auto">
              <a:xfrm>
                <a:off x="1762" y="674"/>
                <a:ext cx="26" cy="9"/>
              </a:xfrm>
              <a:custGeom>
                <a:avLst/>
                <a:gdLst>
                  <a:gd name="T0" fmla="*/ 13 w 21"/>
                  <a:gd name="T1" fmla="*/ 0 h 7"/>
                  <a:gd name="T2" fmla="*/ 2 w 21"/>
                  <a:gd name="T3" fmla="*/ 4 h 7"/>
                  <a:gd name="T4" fmla="*/ 0 w 21"/>
                  <a:gd name="T5" fmla="*/ 5 h 7"/>
                  <a:gd name="T6" fmla="*/ 21 w 21"/>
                  <a:gd name="T7" fmla="*/ 7 h 7"/>
                  <a:gd name="T8" fmla="*/ 13 w 21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7">
                    <a:moveTo>
                      <a:pt x="13" y="0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1" y="4"/>
                      <a:pt x="0" y="5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13" y="0"/>
                      <a:pt x="13" y="0"/>
                      <a:pt x="13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2" name="Freeform 844"/>
              <p:cNvSpPr>
                <a:spLocks/>
              </p:cNvSpPr>
              <p:nvPr userDrawn="1"/>
            </p:nvSpPr>
            <p:spPr bwMode="auto">
              <a:xfrm>
                <a:off x="1684" y="706"/>
                <a:ext cx="49" cy="24"/>
              </a:xfrm>
              <a:custGeom>
                <a:avLst/>
                <a:gdLst>
                  <a:gd name="T0" fmla="*/ 27 w 39"/>
                  <a:gd name="T1" fmla="*/ 0 h 19"/>
                  <a:gd name="T2" fmla="*/ 18 w 39"/>
                  <a:gd name="T3" fmla="*/ 6 h 19"/>
                  <a:gd name="T4" fmla="*/ 0 w 39"/>
                  <a:gd name="T5" fmla="*/ 19 h 19"/>
                  <a:gd name="T6" fmla="*/ 39 w 39"/>
                  <a:gd name="T7" fmla="*/ 10 h 19"/>
                  <a:gd name="T8" fmla="*/ 27 w 39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19">
                    <a:moveTo>
                      <a:pt x="27" y="0"/>
                    </a:moveTo>
                    <a:cubicBezTo>
                      <a:pt x="24" y="2"/>
                      <a:pt x="21" y="4"/>
                      <a:pt x="18" y="6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3" y="16"/>
                      <a:pt x="26" y="13"/>
                      <a:pt x="39" y="10"/>
                    </a:cubicBezTo>
                    <a:cubicBezTo>
                      <a:pt x="27" y="0"/>
                      <a:pt x="27" y="0"/>
                      <a:pt x="27" y="0"/>
                    </a:cubicBezTo>
                  </a:path>
                </a:pathLst>
              </a:custGeom>
              <a:solidFill>
                <a:srgbClr val="7979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3" name="Freeform 845"/>
              <p:cNvSpPr>
                <a:spLocks noEditPoints="1"/>
              </p:cNvSpPr>
              <p:nvPr userDrawn="1"/>
            </p:nvSpPr>
            <p:spPr bwMode="auto">
              <a:xfrm>
                <a:off x="2480" y="1017"/>
                <a:ext cx="113" cy="76"/>
              </a:xfrm>
              <a:custGeom>
                <a:avLst/>
                <a:gdLst>
                  <a:gd name="T0" fmla="*/ 38 w 91"/>
                  <a:gd name="T1" fmla="*/ 14 h 61"/>
                  <a:gd name="T2" fmla="*/ 0 w 91"/>
                  <a:gd name="T3" fmla="*/ 26 h 61"/>
                  <a:gd name="T4" fmla="*/ 91 w 91"/>
                  <a:gd name="T5" fmla="*/ 61 h 61"/>
                  <a:gd name="T6" fmla="*/ 86 w 91"/>
                  <a:gd name="T7" fmla="*/ 23 h 61"/>
                  <a:gd name="T8" fmla="*/ 38 w 91"/>
                  <a:gd name="T9" fmla="*/ 14 h 61"/>
                  <a:gd name="T10" fmla="*/ 83 w 91"/>
                  <a:gd name="T11" fmla="*/ 0 h 61"/>
                  <a:gd name="T12" fmla="*/ 48 w 91"/>
                  <a:gd name="T13" fmla="*/ 11 h 61"/>
                  <a:gd name="T14" fmla="*/ 83 w 91"/>
                  <a:gd name="T15" fmla="*/ 5 h 61"/>
                  <a:gd name="T16" fmla="*/ 83 w 91"/>
                  <a:gd name="T17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" h="61">
                    <a:moveTo>
                      <a:pt x="38" y="14"/>
                    </a:moveTo>
                    <a:cubicBezTo>
                      <a:pt x="0" y="26"/>
                      <a:pt x="0" y="26"/>
                      <a:pt x="0" y="26"/>
                    </a:cubicBezTo>
                    <a:cubicBezTo>
                      <a:pt x="30" y="38"/>
                      <a:pt x="60" y="49"/>
                      <a:pt x="91" y="61"/>
                    </a:cubicBezTo>
                    <a:cubicBezTo>
                      <a:pt x="89" y="48"/>
                      <a:pt x="87" y="36"/>
                      <a:pt x="86" y="23"/>
                    </a:cubicBezTo>
                    <a:cubicBezTo>
                      <a:pt x="38" y="14"/>
                      <a:pt x="38" y="14"/>
                      <a:pt x="38" y="14"/>
                    </a:cubicBezTo>
                    <a:moveTo>
                      <a:pt x="83" y="0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3" y="3"/>
                      <a:pt x="83" y="2"/>
                      <a:pt x="83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4" name="Freeform 846"/>
              <p:cNvSpPr>
                <a:spLocks/>
              </p:cNvSpPr>
              <p:nvPr userDrawn="1"/>
            </p:nvSpPr>
            <p:spPr bwMode="auto">
              <a:xfrm>
                <a:off x="2583" y="1015"/>
                <a:ext cx="114" cy="59"/>
              </a:xfrm>
              <a:custGeom>
                <a:avLst/>
                <a:gdLst>
                  <a:gd name="T0" fmla="*/ 74 w 92"/>
                  <a:gd name="T1" fmla="*/ 0 h 48"/>
                  <a:gd name="T2" fmla="*/ 0 w 92"/>
                  <a:gd name="T3" fmla="*/ 2 h 48"/>
                  <a:gd name="T4" fmla="*/ 7 w 92"/>
                  <a:gd name="T5" fmla="*/ 6 h 48"/>
                  <a:gd name="T6" fmla="*/ 31 w 92"/>
                  <a:gd name="T7" fmla="*/ 1 h 48"/>
                  <a:gd name="T8" fmla="*/ 29 w 92"/>
                  <a:gd name="T9" fmla="*/ 17 h 48"/>
                  <a:gd name="T10" fmla="*/ 92 w 92"/>
                  <a:gd name="T11" fmla="*/ 48 h 48"/>
                  <a:gd name="T12" fmla="*/ 74 w 92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48">
                    <a:moveTo>
                      <a:pt x="74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3"/>
                      <a:pt x="5" y="5"/>
                      <a:pt x="7" y="6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50" y="27"/>
                      <a:pt x="71" y="37"/>
                      <a:pt x="92" y="48"/>
                    </a:cubicBezTo>
                    <a:cubicBezTo>
                      <a:pt x="86" y="32"/>
                      <a:pt x="80" y="16"/>
                      <a:pt x="7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5" name="Freeform 847"/>
              <p:cNvSpPr>
                <a:spLocks noEditPoints="1"/>
              </p:cNvSpPr>
              <p:nvPr userDrawn="1"/>
            </p:nvSpPr>
            <p:spPr bwMode="auto">
              <a:xfrm>
                <a:off x="2674" y="1015"/>
                <a:ext cx="96" cy="63"/>
              </a:xfrm>
              <a:custGeom>
                <a:avLst/>
                <a:gdLst>
                  <a:gd name="T0" fmla="*/ 76 w 77"/>
                  <a:gd name="T1" fmla="*/ 48 h 51"/>
                  <a:gd name="T2" fmla="*/ 72 w 77"/>
                  <a:gd name="T3" fmla="*/ 48 h 51"/>
                  <a:gd name="T4" fmla="*/ 77 w 77"/>
                  <a:gd name="T5" fmla="*/ 51 h 51"/>
                  <a:gd name="T6" fmla="*/ 76 w 77"/>
                  <a:gd name="T7" fmla="*/ 48 h 51"/>
                  <a:gd name="T8" fmla="*/ 0 w 77"/>
                  <a:gd name="T9" fmla="*/ 0 h 51"/>
                  <a:gd name="T10" fmla="*/ 51 w 77"/>
                  <a:gd name="T11" fmla="*/ 34 h 51"/>
                  <a:gd name="T12" fmla="*/ 71 w 77"/>
                  <a:gd name="T13" fmla="*/ 21 h 51"/>
                  <a:gd name="T14" fmla="*/ 0 w 77"/>
                  <a:gd name="T1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" h="51">
                    <a:moveTo>
                      <a:pt x="76" y="48"/>
                    </a:moveTo>
                    <a:cubicBezTo>
                      <a:pt x="72" y="48"/>
                      <a:pt x="72" y="48"/>
                      <a:pt x="72" y="48"/>
                    </a:cubicBezTo>
                    <a:cubicBezTo>
                      <a:pt x="74" y="49"/>
                      <a:pt x="75" y="50"/>
                      <a:pt x="77" y="51"/>
                    </a:cubicBezTo>
                    <a:cubicBezTo>
                      <a:pt x="76" y="50"/>
                      <a:pt x="76" y="49"/>
                      <a:pt x="76" y="48"/>
                    </a:cubicBezTo>
                    <a:moveTo>
                      <a:pt x="0" y="0"/>
                    </a:moveTo>
                    <a:cubicBezTo>
                      <a:pt x="17" y="12"/>
                      <a:pt x="34" y="23"/>
                      <a:pt x="51" y="34"/>
                    </a:cubicBezTo>
                    <a:cubicBezTo>
                      <a:pt x="71" y="21"/>
                      <a:pt x="71" y="21"/>
                      <a:pt x="71" y="2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6" name="Freeform 848"/>
              <p:cNvSpPr>
                <a:spLocks/>
              </p:cNvSpPr>
              <p:nvPr userDrawn="1"/>
            </p:nvSpPr>
            <p:spPr bwMode="auto">
              <a:xfrm>
                <a:off x="2787" y="1070"/>
                <a:ext cx="56" cy="37"/>
              </a:xfrm>
              <a:custGeom>
                <a:avLst/>
                <a:gdLst>
                  <a:gd name="T0" fmla="*/ 22 w 56"/>
                  <a:gd name="T1" fmla="*/ 0 h 37"/>
                  <a:gd name="T2" fmla="*/ 0 w 56"/>
                  <a:gd name="T3" fmla="*/ 3 h 37"/>
                  <a:gd name="T4" fmla="*/ 26 w 56"/>
                  <a:gd name="T5" fmla="*/ 37 h 37"/>
                  <a:gd name="T6" fmla="*/ 56 w 56"/>
                  <a:gd name="T7" fmla="*/ 23 h 37"/>
                  <a:gd name="T8" fmla="*/ 22 w 56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37">
                    <a:moveTo>
                      <a:pt x="22" y="0"/>
                    </a:moveTo>
                    <a:lnTo>
                      <a:pt x="0" y="3"/>
                    </a:lnTo>
                    <a:lnTo>
                      <a:pt x="26" y="37"/>
                    </a:lnTo>
                    <a:lnTo>
                      <a:pt x="56" y="23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7" name="Freeform 849"/>
              <p:cNvSpPr>
                <a:spLocks/>
              </p:cNvSpPr>
              <p:nvPr userDrawn="1"/>
            </p:nvSpPr>
            <p:spPr bwMode="auto">
              <a:xfrm>
                <a:off x="2787" y="1070"/>
                <a:ext cx="56" cy="37"/>
              </a:xfrm>
              <a:custGeom>
                <a:avLst/>
                <a:gdLst>
                  <a:gd name="T0" fmla="*/ 22 w 56"/>
                  <a:gd name="T1" fmla="*/ 0 h 37"/>
                  <a:gd name="T2" fmla="*/ 0 w 56"/>
                  <a:gd name="T3" fmla="*/ 3 h 37"/>
                  <a:gd name="T4" fmla="*/ 26 w 56"/>
                  <a:gd name="T5" fmla="*/ 37 h 37"/>
                  <a:gd name="T6" fmla="*/ 56 w 56"/>
                  <a:gd name="T7" fmla="*/ 23 h 37"/>
                  <a:gd name="T8" fmla="*/ 22 w 56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37">
                    <a:moveTo>
                      <a:pt x="22" y="0"/>
                    </a:moveTo>
                    <a:lnTo>
                      <a:pt x="0" y="3"/>
                    </a:lnTo>
                    <a:lnTo>
                      <a:pt x="26" y="37"/>
                    </a:lnTo>
                    <a:lnTo>
                      <a:pt x="56" y="23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8" name="Freeform 850"/>
              <p:cNvSpPr>
                <a:spLocks noEditPoints="1"/>
              </p:cNvSpPr>
              <p:nvPr userDrawn="1"/>
            </p:nvSpPr>
            <p:spPr bwMode="auto">
              <a:xfrm>
                <a:off x="2813" y="1093"/>
                <a:ext cx="100" cy="78"/>
              </a:xfrm>
              <a:custGeom>
                <a:avLst/>
                <a:gdLst>
                  <a:gd name="T0" fmla="*/ 72 w 81"/>
                  <a:gd name="T1" fmla="*/ 53 h 63"/>
                  <a:gd name="T2" fmla="*/ 76 w 81"/>
                  <a:gd name="T3" fmla="*/ 59 h 63"/>
                  <a:gd name="T4" fmla="*/ 81 w 81"/>
                  <a:gd name="T5" fmla="*/ 63 h 63"/>
                  <a:gd name="T6" fmla="*/ 72 w 81"/>
                  <a:gd name="T7" fmla="*/ 53 h 63"/>
                  <a:gd name="T8" fmla="*/ 65 w 81"/>
                  <a:gd name="T9" fmla="*/ 45 h 63"/>
                  <a:gd name="T10" fmla="*/ 70 w 81"/>
                  <a:gd name="T11" fmla="*/ 52 h 63"/>
                  <a:gd name="T12" fmla="*/ 69 w 81"/>
                  <a:gd name="T13" fmla="*/ 50 h 63"/>
                  <a:gd name="T14" fmla="*/ 65 w 81"/>
                  <a:gd name="T15" fmla="*/ 45 h 63"/>
                  <a:gd name="T16" fmla="*/ 24 w 81"/>
                  <a:gd name="T17" fmla="*/ 0 h 63"/>
                  <a:gd name="T18" fmla="*/ 24 w 81"/>
                  <a:gd name="T19" fmla="*/ 0 h 63"/>
                  <a:gd name="T20" fmla="*/ 0 w 81"/>
                  <a:gd name="T21" fmla="*/ 12 h 63"/>
                  <a:gd name="T22" fmla="*/ 61 w 81"/>
                  <a:gd name="T23" fmla="*/ 50 h 63"/>
                  <a:gd name="T24" fmla="*/ 57 w 81"/>
                  <a:gd name="T25" fmla="*/ 36 h 63"/>
                  <a:gd name="T26" fmla="*/ 24 w 81"/>
                  <a:gd name="T27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1" h="63">
                    <a:moveTo>
                      <a:pt x="72" y="53"/>
                    </a:moveTo>
                    <a:cubicBezTo>
                      <a:pt x="73" y="55"/>
                      <a:pt x="75" y="57"/>
                      <a:pt x="76" y="59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72" y="53"/>
                      <a:pt x="72" y="53"/>
                      <a:pt x="72" y="53"/>
                    </a:cubicBezTo>
                    <a:moveTo>
                      <a:pt x="65" y="45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69" y="51"/>
                      <a:pt x="69" y="50"/>
                      <a:pt x="69" y="50"/>
                    </a:cubicBezTo>
                    <a:cubicBezTo>
                      <a:pt x="65" y="45"/>
                      <a:pt x="65" y="45"/>
                      <a:pt x="65" y="45"/>
                    </a:cubicBezTo>
                    <a:moveTo>
                      <a:pt x="24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61" y="50"/>
                      <a:pt x="61" y="50"/>
                      <a:pt x="61" y="50"/>
                    </a:cubicBezTo>
                    <a:cubicBezTo>
                      <a:pt x="57" y="36"/>
                      <a:pt x="57" y="36"/>
                      <a:pt x="57" y="36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9" name="Freeform 851"/>
              <p:cNvSpPr>
                <a:spLocks noEditPoints="1"/>
              </p:cNvSpPr>
              <p:nvPr userDrawn="1"/>
            </p:nvSpPr>
            <p:spPr bwMode="auto">
              <a:xfrm>
                <a:off x="2898" y="1151"/>
                <a:ext cx="68" cy="122"/>
              </a:xfrm>
              <a:custGeom>
                <a:avLst/>
                <a:gdLst>
                  <a:gd name="T0" fmla="*/ 32 w 55"/>
                  <a:gd name="T1" fmla="*/ 58 h 99"/>
                  <a:gd name="T2" fmla="*/ 10 w 55"/>
                  <a:gd name="T3" fmla="*/ 69 h 99"/>
                  <a:gd name="T4" fmla="*/ 10 w 55"/>
                  <a:gd name="T5" fmla="*/ 69 h 99"/>
                  <a:gd name="T6" fmla="*/ 55 w 55"/>
                  <a:gd name="T7" fmla="*/ 99 h 99"/>
                  <a:gd name="T8" fmla="*/ 32 w 55"/>
                  <a:gd name="T9" fmla="*/ 58 h 99"/>
                  <a:gd name="T10" fmla="*/ 0 w 55"/>
                  <a:gd name="T11" fmla="*/ 0 h 99"/>
                  <a:gd name="T12" fmla="*/ 0 w 55"/>
                  <a:gd name="T13" fmla="*/ 3 h 99"/>
                  <a:gd name="T14" fmla="*/ 1 w 55"/>
                  <a:gd name="T15" fmla="*/ 5 h 99"/>
                  <a:gd name="T16" fmla="*/ 14 w 55"/>
                  <a:gd name="T17" fmla="*/ 25 h 99"/>
                  <a:gd name="T18" fmla="*/ 7 w 55"/>
                  <a:gd name="T19" fmla="*/ 12 h 99"/>
                  <a:gd name="T20" fmla="*/ 3 w 55"/>
                  <a:gd name="T21" fmla="*/ 6 h 99"/>
                  <a:gd name="T22" fmla="*/ 0 w 55"/>
                  <a:gd name="T23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5" h="99">
                    <a:moveTo>
                      <a:pt x="32" y="58"/>
                    </a:moveTo>
                    <a:cubicBezTo>
                      <a:pt x="10" y="69"/>
                      <a:pt x="10" y="69"/>
                      <a:pt x="10" y="69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55" y="99"/>
                      <a:pt x="55" y="99"/>
                      <a:pt x="55" y="99"/>
                    </a:cubicBezTo>
                    <a:cubicBezTo>
                      <a:pt x="48" y="85"/>
                      <a:pt x="40" y="71"/>
                      <a:pt x="32" y="58"/>
                    </a:cubicBezTo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3"/>
                      <a:pt x="0" y="4"/>
                      <a:pt x="1" y="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1" y="21"/>
                      <a:pt x="9" y="17"/>
                      <a:pt x="7" y="12"/>
                    </a:cubicBezTo>
                    <a:cubicBezTo>
                      <a:pt x="6" y="10"/>
                      <a:pt x="4" y="8"/>
                      <a:pt x="3" y="6"/>
                    </a:cubicBezTo>
                    <a:cubicBezTo>
                      <a:pt x="2" y="4"/>
                      <a:pt x="1" y="2"/>
                      <a:pt x="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0" name="Freeform 852"/>
              <p:cNvSpPr>
                <a:spLocks/>
              </p:cNvSpPr>
              <p:nvPr userDrawn="1"/>
            </p:nvSpPr>
            <p:spPr bwMode="auto">
              <a:xfrm>
                <a:off x="2881" y="1130"/>
                <a:ext cx="61" cy="106"/>
              </a:xfrm>
              <a:custGeom>
                <a:avLst/>
                <a:gdLst>
                  <a:gd name="T0" fmla="*/ 0 w 61"/>
                  <a:gd name="T1" fmla="*/ 0 h 106"/>
                  <a:gd name="T2" fmla="*/ 3 w 61"/>
                  <a:gd name="T3" fmla="*/ 7 h 106"/>
                  <a:gd name="T4" fmla="*/ 8 w 61"/>
                  <a:gd name="T5" fmla="*/ 25 h 106"/>
                  <a:gd name="T6" fmla="*/ 30 w 61"/>
                  <a:gd name="T7" fmla="*/ 106 h 106"/>
                  <a:gd name="T8" fmla="*/ 57 w 61"/>
                  <a:gd name="T9" fmla="*/ 93 h 106"/>
                  <a:gd name="T10" fmla="*/ 61 w 61"/>
                  <a:gd name="T11" fmla="*/ 91 h 106"/>
                  <a:gd name="T12" fmla="*/ 35 w 61"/>
                  <a:gd name="T13" fmla="*/ 52 h 106"/>
                  <a:gd name="T14" fmla="*/ 19 w 61"/>
                  <a:gd name="T15" fmla="*/ 27 h 106"/>
                  <a:gd name="T16" fmla="*/ 12 w 61"/>
                  <a:gd name="T17" fmla="*/ 18 h 106"/>
                  <a:gd name="T18" fmla="*/ 0 w 61"/>
                  <a:gd name="T1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" h="106">
                    <a:moveTo>
                      <a:pt x="0" y="0"/>
                    </a:moveTo>
                    <a:lnTo>
                      <a:pt x="3" y="7"/>
                    </a:lnTo>
                    <a:lnTo>
                      <a:pt x="8" y="25"/>
                    </a:lnTo>
                    <a:lnTo>
                      <a:pt x="30" y="106"/>
                    </a:lnTo>
                    <a:lnTo>
                      <a:pt x="57" y="93"/>
                    </a:lnTo>
                    <a:lnTo>
                      <a:pt x="61" y="91"/>
                    </a:lnTo>
                    <a:lnTo>
                      <a:pt x="35" y="52"/>
                    </a:lnTo>
                    <a:lnTo>
                      <a:pt x="19" y="27"/>
                    </a:lnTo>
                    <a:lnTo>
                      <a:pt x="12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1" name="Freeform 853"/>
              <p:cNvSpPr>
                <a:spLocks/>
              </p:cNvSpPr>
              <p:nvPr userDrawn="1"/>
            </p:nvSpPr>
            <p:spPr bwMode="auto">
              <a:xfrm>
                <a:off x="2881" y="1130"/>
                <a:ext cx="61" cy="106"/>
              </a:xfrm>
              <a:custGeom>
                <a:avLst/>
                <a:gdLst>
                  <a:gd name="T0" fmla="*/ 0 w 61"/>
                  <a:gd name="T1" fmla="*/ 0 h 106"/>
                  <a:gd name="T2" fmla="*/ 3 w 61"/>
                  <a:gd name="T3" fmla="*/ 7 h 106"/>
                  <a:gd name="T4" fmla="*/ 8 w 61"/>
                  <a:gd name="T5" fmla="*/ 25 h 106"/>
                  <a:gd name="T6" fmla="*/ 30 w 61"/>
                  <a:gd name="T7" fmla="*/ 106 h 106"/>
                  <a:gd name="T8" fmla="*/ 57 w 61"/>
                  <a:gd name="T9" fmla="*/ 93 h 106"/>
                  <a:gd name="T10" fmla="*/ 61 w 61"/>
                  <a:gd name="T11" fmla="*/ 91 h 106"/>
                  <a:gd name="T12" fmla="*/ 35 w 61"/>
                  <a:gd name="T13" fmla="*/ 52 h 106"/>
                  <a:gd name="T14" fmla="*/ 19 w 61"/>
                  <a:gd name="T15" fmla="*/ 27 h 106"/>
                  <a:gd name="T16" fmla="*/ 12 w 61"/>
                  <a:gd name="T17" fmla="*/ 18 h 106"/>
                  <a:gd name="T18" fmla="*/ 0 w 61"/>
                  <a:gd name="T19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1" h="106">
                    <a:moveTo>
                      <a:pt x="0" y="0"/>
                    </a:moveTo>
                    <a:lnTo>
                      <a:pt x="3" y="7"/>
                    </a:lnTo>
                    <a:lnTo>
                      <a:pt x="8" y="25"/>
                    </a:lnTo>
                    <a:lnTo>
                      <a:pt x="30" y="106"/>
                    </a:lnTo>
                    <a:lnTo>
                      <a:pt x="57" y="93"/>
                    </a:lnTo>
                    <a:lnTo>
                      <a:pt x="61" y="91"/>
                    </a:lnTo>
                    <a:lnTo>
                      <a:pt x="35" y="52"/>
                    </a:lnTo>
                    <a:lnTo>
                      <a:pt x="19" y="27"/>
                    </a:lnTo>
                    <a:lnTo>
                      <a:pt x="12" y="18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2" name="Freeform 854"/>
              <p:cNvSpPr>
                <a:spLocks/>
              </p:cNvSpPr>
              <p:nvPr userDrawn="1"/>
            </p:nvSpPr>
            <p:spPr bwMode="auto">
              <a:xfrm>
                <a:off x="2705" y="1041"/>
                <a:ext cx="104" cy="38"/>
              </a:xfrm>
              <a:custGeom>
                <a:avLst/>
                <a:gdLst>
                  <a:gd name="T0" fmla="*/ 57 w 104"/>
                  <a:gd name="T1" fmla="*/ 0 h 38"/>
                  <a:gd name="T2" fmla="*/ 57 w 104"/>
                  <a:gd name="T3" fmla="*/ 0 h 38"/>
                  <a:gd name="T4" fmla="*/ 33 w 104"/>
                  <a:gd name="T5" fmla="*/ 16 h 38"/>
                  <a:gd name="T6" fmla="*/ 0 w 104"/>
                  <a:gd name="T7" fmla="*/ 38 h 38"/>
                  <a:gd name="T8" fmla="*/ 59 w 104"/>
                  <a:gd name="T9" fmla="*/ 33 h 38"/>
                  <a:gd name="T10" fmla="*/ 63 w 104"/>
                  <a:gd name="T11" fmla="*/ 33 h 38"/>
                  <a:gd name="T12" fmla="*/ 82 w 104"/>
                  <a:gd name="T13" fmla="*/ 32 h 38"/>
                  <a:gd name="T14" fmla="*/ 104 w 104"/>
                  <a:gd name="T15" fmla="*/ 29 h 38"/>
                  <a:gd name="T16" fmla="*/ 57 w 104"/>
                  <a:gd name="T1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4" h="38">
                    <a:moveTo>
                      <a:pt x="57" y="0"/>
                    </a:moveTo>
                    <a:lnTo>
                      <a:pt x="57" y="0"/>
                    </a:lnTo>
                    <a:lnTo>
                      <a:pt x="33" y="16"/>
                    </a:lnTo>
                    <a:lnTo>
                      <a:pt x="0" y="38"/>
                    </a:lnTo>
                    <a:lnTo>
                      <a:pt x="59" y="33"/>
                    </a:lnTo>
                    <a:lnTo>
                      <a:pt x="63" y="33"/>
                    </a:lnTo>
                    <a:lnTo>
                      <a:pt x="82" y="32"/>
                    </a:lnTo>
                    <a:lnTo>
                      <a:pt x="104" y="29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3" name="Freeform 855"/>
              <p:cNvSpPr>
                <a:spLocks/>
              </p:cNvSpPr>
              <p:nvPr userDrawn="1"/>
            </p:nvSpPr>
            <p:spPr bwMode="auto">
              <a:xfrm>
                <a:off x="2705" y="1041"/>
                <a:ext cx="104" cy="38"/>
              </a:xfrm>
              <a:custGeom>
                <a:avLst/>
                <a:gdLst>
                  <a:gd name="T0" fmla="*/ 57 w 104"/>
                  <a:gd name="T1" fmla="*/ 0 h 38"/>
                  <a:gd name="T2" fmla="*/ 57 w 104"/>
                  <a:gd name="T3" fmla="*/ 0 h 38"/>
                  <a:gd name="T4" fmla="*/ 33 w 104"/>
                  <a:gd name="T5" fmla="*/ 16 h 38"/>
                  <a:gd name="T6" fmla="*/ 0 w 104"/>
                  <a:gd name="T7" fmla="*/ 38 h 38"/>
                  <a:gd name="T8" fmla="*/ 59 w 104"/>
                  <a:gd name="T9" fmla="*/ 33 h 38"/>
                  <a:gd name="T10" fmla="*/ 63 w 104"/>
                  <a:gd name="T11" fmla="*/ 33 h 38"/>
                  <a:gd name="T12" fmla="*/ 82 w 104"/>
                  <a:gd name="T13" fmla="*/ 32 h 38"/>
                  <a:gd name="T14" fmla="*/ 104 w 104"/>
                  <a:gd name="T15" fmla="*/ 29 h 38"/>
                  <a:gd name="T16" fmla="*/ 57 w 104"/>
                  <a:gd name="T1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4" h="38">
                    <a:moveTo>
                      <a:pt x="57" y="0"/>
                    </a:moveTo>
                    <a:lnTo>
                      <a:pt x="57" y="0"/>
                    </a:lnTo>
                    <a:lnTo>
                      <a:pt x="33" y="16"/>
                    </a:lnTo>
                    <a:lnTo>
                      <a:pt x="0" y="38"/>
                    </a:lnTo>
                    <a:lnTo>
                      <a:pt x="59" y="33"/>
                    </a:lnTo>
                    <a:lnTo>
                      <a:pt x="63" y="33"/>
                    </a:lnTo>
                    <a:lnTo>
                      <a:pt x="82" y="32"/>
                    </a:lnTo>
                    <a:lnTo>
                      <a:pt x="104" y="29"/>
                    </a:lnTo>
                    <a:lnTo>
                      <a:pt x="5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4" name="Freeform 856"/>
              <p:cNvSpPr>
                <a:spLocks/>
              </p:cNvSpPr>
              <p:nvPr userDrawn="1"/>
            </p:nvSpPr>
            <p:spPr bwMode="auto">
              <a:xfrm>
                <a:off x="2522" y="1016"/>
                <a:ext cx="99" cy="35"/>
              </a:xfrm>
              <a:custGeom>
                <a:avLst/>
                <a:gdLst>
                  <a:gd name="T0" fmla="*/ 99 w 99"/>
                  <a:gd name="T1" fmla="*/ 0 h 35"/>
                  <a:gd name="T2" fmla="*/ 70 w 99"/>
                  <a:gd name="T3" fmla="*/ 6 h 35"/>
                  <a:gd name="T4" fmla="*/ 61 w 99"/>
                  <a:gd name="T5" fmla="*/ 7 h 35"/>
                  <a:gd name="T6" fmla="*/ 18 w 99"/>
                  <a:gd name="T7" fmla="*/ 15 h 35"/>
                  <a:gd name="T8" fmla="*/ 0 w 99"/>
                  <a:gd name="T9" fmla="*/ 18 h 35"/>
                  <a:gd name="T10" fmla="*/ 5 w 99"/>
                  <a:gd name="T11" fmla="*/ 18 h 35"/>
                  <a:gd name="T12" fmla="*/ 65 w 99"/>
                  <a:gd name="T13" fmla="*/ 30 h 35"/>
                  <a:gd name="T14" fmla="*/ 96 w 99"/>
                  <a:gd name="T15" fmla="*/ 35 h 35"/>
                  <a:gd name="T16" fmla="*/ 97 w 99"/>
                  <a:gd name="T17" fmla="*/ 20 h 35"/>
                  <a:gd name="T18" fmla="*/ 99 w 99"/>
                  <a:gd name="T1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9" h="35">
                    <a:moveTo>
                      <a:pt x="99" y="0"/>
                    </a:moveTo>
                    <a:lnTo>
                      <a:pt x="70" y="6"/>
                    </a:lnTo>
                    <a:lnTo>
                      <a:pt x="61" y="7"/>
                    </a:lnTo>
                    <a:lnTo>
                      <a:pt x="18" y="15"/>
                    </a:lnTo>
                    <a:lnTo>
                      <a:pt x="0" y="18"/>
                    </a:lnTo>
                    <a:lnTo>
                      <a:pt x="5" y="18"/>
                    </a:lnTo>
                    <a:lnTo>
                      <a:pt x="65" y="30"/>
                    </a:lnTo>
                    <a:lnTo>
                      <a:pt x="96" y="35"/>
                    </a:lnTo>
                    <a:lnTo>
                      <a:pt x="97" y="20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5" name="Freeform 857"/>
              <p:cNvSpPr>
                <a:spLocks/>
              </p:cNvSpPr>
              <p:nvPr userDrawn="1"/>
            </p:nvSpPr>
            <p:spPr bwMode="auto">
              <a:xfrm>
                <a:off x="2522" y="1016"/>
                <a:ext cx="99" cy="35"/>
              </a:xfrm>
              <a:custGeom>
                <a:avLst/>
                <a:gdLst>
                  <a:gd name="T0" fmla="*/ 99 w 99"/>
                  <a:gd name="T1" fmla="*/ 0 h 35"/>
                  <a:gd name="T2" fmla="*/ 70 w 99"/>
                  <a:gd name="T3" fmla="*/ 6 h 35"/>
                  <a:gd name="T4" fmla="*/ 61 w 99"/>
                  <a:gd name="T5" fmla="*/ 7 h 35"/>
                  <a:gd name="T6" fmla="*/ 18 w 99"/>
                  <a:gd name="T7" fmla="*/ 15 h 35"/>
                  <a:gd name="T8" fmla="*/ 0 w 99"/>
                  <a:gd name="T9" fmla="*/ 18 h 35"/>
                  <a:gd name="T10" fmla="*/ 5 w 99"/>
                  <a:gd name="T11" fmla="*/ 18 h 35"/>
                  <a:gd name="T12" fmla="*/ 65 w 99"/>
                  <a:gd name="T13" fmla="*/ 30 h 35"/>
                  <a:gd name="T14" fmla="*/ 96 w 99"/>
                  <a:gd name="T15" fmla="*/ 35 h 35"/>
                  <a:gd name="T16" fmla="*/ 97 w 99"/>
                  <a:gd name="T17" fmla="*/ 20 h 35"/>
                  <a:gd name="T18" fmla="*/ 99 w 99"/>
                  <a:gd name="T1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9" h="35">
                    <a:moveTo>
                      <a:pt x="99" y="0"/>
                    </a:moveTo>
                    <a:lnTo>
                      <a:pt x="70" y="6"/>
                    </a:lnTo>
                    <a:lnTo>
                      <a:pt x="61" y="7"/>
                    </a:lnTo>
                    <a:lnTo>
                      <a:pt x="18" y="15"/>
                    </a:lnTo>
                    <a:lnTo>
                      <a:pt x="0" y="18"/>
                    </a:lnTo>
                    <a:lnTo>
                      <a:pt x="5" y="18"/>
                    </a:lnTo>
                    <a:lnTo>
                      <a:pt x="65" y="30"/>
                    </a:lnTo>
                    <a:lnTo>
                      <a:pt x="96" y="35"/>
                    </a:lnTo>
                    <a:lnTo>
                      <a:pt x="97" y="20"/>
                    </a:lnTo>
                    <a:lnTo>
                      <a:pt x="9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6" name="Freeform 858"/>
              <p:cNvSpPr>
                <a:spLocks/>
              </p:cNvSpPr>
              <p:nvPr userDrawn="1"/>
            </p:nvSpPr>
            <p:spPr bwMode="auto">
              <a:xfrm>
                <a:off x="2420" y="949"/>
                <a:ext cx="59" cy="100"/>
              </a:xfrm>
              <a:custGeom>
                <a:avLst/>
                <a:gdLst>
                  <a:gd name="T0" fmla="*/ 10 w 48"/>
                  <a:gd name="T1" fmla="*/ 0 h 81"/>
                  <a:gd name="T2" fmla="*/ 10 w 48"/>
                  <a:gd name="T3" fmla="*/ 0 h 81"/>
                  <a:gd name="T4" fmla="*/ 10 w 48"/>
                  <a:gd name="T5" fmla="*/ 0 h 81"/>
                  <a:gd name="T6" fmla="*/ 0 w 48"/>
                  <a:gd name="T7" fmla="*/ 81 h 81"/>
                  <a:gd name="T8" fmla="*/ 48 w 48"/>
                  <a:gd name="T9" fmla="*/ 78 h 81"/>
                  <a:gd name="T10" fmla="*/ 10 w 48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" h="81">
                    <a:moveTo>
                      <a:pt x="1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7" y="27"/>
                      <a:pt x="3" y="54"/>
                      <a:pt x="0" y="81"/>
                    </a:cubicBezTo>
                    <a:cubicBezTo>
                      <a:pt x="16" y="80"/>
                      <a:pt x="32" y="79"/>
                      <a:pt x="48" y="78"/>
                    </a:cubicBezTo>
                    <a:cubicBezTo>
                      <a:pt x="10" y="0"/>
                      <a:pt x="10" y="0"/>
                      <a:pt x="10" y="0"/>
                    </a:cubicBezTo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7" name="Freeform 859"/>
              <p:cNvSpPr>
                <a:spLocks/>
              </p:cNvSpPr>
              <p:nvPr userDrawn="1"/>
            </p:nvSpPr>
            <p:spPr bwMode="auto">
              <a:xfrm>
                <a:off x="1037" y="1049"/>
                <a:ext cx="72" cy="91"/>
              </a:xfrm>
              <a:custGeom>
                <a:avLst/>
                <a:gdLst>
                  <a:gd name="T0" fmla="*/ 62 w 72"/>
                  <a:gd name="T1" fmla="*/ 0 h 91"/>
                  <a:gd name="T2" fmla="*/ 0 w 72"/>
                  <a:gd name="T3" fmla="*/ 91 h 91"/>
                  <a:gd name="T4" fmla="*/ 72 w 72"/>
                  <a:gd name="T5" fmla="*/ 54 h 91"/>
                  <a:gd name="T6" fmla="*/ 62 w 72"/>
                  <a:gd name="T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" h="91">
                    <a:moveTo>
                      <a:pt x="62" y="0"/>
                    </a:moveTo>
                    <a:lnTo>
                      <a:pt x="0" y="91"/>
                    </a:lnTo>
                    <a:lnTo>
                      <a:pt x="72" y="54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8" name="Freeform 860"/>
              <p:cNvSpPr>
                <a:spLocks/>
              </p:cNvSpPr>
              <p:nvPr userDrawn="1"/>
            </p:nvSpPr>
            <p:spPr bwMode="auto">
              <a:xfrm>
                <a:off x="1037" y="1049"/>
                <a:ext cx="72" cy="91"/>
              </a:xfrm>
              <a:custGeom>
                <a:avLst/>
                <a:gdLst>
                  <a:gd name="T0" fmla="*/ 62 w 72"/>
                  <a:gd name="T1" fmla="*/ 0 h 91"/>
                  <a:gd name="T2" fmla="*/ 0 w 72"/>
                  <a:gd name="T3" fmla="*/ 91 h 91"/>
                  <a:gd name="T4" fmla="*/ 72 w 72"/>
                  <a:gd name="T5" fmla="*/ 54 h 91"/>
                  <a:gd name="T6" fmla="*/ 62 w 72"/>
                  <a:gd name="T7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" h="91">
                    <a:moveTo>
                      <a:pt x="62" y="0"/>
                    </a:moveTo>
                    <a:lnTo>
                      <a:pt x="0" y="91"/>
                    </a:lnTo>
                    <a:lnTo>
                      <a:pt x="72" y="54"/>
                    </a:lnTo>
                    <a:lnTo>
                      <a:pt x="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9" name="Freeform 861"/>
              <p:cNvSpPr>
                <a:spLocks noEditPoints="1"/>
              </p:cNvSpPr>
              <p:nvPr userDrawn="1"/>
            </p:nvSpPr>
            <p:spPr bwMode="auto">
              <a:xfrm>
                <a:off x="2887" y="783"/>
                <a:ext cx="42" cy="150"/>
              </a:xfrm>
              <a:custGeom>
                <a:avLst/>
                <a:gdLst>
                  <a:gd name="T0" fmla="*/ 7 w 34"/>
                  <a:gd name="T1" fmla="*/ 121 h 121"/>
                  <a:gd name="T2" fmla="*/ 7 w 34"/>
                  <a:gd name="T3" fmla="*/ 121 h 121"/>
                  <a:gd name="T4" fmla="*/ 6 w 34"/>
                  <a:gd name="T5" fmla="*/ 120 h 121"/>
                  <a:gd name="T6" fmla="*/ 1 w 34"/>
                  <a:gd name="T7" fmla="*/ 44 h 121"/>
                  <a:gd name="T8" fmla="*/ 1 w 34"/>
                  <a:gd name="T9" fmla="*/ 43 h 121"/>
                  <a:gd name="T10" fmla="*/ 31 w 34"/>
                  <a:gd name="T11" fmla="*/ 0 h 121"/>
                  <a:gd name="T12" fmla="*/ 33 w 34"/>
                  <a:gd name="T13" fmla="*/ 0 h 121"/>
                  <a:gd name="T14" fmla="*/ 34 w 34"/>
                  <a:gd name="T15" fmla="*/ 2 h 121"/>
                  <a:gd name="T16" fmla="*/ 9 w 34"/>
                  <a:gd name="T17" fmla="*/ 120 h 121"/>
                  <a:gd name="T18" fmla="*/ 7 w 34"/>
                  <a:gd name="T19" fmla="*/ 121 h 121"/>
                  <a:gd name="T20" fmla="*/ 4 w 34"/>
                  <a:gd name="T21" fmla="*/ 45 h 121"/>
                  <a:gd name="T22" fmla="*/ 8 w 34"/>
                  <a:gd name="T23" fmla="*/ 107 h 121"/>
                  <a:gd name="T24" fmla="*/ 29 w 34"/>
                  <a:gd name="T25" fmla="*/ 9 h 121"/>
                  <a:gd name="T26" fmla="*/ 4 w 34"/>
                  <a:gd name="T27" fmla="*/ 45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4" h="121">
                    <a:moveTo>
                      <a:pt x="7" y="121"/>
                    </a:moveTo>
                    <a:cubicBezTo>
                      <a:pt x="7" y="121"/>
                      <a:pt x="7" y="121"/>
                      <a:pt x="7" y="121"/>
                    </a:cubicBezTo>
                    <a:cubicBezTo>
                      <a:pt x="6" y="121"/>
                      <a:pt x="6" y="121"/>
                      <a:pt x="6" y="120"/>
                    </a:cubicBezTo>
                    <a:cubicBezTo>
                      <a:pt x="1" y="44"/>
                      <a:pt x="1" y="44"/>
                      <a:pt x="1" y="44"/>
                    </a:cubicBezTo>
                    <a:cubicBezTo>
                      <a:pt x="0" y="44"/>
                      <a:pt x="1" y="43"/>
                      <a:pt x="1" y="4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0"/>
                      <a:pt x="32" y="0"/>
                      <a:pt x="33" y="0"/>
                    </a:cubicBezTo>
                    <a:cubicBezTo>
                      <a:pt x="34" y="0"/>
                      <a:pt x="34" y="1"/>
                      <a:pt x="34" y="2"/>
                    </a:cubicBezTo>
                    <a:cubicBezTo>
                      <a:pt x="9" y="120"/>
                      <a:pt x="9" y="120"/>
                      <a:pt x="9" y="120"/>
                    </a:cubicBezTo>
                    <a:cubicBezTo>
                      <a:pt x="9" y="121"/>
                      <a:pt x="8" y="121"/>
                      <a:pt x="7" y="121"/>
                    </a:cubicBezTo>
                    <a:close/>
                    <a:moveTo>
                      <a:pt x="4" y="45"/>
                    </a:moveTo>
                    <a:cubicBezTo>
                      <a:pt x="8" y="107"/>
                      <a:pt x="8" y="107"/>
                      <a:pt x="8" y="107"/>
                    </a:cubicBezTo>
                    <a:cubicBezTo>
                      <a:pt x="29" y="9"/>
                      <a:pt x="29" y="9"/>
                      <a:pt x="29" y="9"/>
                    </a:cubicBezTo>
                    <a:lnTo>
                      <a:pt x="4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0" name="Freeform 862"/>
              <p:cNvSpPr>
                <a:spLocks noEditPoints="1"/>
              </p:cNvSpPr>
              <p:nvPr userDrawn="1"/>
            </p:nvSpPr>
            <p:spPr bwMode="auto">
              <a:xfrm>
                <a:off x="2901" y="590"/>
                <a:ext cx="28" cy="197"/>
              </a:xfrm>
              <a:custGeom>
                <a:avLst/>
                <a:gdLst>
                  <a:gd name="T0" fmla="*/ 21 w 23"/>
                  <a:gd name="T1" fmla="*/ 159 h 159"/>
                  <a:gd name="T2" fmla="*/ 20 w 23"/>
                  <a:gd name="T3" fmla="*/ 158 h 159"/>
                  <a:gd name="T4" fmla="*/ 0 w 23"/>
                  <a:gd name="T5" fmla="*/ 117 h 159"/>
                  <a:gd name="T6" fmla="*/ 0 w 23"/>
                  <a:gd name="T7" fmla="*/ 116 h 159"/>
                  <a:gd name="T8" fmla="*/ 9 w 23"/>
                  <a:gd name="T9" fmla="*/ 2 h 159"/>
                  <a:gd name="T10" fmla="*/ 11 w 23"/>
                  <a:gd name="T11" fmla="*/ 0 h 159"/>
                  <a:gd name="T12" fmla="*/ 11 w 23"/>
                  <a:gd name="T13" fmla="*/ 0 h 159"/>
                  <a:gd name="T14" fmla="*/ 13 w 23"/>
                  <a:gd name="T15" fmla="*/ 2 h 159"/>
                  <a:gd name="T16" fmla="*/ 23 w 23"/>
                  <a:gd name="T17" fmla="*/ 157 h 159"/>
                  <a:gd name="T18" fmla="*/ 22 w 23"/>
                  <a:gd name="T19" fmla="*/ 159 h 159"/>
                  <a:gd name="T20" fmla="*/ 21 w 23"/>
                  <a:gd name="T21" fmla="*/ 159 h 159"/>
                  <a:gd name="T22" fmla="*/ 3 w 23"/>
                  <a:gd name="T23" fmla="*/ 116 h 159"/>
                  <a:gd name="T24" fmla="*/ 19 w 23"/>
                  <a:gd name="T25" fmla="*/ 149 h 159"/>
                  <a:gd name="T26" fmla="*/ 11 w 23"/>
                  <a:gd name="T27" fmla="*/ 24 h 159"/>
                  <a:gd name="T28" fmla="*/ 3 w 23"/>
                  <a:gd name="T29" fmla="*/ 116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" h="159">
                    <a:moveTo>
                      <a:pt x="21" y="159"/>
                    </a:moveTo>
                    <a:cubicBezTo>
                      <a:pt x="21" y="159"/>
                      <a:pt x="20" y="159"/>
                      <a:pt x="20" y="158"/>
                    </a:cubicBezTo>
                    <a:cubicBezTo>
                      <a:pt x="0" y="117"/>
                      <a:pt x="0" y="117"/>
                      <a:pt x="0" y="117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1"/>
                      <a:pt x="10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2" y="0"/>
                      <a:pt x="13" y="1"/>
                      <a:pt x="13" y="2"/>
                    </a:cubicBezTo>
                    <a:cubicBezTo>
                      <a:pt x="23" y="157"/>
                      <a:pt x="23" y="157"/>
                      <a:pt x="23" y="157"/>
                    </a:cubicBezTo>
                    <a:cubicBezTo>
                      <a:pt x="23" y="158"/>
                      <a:pt x="22" y="159"/>
                      <a:pt x="22" y="159"/>
                    </a:cubicBezTo>
                    <a:lnTo>
                      <a:pt x="21" y="159"/>
                    </a:lnTo>
                    <a:close/>
                    <a:moveTo>
                      <a:pt x="3" y="116"/>
                    </a:moveTo>
                    <a:cubicBezTo>
                      <a:pt x="19" y="149"/>
                      <a:pt x="19" y="149"/>
                      <a:pt x="19" y="149"/>
                    </a:cubicBezTo>
                    <a:cubicBezTo>
                      <a:pt x="11" y="24"/>
                      <a:pt x="11" y="24"/>
                      <a:pt x="11" y="24"/>
                    </a:cubicBezTo>
                    <a:lnTo>
                      <a:pt x="3" y="1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1" name="Freeform 863"/>
              <p:cNvSpPr>
                <a:spLocks noEditPoints="1"/>
              </p:cNvSpPr>
              <p:nvPr userDrawn="1"/>
            </p:nvSpPr>
            <p:spPr bwMode="auto">
              <a:xfrm>
                <a:off x="2882" y="554"/>
                <a:ext cx="49" cy="136"/>
              </a:xfrm>
              <a:custGeom>
                <a:avLst/>
                <a:gdLst>
                  <a:gd name="T0" fmla="*/ 37 w 39"/>
                  <a:gd name="T1" fmla="*/ 110 h 110"/>
                  <a:gd name="T2" fmla="*/ 36 w 39"/>
                  <a:gd name="T3" fmla="*/ 110 h 110"/>
                  <a:gd name="T4" fmla="*/ 1 w 39"/>
                  <a:gd name="T5" fmla="*/ 84 h 110"/>
                  <a:gd name="T6" fmla="*/ 0 w 39"/>
                  <a:gd name="T7" fmla="*/ 82 h 110"/>
                  <a:gd name="T8" fmla="*/ 20 w 39"/>
                  <a:gd name="T9" fmla="*/ 1 h 110"/>
                  <a:gd name="T10" fmla="*/ 21 w 39"/>
                  <a:gd name="T11" fmla="*/ 0 h 110"/>
                  <a:gd name="T12" fmla="*/ 23 w 39"/>
                  <a:gd name="T13" fmla="*/ 1 h 110"/>
                  <a:gd name="T14" fmla="*/ 39 w 39"/>
                  <a:gd name="T15" fmla="*/ 108 h 110"/>
                  <a:gd name="T16" fmla="*/ 38 w 39"/>
                  <a:gd name="T17" fmla="*/ 110 h 110"/>
                  <a:gd name="T18" fmla="*/ 37 w 39"/>
                  <a:gd name="T19" fmla="*/ 110 h 110"/>
                  <a:gd name="T20" fmla="*/ 4 w 39"/>
                  <a:gd name="T21" fmla="*/ 82 h 110"/>
                  <a:gd name="T22" fmla="*/ 35 w 39"/>
                  <a:gd name="T23" fmla="*/ 105 h 110"/>
                  <a:gd name="T24" fmla="*/ 21 w 39"/>
                  <a:gd name="T25" fmla="*/ 10 h 110"/>
                  <a:gd name="T26" fmla="*/ 4 w 39"/>
                  <a:gd name="T27" fmla="*/ 82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9" h="110">
                    <a:moveTo>
                      <a:pt x="37" y="110"/>
                    </a:moveTo>
                    <a:cubicBezTo>
                      <a:pt x="36" y="110"/>
                      <a:pt x="36" y="110"/>
                      <a:pt x="36" y="110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0" y="83"/>
                      <a:pt x="0" y="82"/>
                      <a:pt x="0" y="82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22" y="0"/>
                      <a:pt x="23" y="0"/>
                      <a:pt x="23" y="1"/>
                    </a:cubicBezTo>
                    <a:cubicBezTo>
                      <a:pt x="39" y="108"/>
                      <a:pt x="39" y="108"/>
                      <a:pt x="39" y="108"/>
                    </a:cubicBezTo>
                    <a:cubicBezTo>
                      <a:pt x="39" y="109"/>
                      <a:pt x="39" y="110"/>
                      <a:pt x="38" y="110"/>
                    </a:cubicBezTo>
                    <a:lnTo>
                      <a:pt x="37" y="110"/>
                    </a:lnTo>
                    <a:close/>
                    <a:moveTo>
                      <a:pt x="4" y="82"/>
                    </a:moveTo>
                    <a:cubicBezTo>
                      <a:pt x="35" y="105"/>
                      <a:pt x="35" y="105"/>
                      <a:pt x="35" y="105"/>
                    </a:cubicBezTo>
                    <a:cubicBezTo>
                      <a:pt x="21" y="10"/>
                      <a:pt x="21" y="10"/>
                      <a:pt x="21" y="10"/>
                    </a:cubicBezTo>
                    <a:lnTo>
                      <a:pt x="4" y="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2" name="Freeform 864"/>
              <p:cNvSpPr>
                <a:spLocks noEditPoints="1"/>
              </p:cNvSpPr>
              <p:nvPr userDrawn="1"/>
            </p:nvSpPr>
            <p:spPr bwMode="auto">
              <a:xfrm>
                <a:off x="2882" y="653"/>
                <a:ext cx="49" cy="207"/>
              </a:xfrm>
              <a:custGeom>
                <a:avLst/>
                <a:gdLst>
                  <a:gd name="T0" fmla="*/ 27 w 39"/>
                  <a:gd name="T1" fmla="*/ 167 h 167"/>
                  <a:gd name="T2" fmla="*/ 26 w 39"/>
                  <a:gd name="T3" fmla="*/ 166 h 167"/>
                  <a:gd name="T4" fmla="*/ 0 w 39"/>
                  <a:gd name="T5" fmla="*/ 2 h 167"/>
                  <a:gd name="T6" fmla="*/ 1 w 39"/>
                  <a:gd name="T7" fmla="*/ 1 h 167"/>
                  <a:gd name="T8" fmla="*/ 3 w 39"/>
                  <a:gd name="T9" fmla="*/ 1 h 167"/>
                  <a:gd name="T10" fmla="*/ 38 w 39"/>
                  <a:gd name="T11" fmla="*/ 27 h 167"/>
                  <a:gd name="T12" fmla="*/ 39 w 39"/>
                  <a:gd name="T13" fmla="*/ 29 h 167"/>
                  <a:gd name="T14" fmla="*/ 29 w 39"/>
                  <a:gd name="T15" fmla="*/ 166 h 167"/>
                  <a:gd name="T16" fmla="*/ 27 w 39"/>
                  <a:gd name="T17" fmla="*/ 167 h 167"/>
                  <a:gd name="T18" fmla="*/ 4 w 39"/>
                  <a:gd name="T19" fmla="*/ 6 h 167"/>
                  <a:gd name="T20" fmla="*/ 27 w 39"/>
                  <a:gd name="T21" fmla="*/ 151 h 167"/>
                  <a:gd name="T22" fmla="*/ 36 w 39"/>
                  <a:gd name="T23" fmla="*/ 29 h 167"/>
                  <a:gd name="T24" fmla="*/ 4 w 39"/>
                  <a:gd name="T25" fmla="*/ 6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" h="167">
                    <a:moveTo>
                      <a:pt x="27" y="167"/>
                    </a:moveTo>
                    <a:cubicBezTo>
                      <a:pt x="27" y="167"/>
                      <a:pt x="26" y="167"/>
                      <a:pt x="26" y="16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8"/>
                      <a:pt x="39" y="28"/>
                      <a:pt x="39" y="29"/>
                    </a:cubicBezTo>
                    <a:cubicBezTo>
                      <a:pt x="29" y="166"/>
                      <a:pt x="29" y="166"/>
                      <a:pt x="29" y="166"/>
                    </a:cubicBezTo>
                    <a:cubicBezTo>
                      <a:pt x="29" y="167"/>
                      <a:pt x="28" y="167"/>
                      <a:pt x="27" y="167"/>
                    </a:cubicBezTo>
                    <a:close/>
                    <a:moveTo>
                      <a:pt x="4" y="6"/>
                    </a:moveTo>
                    <a:cubicBezTo>
                      <a:pt x="27" y="151"/>
                      <a:pt x="27" y="151"/>
                      <a:pt x="27" y="151"/>
                    </a:cubicBezTo>
                    <a:cubicBezTo>
                      <a:pt x="36" y="29"/>
                      <a:pt x="36" y="29"/>
                      <a:pt x="36" y="29"/>
                    </a:cubicBezTo>
                    <a:lnTo>
                      <a:pt x="4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3" name="Freeform 865"/>
              <p:cNvSpPr>
                <a:spLocks noEditPoints="1"/>
              </p:cNvSpPr>
              <p:nvPr userDrawn="1"/>
            </p:nvSpPr>
            <p:spPr bwMode="auto">
              <a:xfrm>
                <a:off x="2856" y="449"/>
                <a:ext cx="55" cy="109"/>
              </a:xfrm>
              <a:custGeom>
                <a:avLst/>
                <a:gdLst>
                  <a:gd name="T0" fmla="*/ 42 w 44"/>
                  <a:gd name="T1" fmla="*/ 88 h 88"/>
                  <a:gd name="T2" fmla="*/ 41 w 44"/>
                  <a:gd name="T3" fmla="*/ 88 h 88"/>
                  <a:gd name="T4" fmla="*/ 1 w 44"/>
                  <a:gd name="T5" fmla="*/ 65 h 88"/>
                  <a:gd name="T6" fmla="*/ 0 w 44"/>
                  <a:gd name="T7" fmla="*/ 64 h 88"/>
                  <a:gd name="T8" fmla="*/ 0 w 44"/>
                  <a:gd name="T9" fmla="*/ 2 h 88"/>
                  <a:gd name="T10" fmla="*/ 2 w 44"/>
                  <a:gd name="T11" fmla="*/ 0 h 88"/>
                  <a:gd name="T12" fmla="*/ 4 w 44"/>
                  <a:gd name="T13" fmla="*/ 1 h 88"/>
                  <a:gd name="T14" fmla="*/ 44 w 44"/>
                  <a:gd name="T15" fmla="*/ 86 h 88"/>
                  <a:gd name="T16" fmla="*/ 43 w 44"/>
                  <a:gd name="T17" fmla="*/ 88 h 88"/>
                  <a:gd name="T18" fmla="*/ 42 w 44"/>
                  <a:gd name="T19" fmla="*/ 88 h 88"/>
                  <a:gd name="T20" fmla="*/ 4 w 44"/>
                  <a:gd name="T21" fmla="*/ 63 h 88"/>
                  <a:gd name="T22" fmla="*/ 38 w 44"/>
                  <a:gd name="T23" fmla="*/ 82 h 88"/>
                  <a:gd name="T24" fmla="*/ 4 w 44"/>
                  <a:gd name="T25" fmla="*/ 10 h 88"/>
                  <a:gd name="T26" fmla="*/ 4 w 44"/>
                  <a:gd name="T27" fmla="*/ 63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4" h="88">
                    <a:moveTo>
                      <a:pt x="42" y="88"/>
                    </a:moveTo>
                    <a:cubicBezTo>
                      <a:pt x="41" y="88"/>
                      <a:pt x="41" y="88"/>
                      <a:pt x="41" y="88"/>
                    </a:cubicBezTo>
                    <a:cubicBezTo>
                      <a:pt x="1" y="65"/>
                      <a:pt x="1" y="65"/>
                      <a:pt x="1" y="65"/>
                    </a:cubicBezTo>
                    <a:cubicBezTo>
                      <a:pt x="1" y="65"/>
                      <a:pt x="0" y="65"/>
                      <a:pt x="0" y="6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3" y="1"/>
                      <a:pt x="4" y="1"/>
                    </a:cubicBezTo>
                    <a:cubicBezTo>
                      <a:pt x="44" y="86"/>
                      <a:pt x="44" y="86"/>
                      <a:pt x="44" y="86"/>
                    </a:cubicBezTo>
                    <a:cubicBezTo>
                      <a:pt x="44" y="86"/>
                      <a:pt x="44" y="87"/>
                      <a:pt x="43" y="88"/>
                    </a:cubicBezTo>
                    <a:cubicBezTo>
                      <a:pt x="43" y="88"/>
                      <a:pt x="43" y="88"/>
                      <a:pt x="42" y="88"/>
                    </a:cubicBezTo>
                    <a:close/>
                    <a:moveTo>
                      <a:pt x="4" y="63"/>
                    </a:moveTo>
                    <a:cubicBezTo>
                      <a:pt x="38" y="82"/>
                      <a:pt x="38" y="82"/>
                      <a:pt x="38" y="82"/>
                    </a:cubicBezTo>
                    <a:cubicBezTo>
                      <a:pt x="4" y="10"/>
                      <a:pt x="4" y="10"/>
                      <a:pt x="4" y="10"/>
                    </a:cubicBezTo>
                    <a:lnTo>
                      <a:pt x="4" y="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4" name="Freeform 866"/>
              <p:cNvSpPr>
                <a:spLocks noEditPoints="1"/>
              </p:cNvSpPr>
              <p:nvPr userDrawn="1"/>
            </p:nvSpPr>
            <p:spPr bwMode="auto">
              <a:xfrm>
                <a:off x="2782" y="354"/>
                <a:ext cx="79" cy="127"/>
              </a:xfrm>
              <a:custGeom>
                <a:avLst/>
                <a:gdLst>
                  <a:gd name="T0" fmla="*/ 45 w 64"/>
                  <a:gd name="T1" fmla="*/ 103 h 103"/>
                  <a:gd name="T2" fmla="*/ 44 w 64"/>
                  <a:gd name="T3" fmla="*/ 103 h 103"/>
                  <a:gd name="T4" fmla="*/ 43 w 64"/>
                  <a:gd name="T5" fmla="*/ 102 h 103"/>
                  <a:gd name="T6" fmla="*/ 0 w 64"/>
                  <a:gd name="T7" fmla="*/ 3 h 103"/>
                  <a:gd name="T8" fmla="*/ 1 w 64"/>
                  <a:gd name="T9" fmla="*/ 1 h 103"/>
                  <a:gd name="T10" fmla="*/ 3 w 64"/>
                  <a:gd name="T11" fmla="*/ 1 h 103"/>
                  <a:gd name="T12" fmla="*/ 63 w 64"/>
                  <a:gd name="T13" fmla="*/ 78 h 103"/>
                  <a:gd name="T14" fmla="*/ 63 w 64"/>
                  <a:gd name="T15" fmla="*/ 80 h 103"/>
                  <a:gd name="T16" fmla="*/ 46 w 64"/>
                  <a:gd name="T17" fmla="*/ 103 h 103"/>
                  <a:gd name="T18" fmla="*/ 45 w 64"/>
                  <a:gd name="T19" fmla="*/ 103 h 103"/>
                  <a:gd name="T20" fmla="*/ 8 w 64"/>
                  <a:gd name="T21" fmla="*/ 14 h 103"/>
                  <a:gd name="T22" fmla="*/ 45 w 64"/>
                  <a:gd name="T23" fmla="*/ 98 h 103"/>
                  <a:gd name="T24" fmla="*/ 60 w 64"/>
                  <a:gd name="T25" fmla="*/ 79 h 103"/>
                  <a:gd name="T26" fmla="*/ 8 w 64"/>
                  <a:gd name="T27" fmla="*/ 1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103">
                    <a:moveTo>
                      <a:pt x="45" y="103"/>
                    </a:moveTo>
                    <a:cubicBezTo>
                      <a:pt x="44" y="103"/>
                      <a:pt x="44" y="103"/>
                      <a:pt x="44" y="103"/>
                    </a:cubicBezTo>
                    <a:cubicBezTo>
                      <a:pt x="44" y="103"/>
                      <a:pt x="43" y="103"/>
                      <a:pt x="43" y="10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1"/>
                      <a:pt x="3" y="1"/>
                    </a:cubicBezTo>
                    <a:cubicBezTo>
                      <a:pt x="63" y="78"/>
                      <a:pt x="63" y="78"/>
                      <a:pt x="63" y="78"/>
                    </a:cubicBezTo>
                    <a:cubicBezTo>
                      <a:pt x="64" y="79"/>
                      <a:pt x="64" y="80"/>
                      <a:pt x="63" y="80"/>
                    </a:cubicBezTo>
                    <a:cubicBezTo>
                      <a:pt x="46" y="103"/>
                      <a:pt x="46" y="103"/>
                      <a:pt x="46" y="103"/>
                    </a:cubicBezTo>
                    <a:cubicBezTo>
                      <a:pt x="46" y="103"/>
                      <a:pt x="45" y="103"/>
                      <a:pt x="45" y="103"/>
                    </a:cubicBezTo>
                    <a:close/>
                    <a:moveTo>
                      <a:pt x="8" y="14"/>
                    </a:moveTo>
                    <a:cubicBezTo>
                      <a:pt x="45" y="98"/>
                      <a:pt x="45" y="98"/>
                      <a:pt x="45" y="98"/>
                    </a:cubicBezTo>
                    <a:cubicBezTo>
                      <a:pt x="60" y="79"/>
                      <a:pt x="60" y="79"/>
                      <a:pt x="60" y="79"/>
                    </a:cubicBezTo>
                    <a:lnTo>
                      <a:pt x="8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5" name="Freeform 867"/>
              <p:cNvSpPr>
                <a:spLocks noEditPoints="1"/>
              </p:cNvSpPr>
              <p:nvPr userDrawn="1"/>
            </p:nvSpPr>
            <p:spPr bwMode="auto">
              <a:xfrm>
                <a:off x="2666" y="90"/>
                <a:ext cx="79" cy="128"/>
              </a:xfrm>
              <a:custGeom>
                <a:avLst/>
                <a:gdLst>
                  <a:gd name="T0" fmla="*/ 45 w 64"/>
                  <a:gd name="T1" fmla="*/ 103 h 103"/>
                  <a:gd name="T2" fmla="*/ 45 w 64"/>
                  <a:gd name="T3" fmla="*/ 103 h 103"/>
                  <a:gd name="T4" fmla="*/ 44 w 64"/>
                  <a:gd name="T5" fmla="*/ 102 h 103"/>
                  <a:gd name="T6" fmla="*/ 1 w 64"/>
                  <a:gd name="T7" fmla="*/ 3 h 103"/>
                  <a:gd name="T8" fmla="*/ 1 w 64"/>
                  <a:gd name="T9" fmla="*/ 1 h 103"/>
                  <a:gd name="T10" fmla="*/ 3 w 64"/>
                  <a:gd name="T11" fmla="*/ 1 h 103"/>
                  <a:gd name="T12" fmla="*/ 64 w 64"/>
                  <a:gd name="T13" fmla="*/ 78 h 103"/>
                  <a:gd name="T14" fmla="*/ 64 w 64"/>
                  <a:gd name="T15" fmla="*/ 80 h 103"/>
                  <a:gd name="T16" fmla="*/ 46 w 64"/>
                  <a:gd name="T17" fmla="*/ 103 h 103"/>
                  <a:gd name="T18" fmla="*/ 45 w 64"/>
                  <a:gd name="T19" fmla="*/ 103 h 103"/>
                  <a:gd name="T20" fmla="*/ 9 w 64"/>
                  <a:gd name="T21" fmla="*/ 14 h 103"/>
                  <a:gd name="T22" fmla="*/ 45 w 64"/>
                  <a:gd name="T23" fmla="*/ 98 h 103"/>
                  <a:gd name="T24" fmla="*/ 60 w 64"/>
                  <a:gd name="T25" fmla="*/ 79 h 103"/>
                  <a:gd name="T26" fmla="*/ 9 w 64"/>
                  <a:gd name="T27" fmla="*/ 1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103">
                    <a:moveTo>
                      <a:pt x="45" y="103"/>
                    </a:moveTo>
                    <a:cubicBezTo>
                      <a:pt x="45" y="103"/>
                      <a:pt x="45" y="103"/>
                      <a:pt x="45" y="103"/>
                    </a:cubicBezTo>
                    <a:cubicBezTo>
                      <a:pt x="44" y="103"/>
                      <a:pt x="44" y="103"/>
                      <a:pt x="44" y="10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4" y="79"/>
                      <a:pt x="64" y="79"/>
                      <a:pt x="64" y="80"/>
                    </a:cubicBezTo>
                    <a:cubicBezTo>
                      <a:pt x="46" y="103"/>
                      <a:pt x="46" y="103"/>
                      <a:pt x="46" y="103"/>
                    </a:cubicBezTo>
                    <a:cubicBezTo>
                      <a:pt x="46" y="103"/>
                      <a:pt x="46" y="103"/>
                      <a:pt x="45" y="103"/>
                    </a:cubicBezTo>
                    <a:close/>
                    <a:moveTo>
                      <a:pt x="9" y="14"/>
                    </a:moveTo>
                    <a:cubicBezTo>
                      <a:pt x="45" y="98"/>
                      <a:pt x="45" y="98"/>
                      <a:pt x="45" y="98"/>
                    </a:cubicBezTo>
                    <a:cubicBezTo>
                      <a:pt x="60" y="79"/>
                      <a:pt x="60" y="79"/>
                      <a:pt x="60" y="79"/>
                    </a:cubicBezTo>
                    <a:lnTo>
                      <a:pt x="9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6" name="Freeform 868"/>
              <p:cNvSpPr>
                <a:spLocks noEditPoints="1"/>
              </p:cNvSpPr>
              <p:nvPr userDrawn="1"/>
            </p:nvSpPr>
            <p:spPr bwMode="auto">
              <a:xfrm>
                <a:off x="2666" y="278"/>
                <a:ext cx="120" cy="81"/>
              </a:xfrm>
              <a:custGeom>
                <a:avLst/>
                <a:gdLst>
                  <a:gd name="T0" fmla="*/ 96 w 97"/>
                  <a:gd name="T1" fmla="*/ 65 h 65"/>
                  <a:gd name="T2" fmla="*/ 95 w 97"/>
                  <a:gd name="T3" fmla="*/ 65 h 65"/>
                  <a:gd name="T4" fmla="*/ 32 w 97"/>
                  <a:gd name="T5" fmla="*/ 59 h 65"/>
                  <a:gd name="T6" fmla="*/ 31 w 97"/>
                  <a:gd name="T7" fmla="*/ 58 h 65"/>
                  <a:gd name="T8" fmla="*/ 1 w 97"/>
                  <a:gd name="T9" fmla="*/ 2 h 65"/>
                  <a:gd name="T10" fmla="*/ 1 w 97"/>
                  <a:gd name="T11" fmla="*/ 0 h 65"/>
                  <a:gd name="T12" fmla="*/ 3 w 97"/>
                  <a:gd name="T13" fmla="*/ 0 h 65"/>
                  <a:gd name="T14" fmla="*/ 96 w 97"/>
                  <a:gd name="T15" fmla="*/ 62 h 65"/>
                  <a:gd name="T16" fmla="*/ 97 w 97"/>
                  <a:gd name="T17" fmla="*/ 64 h 65"/>
                  <a:gd name="T18" fmla="*/ 96 w 97"/>
                  <a:gd name="T19" fmla="*/ 65 h 65"/>
                  <a:gd name="T20" fmla="*/ 33 w 97"/>
                  <a:gd name="T21" fmla="*/ 56 h 65"/>
                  <a:gd name="T22" fmla="*/ 89 w 97"/>
                  <a:gd name="T23" fmla="*/ 61 h 65"/>
                  <a:gd name="T24" fmla="*/ 7 w 97"/>
                  <a:gd name="T25" fmla="*/ 7 h 65"/>
                  <a:gd name="T26" fmla="*/ 33 w 97"/>
                  <a:gd name="T27" fmla="*/ 56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7" h="65">
                    <a:moveTo>
                      <a:pt x="96" y="65"/>
                    </a:moveTo>
                    <a:cubicBezTo>
                      <a:pt x="95" y="65"/>
                      <a:pt x="95" y="65"/>
                      <a:pt x="95" y="65"/>
                    </a:cubicBezTo>
                    <a:cubicBezTo>
                      <a:pt x="32" y="59"/>
                      <a:pt x="32" y="59"/>
                      <a:pt x="32" y="59"/>
                    </a:cubicBezTo>
                    <a:cubicBezTo>
                      <a:pt x="31" y="59"/>
                      <a:pt x="31" y="59"/>
                      <a:pt x="31" y="58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96" y="62"/>
                      <a:pt x="96" y="62"/>
                      <a:pt x="96" y="62"/>
                    </a:cubicBezTo>
                    <a:cubicBezTo>
                      <a:pt x="97" y="62"/>
                      <a:pt x="97" y="63"/>
                      <a:pt x="97" y="64"/>
                    </a:cubicBezTo>
                    <a:cubicBezTo>
                      <a:pt x="97" y="65"/>
                      <a:pt x="96" y="65"/>
                      <a:pt x="96" y="65"/>
                    </a:cubicBezTo>
                    <a:close/>
                    <a:moveTo>
                      <a:pt x="33" y="56"/>
                    </a:moveTo>
                    <a:cubicBezTo>
                      <a:pt x="89" y="61"/>
                      <a:pt x="89" y="61"/>
                      <a:pt x="89" y="61"/>
                    </a:cubicBezTo>
                    <a:cubicBezTo>
                      <a:pt x="7" y="7"/>
                      <a:pt x="7" y="7"/>
                      <a:pt x="7" y="7"/>
                    </a:cubicBezTo>
                    <a:lnTo>
                      <a:pt x="33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7" name="Freeform 869"/>
              <p:cNvSpPr>
                <a:spLocks noEditPoints="1"/>
              </p:cNvSpPr>
              <p:nvPr userDrawn="1"/>
            </p:nvSpPr>
            <p:spPr bwMode="auto">
              <a:xfrm>
                <a:off x="2895" y="916"/>
                <a:ext cx="76" cy="44"/>
              </a:xfrm>
              <a:custGeom>
                <a:avLst/>
                <a:gdLst>
                  <a:gd name="T0" fmla="*/ 39 w 62"/>
                  <a:gd name="T1" fmla="*/ 36 h 36"/>
                  <a:gd name="T2" fmla="*/ 38 w 62"/>
                  <a:gd name="T3" fmla="*/ 36 h 36"/>
                  <a:gd name="T4" fmla="*/ 1 w 62"/>
                  <a:gd name="T5" fmla="*/ 14 h 36"/>
                  <a:gd name="T6" fmla="*/ 0 w 62"/>
                  <a:gd name="T7" fmla="*/ 12 h 36"/>
                  <a:gd name="T8" fmla="*/ 1 w 62"/>
                  <a:gd name="T9" fmla="*/ 11 h 36"/>
                  <a:gd name="T10" fmla="*/ 60 w 62"/>
                  <a:gd name="T11" fmla="*/ 0 h 36"/>
                  <a:gd name="T12" fmla="*/ 62 w 62"/>
                  <a:gd name="T13" fmla="*/ 1 h 36"/>
                  <a:gd name="T14" fmla="*/ 62 w 62"/>
                  <a:gd name="T15" fmla="*/ 3 h 36"/>
                  <a:gd name="T16" fmla="*/ 41 w 62"/>
                  <a:gd name="T17" fmla="*/ 35 h 36"/>
                  <a:gd name="T18" fmla="*/ 39 w 62"/>
                  <a:gd name="T19" fmla="*/ 36 h 36"/>
                  <a:gd name="T20" fmla="*/ 6 w 62"/>
                  <a:gd name="T21" fmla="*/ 14 h 36"/>
                  <a:gd name="T22" fmla="*/ 39 w 62"/>
                  <a:gd name="T23" fmla="*/ 32 h 36"/>
                  <a:gd name="T24" fmla="*/ 57 w 62"/>
                  <a:gd name="T25" fmla="*/ 4 h 36"/>
                  <a:gd name="T26" fmla="*/ 6 w 62"/>
                  <a:gd name="T27" fmla="*/ 1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36">
                    <a:moveTo>
                      <a:pt x="39" y="36"/>
                    </a:moveTo>
                    <a:cubicBezTo>
                      <a:pt x="38" y="36"/>
                      <a:pt x="38" y="36"/>
                      <a:pt x="38" y="36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0" y="14"/>
                      <a:pt x="0" y="13"/>
                      <a:pt x="0" y="12"/>
                    </a:cubicBezTo>
                    <a:cubicBezTo>
                      <a:pt x="0" y="12"/>
                      <a:pt x="0" y="11"/>
                      <a:pt x="1" y="11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1" y="0"/>
                      <a:pt x="61" y="1"/>
                      <a:pt x="62" y="1"/>
                    </a:cubicBezTo>
                    <a:cubicBezTo>
                      <a:pt x="62" y="2"/>
                      <a:pt x="62" y="2"/>
                      <a:pt x="62" y="3"/>
                    </a:cubicBezTo>
                    <a:cubicBezTo>
                      <a:pt x="41" y="35"/>
                      <a:pt x="41" y="35"/>
                      <a:pt x="41" y="35"/>
                    </a:cubicBezTo>
                    <a:cubicBezTo>
                      <a:pt x="40" y="36"/>
                      <a:pt x="40" y="36"/>
                      <a:pt x="39" y="36"/>
                    </a:cubicBezTo>
                    <a:close/>
                    <a:moveTo>
                      <a:pt x="6" y="1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57" y="4"/>
                      <a:pt x="57" y="4"/>
                      <a:pt x="57" y="4"/>
                    </a:cubicBezTo>
                    <a:lnTo>
                      <a:pt x="6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8" name="Freeform 870"/>
              <p:cNvSpPr>
                <a:spLocks noEditPoints="1"/>
              </p:cNvSpPr>
              <p:nvPr userDrawn="1"/>
            </p:nvSpPr>
            <p:spPr bwMode="auto">
              <a:xfrm>
                <a:off x="2966" y="916"/>
                <a:ext cx="107" cy="31"/>
              </a:xfrm>
              <a:custGeom>
                <a:avLst/>
                <a:gdLst>
                  <a:gd name="T0" fmla="*/ 43 w 86"/>
                  <a:gd name="T1" fmla="*/ 25 h 25"/>
                  <a:gd name="T2" fmla="*/ 42 w 86"/>
                  <a:gd name="T3" fmla="*/ 25 h 25"/>
                  <a:gd name="T4" fmla="*/ 1 w 86"/>
                  <a:gd name="T5" fmla="*/ 4 h 25"/>
                  <a:gd name="T6" fmla="*/ 1 w 86"/>
                  <a:gd name="T7" fmla="*/ 2 h 25"/>
                  <a:gd name="T8" fmla="*/ 2 w 86"/>
                  <a:gd name="T9" fmla="*/ 0 h 25"/>
                  <a:gd name="T10" fmla="*/ 84 w 86"/>
                  <a:gd name="T11" fmla="*/ 11 h 25"/>
                  <a:gd name="T12" fmla="*/ 86 w 86"/>
                  <a:gd name="T13" fmla="*/ 13 h 25"/>
                  <a:gd name="T14" fmla="*/ 84 w 86"/>
                  <a:gd name="T15" fmla="*/ 14 h 25"/>
                  <a:gd name="T16" fmla="*/ 43 w 86"/>
                  <a:gd name="T17" fmla="*/ 25 h 25"/>
                  <a:gd name="T18" fmla="*/ 11 w 86"/>
                  <a:gd name="T19" fmla="*/ 5 h 25"/>
                  <a:gd name="T20" fmla="*/ 43 w 86"/>
                  <a:gd name="T21" fmla="*/ 22 h 25"/>
                  <a:gd name="T22" fmla="*/ 75 w 86"/>
                  <a:gd name="T23" fmla="*/ 13 h 25"/>
                  <a:gd name="T24" fmla="*/ 11 w 86"/>
                  <a:gd name="T25" fmla="*/ 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25">
                    <a:moveTo>
                      <a:pt x="43" y="25"/>
                    </a:moveTo>
                    <a:cubicBezTo>
                      <a:pt x="42" y="25"/>
                      <a:pt x="42" y="25"/>
                      <a:pt x="42" y="2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3"/>
                      <a:pt x="0" y="2"/>
                      <a:pt x="1" y="2"/>
                    </a:cubicBezTo>
                    <a:cubicBezTo>
                      <a:pt x="1" y="1"/>
                      <a:pt x="2" y="0"/>
                      <a:pt x="2" y="0"/>
                    </a:cubicBezTo>
                    <a:cubicBezTo>
                      <a:pt x="84" y="11"/>
                      <a:pt x="84" y="11"/>
                      <a:pt x="84" y="11"/>
                    </a:cubicBezTo>
                    <a:cubicBezTo>
                      <a:pt x="85" y="11"/>
                      <a:pt x="85" y="12"/>
                      <a:pt x="86" y="13"/>
                    </a:cubicBezTo>
                    <a:cubicBezTo>
                      <a:pt x="86" y="13"/>
                      <a:pt x="85" y="14"/>
                      <a:pt x="84" y="14"/>
                    </a:cubicBezTo>
                    <a:cubicBezTo>
                      <a:pt x="43" y="25"/>
                      <a:pt x="43" y="25"/>
                      <a:pt x="43" y="25"/>
                    </a:cubicBezTo>
                    <a:close/>
                    <a:moveTo>
                      <a:pt x="11" y="5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75" y="13"/>
                      <a:pt x="75" y="13"/>
                      <a:pt x="75" y="13"/>
                    </a:cubicBezTo>
                    <a:lnTo>
                      <a:pt x="11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9" name="Freeform 871"/>
              <p:cNvSpPr>
                <a:spLocks noEditPoints="1"/>
              </p:cNvSpPr>
              <p:nvPr userDrawn="1"/>
            </p:nvSpPr>
            <p:spPr bwMode="auto">
              <a:xfrm>
                <a:off x="3017" y="929"/>
                <a:ext cx="143" cy="50"/>
              </a:xfrm>
              <a:custGeom>
                <a:avLst/>
                <a:gdLst>
                  <a:gd name="T0" fmla="*/ 114 w 115"/>
                  <a:gd name="T1" fmla="*/ 40 h 40"/>
                  <a:gd name="T2" fmla="*/ 113 w 115"/>
                  <a:gd name="T3" fmla="*/ 40 h 40"/>
                  <a:gd name="T4" fmla="*/ 2 w 115"/>
                  <a:gd name="T5" fmla="*/ 14 h 40"/>
                  <a:gd name="T6" fmla="*/ 0 w 115"/>
                  <a:gd name="T7" fmla="*/ 13 h 40"/>
                  <a:gd name="T8" fmla="*/ 2 w 115"/>
                  <a:gd name="T9" fmla="*/ 11 h 40"/>
                  <a:gd name="T10" fmla="*/ 42 w 115"/>
                  <a:gd name="T11" fmla="*/ 0 h 40"/>
                  <a:gd name="T12" fmla="*/ 44 w 115"/>
                  <a:gd name="T13" fmla="*/ 0 h 40"/>
                  <a:gd name="T14" fmla="*/ 114 w 115"/>
                  <a:gd name="T15" fmla="*/ 37 h 40"/>
                  <a:gd name="T16" fmla="*/ 115 w 115"/>
                  <a:gd name="T17" fmla="*/ 39 h 40"/>
                  <a:gd name="T18" fmla="*/ 114 w 115"/>
                  <a:gd name="T19" fmla="*/ 40 h 40"/>
                  <a:gd name="T20" fmla="*/ 9 w 115"/>
                  <a:gd name="T21" fmla="*/ 12 h 40"/>
                  <a:gd name="T22" fmla="*/ 101 w 115"/>
                  <a:gd name="T23" fmla="*/ 34 h 40"/>
                  <a:gd name="T24" fmla="*/ 43 w 115"/>
                  <a:gd name="T25" fmla="*/ 3 h 40"/>
                  <a:gd name="T26" fmla="*/ 9 w 115"/>
                  <a:gd name="T27" fmla="*/ 1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40">
                    <a:moveTo>
                      <a:pt x="114" y="40"/>
                    </a:moveTo>
                    <a:cubicBezTo>
                      <a:pt x="113" y="40"/>
                      <a:pt x="113" y="40"/>
                      <a:pt x="113" y="4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4"/>
                      <a:pt x="0" y="13"/>
                      <a:pt x="0" y="13"/>
                    </a:cubicBezTo>
                    <a:cubicBezTo>
                      <a:pt x="0" y="12"/>
                      <a:pt x="1" y="11"/>
                      <a:pt x="2" y="11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3" y="0"/>
                      <a:pt x="43" y="0"/>
                      <a:pt x="44" y="0"/>
                    </a:cubicBezTo>
                    <a:cubicBezTo>
                      <a:pt x="114" y="37"/>
                      <a:pt x="114" y="37"/>
                      <a:pt x="114" y="37"/>
                    </a:cubicBezTo>
                    <a:cubicBezTo>
                      <a:pt x="115" y="38"/>
                      <a:pt x="115" y="39"/>
                      <a:pt x="115" y="39"/>
                    </a:cubicBezTo>
                    <a:cubicBezTo>
                      <a:pt x="115" y="40"/>
                      <a:pt x="114" y="40"/>
                      <a:pt x="114" y="40"/>
                    </a:cubicBezTo>
                    <a:close/>
                    <a:moveTo>
                      <a:pt x="9" y="12"/>
                    </a:moveTo>
                    <a:cubicBezTo>
                      <a:pt x="101" y="34"/>
                      <a:pt x="101" y="34"/>
                      <a:pt x="101" y="34"/>
                    </a:cubicBezTo>
                    <a:cubicBezTo>
                      <a:pt x="43" y="3"/>
                      <a:pt x="43" y="3"/>
                      <a:pt x="43" y="3"/>
                    </a:cubicBezTo>
                    <a:lnTo>
                      <a:pt x="9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0" name="Freeform 872"/>
              <p:cNvSpPr>
                <a:spLocks noEditPoints="1"/>
              </p:cNvSpPr>
              <p:nvPr userDrawn="1"/>
            </p:nvSpPr>
            <p:spPr bwMode="auto">
              <a:xfrm>
                <a:off x="3156" y="975"/>
                <a:ext cx="68" cy="73"/>
              </a:xfrm>
              <a:custGeom>
                <a:avLst/>
                <a:gdLst>
                  <a:gd name="T0" fmla="*/ 53 w 55"/>
                  <a:gd name="T1" fmla="*/ 59 h 59"/>
                  <a:gd name="T2" fmla="*/ 52 w 55"/>
                  <a:gd name="T3" fmla="*/ 59 h 59"/>
                  <a:gd name="T4" fmla="*/ 1 w 55"/>
                  <a:gd name="T5" fmla="*/ 35 h 59"/>
                  <a:gd name="T6" fmla="*/ 0 w 55"/>
                  <a:gd name="T7" fmla="*/ 34 h 59"/>
                  <a:gd name="T8" fmla="*/ 0 w 55"/>
                  <a:gd name="T9" fmla="*/ 2 h 59"/>
                  <a:gd name="T10" fmla="*/ 1 w 55"/>
                  <a:gd name="T11" fmla="*/ 0 h 59"/>
                  <a:gd name="T12" fmla="*/ 3 w 55"/>
                  <a:gd name="T13" fmla="*/ 1 h 59"/>
                  <a:gd name="T14" fmla="*/ 54 w 55"/>
                  <a:gd name="T15" fmla="*/ 56 h 59"/>
                  <a:gd name="T16" fmla="*/ 54 w 55"/>
                  <a:gd name="T17" fmla="*/ 58 h 59"/>
                  <a:gd name="T18" fmla="*/ 53 w 55"/>
                  <a:gd name="T19" fmla="*/ 59 h 59"/>
                  <a:gd name="T20" fmla="*/ 3 w 55"/>
                  <a:gd name="T21" fmla="*/ 33 h 59"/>
                  <a:gd name="T22" fmla="*/ 47 w 55"/>
                  <a:gd name="T23" fmla="*/ 52 h 59"/>
                  <a:gd name="T24" fmla="*/ 3 w 55"/>
                  <a:gd name="T25" fmla="*/ 6 h 59"/>
                  <a:gd name="T26" fmla="*/ 3 w 55"/>
                  <a:gd name="T27" fmla="*/ 3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5" h="59">
                    <a:moveTo>
                      <a:pt x="53" y="59"/>
                    </a:moveTo>
                    <a:cubicBezTo>
                      <a:pt x="52" y="59"/>
                      <a:pt x="52" y="59"/>
                      <a:pt x="52" y="59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35"/>
                      <a:pt x="0" y="34"/>
                      <a:pt x="0" y="3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5" y="3"/>
                      <a:pt x="51" y="51"/>
                      <a:pt x="54" y="56"/>
                    </a:cubicBezTo>
                    <a:cubicBezTo>
                      <a:pt x="55" y="57"/>
                      <a:pt x="55" y="57"/>
                      <a:pt x="54" y="58"/>
                    </a:cubicBezTo>
                    <a:cubicBezTo>
                      <a:pt x="54" y="58"/>
                      <a:pt x="53" y="59"/>
                      <a:pt x="53" y="59"/>
                    </a:cubicBezTo>
                    <a:close/>
                    <a:moveTo>
                      <a:pt x="3" y="33"/>
                    </a:moveTo>
                    <a:cubicBezTo>
                      <a:pt x="47" y="52"/>
                      <a:pt x="47" y="52"/>
                      <a:pt x="47" y="52"/>
                    </a:cubicBezTo>
                    <a:cubicBezTo>
                      <a:pt x="37" y="42"/>
                      <a:pt x="17" y="20"/>
                      <a:pt x="3" y="6"/>
                    </a:cubicBezTo>
                    <a:lnTo>
                      <a:pt x="3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1" name="Freeform 873"/>
              <p:cNvSpPr>
                <a:spLocks noEditPoints="1"/>
              </p:cNvSpPr>
              <p:nvPr userDrawn="1"/>
            </p:nvSpPr>
            <p:spPr bwMode="auto">
              <a:xfrm>
                <a:off x="3068" y="943"/>
                <a:ext cx="129" cy="70"/>
              </a:xfrm>
              <a:custGeom>
                <a:avLst/>
                <a:gdLst>
                  <a:gd name="T0" fmla="*/ 102 w 104"/>
                  <a:gd name="T1" fmla="*/ 57 h 57"/>
                  <a:gd name="T2" fmla="*/ 102 w 104"/>
                  <a:gd name="T3" fmla="*/ 57 h 57"/>
                  <a:gd name="T4" fmla="*/ 1 w 104"/>
                  <a:gd name="T5" fmla="*/ 29 h 57"/>
                  <a:gd name="T6" fmla="*/ 0 w 104"/>
                  <a:gd name="T7" fmla="*/ 28 h 57"/>
                  <a:gd name="T8" fmla="*/ 1 w 104"/>
                  <a:gd name="T9" fmla="*/ 27 h 57"/>
                  <a:gd name="T10" fmla="*/ 28 w 104"/>
                  <a:gd name="T11" fmla="*/ 0 h 57"/>
                  <a:gd name="T12" fmla="*/ 30 w 104"/>
                  <a:gd name="T13" fmla="*/ 0 h 57"/>
                  <a:gd name="T14" fmla="*/ 103 w 104"/>
                  <a:gd name="T15" fmla="*/ 54 h 57"/>
                  <a:gd name="T16" fmla="*/ 104 w 104"/>
                  <a:gd name="T17" fmla="*/ 56 h 57"/>
                  <a:gd name="T18" fmla="*/ 102 w 104"/>
                  <a:gd name="T19" fmla="*/ 57 h 57"/>
                  <a:gd name="T20" fmla="*/ 5 w 104"/>
                  <a:gd name="T21" fmla="*/ 27 h 57"/>
                  <a:gd name="T22" fmla="*/ 94 w 104"/>
                  <a:gd name="T23" fmla="*/ 51 h 57"/>
                  <a:gd name="T24" fmla="*/ 30 w 104"/>
                  <a:gd name="T25" fmla="*/ 4 h 57"/>
                  <a:gd name="T26" fmla="*/ 5 w 104"/>
                  <a:gd name="T27" fmla="*/ 2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4" h="57">
                    <a:moveTo>
                      <a:pt x="102" y="57"/>
                    </a:moveTo>
                    <a:cubicBezTo>
                      <a:pt x="102" y="57"/>
                      <a:pt x="102" y="57"/>
                      <a:pt x="102" y="57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0" y="29"/>
                      <a:pt x="0" y="28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9" y="0"/>
                      <a:pt x="30" y="0"/>
                      <a:pt x="30" y="0"/>
                    </a:cubicBezTo>
                    <a:cubicBezTo>
                      <a:pt x="103" y="54"/>
                      <a:pt x="103" y="54"/>
                      <a:pt x="103" y="54"/>
                    </a:cubicBezTo>
                    <a:cubicBezTo>
                      <a:pt x="104" y="55"/>
                      <a:pt x="104" y="55"/>
                      <a:pt x="104" y="56"/>
                    </a:cubicBezTo>
                    <a:cubicBezTo>
                      <a:pt x="104" y="57"/>
                      <a:pt x="103" y="57"/>
                      <a:pt x="102" y="57"/>
                    </a:cubicBezTo>
                    <a:close/>
                    <a:moveTo>
                      <a:pt x="5" y="27"/>
                    </a:moveTo>
                    <a:cubicBezTo>
                      <a:pt x="94" y="51"/>
                      <a:pt x="94" y="51"/>
                      <a:pt x="94" y="51"/>
                    </a:cubicBezTo>
                    <a:cubicBezTo>
                      <a:pt x="30" y="4"/>
                      <a:pt x="30" y="4"/>
                      <a:pt x="30" y="4"/>
                    </a:cubicBezTo>
                    <a:lnTo>
                      <a:pt x="5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2" name="Freeform 874"/>
              <p:cNvSpPr>
                <a:spLocks noEditPoints="1"/>
              </p:cNvSpPr>
              <p:nvPr userDrawn="1"/>
            </p:nvSpPr>
            <p:spPr bwMode="auto">
              <a:xfrm>
                <a:off x="2549" y="251"/>
                <a:ext cx="122" cy="31"/>
              </a:xfrm>
              <a:custGeom>
                <a:avLst/>
                <a:gdLst>
                  <a:gd name="T0" fmla="*/ 96 w 98"/>
                  <a:gd name="T1" fmla="*/ 25 h 25"/>
                  <a:gd name="T2" fmla="*/ 1 w 98"/>
                  <a:gd name="T3" fmla="*/ 25 h 25"/>
                  <a:gd name="T4" fmla="*/ 0 w 98"/>
                  <a:gd name="T5" fmla="*/ 24 h 25"/>
                  <a:gd name="T6" fmla="*/ 1 w 98"/>
                  <a:gd name="T7" fmla="*/ 22 h 25"/>
                  <a:gd name="T8" fmla="*/ 31 w 98"/>
                  <a:gd name="T9" fmla="*/ 0 h 25"/>
                  <a:gd name="T10" fmla="*/ 32 w 98"/>
                  <a:gd name="T11" fmla="*/ 0 h 25"/>
                  <a:gd name="T12" fmla="*/ 97 w 98"/>
                  <a:gd name="T13" fmla="*/ 22 h 25"/>
                  <a:gd name="T14" fmla="*/ 98 w 98"/>
                  <a:gd name="T15" fmla="*/ 24 h 25"/>
                  <a:gd name="T16" fmla="*/ 96 w 98"/>
                  <a:gd name="T17" fmla="*/ 25 h 25"/>
                  <a:gd name="T18" fmla="*/ 7 w 98"/>
                  <a:gd name="T19" fmla="*/ 22 h 25"/>
                  <a:gd name="T20" fmla="*/ 86 w 98"/>
                  <a:gd name="T21" fmla="*/ 22 h 25"/>
                  <a:gd name="T22" fmla="*/ 32 w 98"/>
                  <a:gd name="T23" fmla="*/ 3 h 25"/>
                  <a:gd name="T24" fmla="*/ 7 w 98"/>
                  <a:gd name="T25" fmla="*/ 22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8" h="25">
                    <a:moveTo>
                      <a:pt x="96" y="25"/>
                    </a:moveTo>
                    <a:cubicBezTo>
                      <a:pt x="1" y="25"/>
                      <a:pt x="1" y="25"/>
                      <a:pt x="1" y="25"/>
                    </a:cubicBezTo>
                    <a:cubicBezTo>
                      <a:pt x="1" y="25"/>
                      <a:pt x="0" y="25"/>
                      <a:pt x="0" y="24"/>
                    </a:cubicBezTo>
                    <a:cubicBezTo>
                      <a:pt x="0" y="23"/>
                      <a:pt x="0" y="23"/>
                      <a:pt x="1" y="22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0"/>
                      <a:pt x="32" y="0"/>
                      <a:pt x="32" y="0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8" y="22"/>
                      <a:pt x="98" y="23"/>
                      <a:pt x="98" y="24"/>
                    </a:cubicBezTo>
                    <a:cubicBezTo>
                      <a:pt x="98" y="25"/>
                      <a:pt x="97" y="25"/>
                      <a:pt x="96" y="25"/>
                    </a:cubicBezTo>
                    <a:close/>
                    <a:moveTo>
                      <a:pt x="7" y="22"/>
                    </a:moveTo>
                    <a:cubicBezTo>
                      <a:pt x="86" y="22"/>
                      <a:pt x="86" y="22"/>
                      <a:pt x="86" y="22"/>
                    </a:cubicBezTo>
                    <a:cubicBezTo>
                      <a:pt x="32" y="3"/>
                      <a:pt x="32" y="3"/>
                      <a:pt x="32" y="3"/>
                    </a:cubicBezTo>
                    <a:lnTo>
                      <a:pt x="7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3" name="Freeform 875"/>
              <p:cNvSpPr>
                <a:spLocks noEditPoints="1"/>
              </p:cNvSpPr>
              <p:nvPr userDrawn="1"/>
            </p:nvSpPr>
            <p:spPr bwMode="auto">
              <a:xfrm>
                <a:off x="2735" y="317"/>
                <a:ext cx="93" cy="89"/>
              </a:xfrm>
              <a:custGeom>
                <a:avLst/>
                <a:gdLst>
                  <a:gd name="T0" fmla="*/ 73 w 75"/>
                  <a:gd name="T1" fmla="*/ 72 h 72"/>
                  <a:gd name="T2" fmla="*/ 73 w 75"/>
                  <a:gd name="T3" fmla="*/ 71 h 72"/>
                  <a:gd name="T4" fmla="*/ 1 w 75"/>
                  <a:gd name="T5" fmla="*/ 41 h 72"/>
                  <a:gd name="T6" fmla="*/ 0 w 75"/>
                  <a:gd name="T7" fmla="*/ 40 h 72"/>
                  <a:gd name="T8" fmla="*/ 0 w 75"/>
                  <a:gd name="T9" fmla="*/ 1 h 72"/>
                  <a:gd name="T10" fmla="*/ 1 w 75"/>
                  <a:gd name="T11" fmla="*/ 0 h 72"/>
                  <a:gd name="T12" fmla="*/ 3 w 75"/>
                  <a:gd name="T13" fmla="*/ 0 h 72"/>
                  <a:gd name="T14" fmla="*/ 75 w 75"/>
                  <a:gd name="T15" fmla="*/ 69 h 72"/>
                  <a:gd name="T16" fmla="*/ 75 w 75"/>
                  <a:gd name="T17" fmla="*/ 71 h 72"/>
                  <a:gd name="T18" fmla="*/ 73 w 75"/>
                  <a:gd name="T19" fmla="*/ 72 h 72"/>
                  <a:gd name="T20" fmla="*/ 3 w 75"/>
                  <a:gd name="T21" fmla="*/ 39 h 72"/>
                  <a:gd name="T22" fmla="*/ 66 w 75"/>
                  <a:gd name="T23" fmla="*/ 65 h 72"/>
                  <a:gd name="T24" fmla="*/ 3 w 75"/>
                  <a:gd name="T25" fmla="*/ 5 h 72"/>
                  <a:gd name="T26" fmla="*/ 3 w 75"/>
                  <a:gd name="T27" fmla="*/ 39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72">
                    <a:moveTo>
                      <a:pt x="73" y="72"/>
                    </a:moveTo>
                    <a:cubicBezTo>
                      <a:pt x="73" y="71"/>
                      <a:pt x="73" y="71"/>
                      <a:pt x="73" y="71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41"/>
                      <a:pt x="0" y="40"/>
                      <a:pt x="0" y="4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75" y="69"/>
                      <a:pt x="75" y="69"/>
                      <a:pt x="75" y="69"/>
                    </a:cubicBezTo>
                    <a:cubicBezTo>
                      <a:pt x="75" y="69"/>
                      <a:pt x="75" y="70"/>
                      <a:pt x="75" y="71"/>
                    </a:cubicBezTo>
                    <a:cubicBezTo>
                      <a:pt x="75" y="71"/>
                      <a:pt x="74" y="72"/>
                      <a:pt x="73" y="72"/>
                    </a:cubicBezTo>
                    <a:close/>
                    <a:moveTo>
                      <a:pt x="3" y="39"/>
                    </a:moveTo>
                    <a:cubicBezTo>
                      <a:pt x="66" y="65"/>
                      <a:pt x="66" y="65"/>
                      <a:pt x="66" y="65"/>
                    </a:cubicBezTo>
                    <a:cubicBezTo>
                      <a:pt x="3" y="5"/>
                      <a:pt x="3" y="5"/>
                      <a:pt x="3" y="5"/>
                    </a:cubicBezTo>
                    <a:lnTo>
                      <a:pt x="3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4" name="Freeform 876"/>
              <p:cNvSpPr>
                <a:spLocks noEditPoints="1"/>
              </p:cNvSpPr>
              <p:nvPr userDrawn="1"/>
            </p:nvSpPr>
            <p:spPr bwMode="auto">
              <a:xfrm>
                <a:off x="2489" y="237"/>
                <a:ext cx="101" cy="45"/>
              </a:xfrm>
              <a:custGeom>
                <a:avLst/>
                <a:gdLst>
                  <a:gd name="T0" fmla="*/ 50 w 82"/>
                  <a:gd name="T1" fmla="*/ 36 h 36"/>
                  <a:gd name="T2" fmla="*/ 50 w 82"/>
                  <a:gd name="T3" fmla="*/ 36 h 36"/>
                  <a:gd name="T4" fmla="*/ 1 w 82"/>
                  <a:gd name="T5" fmla="*/ 3 h 36"/>
                  <a:gd name="T6" fmla="*/ 1 w 82"/>
                  <a:gd name="T7" fmla="*/ 1 h 36"/>
                  <a:gd name="T8" fmla="*/ 3 w 82"/>
                  <a:gd name="T9" fmla="*/ 0 h 36"/>
                  <a:gd name="T10" fmla="*/ 81 w 82"/>
                  <a:gd name="T11" fmla="*/ 11 h 36"/>
                  <a:gd name="T12" fmla="*/ 82 w 82"/>
                  <a:gd name="T13" fmla="*/ 12 h 36"/>
                  <a:gd name="T14" fmla="*/ 82 w 82"/>
                  <a:gd name="T15" fmla="*/ 14 h 36"/>
                  <a:gd name="T16" fmla="*/ 51 w 82"/>
                  <a:gd name="T17" fmla="*/ 36 h 36"/>
                  <a:gd name="T18" fmla="*/ 50 w 82"/>
                  <a:gd name="T19" fmla="*/ 36 h 36"/>
                  <a:gd name="T20" fmla="*/ 9 w 82"/>
                  <a:gd name="T21" fmla="*/ 4 h 36"/>
                  <a:gd name="T22" fmla="*/ 50 w 82"/>
                  <a:gd name="T23" fmla="*/ 32 h 36"/>
                  <a:gd name="T24" fmla="*/ 76 w 82"/>
                  <a:gd name="T25" fmla="*/ 14 h 36"/>
                  <a:gd name="T26" fmla="*/ 9 w 82"/>
                  <a:gd name="T27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2" h="36">
                    <a:moveTo>
                      <a:pt x="50" y="36"/>
                    </a:moveTo>
                    <a:cubicBezTo>
                      <a:pt x="50" y="36"/>
                      <a:pt x="50" y="36"/>
                      <a:pt x="50" y="36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2" y="11"/>
                      <a:pt x="82" y="11"/>
                      <a:pt x="82" y="12"/>
                    </a:cubicBezTo>
                    <a:cubicBezTo>
                      <a:pt x="82" y="13"/>
                      <a:pt x="82" y="14"/>
                      <a:pt x="82" y="14"/>
                    </a:cubicBezTo>
                    <a:cubicBezTo>
                      <a:pt x="51" y="36"/>
                      <a:pt x="51" y="36"/>
                      <a:pt x="51" y="36"/>
                    </a:cubicBezTo>
                    <a:lnTo>
                      <a:pt x="50" y="36"/>
                    </a:lnTo>
                    <a:close/>
                    <a:moveTo>
                      <a:pt x="9" y="4"/>
                    </a:moveTo>
                    <a:cubicBezTo>
                      <a:pt x="50" y="32"/>
                      <a:pt x="50" y="32"/>
                      <a:pt x="50" y="32"/>
                    </a:cubicBezTo>
                    <a:cubicBezTo>
                      <a:pt x="76" y="14"/>
                      <a:pt x="76" y="14"/>
                      <a:pt x="76" y="14"/>
                    </a:cubicBezTo>
                    <a:lnTo>
                      <a:pt x="9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5" name="Freeform 877"/>
              <p:cNvSpPr>
                <a:spLocks noEditPoints="1"/>
              </p:cNvSpPr>
              <p:nvPr userDrawn="1"/>
            </p:nvSpPr>
            <p:spPr bwMode="auto">
              <a:xfrm>
                <a:off x="2370" y="237"/>
                <a:ext cx="124" cy="31"/>
              </a:xfrm>
              <a:custGeom>
                <a:avLst/>
                <a:gdLst>
                  <a:gd name="T0" fmla="*/ 20 w 100"/>
                  <a:gd name="T1" fmla="*/ 25 h 25"/>
                  <a:gd name="T2" fmla="*/ 19 w 100"/>
                  <a:gd name="T3" fmla="*/ 25 h 25"/>
                  <a:gd name="T4" fmla="*/ 1 w 100"/>
                  <a:gd name="T5" fmla="*/ 9 h 25"/>
                  <a:gd name="T6" fmla="*/ 0 w 100"/>
                  <a:gd name="T7" fmla="*/ 7 h 25"/>
                  <a:gd name="T8" fmla="*/ 2 w 100"/>
                  <a:gd name="T9" fmla="*/ 6 h 25"/>
                  <a:gd name="T10" fmla="*/ 98 w 100"/>
                  <a:gd name="T11" fmla="*/ 0 h 25"/>
                  <a:gd name="T12" fmla="*/ 100 w 100"/>
                  <a:gd name="T13" fmla="*/ 1 h 25"/>
                  <a:gd name="T14" fmla="*/ 99 w 100"/>
                  <a:gd name="T15" fmla="*/ 3 h 25"/>
                  <a:gd name="T16" fmla="*/ 20 w 100"/>
                  <a:gd name="T17" fmla="*/ 25 h 25"/>
                  <a:gd name="T18" fmla="*/ 6 w 100"/>
                  <a:gd name="T19" fmla="*/ 9 h 25"/>
                  <a:gd name="T20" fmla="*/ 20 w 100"/>
                  <a:gd name="T21" fmla="*/ 22 h 25"/>
                  <a:gd name="T22" fmla="*/ 83 w 100"/>
                  <a:gd name="T23" fmla="*/ 4 h 25"/>
                  <a:gd name="T24" fmla="*/ 6 w 100"/>
                  <a:gd name="T25" fmla="*/ 9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0" h="25">
                    <a:moveTo>
                      <a:pt x="20" y="25"/>
                    </a:moveTo>
                    <a:cubicBezTo>
                      <a:pt x="19" y="25"/>
                      <a:pt x="19" y="25"/>
                      <a:pt x="19" y="25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8"/>
                      <a:pt x="0" y="7"/>
                      <a:pt x="0" y="7"/>
                    </a:cubicBezTo>
                    <a:cubicBezTo>
                      <a:pt x="0" y="6"/>
                      <a:pt x="1" y="6"/>
                      <a:pt x="2" y="6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99" y="0"/>
                      <a:pt x="100" y="0"/>
                      <a:pt x="100" y="1"/>
                    </a:cubicBezTo>
                    <a:cubicBezTo>
                      <a:pt x="100" y="2"/>
                      <a:pt x="100" y="3"/>
                      <a:pt x="99" y="3"/>
                    </a:cubicBezTo>
                    <a:cubicBezTo>
                      <a:pt x="20" y="25"/>
                      <a:pt x="20" y="25"/>
                      <a:pt x="20" y="25"/>
                    </a:cubicBezTo>
                    <a:close/>
                    <a:moveTo>
                      <a:pt x="6" y="9"/>
                    </a:moveTo>
                    <a:cubicBezTo>
                      <a:pt x="20" y="22"/>
                      <a:pt x="20" y="22"/>
                      <a:pt x="20" y="22"/>
                    </a:cubicBezTo>
                    <a:cubicBezTo>
                      <a:pt x="83" y="4"/>
                      <a:pt x="83" y="4"/>
                      <a:pt x="83" y="4"/>
                    </a:cubicBezTo>
                    <a:lnTo>
                      <a:pt x="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6" name="Freeform 878"/>
              <p:cNvSpPr>
                <a:spLocks noEditPoints="1"/>
              </p:cNvSpPr>
              <p:nvPr userDrawn="1"/>
            </p:nvSpPr>
            <p:spPr bwMode="auto">
              <a:xfrm>
                <a:off x="2225" y="245"/>
                <a:ext cx="150" cy="94"/>
              </a:xfrm>
              <a:custGeom>
                <a:avLst/>
                <a:gdLst>
                  <a:gd name="T0" fmla="*/ 2 w 121"/>
                  <a:gd name="T1" fmla="*/ 76 h 76"/>
                  <a:gd name="T2" fmla="*/ 1 w 121"/>
                  <a:gd name="T3" fmla="*/ 75 h 76"/>
                  <a:gd name="T4" fmla="*/ 1 w 121"/>
                  <a:gd name="T5" fmla="*/ 73 h 76"/>
                  <a:gd name="T6" fmla="*/ 25 w 121"/>
                  <a:gd name="T7" fmla="*/ 25 h 76"/>
                  <a:gd name="T8" fmla="*/ 26 w 121"/>
                  <a:gd name="T9" fmla="*/ 25 h 76"/>
                  <a:gd name="T10" fmla="*/ 118 w 121"/>
                  <a:gd name="T11" fmla="*/ 0 h 76"/>
                  <a:gd name="T12" fmla="*/ 120 w 121"/>
                  <a:gd name="T13" fmla="*/ 1 h 76"/>
                  <a:gd name="T14" fmla="*/ 120 w 121"/>
                  <a:gd name="T15" fmla="*/ 3 h 76"/>
                  <a:gd name="T16" fmla="*/ 3 w 121"/>
                  <a:gd name="T17" fmla="*/ 76 h 76"/>
                  <a:gd name="T18" fmla="*/ 2 w 121"/>
                  <a:gd name="T19" fmla="*/ 76 h 76"/>
                  <a:gd name="T20" fmla="*/ 28 w 121"/>
                  <a:gd name="T21" fmla="*/ 28 h 76"/>
                  <a:gd name="T22" fmla="*/ 6 w 121"/>
                  <a:gd name="T23" fmla="*/ 70 h 76"/>
                  <a:gd name="T24" fmla="*/ 108 w 121"/>
                  <a:gd name="T25" fmla="*/ 6 h 76"/>
                  <a:gd name="T26" fmla="*/ 28 w 121"/>
                  <a:gd name="T27" fmla="*/ 2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1" h="76">
                    <a:moveTo>
                      <a:pt x="2" y="76"/>
                    </a:moveTo>
                    <a:cubicBezTo>
                      <a:pt x="2" y="76"/>
                      <a:pt x="1" y="76"/>
                      <a:pt x="1" y="75"/>
                    </a:cubicBezTo>
                    <a:cubicBezTo>
                      <a:pt x="0" y="75"/>
                      <a:pt x="0" y="74"/>
                      <a:pt x="1" y="73"/>
                    </a:cubicBezTo>
                    <a:cubicBezTo>
                      <a:pt x="25" y="25"/>
                      <a:pt x="25" y="25"/>
                      <a:pt x="25" y="25"/>
                    </a:cubicBezTo>
                    <a:cubicBezTo>
                      <a:pt x="25" y="25"/>
                      <a:pt x="26" y="25"/>
                      <a:pt x="26" y="25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9" y="0"/>
                      <a:pt x="120" y="0"/>
                      <a:pt x="120" y="1"/>
                    </a:cubicBezTo>
                    <a:cubicBezTo>
                      <a:pt x="121" y="1"/>
                      <a:pt x="120" y="2"/>
                      <a:pt x="120" y="3"/>
                    </a:cubicBezTo>
                    <a:cubicBezTo>
                      <a:pt x="3" y="76"/>
                      <a:pt x="3" y="76"/>
                      <a:pt x="3" y="76"/>
                    </a:cubicBezTo>
                    <a:lnTo>
                      <a:pt x="2" y="76"/>
                    </a:lnTo>
                    <a:close/>
                    <a:moveTo>
                      <a:pt x="28" y="28"/>
                    </a:moveTo>
                    <a:cubicBezTo>
                      <a:pt x="6" y="70"/>
                      <a:pt x="6" y="70"/>
                      <a:pt x="6" y="70"/>
                    </a:cubicBezTo>
                    <a:cubicBezTo>
                      <a:pt x="108" y="6"/>
                      <a:pt x="108" y="6"/>
                      <a:pt x="108" y="6"/>
                    </a:cubicBezTo>
                    <a:lnTo>
                      <a:pt x="28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7" name="Freeform 879"/>
              <p:cNvSpPr>
                <a:spLocks noEditPoints="1"/>
              </p:cNvSpPr>
              <p:nvPr userDrawn="1"/>
            </p:nvSpPr>
            <p:spPr bwMode="auto">
              <a:xfrm>
                <a:off x="2139" y="274"/>
                <a:ext cx="121" cy="65"/>
              </a:xfrm>
              <a:custGeom>
                <a:avLst/>
                <a:gdLst>
                  <a:gd name="T0" fmla="*/ 72 w 98"/>
                  <a:gd name="T1" fmla="*/ 52 h 52"/>
                  <a:gd name="T2" fmla="*/ 1 w 98"/>
                  <a:gd name="T3" fmla="*/ 52 h 52"/>
                  <a:gd name="T4" fmla="*/ 0 w 98"/>
                  <a:gd name="T5" fmla="*/ 51 h 52"/>
                  <a:gd name="T6" fmla="*/ 1 w 98"/>
                  <a:gd name="T7" fmla="*/ 49 h 52"/>
                  <a:gd name="T8" fmla="*/ 96 w 98"/>
                  <a:gd name="T9" fmla="*/ 1 h 52"/>
                  <a:gd name="T10" fmla="*/ 98 w 98"/>
                  <a:gd name="T11" fmla="*/ 1 h 52"/>
                  <a:gd name="T12" fmla="*/ 98 w 98"/>
                  <a:gd name="T13" fmla="*/ 3 h 52"/>
                  <a:gd name="T14" fmla="*/ 74 w 98"/>
                  <a:gd name="T15" fmla="*/ 51 h 52"/>
                  <a:gd name="T16" fmla="*/ 72 w 98"/>
                  <a:gd name="T17" fmla="*/ 52 h 52"/>
                  <a:gd name="T18" fmla="*/ 9 w 98"/>
                  <a:gd name="T19" fmla="*/ 49 h 52"/>
                  <a:gd name="T20" fmla="*/ 71 w 98"/>
                  <a:gd name="T21" fmla="*/ 49 h 52"/>
                  <a:gd name="T22" fmla="*/ 93 w 98"/>
                  <a:gd name="T23" fmla="*/ 6 h 52"/>
                  <a:gd name="T24" fmla="*/ 9 w 98"/>
                  <a:gd name="T25" fmla="*/ 49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8" h="52">
                    <a:moveTo>
                      <a:pt x="72" y="52"/>
                    </a:moveTo>
                    <a:cubicBezTo>
                      <a:pt x="1" y="52"/>
                      <a:pt x="1" y="52"/>
                      <a:pt x="1" y="52"/>
                    </a:cubicBezTo>
                    <a:cubicBezTo>
                      <a:pt x="1" y="52"/>
                      <a:pt x="0" y="51"/>
                      <a:pt x="0" y="51"/>
                    </a:cubicBezTo>
                    <a:cubicBezTo>
                      <a:pt x="0" y="50"/>
                      <a:pt x="0" y="49"/>
                      <a:pt x="1" y="49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6" y="0"/>
                      <a:pt x="97" y="1"/>
                      <a:pt x="98" y="1"/>
                    </a:cubicBezTo>
                    <a:cubicBezTo>
                      <a:pt x="98" y="2"/>
                      <a:pt x="98" y="2"/>
                      <a:pt x="98" y="3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3" y="52"/>
                      <a:pt x="73" y="52"/>
                      <a:pt x="72" y="52"/>
                    </a:cubicBezTo>
                    <a:close/>
                    <a:moveTo>
                      <a:pt x="9" y="49"/>
                    </a:moveTo>
                    <a:cubicBezTo>
                      <a:pt x="71" y="49"/>
                      <a:pt x="71" y="49"/>
                      <a:pt x="71" y="49"/>
                    </a:cubicBezTo>
                    <a:cubicBezTo>
                      <a:pt x="93" y="6"/>
                      <a:pt x="93" y="6"/>
                      <a:pt x="93" y="6"/>
                    </a:cubicBezTo>
                    <a:lnTo>
                      <a:pt x="9" y="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8" name="Freeform 880"/>
              <p:cNvSpPr>
                <a:spLocks noEditPoints="1"/>
              </p:cNvSpPr>
              <p:nvPr userDrawn="1"/>
            </p:nvSpPr>
            <p:spPr bwMode="auto">
              <a:xfrm>
                <a:off x="2075" y="335"/>
                <a:ext cx="155" cy="50"/>
              </a:xfrm>
              <a:custGeom>
                <a:avLst/>
                <a:gdLst>
                  <a:gd name="T0" fmla="*/ 2 w 125"/>
                  <a:gd name="T1" fmla="*/ 40 h 40"/>
                  <a:gd name="T2" fmla="*/ 1 w 125"/>
                  <a:gd name="T3" fmla="*/ 39 h 40"/>
                  <a:gd name="T4" fmla="*/ 1 w 125"/>
                  <a:gd name="T5" fmla="*/ 37 h 40"/>
                  <a:gd name="T6" fmla="*/ 51 w 125"/>
                  <a:gd name="T7" fmla="*/ 0 h 40"/>
                  <a:gd name="T8" fmla="*/ 52 w 125"/>
                  <a:gd name="T9" fmla="*/ 0 h 40"/>
                  <a:gd name="T10" fmla="*/ 123 w 125"/>
                  <a:gd name="T11" fmla="*/ 0 h 40"/>
                  <a:gd name="T12" fmla="*/ 125 w 125"/>
                  <a:gd name="T13" fmla="*/ 1 h 40"/>
                  <a:gd name="T14" fmla="*/ 124 w 125"/>
                  <a:gd name="T15" fmla="*/ 3 h 40"/>
                  <a:gd name="T16" fmla="*/ 3 w 125"/>
                  <a:gd name="T17" fmla="*/ 40 h 40"/>
                  <a:gd name="T18" fmla="*/ 2 w 125"/>
                  <a:gd name="T19" fmla="*/ 40 h 40"/>
                  <a:gd name="T20" fmla="*/ 53 w 125"/>
                  <a:gd name="T21" fmla="*/ 3 h 40"/>
                  <a:gd name="T22" fmla="*/ 11 w 125"/>
                  <a:gd name="T23" fmla="*/ 34 h 40"/>
                  <a:gd name="T24" fmla="*/ 112 w 125"/>
                  <a:gd name="T25" fmla="*/ 3 h 40"/>
                  <a:gd name="T26" fmla="*/ 53 w 125"/>
                  <a:gd name="T27" fmla="*/ 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40">
                    <a:moveTo>
                      <a:pt x="2" y="40"/>
                    </a:moveTo>
                    <a:cubicBezTo>
                      <a:pt x="1" y="40"/>
                      <a:pt x="1" y="40"/>
                      <a:pt x="1" y="39"/>
                    </a:cubicBezTo>
                    <a:cubicBezTo>
                      <a:pt x="0" y="38"/>
                      <a:pt x="0" y="37"/>
                      <a:pt x="1" y="37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4" y="0"/>
                      <a:pt x="125" y="0"/>
                      <a:pt x="125" y="1"/>
                    </a:cubicBezTo>
                    <a:cubicBezTo>
                      <a:pt x="125" y="2"/>
                      <a:pt x="124" y="3"/>
                      <a:pt x="124" y="3"/>
                    </a:cubicBezTo>
                    <a:cubicBezTo>
                      <a:pt x="3" y="40"/>
                      <a:pt x="3" y="40"/>
                      <a:pt x="3" y="40"/>
                    </a:cubicBezTo>
                    <a:lnTo>
                      <a:pt x="2" y="40"/>
                    </a:lnTo>
                    <a:close/>
                    <a:moveTo>
                      <a:pt x="53" y="3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2" y="3"/>
                      <a:pt x="112" y="3"/>
                      <a:pt x="112" y="3"/>
                    </a:cubicBezTo>
                    <a:lnTo>
                      <a:pt x="5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9" name="Freeform 881"/>
              <p:cNvSpPr>
                <a:spLocks noEditPoints="1"/>
              </p:cNvSpPr>
              <p:nvPr userDrawn="1"/>
            </p:nvSpPr>
            <p:spPr bwMode="auto">
              <a:xfrm>
                <a:off x="2011" y="380"/>
                <a:ext cx="69" cy="68"/>
              </a:xfrm>
              <a:custGeom>
                <a:avLst/>
                <a:gdLst>
                  <a:gd name="T0" fmla="*/ 1 w 56"/>
                  <a:gd name="T1" fmla="*/ 55 h 55"/>
                  <a:gd name="T2" fmla="*/ 0 w 56"/>
                  <a:gd name="T3" fmla="*/ 54 h 55"/>
                  <a:gd name="T4" fmla="*/ 0 w 56"/>
                  <a:gd name="T5" fmla="*/ 52 h 55"/>
                  <a:gd name="T6" fmla="*/ 53 w 56"/>
                  <a:gd name="T7" fmla="*/ 1 h 55"/>
                  <a:gd name="T8" fmla="*/ 55 w 56"/>
                  <a:gd name="T9" fmla="*/ 1 h 55"/>
                  <a:gd name="T10" fmla="*/ 56 w 56"/>
                  <a:gd name="T11" fmla="*/ 3 h 55"/>
                  <a:gd name="T12" fmla="*/ 36 w 56"/>
                  <a:gd name="T13" fmla="*/ 41 h 55"/>
                  <a:gd name="T14" fmla="*/ 36 w 56"/>
                  <a:gd name="T15" fmla="*/ 42 h 55"/>
                  <a:gd name="T16" fmla="*/ 2 w 56"/>
                  <a:gd name="T17" fmla="*/ 54 h 55"/>
                  <a:gd name="T18" fmla="*/ 1 w 56"/>
                  <a:gd name="T19" fmla="*/ 55 h 55"/>
                  <a:gd name="T20" fmla="*/ 48 w 56"/>
                  <a:gd name="T21" fmla="*/ 10 h 55"/>
                  <a:gd name="T22" fmla="*/ 8 w 56"/>
                  <a:gd name="T23" fmla="*/ 48 h 55"/>
                  <a:gd name="T24" fmla="*/ 34 w 56"/>
                  <a:gd name="T25" fmla="*/ 39 h 55"/>
                  <a:gd name="T26" fmla="*/ 48 w 56"/>
                  <a:gd name="T27" fmla="*/ 1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6" h="55">
                    <a:moveTo>
                      <a:pt x="1" y="55"/>
                    </a:moveTo>
                    <a:cubicBezTo>
                      <a:pt x="1" y="55"/>
                      <a:pt x="0" y="54"/>
                      <a:pt x="0" y="54"/>
                    </a:cubicBezTo>
                    <a:cubicBezTo>
                      <a:pt x="0" y="53"/>
                      <a:pt x="0" y="52"/>
                      <a:pt x="0" y="52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4" y="1"/>
                      <a:pt x="54" y="0"/>
                      <a:pt x="55" y="1"/>
                    </a:cubicBezTo>
                    <a:cubicBezTo>
                      <a:pt x="56" y="1"/>
                      <a:pt x="56" y="2"/>
                      <a:pt x="56" y="3"/>
                    </a:cubicBezTo>
                    <a:cubicBezTo>
                      <a:pt x="36" y="41"/>
                      <a:pt x="36" y="41"/>
                      <a:pt x="36" y="41"/>
                    </a:cubicBezTo>
                    <a:cubicBezTo>
                      <a:pt x="36" y="42"/>
                      <a:pt x="36" y="42"/>
                      <a:pt x="36" y="42"/>
                    </a:cubicBezTo>
                    <a:cubicBezTo>
                      <a:pt x="2" y="54"/>
                      <a:pt x="2" y="54"/>
                      <a:pt x="2" y="54"/>
                    </a:cubicBezTo>
                    <a:lnTo>
                      <a:pt x="1" y="55"/>
                    </a:lnTo>
                    <a:close/>
                    <a:moveTo>
                      <a:pt x="48" y="10"/>
                    </a:moveTo>
                    <a:cubicBezTo>
                      <a:pt x="8" y="48"/>
                      <a:pt x="8" y="48"/>
                      <a:pt x="8" y="48"/>
                    </a:cubicBezTo>
                    <a:cubicBezTo>
                      <a:pt x="34" y="39"/>
                      <a:pt x="34" y="39"/>
                      <a:pt x="34" y="39"/>
                    </a:cubicBezTo>
                    <a:lnTo>
                      <a:pt x="48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0" name="Freeform 882"/>
              <p:cNvSpPr>
                <a:spLocks noEditPoints="1"/>
              </p:cNvSpPr>
              <p:nvPr userDrawn="1"/>
            </p:nvSpPr>
            <p:spPr bwMode="auto">
              <a:xfrm>
                <a:off x="1950" y="443"/>
                <a:ext cx="65" cy="80"/>
              </a:xfrm>
              <a:custGeom>
                <a:avLst/>
                <a:gdLst>
                  <a:gd name="T0" fmla="*/ 31 w 52"/>
                  <a:gd name="T1" fmla="*/ 65 h 65"/>
                  <a:gd name="T2" fmla="*/ 2 w 52"/>
                  <a:gd name="T3" fmla="*/ 65 h 65"/>
                  <a:gd name="T4" fmla="*/ 1 w 52"/>
                  <a:gd name="T5" fmla="*/ 64 h 65"/>
                  <a:gd name="T6" fmla="*/ 1 w 52"/>
                  <a:gd name="T7" fmla="*/ 62 h 65"/>
                  <a:gd name="T8" fmla="*/ 49 w 52"/>
                  <a:gd name="T9" fmla="*/ 1 h 65"/>
                  <a:gd name="T10" fmla="*/ 51 w 52"/>
                  <a:gd name="T11" fmla="*/ 0 h 65"/>
                  <a:gd name="T12" fmla="*/ 52 w 52"/>
                  <a:gd name="T13" fmla="*/ 2 h 65"/>
                  <a:gd name="T14" fmla="*/ 32 w 52"/>
                  <a:gd name="T15" fmla="*/ 64 h 65"/>
                  <a:gd name="T16" fmla="*/ 31 w 52"/>
                  <a:gd name="T17" fmla="*/ 65 h 65"/>
                  <a:gd name="T18" fmla="*/ 6 w 52"/>
                  <a:gd name="T19" fmla="*/ 62 h 65"/>
                  <a:gd name="T20" fmla="*/ 29 w 52"/>
                  <a:gd name="T21" fmla="*/ 62 h 65"/>
                  <a:gd name="T22" fmla="*/ 46 w 52"/>
                  <a:gd name="T23" fmla="*/ 10 h 65"/>
                  <a:gd name="T24" fmla="*/ 6 w 52"/>
                  <a:gd name="T25" fmla="*/ 6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65">
                    <a:moveTo>
                      <a:pt x="31" y="65"/>
                    </a:moveTo>
                    <a:cubicBezTo>
                      <a:pt x="2" y="65"/>
                      <a:pt x="2" y="65"/>
                      <a:pt x="2" y="65"/>
                    </a:cubicBezTo>
                    <a:cubicBezTo>
                      <a:pt x="2" y="65"/>
                      <a:pt x="1" y="65"/>
                      <a:pt x="1" y="64"/>
                    </a:cubicBezTo>
                    <a:cubicBezTo>
                      <a:pt x="0" y="64"/>
                      <a:pt x="1" y="63"/>
                      <a:pt x="1" y="62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50" y="0"/>
                      <a:pt x="51" y="0"/>
                      <a:pt x="51" y="0"/>
                    </a:cubicBezTo>
                    <a:cubicBezTo>
                      <a:pt x="52" y="1"/>
                      <a:pt x="52" y="2"/>
                      <a:pt x="52" y="2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32" y="65"/>
                      <a:pt x="31" y="65"/>
                      <a:pt x="31" y="65"/>
                    </a:cubicBezTo>
                    <a:close/>
                    <a:moveTo>
                      <a:pt x="6" y="62"/>
                    </a:moveTo>
                    <a:cubicBezTo>
                      <a:pt x="29" y="62"/>
                      <a:pt x="29" y="62"/>
                      <a:pt x="29" y="62"/>
                    </a:cubicBezTo>
                    <a:cubicBezTo>
                      <a:pt x="46" y="10"/>
                      <a:pt x="46" y="10"/>
                      <a:pt x="46" y="10"/>
                    </a:cubicBezTo>
                    <a:lnTo>
                      <a:pt x="6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1" name="Freeform 883"/>
              <p:cNvSpPr>
                <a:spLocks noEditPoints="1"/>
              </p:cNvSpPr>
              <p:nvPr userDrawn="1"/>
            </p:nvSpPr>
            <p:spPr bwMode="auto">
              <a:xfrm>
                <a:off x="3156" y="1015"/>
                <a:ext cx="105" cy="110"/>
              </a:xfrm>
              <a:custGeom>
                <a:avLst/>
                <a:gdLst>
                  <a:gd name="T0" fmla="*/ 83 w 85"/>
                  <a:gd name="T1" fmla="*/ 89 h 89"/>
                  <a:gd name="T2" fmla="*/ 82 w 85"/>
                  <a:gd name="T3" fmla="*/ 88 h 89"/>
                  <a:gd name="T4" fmla="*/ 0 w 85"/>
                  <a:gd name="T5" fmla="*/ 3 h 89"/>
                  <a:gd name="T6" fmla="*/ 0 w 85"/>
                  <a:gd name="T7" fmla="*/ 1 h 89"/>
                  <a:gd name="T8" fmla="*/ 2 w 85"/>
                  <a:gd name="T9" fmla="*/ 0 h 89"/>
                  <a:gd name="T10" fmla="*/ 54 w 85"/>
                  <a:gd name="T11" fmla="*/ 23 h 89"/>
                  <a:gd name="T12" fmla="*/ 54 w 85"/>
                  <a:gd name="T13" fmla="*/ 24 h 89"/>
                  <a:gd name="T14" fmla="*/ 85 w 85"/>
                  <a:gd name="T15" fmla="*/ 86 h 89"/>
                  <a:gd name="T16" fmla="*/ 84 w 85"/>
                  <a:gd name="T17" fmla="*/ 88 h 89"/>
                  <a:gd name="T18" fmla="*/ 83 w 85"/>
                  <a:gd name="T19" fmla="*/ 89 h 89"/>
                  <a:gd name="T20" fmla="*/ 9 w 85"/>
                  <a:gd name="T21" fmla="*/ 7 h 89"/>
                  <a:gd name="T22" fmla="*/ 77 w 85"/>
                  <a:gd name="T23" fmla="*/ 78 h 89"/>
                  <a:gd name="T24" fmla="*/ 52 w 85"/>
                  <a:gd name="T25" fmla="*/ 26 h 89"/>
                  <a:gd name="T26" fmla="*/ 9 w 85"/>
                  <a:gd name="T27" fmla="*/ 7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89">
                    <a:moveTo>
                      <a:pt x="83" y="89"/>
                    </a:moveTo>
                    <a:cubicBezTo>
                      <a:pt x="83" y="89"/>
                      <a:pt x="82" y="88"/>
                      <a:pt x="82" y="88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4"/>
                      <a:pt x="54" y="24"/>
                      <a:pt x="54" y="24"/>
                    </a:cubicBezTo>
                    <a:cubicBezTo>
                      <a:pt x="85" y="86"/>
                      <a:pt x="85" y="86"/>
                      <a:pt x="85" y="86"/>
                    </a:cubicBezTo>
                    <a:cubicBezTo>
                      <a:pt x="85" y="87"/>
                      <a:pt x="85" y="88"/>
                      <a:pt x="84" y="88"/>
                    </a:cubicBezTo>
                    <a:lnTo>
                      <a:pt x="83" y="89"/>
                    </a:lnTo>
                    <a:close/>
                    <a:moveTo>
                      <a:pt x="9" y="7"/>
                    </a:moveTo>
                    <a:cubicBezTo>
                      <a:pt x="77" y="78"/>
                      <a:pt x="77" y="78"/>
                      <a:pt x="77" y="78"/>
                    </a:cubicBezTo>
                    <a:cubicBezTo>
                      <a:pt x="52" y="26"/>
                      <a:pt x="52" y="26"/>
                      <a:pt x="52" y="26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2" name="Freeform 884"/>
              <p:cNvSpPr>
                <a:spLocks noEditPoints="1"/>
              </p:cNvSpPr>
              <p:nvPr userDrawn="1"/>
            </p:nvSpPr>
            <p:spPr bwMode="auto">
              <a:xfrm>
                <a:off x="3226" y="1120"/>
                <a:ext cx="51" cy="129"/>
              </a:xfrm>
              <a:custGeom>
                <a:avLst/>
                <a:gdLst>
                  <a:gd name="T0" fmla="*/ 2 w 41"/>
                  <a:gd name="T1" fmla="*/ 104 h 104"/>
                  <a:gd name="T2" fmla="*/ 1 w 41"/>
                  <a:gd name="T3" fmla="*/ 103 h 104"/>
                  <a:gd name="T4" fmla="*/ 0 w 41"/>
                  <a:gd name="T5" fmla="*/ 102 h 104"/>
                  <a:gd name="T6" fmla="*/ 24 w 41"/>
                  <a:gd name="T7" fmla="*/ 1 h 104"/>
                  <a:gd name="T8" fmla="*/ 26 w 41"/>
                  <a:gd name="T9" fmla="*/ 0 h 104"/>
                  <a:gd name="T10" fmla="*/ 28 w 41"/>
                  <a:gd name="T11" fmla="*/ 2 h 104"/>
                  <a:gd name="T12" fmla="*/ 41 w 41"/>
                  <a:gd name="T13" fmla="*/ 59 h 104"/>
                  <a:gd name="T14" fmla="*/ 40 w 41"/>
                  <a:gd name="T15" fmla="*/ 60 h 104"/>
                  <a:gd name="T16" fmla="*/ 3 w 41"/>
                  <a:gd name="T17" fmla="*/ 103 h 104"/>
                  <a:gd name="T18" fmla="*/ 2 w 41"/>
                  <a:gd name="T19" fmla="*/ 104 h 104"/>
                  <a:gd name="T20" fmla="*/ 26 w 41"/>
                  <a:gd name="T21" fmla="*/ 9 h 104"/>
                  <a:gd name="T22" fmla="*/ 5 w 41"/>
                  <a:gd name="T23" fmla="*/ 96 h 104"/>
                  <a:gd name="T24" fmla="*/ 37 w 41"/>
                  <a:gd name="T25" fmla="*/ 59 h 104"/>
                  <a:gd name="T26" fmla="*/ 26 w 41"/>
                  <a:gd name="T27" fmla="*/ 9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104">
                    <a:moveTo>
                      <a:pt x="2" y="104"/>
                    </a:moveTo>
                    <a:cubicBezTo>
                      <a:pt x="1" y="103"/>
                      <a:pt x="1" y="103"/>
                      <a:pt x="1" y="103"/>
                    </a:cubicBezTo>
                    <a:cubicBezTo>
                      <a:pt x="0" y="103"/>
                      <a:pt x="0" y="102"/>
                      <a:pt x="0" y="102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5" y="1"/>
                      <a:pt x="25" y="0"/>
                      <a:pt x="26" y="0"/>
                    </a:cubicBezTo>
                    <a:cubicBezTo>
                      <a:pt x="27" y="0"/>
                      <a:pt x="27" y="1"/>
                      <a:pt x="28" y="2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41" y="59"/>
                      <a:pt x="41" y="60"/>
                      <a:pt x="40" y="60"/>
                    </a:cubicBezTo>
                    <a:cubicBezTo>
                      <a:pt x="3" y="103"/>
                      <a:pt x="3" y="103"/>
                      <a:pt x="3" y="103"/>
                    </a:cubicBezTo>
                    <a:cubicBezTo>
                      <a:pt x="3" y="103"/>
                      <a:pt x="2" y="104"/>
                      <a:pt x="2" y="104"/>
                    </a:cubicBezTo>
                    <a:close/>
                    <a:moveTo>
                      <a:pt x="26" y="9"/>
                    </a:moveTo>
                    <a:cubicBezTo>
                      <a:pt x="5" y="96"/>
                      <a:pt x="5" y="96"/>
                      <a:pt x="5" y="96"/>
                    </a:cubicBezTo>
                    <a:cubicBezTo>
                      <a:pt x="37" y="59"/>
                      <a:pt x="37" y="59"/>
                      <a:pt x="37" y="59"/>
                    </a:cubicBezTo>
                    <a:lnTo>
                      <a:pt x="2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3" name="Freeform 885"/>
              <p:cNvSpPr>
                <a:spLocks noEditPoints="1"/>
              </p:cNvSpPr>
              <p:nvPr userDrawn="1"/>
            </p:nvSpPr>
            <p:spPr bwMode="auto">
              <a:xfrm>
                <a:off x="3226" y="1190"/>
                <a:ext cx="54" cy="77"/>
              </a:xfrm>
              <a:custGeom>
                <a:avLst/>
                <a:gdLst>
                  <a:gd name="T0" fmla="*/ 41 w 43"/>
                  <a:gd name="T1" fmla="*/ 62 h 62"/>
                  <a:gd name="T2" fmla="*/ 40 w 43"/>
                  <a:gd name="T3" fmla="*/ 62 h 62"/>
                  <a:gd name="T4" fmla="*/ 1 w 43"/>
                  <a:gd name="T5" fmla="*/ 46 h 62"/>
                  <a:gd name="T6" fmla="*/ 0 w 43"/>
                  <a:gd name="T7" fmla="*/ 45 h 62"/>
                  <a:gd name="T8" fmla="*/ 1 w 43"/>
                  <a:gd name="T9" fmla="*/ 44 h 62"/>
                  <a:gd name="T10" fmla="*/ 38 w 43"/>
                  <a:gd name="T11" fmla="*/ 1 h 62"/>
                  <a:gd name="T12" fmla="*/ 40 w 43"/>
                  <a:gd name="T13" fmla="*/ 1 h 62"/>
                  <a:gd name="T14" fmla="*/ 41 w 43"/>
                  <a:gd name="T15" fmla="*/ 2 h 62"/>
                  <a:gd name="T16" fmla="*/ 43 w 43"/>
                  <a:gd name="T17" fmla="*/ 61 h 62"/>
                  <a:gd name="T18" fmla="*/ 42 w 43"/>
                  <a:gd name="T19" fmla="*/ 62 h 62"/>
                  <a:gd name="T20" fmla="*/ 41 w 43"/>
                  <a:gd name="T21" fmla="*/ 62 h 62"/>
                  <a:gd name="T22" fmla="*/ 5 w 43"/>
                  <a:gd name="T23" fmla="*/ 44 h 62"/>
                  <a:gd name="T24" fmla="*/ 39 w 43"/>
                  <a:gd name="T25" fmla="*/ 58 h 62"/>
                  <a:gd name="T26" fmla="*/ 38 w 43"/>
                  <a:gd name="T27" fmla="*/ 6 h 62"/>
                  <a:gd name="T28" fmla="*/ 5 w 43"/>
                  <a:gd name="T29" fmla="*/ 4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62">
                    <a:moveTo>
                      <a:pt x="41" y="62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1" y="46"/>
                      <a:pt x="1" y="46"/>
                      <a:pt x="1" y="46"/>
                    </a:cubicBezTo>
                    <a:cubicBezTo>
                      <a:pt x="1" y="46"/>
                      <a:pt x="0" y="46"/>
                      <a:pt x="0" y="45"/>
                    </a:cubicBezTo>
                    <a:cubicBezTo>
                      <a:pt x="0" y="45"/>
                      <a:pt x="0" y="44"/>
                      <a:pt x="1" y="44"/>
                    </a:cubicBezTo>
                    <a:cubicBezTo>
                      <a:pt x="38" y="1"/>
                      <a:pt x="38" y="1"/>
                      <a:pt x="38" y="1"/>
                    </a:cubicBezTo>
                    <a:cubicBezTo>
                      <a:pt x="38" y="1"/>
                      <a:pt x="39" y="0"/>
                      <a:pt x="40" y="1"/>
                    </a:cubicBezTo>
                    <a:cubicBezTo>
                      <a:pt x="40" y="1"/>
                      <a:pt x="41" y="1"/>
                      <a:pt x="41" y="2"/>
                    </a:cubicBezTo>
                    <a:cubicBezTo>
                      <a:pt x="43" y="61"/>
                      <a:pt x="43" y="61"/>
                      <a:pt x="43" y="61"/>
                    </a:cubicBezTo>
                    <a:cubicBezTo>
                      <a:pt x="43" y="61"/>
                      <a:pt x="43" y="62"/>
                      <a:pt x="42" y="62"/>
                    </a:cubicBezTo>
                    <a:lnTo>
                      <a:pt x="41" y="62"/>
                    </a:lnTo>
                    <a:close/>
                    <a:moveTo>
                      <a:pt x="5" y="44"/>
                    </a:moveTo>
                    <a:cubicBezTo>
                      <a:pt x="39" y="58"/>
                      <a:pt x="39" y="58"/>
                      <a:pt x="39" y="58"/>
                    </a:cubicBezTo>
                    <a:cubicBezTo>
                      <a:pt x="38" y="6"/>
                      <a:pt x="38" y="6"/>
                      <a:pt x="38" y="6"/>
                    </a:cubicBezTo>
                    <a:lnTo>
                      <a:pt x="5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4" name="Freeform 886"/>
              <p:cNvSpPr>
                <a:spLocks noEditPoints="1"/>
              </p:cNvSpPr>
              <p:nvPr userDrawn="1"/>
            </p:nvSpPr>
            <p:spPr bwMode="auto">
              <a:xfrm>
                <a:off x="3226" y="1244"/>
                <a:ext cx="54" cy="111"/>
              </a:xfrm>
              <a:custGeom>
                <a:avLst/>
                <a:gdLst>
                  <a:gd name="T0" fmla="*/ 20 w 43"/>
                  <a:gd name="T1" fmla="*/ 90 h 90"/>
                  <a:gd name="T2" fmla="*/ 20 w 43"/>
                  <a:gd name="T3" fmla="*/ 90 h 90"/>
                  <a:gd name="T4" fmla="*/ 19 w 43"/>
                  <a:gd name="T5" fmla="*/ 89 h 90"/>
                  <a:gd name="T6" fmla="*/ 0 w 43"/>
                  <a:gd name="T7" fmla="*/ 2 h 90"/>
                  <a:gd name="T8" fmla="*/ 1 w 43"/>
                  <a:gd name="T9" fmla="*/ 1 h 90"/>
                  <a:gd name="T10" fmla="*/ 3 w 43"/>
                  <a:gd name="T11" fmla="*/ 0 h 90"/>
                  <a:gd name="T12" fmla="*/ 42 w 43"/>
                  <a:gd name="T13" fmla="*/ 16 h 90"/>
                  <a:gd name="T14" fmla="*/ 43 w 43"/>
                  <a:gd name="T15" fmla="*/ 18 h 90"/>
                  <a:gd name="T16" fmla="*/ 22 w 43"/>
                  <a:gd name="T17" fmla="*/ 89 h 90"/>
                  <a:gd name="T18" fmla="*/ 20 w 43"/>
                  <a:gd name="T19" fmla="*/ 90 h 90"/>
                  <a:gd name="T20" fmla="*/ 4 w 43"/>
                  <a:gd name="T21" fmla="*/ 5 h 90"/>
                  <a:gd name="T22" fmla="*/ 21 w 43"/>
                  <a:gd name="T23" fmla="*/ 82 h 90"/>
                  <a:gd name="T24" fmla="*/ 39 w 43"/>
                  <a:gd name="T25" fmla="*/ 19 h 90"/>
                  <a:gd name="T26" fmla="*/ 4 w 43"/>
                  <a:gd name="T27" fmla="*/ 5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3" h="90">
                    <a:moveTo>
                      <a:pt x="20" y="90"/>
                    </a:moveTo>
                    <a:cubicBezTo>
                      <a:pt x="20" y="90"/>
                      <a:pt x="20" y="90"/>
                      <a:pt x="20" y="90"/>
                    </a:cubicBezTo>
                    <a:cubicBezTo>
                      <a:pt x="20" y="90"/>
                      <a:pt x="19" y="90"/>
                      <a:pt x="19" y="8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3" y="16"/>
                      <a:pt x="43" y="17"/>
                      <a:pt x="43" y="18"/>
                    </a:cubicBezTo>
                    <a:cubicBezTo>
                      <a:pt x="22" y="89"/>
                      <a:pt x="22" y="89"/>
                      <a:pt x="22" y="89"/>
                    </a:cubicBezTo>
                    <a:cubicBezTo>
                      <a:pt x="22" y="90"/>
                      <a:pt x="21" y="90"/>
                      <a:pt x="20" y="90"/>
                    </a:cubicBezTo>
                    <a:close/>
                    <a:moveTo>
                      <a:pt x="4" y="5"/>
                    </a:moveTo>
                    <a:cubicBezTo>
                      <a:pt x="21" y="82"/>
                      <a:pt x="21" y="82"/>
                      <a:pt x="21" y="82"/>
                    </a:cubicBezTo>
                    <a:cubicBezTo>
                      <a:pt x="39" y="19"/>
                      <a:pt x="39" y="19"/>
                      <a:pt x="39" y="19"/>
                    </a:cubicBezTo>
                    <a:lnTo>
                      <a:pt x="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5" name="Freeform 887"/>
              <p:cNvSpPr>
                <a:spLocks noEditPoints="1"/>
              </p:cNvSpPr>
              <p:nvPr userDrawn="1"/>
            </p:nvSpPr>
            <p:spPr bwMode="auto">
              <a:xfrm>
                <a:off x="3188" y="1351"/>
                <a:ext cx="66" cy="86"/>
              </a:xfrm>
              <a:custGeom>
                <a:avLst/>
                <a:gdLst>
                  <a:gd name="T0" fmla="*/ 1 w 53"/>
                  <a:gd name="T1" fmla="*/ 69 h 69"/>
                  <a:gd name="T2" fmla="*/ 1 w 53"/>
                  <a:gd name="T3" fmla="*/ 69 h 69"/>
                  <a:gd name="T4" fmla="*/ 0 w 53"/>
                  <a:gd name="T5" fmla="*/ 67 h 69"/>
                  <a:gd name="T6" fmla="*/ 0 w 53"/>
                  <a:gd name="T7" fmla="*/ 34 h 69"/>
                  <a:gd name="T8" fmla="*/ 0 w 53"/>
                  <a:gd name="T9" fmla="*/ 33 h 69"/>
                  <a:gd name="T10" fmla="*/ 51 w 53"/>
                  <a:gd name="T11" fmla="*/ 0 h 69"/>
                  <a:gd name="T12" fmla="*/ 53 w 53"/>
                  <a:gd name="T13" fmla="*/ 0 h 69"/>
                  <a:gd name="T14" fmla="*/ 53 w 53"/>
                  <a:gd name="T15" fmla="*/ 3 h 69"/>
                  <a:gd name="T16" fmla="*/ 3 w 53"/>
                  <a:gd name="T17" fmla="*/ 68 h 69"/>
                  <a:gd name="T18" fmla="*/ 1 w 53"/>
                  <a:gd name="T19" fmla="*/ 69 h 69"/>
                  <a:gd name="T20" fmla="*/ 3 w 53"/>
                  <a:gd name="T21" fmla="*/ 35 h 69"/>
                  <a:gd name="T22" fmla="*/ 3 w 53"/>
                  <a:gd name="T23" fmla="*/ 62 h 69"/>
                  <a:gd name="T24" fmla="*/ 44 w 53"/>
                  <a:gd name="T25" fmla="*/ 8 h 69"/>
                  <a:gd name="T26" fmla="*/ 3 w 53"/>
                  <a:gd name="T27" fmla="*/ 3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3" h="69">
                    <a:moveTo>
                      <a:pt x="1" y="69"/>
                    </a:moveTo>
                    <a:cubicBezTo>
                      <a:pt x="1" y="69"/>
                      <a:pt x="1" y="69"/>
                      <a:pt x="1" y="69"/>
                    </a:cubicBezTo>
                    <a:cubicBezTo>
                      <a:pt x="0" y="68"/>
                      <a:pt x="0" y="68"/>
                      <a:pt x="0" y="67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4"/>
                      <a:pt x="0" y="33"/>
                      <a:pt x="0" y="33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2" y="0"/>
                      <a:pt x="53" y="0"/>
                    </a:cubicBezTo>
                    <a:cubicBezTo>
                      <a:pt x="53" y="1"/>
                      <a:pt x="53" y="2"/>
                      <a:pt x="53" y="3"/>
                    </a:cubicBezTo>
                    <a:cubicBezTo>
                      <a:pt x="3" y="68"/>
                      <a:pt x="3" y="68"/>
                      <a:pt x="3" y="68"/>
                    </a:cubicBezTo>
                    <a:cubicBezTo>
                      <a:pt x="2" y="68"/>
                      <a:pt x="2" y="69"/>
                      <a:pt x="1" y="69"/>
                    </a:cubicBezTo>
                    <a:close/>
                    <a:moveTo>
                      <a:pt x="3" y="35"/>
                    </a:moveTo>
                    <a:cubicBezTo>
                      <a:pt x="3" y="62"/>
                      <a:pt x="3" y="62"/>
                      <a:pt x="3" y="62"/>
                    </a:cubicBezTo>
                    <a:cubicBezTo>
                      <a:pt x="44" y="8"/>
                      <a:pt x="44" y="8"/>
                      <a:pt x="44" y="8"/>
                    </a:cubicBezTo>
                    <a:lnTo>
                      <a:pt x="3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6" name="Freeform 888"/>
              <p:cNvSpPr>
                <a:spLocks noEditPoints="1"/>
              </p:cNvSpPr>
              <p:nvPr userDrawn="1"/>
            </p:nvSpPr>
            <p:spPr bwMode="auto">
              <a:xfrm>
                <a:off x="3120" y="1432"/>
                <a:ext cx="72" cy="46"/>
              </a:xfrm>
              <a:custGeom>
                <a:avLst/>
                <a:gdLst>
                  <a:gd name="T0" fmla="*/ 1 w 58"/>
                  <a:gd name="T1" fmla="*/ 37 h 37"/>
                  <a:gd name="T2" fmla="*/ 0 w 58"/>
                  <a:gd name="T3" fmla="*/ 37 h 37"/>
                  <a:gd name="T4" fmla="*/ 0 w 58"/>
                  <a:gd name="T5" fmla="*/ 35 h 37"/>
                  <a:gd name="T6" fmla="*/ 0 w 58"/>
                  <a:gd name="T7" fmla="*/ 2 h 37"/>
                  <a:gd name="T8" fmla="*/ 1 w 58"/>
                  <a:gd name="T9" fmla="*/ 0 h 37"/>
                  <a:gd name="T10" fmla="*/ 56 w 58"/>
                  <a:gd name="T11" fmla="*/ 0 h 37"/>
                  <a:gd name="T12" fmla="*/ 58 w 58"/>
                  <a:gd name="T13" fmla="*/ 1 h 37"/>
                  <a:gd name="T14" fmla="*/ 57 w 58"/>
                  <a:gd name="T15" fmla="*/ 3 h 37"/>
                  <a:gd name="T16" fmla="*/ 2 w 58"/>
                  <a:gd name="T17" fmla="*/ 37 h 37"/>
                  <a:gd name="T18" fmla="*/ 1 w 58"/>
                  <a:gd name="T19" fmla="*/ 37 h 37"/>
                  <a:gd name="T20" fmla="*/ 3 w 58"/>
                  <a:gd name="T21" fmla="*/ 4 h 37"/>
                  <a:gd name="T22" fmla="*/ 3 w 58"/>
                  <a:gd name="T23" fmla="*/ 32 h 37"/>
                  <a:gd name="T24" fmla="*/ 50 w 58"/>
                  <a:gd name="T25" fmla="*/ 4 h 37"/>
                  <a:gd name="T26" fmla="*/ 3 w 58"/>
                  <a:gd name="T27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8" h="37">
                    <a:moveTo>
                      <a:pt x="1" y="37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0" y="36"/>
                      <a:pt x="0" y="3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1"/>
                    </a:cubicBezTo>
                    <a:cubicBezTo>
                      <a:pt x="58" y="2"/>
                      <a:pt x="58" y="3"/>
                      <a:pt x="57" y="3"/>
                    </a:cubicBezTo>
                    <a:cubicBezTo>
                      <a:pt x="2" y="37"/>
                      <a:pt x="2" y="37"/>
                      <a:pt x="2" y="37"/>
                    </a:cubicBezTo>
                    <a:lnTo>
                      <a:pt x="1" y="37"/>
                    </a:lnTo>
                    <a:close/>
                    <a:moveTo>
                      <a:pt x="3" y="4"/>
                    </a:moveTo>
                    <a:cubicBezTo>
                      <a:pt x="3" y="32"/>
                      <a:pt x="3" y="32"/>
                      <a:pt x="3" y="32"/>
                    </a:cubicBezTo>
                    <a:cubicBezTo>
                      <a:pt x="50" y="4"/>
                      <a:pt x="50" y="4"/>
                      <a:pt x="50" y="4"/>
                    </a:cubicBezTo>
                    <a:lnTo>
                      <a:pt x="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7" name="Freeform 889"/>
              <p:cNvSpPr>
                <a:spLocks noEditPoints="1"/>
              </p:cNvSpPr>
              <p:nvPr userDrawn="1"/>
            </p:nvSpPr>
            <p:spPr bwMode="auto">
              <a:xfrm>
                <a:off x="3153" y="1392"/>
                <a:ext cx="78" cy="68"/>
              </a:xfrm>
              <a:custGeom>
                <a:avLst/>
                <a:gdLst>
                  <a:gd name="T0" fmla="*/ 2 w 63"/>
                  <a:gd name="T1" fmla="*/ 55 h 55"/>
                  <a:gd name="T2" fmla="*/ 1 w 63"/>
                  <a:gd name="T3" fmla="*/ 55 h 55"/>
                  <a:gd name="T4" fmla="*/ 0 w 63"/>
                  <a:gd name="T5" fmla="*/ 53 h 55"/>
                  <a:gd name="T6" fmla="*/ 28 w 63"/>
                  <a:gd name="T7" fmla="*/ 0 h 55"/>
                  <a:gd name="T8" fmla="*/ 29 w 63"/>
                  <a:gd name="T9" fmla="*/ 0 h 55"/>
                  <a:gd name="T10" fmla="*/ 61 w 63"/>
                  <a:gd name="T11" fmla="*/ 0 h 55"/>
                  <a:gd name="T12" fmla="*/ 62 w 63"/>
                  <a:gd name="T13" fmla="*/ 1 h 55"/>
                  <a:gd name="T14" fmla="*/ 62 w 63"/>
                  <a:gd name="T15" fmla="*/ 2 h 55"/>
                  <a:gd name="T16" fmla="*/ 3 w 63"/>
                  <a:gd name="T17" fmla="*/ 55 h 55"/>
                  <a:gd name="T18" fmla="*/ 2 w 63"/>
                  <a:gd name="T19" fmla="*/ 55 h 55"/>
                  <a:gd name="T20" fmla="*/ 30 w 63"/>
                  <a:gd name="T21" fmla="*/ 3 h 55"/>
                  <a:gd name="T22" fmla="*/ 7 w 63"/>
                  <a:gd name="T23" fmla="*/ 46 h 55"/>
                  <a:gd name="T24" fmla="*/ 56 w 63"/>
                  <a:gd name="T25" fmla="*/ 3 h 55"/>
                  <a:gd name="T26" fmla="*/ 30 w 63"/>
                  <a:gd name="T27" fmla="*/ 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" h="55">
                    <a:moveTo>
                      <a:pt x="2" y="55"/>
                    </a:moveTo>
                    <a:cubicBezTo>
                      <a:pt x="1" y="55"/>
                      <a:pt x="1" y="55"/>
                      <a:pt x="1" y="55"/>
                    </a:cubicBezTo>
                    <a:cubicBezTo>
                      <a:pt x="0" y="54"/>
                      <a:pt x="0" y="53"/>
                      <a:pt x="0" y="5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0"/>
                      <a:pt x="29" y="0"/>
                      <a:pt x="29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0"/>
                      <a:pt x="62" y="0"/>
                      <a:pt x="62" y="1"/>
                    </a:cubicBezTo>
                    <a:cubicBezTo>
                      <a:pt x="63" y="1"/>
                      <a:pt x="63" y="2"/>
                      <a:pt x="62" y="2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3" y="55"/>
                      <a:pt x="2" y="55"/>
                      <a:pt x="2" y="55"/>
                    </a:cubicBezTo>
                    <a:close/>
                    <a:moveTo>
                      <a:pt x="30" y="3"/>
                    </a:moveTo>
                    <a:cubicBezTo>
                      <a:pt x="7" y="46"/>
                      <a:pt x="7" y="46"/>
                      <a:pt x="7" y="46"/>
                    </a:cubicBezTo>
                    <a:cubicBezTo>
                      <a:pt x="56" y="3"/>
                      <a:pt x="56" y="3"/>
                      <a:pt x="56" y="3"/>
                    </a:cubicBez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8" name="Freeform 890"/>
              <p:cNvSpPr>
                <a:spLocks noEditPoints="1"/>
              </p:cNvSpPr>
              <p:nvPr userDrawn="1"/>
            </p:nvSpPr>
            <p:spPr bwMode="auto">
              <a:xfrm>
                <a:off x="3058" y="1432"/>
                <a:ext cx="66" cy="54"/>
              </a:xfrm>
              <a:custGeom>
                <a:avLst/>
                <a:gdLst>
                  <a:gd name="T0" fmla="*/ 2 w 53"/>
                  <a:gd name="T1" fmla="*/ 44 h 44"/>
                  <a:gd name="T2" fmla="*/ 1 w 53"/>
                  <a:gd name="T3" fmla="*/ 43 h 44"/>
                  <a:gd name="T4" fmla="*/ 1 w 53"/>
                  <a:gd name="T5" fmla="*/ 41 h 44"/>
                  <a:gd name="T6" fmla="*/ 50 w 53"/>
                  <a:gd name="T7" fmla="*/ 1 h 44"/>
                  <a:gd name="T8" fmla="*/ 52 w 53"/>
                  <a:gd name="T9" fmla="*/ 0 h 44"/>
                  <a:gd name="T10" fmla="*/ 53 w 53"/>
                  <a:gd name="T11" fmla="*/ 2 h 44"/>
                  <a:gd name="T12" fmla="*/ 53 w 53"/>
                  <a:gd name="T13" fmla="*/ 35 h 44"/>
                  <a:gd name="T14" fmla="*/ 51 w 53"/>
                  <a:gd name="T15" fmla="*/ 37 h 44"/>
                  <a:gd name="T16" fmla="*/ 2 w 53"/>
                  <a:gd name="T17" fmla="*/ 44 h 44"/>
                  <a:gd name="T18" fmla="*/ 50 w 53"/>
                  <a:gd name="T19" fmla="*/ 6 h 44"/>
                  <a:gd name="T20" fmla="*/ 8 w 53"/>
                  <a:gd name="T21" fmla="*/ 40 h 44"/>
                  <a:gd name="T22" fmla="*/ 50 w 53"/>
                  <a:gd name="T23" fmla="*/ 34 h 44"/>
                  <a:gd name="T24" fmla="*/ 50 w 53"/>
                  <a:gd name="T25" fmla="*/ 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3" h="44">
                    <a:moveTo>
                      <a:pt x="2" y="44"/>
                    </a:moveTo>
                    <a:cubicBezTo>
                      <a:pt x="2" y="44"/>
                      <a:pt x="1" y="44"/>
                      <a:pt x="1" y="43"/>
                    </a:cubicBezTo>
                    <a:cubicBezTo>
                      <a:pt x="0" y="43"/>
                      <a:pt x="0" y="42"/>
                      <a:pt x="1" y="41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1" y="0"/>
                      <a:pt x="51" y="0"/>
                      <a:pt x="52" y="0"/>
                    </a:cubicBezTo>
                    <a:cubicBezTo>
                      <a:pt x="52" y="1"/>
                      <a:pt x="53" y="1"/>
                      <a:pt x="53" y="2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6"/>
                      <a:pt x="52" y="37"/>
                      <a:pt x="51" y="37"/>
                    </a:cubicBezTo>
                    <a:cubicBezTo>
                      <a:pt x="2" y="44"/>
                      <a:pt x="2" y="44"/>
                      <a:pt x="2" y="44"/>
                    </a:cubicBezTo>
                    <a:close/>
                    <a:moveTo>
                      <a:pt x="50" y="6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50" y="34"/>
                      <a:pt x="50" y="34"/>
                      <a:pt x="50" y="34"/>
                    </a:cubicBezTo>
                    <a:lnTo>
                      <a:pt x="50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9" name="Freeform 891"/>
              <p:cNvSpPr>
                <a:spLocks noEditPoints="1"/>
              </p:cNvSpPr>
              <p:nvPr userDrawn="1"/>
            </p:nvSpPr>
            <p:spPr bwMode="auto">
              <a:xfrm>
                <a:off x="2913" y="1432"/>
                <a:ext cx="211" cy="54"/>
              </a:xfrm>
              <a:custGeom>
                <a:avLst/>
                <a:gdLst>
                  <a:gd name="T0" fmla="*/ 119 w 170"/>
                  <a:gd name="T1" fmla="*/ 44 h 44"/>
                  <a:gd name="T2" fmla="*/ 1 w 170"/>
                  <a:gd name="T3" fmla="*/ 44 h 44"/>
                  <a:gd name="T4" fmla="*/ 0 w 170"/>
                  <a:gd name="T5" fmla="*/ 43 h 44"/>
                  <a:gd name="T6" fmla="*/ 1 w 170"/>
                  <a:gd name="T7" fmla="*/ 41 h 44"/>
                  <a:gd name="T8" fmla="*/ 168 w 170"/>
                  <a:gd name="T9" fmla="*/ 0 h 44"/>
                  <a:gd name="T10" fmla="*/ 170 w 170"/>
                  <a:gd name="T11" fmla="*/ 1 h 44"/>
                  <a:gd name="T12" fmla="*/ 169 w 170"/>
                  <a:gd name="T13" fmla="*/ 3 h 44"/>
                  <a:gd name="T14" fmla="*/ 120 w 170"/>
                  <a:gd name="T15" fmla="*/ 44 h 44"/>
                  <a:gd name="T16" fmla="*/ 119 w 170"/>
                  <a:gd name="T17" fmla="*/ 44 h 44"/>
                  <a:gd name="T18" fmla="*/ 15 w 170"/>
                  <a:gd name="T19" fmla="*/ 41 h 44"/>
                  <a:gd name="T20" fmla="*/ 119 w 170"/>
                  <a:gd name="T21" fmla="*/ 41 h 44"/>
                  <a:gd name="T22" fmla="*/ 162 w 170"/>
                  <a:gd name="T23" fmla="*/ 5 h 44"/>
                  <a:gd name="T24" fmla="*/ 15 w 170"/>
                  <a:gd name="T25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44">
                    <a:moveTo>
                      <a:pt x="119" y="44"/>
                    </a:moveTo>
                    <a:cubicBezTo>
                      <a:pt x="1" y="44"/>
                      <a:pt x="1" y="44"/>
                      <a:pt x="1" y="44"/>
                    </a:cubicBezTo>
                    <a:cubicBezTo>
                      <a:pt x="0" y="44"/>
                      <a:pt x="0" y="44"/>
                      <a:pt x="0" y="43"/>
                    </a:cubicBezTo>
                    <a:cubicBezTo>
                      <a:pt x="0" y="42"/>
                      <a:pt x="0" y="41"/>
                      <a:pt x="1" y="41"/>
                    </a:cubicBezTo>
                    <a:cubicBezTo>
                      <a:pt x="168" y="0"/>
                      <a:pt x="168" y="0"/>
                      <a:pt x="168" y="0"/>
                    </a:cubicBezTo>
                    <a:cubicBezTo>
                      <a:pt x="169" y="0"/>
                      <a:pt x="169" y="0"/>
                      <a:pt x="170" y="1"/>
                    </a:cubicBezTo>
                    <a:cubicBezTo>
                      <a:pt x="170" y="2"/>
                      <a:pt x="170" y="3"/>
                      <a:pt x="169" y="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4"/>
                      <a:pt x="120" y="44"/>
                      <a:pt x="119" y="44"/>
                    </a:cubicBezTo>
                    <a:close/>
                    <a:moveTo>
                      <a:pt x="15" y="41"/>
                    </a:moveTo>
                    <a:cubicBezTo>
                      <a:pt x="119" y="41"/>
                      <a:pt x="119" y="41"/>
                      <a:pt x="119" y="41"/>
                    </a:cubicBezTo>
                    <a:cubicBezTo>
                      <a:pt x="162" y="5"/>
                      <a:pt x="162" y="5"/>
                      <a:pt x="162" y="5"/>
                    </a:cubicBezTo>
                    <a:lnTo>
                      <a:pt x="15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0" name="Freeform 892"/>
              <p:cNvSpPr>
                <a:spLocks noEditPoints="1"/>
              </p:cNvSpPr>
              <p:nvPr userDrawn="1"/>
            </p:nvSpPr>
            <p:spPr bwMode="auto">
              <a:xfrm>
                <a:off x="2833" y="1447"/>
                <a:ext cx="171" cy="39"/>
              </a:xfrm>
              <a:custGeom>
                <a:avLst/>
                <a:gdLst>
                  <a:gd name="T0" fmla="*/ 136 w 138"/>
                  <a:gd name="T1" fmla="*/ 32 h 32"/>
                  <a:gd name="T2" fmla="*/ 1 w 138"/>
                  <a:gd name="T3" fmla="*/ 32 h 32"/>
                  <a:gd name="T4" fmla="*/ 0 w 138"/>
                  <a:gd name="T5" fmla="*/ 31 h 32"/>
                  <a:gd name="T6" fmla="*/ 1 w 138"/>
                  <a:gd name="T7" fmla="*/ 29 h 32"/>
                  <a:gd name="T8" fmla="*/ 87 w 138"/>
                  <a:gd name="T9" fmla="*/ 0 h 32"/>
                  <a:gd name="T10" fmla="*/ 89 w 138"/>
                  <a:gd name="T11" fmla="*/ 0 h 32"/>
                  <a:gd name="T12" fmla="*/ 137 w 138"/>
                  <a:gd name="T13" fmla="*/ 29 h 32"/>
                  <a:gd name="T14" fmla="*/ 138 w 138"/>
                  <a:gd name="T15" fmla="*/ 31 h 32"/>
                  <a:gd name="T16" fmla="*/ 136 w 138"/>
                  <a:gd name="T17" fmla="*/ 32 h 32"/>
                  <a:gd name="T18" fmla="*/ 12 w 138"/>
                  <a:gd name="T19" fmla="*/ 29 h 32"/>
                  <a:gd name="T20" fmla="*/ 130 w 138"/>
                  <a:gd name="T21" fmla="*/ 29 h 32"/>
                  <a:gd name="T22" fmla="*/ 87 w 138"/>
                  <a:gd name="T23" fmla="*/ 4 h 32"/>
                  <a:gd name="T24" fmla="*/ 12 w 138"/>
                  <a:gd name="T25" fmla="*/ 2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8" h="32">
                    <a:moveTo>
                      <a:pt x="136" y="32"/>
                    </a:moveTo>
                    <a:cubicBezTo>
                      <a:pt x="1" y="32"/>
                      <a:pt x="1" y="32"/>
                      <a:pt x="1" y="32"/>
                    </a:cubicBezTo>
                    <a:cubicBezTo>
                      <a:pt x="0" y="32"/>
                      <a:pt x="0" y="32"/>
                      <a:pt x="0" y="31"/>
                    </a:cubicBezTo>
                    <a:cubicBezTo>
                      <a:pt x="0" y="30"/>
                      <a:pt x="0" y="29"/>
                      <a:pt x="1" y="29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8" y="0"/>
                      <a:pt x="88" y="0"/>
                      <a:pt x="89" y="0"/>
                    </a:cubicBezTo>
                    <a:cubicBezTo>
                      <a:pt x="137" y="29"/>
                      <a:pt x="137" y="29"/>
                      <a:pt x="137" y="29"/>
                    </a:cubicBezTo>
                    <a:cubicBezTo>
                      <a:pt x="137" y="30"/>
                      <a:pt x="138" y="30"/>
                      <a:pt x="138" y="31"/>
                    </a:cubicBezTo>
                    <a:cubicBezTo>
                      <a:pt x="137" y="32"/>
                      <a:pt x="137" y="32"/>
                      <a:pt x="136" y="32"/>
                    </a:cubicBezTo>
                    <a:close/>
                    <a:moveTo>
                      <a:pt x="12" y="29"/>
                    </a:moveTo>
                    <a:cubicBezTo>
                      <a:pt x="130" y="29"/>
                      <a:pt x="130" y="29"/>
                      <a:pt x="130" y="29"/>
                    </a:cubicBezTo>
                    <a:cubicBezTo>
                      <a:pt x="87" y="4"/>
                      <a:pt x="87" y="4"/>
                      <a:pt x="87" y="4"/>
                    </a:cubicBezTo>
                    <a:lnTo>
                      <a:pt x="12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1" name="Freeform 893"/>
              <p:cNvSpPr>
                <a:spLocks noEditPoints="1"/>
              </p:cNvSpPr>
              <p:nvPr userDrawn="1"/>
            </p:nvSpPr>
            <p:spPr bwMode="auto">
              <a:xfrm>
                <a:off x="2688" y="1453"/>
                <a:ext cx="149" cy="33"/>
              </a:xfrm>
              <a:custGeom>
                <a:avLst/>
                <a:gdLst>
                  <a:gd name="T0" fmla="*/ 118 w 120"/>
                  <a:gd name="T1" fmla="*/ 27 h 27"/>
                  <a:gd name="T2" fmla="*/ 2 w 120"/>
                  <a:gd name="T3" fmla="*/ 27 h 27"/>
                  <a:gd name="T4" fmla="*/ 0 w 120"/>
                  <a:gd name="T5" fmla="*/ 26 h 27"/>
                  <a:gd name="T6" fmla="*/ 1 w 120"/>
                  <a:gd name="T7" fmla="*/ 24 h 27"/>
                  <a:gd name="T8" fmla="*/ 39 w 120"/>
                  <a:gd name="T9" fmla="*/ 0 h 27"/>
                  <a:gd name="T10" fmla="*/ 40 w 120"/>
                  <a:gd name="T11" fmla="*/ 0 h 27"/>
                  <a:gd name="T12" fmla="*/ 119 w 120"/>
                  <a:gd name="T13" fmla="*/ 24 h 27"/>
                  <a:gd name="T14" fmla="*/ 120 w 120"/>
                  <a:gd name="T15" fmla="*/ 26 h 27"/>
                  <a:gd name="T16" fmla="*/ 118 w 120"/>
                  <a:gd name="T17" fmla="*/ 27 h 27"/>
                  <a:gd name="T18" fmla="*/ 7 w 120"/>
                  <a:gd name="T19" fmla="*/ 24 h 27"/>
                  <a:gd name="T20" fmla="*/ 107 w 120"/>
                  <a:gd name="T21" fmla="*/ 24 h 27"/>
                  <a:gd name="T22" fmla="*/ 40 w 120"/>
                  <a:gd name="T23" fmla="*/ 3 h 27"/>
                  <a:gd name="T24" fmla="*/ 7 w 120"/>
                  <a:gd name="T25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0" h="27">
                    <a:moveTo>
                      <a:pt x="118" y="27"/>
                    </a:moveTo>
                    <a:cubicBezTo>
                      <a:pt x="2" y="27"/>
                      <a:pt x="2" y="27"/>
                      <a:pt x="2" y="27"/>
                    </a:cubicBezTo>
                    <a:cubicBezTo>
                      <a:pt x="1" y="27"/>
                      <a:pt x="0" y="27"/>
                      <a:pt x="0" y="26"/>
                    </a:cubicBezTo>
                    <a:cubicBezTo>
                      <a:pt x="0" y="26"/>
                      <a:pt x="0" y="25"/>
                      <a:pt x="1" y="24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40" y="0"/>
                    </a:cubicBezTo>
                    <a:cubicBezTo>
                      <a:pt x="119" y="24"/>
                      <a:pt x="119" y="24"/>
                      <a:pt x="119" y="24"/>
                    </a:cubicBezTo>
                    <a:cubicBezTo>
                      <a:pt x="120" y="24"/>
                      <a:pt x="120" y="25"/>
                      <a:pt x="120" y="26"/>
                    </a:cubicBezTo>
                    <a:cubicBezTo>
                      <a:pt x="120" y="27"/>
                      <a:pt x="119" y="27"/>
                      <a:pt x="118" y="27"/>
                    </a:cubicBezTo>
                    <a:close/>
                    <a:moveTo>
                      <a:pt x="7" y="24"/>
                    </a:moveTo>
                    <a:cubicBezTo>
                      <a:pt x="107" y="24"/>
                      <a:pt x="107" y="24"/>
                      <a:pt x="107" y="24"/>
                    </a:cubicBezTo>
                    <a:cubicBezTo>
                      <a:pt x="40" y="3"/>
                      <a:pt x="40" y="3"/>
                      <a:pt x="40" y="3"/>
                    </a:cubicBez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2" name="Freeform 894"/>
              <p:cNvSpPr>
                <a:spLocks noEditPoints="1"/>
              </p:cNvSpPr>
              <p:nvPr userDrawn="1"/>
            </p:nvSpPr>
            <p:spPr bwMode="auto">
              <a:xfrm>
                <a:off x="1889" y="461"/>
                <a:ext cx="66" cy="98"/>
              </a:xfrm>
              <a:custGeom>
                <a:avLst/>
                <a:gdLst>
                  <a:gd name="T0" fmla="*/ 33 w 54"/>
                  <a:gd name="T1" fmla="*/ 79 h 79"/>
                  <a:gd name="T2" fmla="*/ 33 w 54"/>
                  <a:gd name="T3" fmla="*/ 78 h 79"/>
                  <a:gd name="T4" fmla="*/ 31 w 54"/>
                  <a:gd name="T5" fmla="*/ 76 h 79"/>
                  <a:gd name="T6" fmla="*/ 1 w 54"/>
                  <a:gd name="T7" fmla="*/ 2 h 79"/>
                  <a:gd name="T8" fmla="*/ 1 w 54"/>
                  <a:gd name="T9" fmla="*/ 0 h 79"/>
                  <a:gd name="T10" fmla="*/ 3 w 54"/>
                  <a:gd name="T11" fmla="*/ 1 h 79"/>
                  <a:gd name="T12" fmla="*/ 53 w 54"/>
                  <a:gd name="T13" fmla="*/ 47 h 79"/>
                  <a:gd name="T14" fmla="*/ 54 w 54"/>
                  <a:gd name="T15" fmla="*/ 49 h 79"/>
                  <a:gd name="T16" fmla="*/ 33 w 54"/>
                  <a:gd name="T17" fmla="*/ 79 h 79"/>
                  <a:gd name="T18" fmla="*/ 7 w 54"/>
                  <a:gd name="T19" fmla="*/ 9 h 79"/>
                  <a:gd name="T20" fmla="*/ 34 w 54"/>
                  <a:gd name="T21" fmla="*/ 74 h 79"/>
                  <a:gd name="T22" fmla="*/ 50 w 54"/>
                  <a:gd name="T23" fmla="*/ 49 h 79"/>
                  <a:gd name="T24" fmla="*/ 7 w 54"/>
                  <a:gd name="T25" fmla="*/ 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" h="79">
                    <a:moveTo>
                      <a:pt x="33" y="79"/>
                    </a:moveTo>
                    <a:cubicBezTo>
                      <a:pt x="33" y="78"/>
                      <a:pt x="33" y="78"/>
                      <a:pt x="33" y="78"/>
                    </a:cubicBezTo>
                    <a:cubicBezTo>
                      <a:pt x="32" y="78"/>
                      <a:pt x="31" y="78"/>
                      <a:pt x="31" y="76"/>
                    </a:cubicBezTo>
                    <a:cubicBezTo>
                      <a:pt x="31" y="73"/>
                      <a:pt x="12" y="29"/>
                      <a:pt x="1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53" y="47"/>
                      <a:pt x="53" y="47"/>
                      <a:pt x="53" y="47"/>
                    </a:cubicBezTo>
                    <a:cubicBezTo>
                      <a:pt x="54" y="48"/>
                      <a:pt x="54" y="49"/>
                      <a:pt x="54" y="49"/>
                    </a:cubicBezTo>
                    <a:cubicBezTo>
                      <a:pt x="38" y="76"/>
                      <a:pt x="35" y="79"/>
                      <a:pt x="33" y="79"/>
                    </a:cubicBezTo>
                    <a:close/>
                    <a:moveTo>
                      <a:pt x="7" y="9"/>
                    </a:moveTo>
                    <a:cubicBezTo>
                      <a:pt x="15" y="26"/>
                      <a:pt x="31" y="63"/>
                      <a:pt x="34" y="74"/>
                    </a:cubicBezTo>
                    <a:cubicBezTo>
                      <a:pt x="37" y="70"/>
                      <a:pt x="44" y="59"/>
                      <a:pt x="50" y="49"/>
                    </a:cubicBez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3" name="Freeform 895"/>
              <p:cNvSpPr>
                <a:spLocks noEditPoints="1"/>
              </p:cNvSpPr>
              <p:nvPr userDrawn="1"/>
            </p:nvSpPr>
            <p:spPr bwMode="auto">
              <a:xfrm>
                <a:off x="1801" y="407"/>
                <a:ext cx="93" cy="58"/>
              </a:xfrm>
              <a:custGeom>
                <a:avLst/>
                <a:gdLst>
                  <a:gd name="T0" fmla="*/ 73 w 75"/>
                  <a:gd name="T1" fmla="*/ 47 h 47"/>
                  <a:gd name="T2" fmla="*/ 73 w 75"/>
                  <a:gd name="T3" fmla="*/ 47 h 47"/>
                  <a:gd name="T4" fmla="*/ 20 w 75"/>
                  <a:gd name="T5" fmla="*/ 42 h 47"/>
                  <a:gd name="T6" fmla="*/ 18 w 75"/>
                  <a:gd name="T7" fmla="*/ 42 h 47"/>
                  <a:gd name="T8" fmla="*/ 0 w 75"/>
                  <a:gd name="T9" fmla="*/ 2 h 47"/>
                  <a:gd name="T10" fmla="*/ 0 w 75"/>
                  <a:gd name="T11" fmla="*/ 0 h 47"/>
                  <a:gd name="T12" fmla="*/ 2 w 75"/>
                  <a:gd name="T13" fmla="*/ 0 h 47"/>
                  <a:gd name="T14" fmla="*/ 74 w 75"/>
                  <a:gd name="T15" fmla="*/ 44 h 47"/>
                  <a:gd name="T16" fmla="*/ 75 w 75"/>
                  <a:gd name="T17" fmla="*/ 46 h 47"/>
                  <a:gd name="T18" fmla="*/ 73 w 75"/>
                  <a:gd name="T19" fmla="*/ 47 h 47"/>
                  <a:gd name="T20" fmla="*/ 21 w 75"/>
                  <a:gd name="T21" fmla="*/ 39 h 47"/>
                  <a:gd name="T22" fmla="*/ 66 w 75"/>
                  <a:gd name="T23" fmla="*/ 43 h 47"/>
                  <a:gd name="T24" fmla="*/ 5 w 75"/>
                  <a:gd name="T25" fmla="*/ 6 h 47"/>
                  <a:gd name="T26" fmla="*/ 21 w 75"/>
                  <a:gd name="T27" fmla="*/ 39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47">
                    <a:moveTo>
                      <a:pt x="73" y="47"/>
                    </a:moveTo>
                    <a:cubicBezTo>
                      <a:pt x="73" y="47"/>
                      <a:pt x="73" y="47"/>
                      <a:pt x="73" y="47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2"/>
                      <a:pt x="19" y="42"/>
                      <a:pt x="18" y="4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5" y="45"/>
                      <a:pt x="75" y="46"/>
                      <a:pt x="75" y="46"/>
                    </a:cubicBezTo>
                    <a:cubicBezTo>
                      <a:pt x="74" y="47"/>
                      <a:pt x="74" y="47"/>
                      <a:pt x="73" y="47"/>
                    </a:cubicBezTo>
                    <a:close/>
                    <a:moveTo>
                      <a:pt x="21" y="39"/>
                    </a:moveTo>
                    <a:cubicBezTo>
                      <a:pt x="66" y="43"/>
                      <a:pt x="66" y="43"/>
                      <a:pt x="66" y="43"/>
                    </a:cubicBezTo>
                    <a:cubicBezTo>
                      <a:pt x="5" y="6"/>
                      <a:pt x="5" y="6"/>
                      <a:pt x="5" y="6"/>
                    </a:cubicBezTo>
                    <a:lnTo>
                      <a:pt x="21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4" name="Freeform 896"/>
              <p:cNvSpPr>
                <a:spLocks noEditPoints="1"/>
              </p:cNvSpPr>
              <p:nvPr userDrawn="1"/>
            </p:nvSpPr>
            <p:spPr bwMode="auto">
              <a:xfrm>
                <a:off x="1707" y="373"/>
                <a:ext cx="121" cy="86"/>
              </a:xfrm>
              <a:custGeom>
                <a:avLst/>
                <a:gdLst>
                  <a:gd name="T0" fmla="*/ 96 w 98"/>
                  <a:gd name="T1" fmla="*/ 69 h 69"/>
                  <a:gd name="T2" fmla="*/ 95 w 98"/>
                  <a:gd name="T3" fmla="*/ 69 h 69"/>
                  <a:gd name="T4" fmla="*/ 1 w 98"/>
                  <a:gd name="T5" fmla="*/ 3 h 69"/>
                  <a:gd name="T6" fmla="*/ 0 w 98"/>
                  <a:gd name="T7" fmla="*/ 1 h 69"/>
                  <a:gd name="T8" fmla="*/ 2 w 98"/>
                  <a:gd name="T9" fmla="*/ 0 h 69"/>
                  <a:gd name="T10" fmla="*/ 78 w 98"/>
                  <a:gd name="T11" fmla="*/ 27 h 69"/>
                  <a:gd name="T12" fmla="*/ 79 w 98"/>
                  <a:gd name="T13" fmla="*/ 28 h 69"/>
                  <a:gd name="T14" fmla="*/ 97 w 98"/>
                  <a:gd name="T15" fmla="*/ 67 h 69"/>
                  <a:gd name="T16" fmla="*/ 97 w 98"/>
                  <a:gd name="T17" fmla="*/ 69 h 69"/>
                  <a:gd name="T18" fmla="*/ 96 w 98"/>
                  <a:gd name="T19" fmla="*/ 69 h 69"/>
                  <a:gd name="T20" fmla="*/ 13 w 98"/>
                  <a:gd name="T21" fmla="*/ 7 h 69"/>
                  <a:gd name="T22" fmla="*/ 92 w 98"/>
                  <a:gd name="T23" fmla="*/ 63 h 69"/>
                  <a:gd name="T24" fmla="*/ 76 w 98"/>
                  <a:gd name="T25" fmla="*/ 30 h 69"/>
                  <a:gd name="T26" fmla="*/ 13 w 98"/>
                  <a:gd name="T27" fmla="*/ 7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69">
                    <a:moveTo>
                      <a:pt x="96" y="69"/>
                    </a:moveTo>
                    <a:cubicBezTo>
                      <a:pt x="95" y="69"/>
                      <a:pt x="95" y="69"/>
                      <a:pt x="95" y="6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78" y="27"/>
                      <a:pt x="78" y="27"/>
                      <a:pt x="78" y="27"/>
                    </a:cubicBezTo>
                    <a:cubicBezTo>
                      <a:pt x="78" y="27"/>
                      <a:pt x="79" y="27"/>
                      <a:pt x="79" y="28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98" y="68"/>
                      <a:pt x="98" y="69"/>
                      <a:pt x="97" y="69"/>
                    </a:cubicBezTo>
                    <a:cubicBezTo>
                      <a:pt x="97" y="69"/>
                      <a:pt x="96" y="69"/>
                      <a:pt x="96" y="69"/>
                    </a:cubicBezTo>
                    <a:close/>
                    <a:moveTo>
                      <a:pt x="13" y="7"/>
                    </a:moveTo>
                    <a:cubicBezTo>
                      <a:pt x="92" y="63"/>
                      <a:pt x="92" y="63"/>
                      <a:pt x="92" y="63"/>
                    </a:cubicBezTo>
                    <a:cubicBezTo>
                      <a:pt x="76" y="30"/>
                      <a:pt x="76" y="30"/>
                      <a:pt x="76" y="30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5" name="Freeform 897"/>
              <p:cNvSpPr>
                <a:spLocks noEditPoints="1"/>
              </p:cNvSpPr>
              <p:nvPr userDrawn="1"/>
            </p:nvSpPr>
            <p:spPr bwMode="auto">
              <a:xfrm>
                <a:off x="1606" y="359"/>
                <a:ext cx="104" cy="47"/>
              </a:xfrm>
              <a:custGeom>
                <a:avLst/>
                <a:gdLst>
                  <a:gd name="T0" fmla="*/ 30 w 84"/>
                  <a:gd name="T1" fmla="*/ 38 h 38"/>
                  <a:gd name="T2" fmla="*/ 29 w 84"/>
                  <a:gd name="T3" fmla="*/ 37 h 38"/>
                  <a:gd name="T4" fmla="*/ 1 w 84"/>
                  <a:gd name="T5" fmla="*/ 3 h 38"/>
                  <a:gd name="T6" fmla="*/ 0 w 84"/>
                  <a:gd name="T7" fmla="*/ 1 h 38"/>
                  <a:gd name="T8" fmla="*/ 2 w 84"/>
                  <a:gd name="T9" fmla="*/ 0 h 38"/>
                  <a:gd name="T10" fmla="*/ 83 w 84"/>
                  <a:gd name="T11" fmla="*/ 12 h 38"/>
                  <a:gd name="T12" fmla="*/ 84 w 84"/>
                  <a:gd name="T13" fmla="*/ 14 h 38"/>
                  <a:gd name="T14" fmla="*/ 83 w 84"/>
                  <a:gd name="T15" fmla="*/ 15 h 38"/>
                  <a:gd name="T16" fmla="*/ 31 w 84"/>
                  <a:gd name="T17" fmla="*/ 37 h 38"/>
                  <a:gd name="T18" fmla="*/ 30 w 84"/>
                  <a:gd name="T19" fmla="*/ 38 h 38"/>
                  <a:gd name="T20" fmla="*/ 6 w 84"/>
                  <a:gd name="T21" fmla="*/ 4 h 38"/>
                  <a:gd name="T22" fmla="*/ 30 w 84"/>
                  <a:gd name="T23" fmla="*/ 34 h 38"/>
                  <a:gd name="T24" fmla="*/ 76 w 84"/>
                  <a:gd name="T25" fmla="*/ 15 h 38"/>
                  <a:gd name="T26" fmla="*/ 6 w 84"/>
                  <a:gd name="T27" fmla="*/ 4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38">
                    <a:moveTo>
                      <a:pt x="30" y="38"/>
                    </a:moveTo>
                    <a:cubicBezTo>
                      <a:pt x="29" y="38"/>
                      <a:pt x="29" y="37"/>
                      <a:pt x="29" y="3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4" y="12"/>
                      <a:pt x="84" y="13"/>
                      <a:pt x="84" y="14"/>
                    </a:cubicBezTo>
                    <a:cubicBezTo>
                      <a:pt x="84" y="14"/>
                      <a:pt x="84" y="15"/>
                      <a:pt x="83" y="15"/>
                    </a:cubicBezTo>
                    <a:cubicBezTo>
                      <a:pt x="31" y="37"/>
                      <a:pt x="31" y="37"/>
                      <a:pt x="31" y="37"/>
                    </a:cubicBezTo>
                    <a:lnTo>
                      <a:pt x="30" y="38"/>
                    </a:lnTo>
                    <a:close/>
                    <a:moveTo>
                      <a:pt x="6" y="4"/>
                    </a:moveTo>
                    <a:cubicBezTo>
                      <a:pt x="30" y="34"/>
                      <a:pt x="30" y="34"/>
                      <a:pt x="30" y="34"/>
                    </a:cubicBezTo>
                    <a:cubicBezTo>
                      <a:pt x="76" y="15"/>
                      <a:pt x="76" y="15"/>
                      <a:pt x="76" y="15"/>
                    </a:cubicBezTo>
                    <a:lnTo>
                      <a:pt x="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6" name="Freeform 898"/>
              <p:cNvSpPr>
                <a:spLocks noEditPoints="1"/>
              </p:cNvSpPr>
              <p:nvPr userDrawn="1"/>
            </p:nvSpPr>
            <p:spPr bwMode="auto">
              <a:xfrm>
                <a:off x="1509" y="359"/>
                <a:ext cx="102" cy="36"/>
              </a:xfrm>
              <a:custGeom>
                <a:avLst/>
                <a:gdLst>
                  <a:gd name="T0" fmla="*/ 25 w 83"/>
                  <a:gd name="T1" fmla="*/ 29 h 29"/>
                  <a:gd name="T2" fmla="*/ 24 w 83"/>
                  <a:gd name="T3" fmla="*/ 28 h 29"/>
                  <a:gd name="T4" fmla="*/ 1 w 83"/>
                  <a:gd name="T5" fmla="*/ 13 h 29"/>
                  <a:gd name="T6" fmla="*/ 0 w 83"/>
                  <a:gd name="T7" fmla="*/ 11 h 29"/>
                  <a:gd name="T8" fmla="*/ 1 w 83"/>
                  <a:gd name="T9" fmla="*/ 10 h 29"/>
                  <a:gd name="T10" fmla="*/ 81 w 83"/>
                  <a:gd name="T11" fmla="*/ 0 h 29"/>
                  <a:gd name="T12" fmla="*/ 83 w 83"/>
                  <a:gd name="T13" fmla="*/ 1 h 29"/>
                  <a:gd name="T14" fmla="*/ 82 w 83"/>
                  <a:gd name="T15" fmla="*/ 3 h 29"/>
                  <a:gd name="T16" fmla="*/ 25 w 83"/>
                  <a:gd name="T17" fmla="*/ 29 h 29"/>
                  <a:gd name="T18" fmla="*/ 6 w 83"/>
                  <a:gd name="T19" fmla="*/ 12 h 29"/>
                  <a:gd name="T20" fmla="*/ 25 w 83"/>
                  <a:gd name="T21" fmla="*/ 25 h 29"/>
                  <a:gd name="T22" fmla="*/ 70 w 83"/>
                  <a:gd name="T23" fmla="*/ 5 h 29"/>
                  <a:gd name="T24" fmla="*/ 6 w 83"/>
                  <a:gd name="T25" fmla="*/ 1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3" h="29">
                    <a:moveTo>
                      <a:pt x="25" y="29"/>
                    </a:moveTo>
                    <a:cubicBezTo>
                      <a:pt x="24" y="28"/>
                      <a:pt x="24" y="28"/>
                      <a:pt x="24" y="28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2"/>
                      <a:pt x="0" y="11"/>
                    </a:cubicBezTo>
                    <a:cubicBezTo>
                      <a:pt x="0" y="10"/>
                      <a:pt x="1" y="10"/>
                      <a:pt x="1" y="1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82" y="0"/>
                      <a:pt x="83" y="1"/>
                    </a:cubicBezTo>
                    <a:cubicBezTo>
                      <a:pt x="83" y="2"/>
                      <a:pt x="82" y="3"/>
                      <a:pt x="82" y="3"/>
                    </a:cubicBezTo>
                    <a:cubicBezTo>
                      <a:pt x="25" y="29"/>
                      <a:pt x="25" y="29"/>
                      <a:pt x="25" y="29"/>
                    </a:cubicBezTo>
                    <a:close/>
                    <a:moveTo>
                      <a:pt x="6" y="12"/>
                    </a:moveTo>
                    <a:cubicBezTo>
                      <a:pt x="25" y="25"/>
                      <a:pt x="25" y="25"/>
                      <a:pt x="25" y="25"/>
                    </a:cubicBezTo>
                    <a:cubicBezTo>
                      <a:pt x="70" y="5"/>
                      <a:pt x="70" y="5"/>
                      <a:pt x="70" y="5"/>
                    </a:cubicBez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7" name="Freeform 899"/>
              <p:cNvSpPr>
                <a:spLocks noEditPoints="1"/>
              </p:cNvSpPr>
              <p:nvPr userDrawn="1"/>
            </p:nvSpPr>
            <p:spPr bwMode="auto">
              <a:xfrm>
                <a:off x="2835" y="449"/>
                <a:ext cx="26" cy="82"/>
              </a:xfrm>
              <a:custGeom>
                <a:avLst/>
                <a:gdLst>
                  <a:gd name="T0" fmla="*/ 19 w 21"/>
                  <a:gd name="T1" fmla="*/ 66 h 66"/>
                  <a:gd name="T2" fmla="*/ 17 w 21"/>
                  <a:gd name="T3" fmla="*/ 65 h 66"/>
                  <a:gd name="T4" fmla="*/ 0 w 21"/>
                  <a:gd name="T5" fmla="*/ 25 h 66"/>
                  <a:gd name="T6" fmla="*/ 0 w 21"/>
                  <a:gd name="T7" fmla="*/ 24 h 66"/>
                  <a:gd name="T8" fmla="*/ 18 w 21"/>
                  <a:gd name="T9" fmla="*/ 1 h 66"/>
                  <a:gd name="T10" fmla="*/ 20 w 21"/>
                  <a:gd name="T11" fmla="*/ 1 h 66"/>
                  <a:gd name="T12" fmla="*/ 21 w 21"/>
                  <a:gd name="T13" fmla="*/ 2 h 66"/>
                  <a:gd name="T14" fmla="*/ 21 w 21"/>
                  <a:gd name="T15" fmla="*/ 64 h 66"/>
                  <a:gd name="T16" fmla="*/ 19 w 21"/>
                  <a:gd name="T17" fmla="*/ 66 h 66"/>
                  <a:gd name="T18" fmla="*/ 4 w 21"/>
                  <a:gd name="T19" fmla="*/ 25 h 66"/>
                  <a:gd name="T20" fmla="*/ 17 w 21"/>
                  <a:gd name="T21" fmla="*/ 56 h 66"/>
                  <a:gd name="T22" fmla="*/ 17 w 21"/>
                  <a:gd name="T23" fmla="*/ 7 h 66"/>
                  <a:gd name="T24" fmla="*/ 4 w 21"/>
                  <a:gd name="T25" fmla="*/ 2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" h="66">
                    <a:moveTo>
                      <a:pt x="19" y="66"/>
                    </a:moveTo>
                    <a:cubicBezTo>
                      <a:pt x="18" y="66"/>
                      <a:pt x="18" y="65"/>
                      <a:pt x="17" y="6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4"/>
                      <a:pt x="0" y="24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8" y="1"/>
                      <a:pt x="19" y="0"/>
                      <a:pt x="20" y="1"/>
                    </a:cubicBezTo>
                    <a:cubicBezTo>
                      <a:pt x="20" y="1"/>
                      <a:pt x="21" y="1"/>
                      <a:pt x="21" y="2"/>
                    </a:cubicBezTo>
                    <a:cubicBezTo>
                      <a:pt x="21" y="64"/>
                      <a:pt x="21" y="64"/>
                      <a:pt x="21" y="64"/>
                    </a:cubicBezTo>
                    <a:cubicBezTo>
                      <a:pt x="21" y="65"/>
                      <a:pt x="20" y="65"/>
                      <a:pt x="19" y="66"/>
                    </a:cubicBezTo>
                    <a:close/>
                    <a:moveTo>
                      <a:pt x="4" y="25"/>
                    </a:moveTo>
                    <a:cubicBezTo>
                      <a:pt x="17" y="56"/>
                      <a:pt x="17" y="56"/>
                      <a:pt x="17" y="56"/>
                    </a:cubicBezTo>
                    <a:cubicBezTo>
                      <a:pt x="17" y="7"/>
                      <a:pt x="17" y="7"/>
                      <a:pt x="17" y="7"/>
                    </a:cubicBezTo>
                    <a:lnTo>
                      <a:pt x="4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8" name="Freeform 900"/>
              <p:cNvSpPr>
                <a:spLocks noEditPoints="1"/>
              </p:cNvSpPr>
              <p:nvPr userDrawn="1"/>
            </p:nvSpPr>
            <p:spPr bwMode="auto">
              <a:xfrm>
                <a:off x="2803" y="526"/>
                <a:ext cx="108" cy="32"/>
              </a:xfrm>
              <a:custGeom>
                <a:avLst/>
                <a:gdLst>
                  <a:gd name="T0" fmla="*/ 85 w 87"/>
                  <a:gd name="T1" fmla="*/ 26 h 26"/>
                  <a:gd name="T2" fmla="*/ 2 w 87"/>
                  <a:gd name="T3" fmla="*/ 26 h 26"/>
                  <a:gd name="T4" fmla="*/ 0 w 87"/>
                  <a:gd name="T5" fmla="*/ 25 h 26"/>
                  <a:gd name="T6" fmla="*/ 1 w 87"/>
                  <a:gd name="T7" fmla="*/ 23 h 26"/>
                  <a:gd name="T8" fmla="*/ 44 w 87"/>
                  <a:gd name="T9" fmla="*/ 1 h 26"/>
                  <a:gd name="T10" fmla="*/ 46 w 87"/>
                  <a:gd name="T11" fmla="*/ 1 h 26"/>
                  <a:gd name="T12" fmla="*/ 86 w 87"/>
                  <a:gd name="T13" fmla="*/ 23 h 26"/>
                  <a:gd name="T14" fmla="*/ 87 w 87"/>
                  <a:gd name="T15" fmla="*/ 25 h 26"/>
                  <a:gd name="T16" fmla="*/ 85 w 87"/>
                  <a:gd name="T17" fmla="*/ 26 h 26"/>
                  <a:gd name="T18" fmla="*/ 9 w 87"/>
                  <a:gd name="T19" fmla="*/ 23 h 26"/>
                  <a:gd name="T20" fmla="*/ 79 w 87"/>
                  <a:gd name="T21" fmla="*/ 23 h 26"/>
                  <a:gd name="T22" fmla="*/ 45 w 87"/>
                  <a:gd name="T23" fmla="*/ 4 h 26"/>
                  <a:gd name="T24" fmla="*/ 9 w 87"/>
                  <a:gd name="T25" fmla="*/ 2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7" h="26">
                    <a:moveTo>
                      <a:pt x="85" y="26"/>
                    </a:moveTo>
                    <a:cubicBezTo>
                      <a:pt x="2" y="26"/>
                      <a:pt x="2" y="26"/>
                      <a:pt x="2" y="26"/>
                    </a:cubicBezTo>
                    <a:cubicBezTo>
                      <a:pt x="1" y="26"/>
                      <a:pt x="0" y="26"/>
                      <a:pt x="0" y="25"/>
                    </a:cubicBezTo>
                    <a:cubicBezTo>
                      <a:pt x="0" y="24"/>
                      <a:pt x="0" y="23"/>
                      <a:pt x="1" y="23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5" y="0"/>
                      <a:pt x="45" y="0"/>
                      <a:pt x="46" y="1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87" y="23"/>
                      <a:pt x="87" y="24"/>
                      <a:pt x="87" y="25"/>
                    </a:cubicBezTo>
                    <a:cubicBezTo>
                      <a:pt x="87" y="26"/>
                      <a:pt x="86" y="26"/>
                      <a:pt x="85" y="26"/>
                    </a:cubicBezTo>
                    <a:close/>
                    <a:moveTo>
                      <a:pt x="9" y="23"/>
                    </a:moveTo>
                    <a:cubicBezTo>
                      <a:pt x="79" y="23"/>
                      <a:pt x="79" y="23"/>
                      <a:pt x="79" y="23"/>
                    </a:cubicBezTo>
                    <a:cubicBezTo>
                      <a:pt x="45" y="4"/>
                      <a:pt x="45" y="4"/>
                      <a:pt x="45" y="4"/>
                    </a:cubicBezTo>
                    <a:lnTo>
                      <a:pt x="9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9" name="Freeform 901"/>
              <p:cNvSpPr>
                <a:spLocks noEditPoints="1"/>
              </p:cNvSpPr>
              <p:nvPr userDrawn="1"/>
            </p:nvSpPr>
            <p:spPr bwMode="auto">
              <a:xfrm>
                <a:off x="2863" y="554"/>
                <a:ext cx="48" cy="104"/>
              </a:xfrm>
              <a:custGeom>
                <a:avLst/>
                <a:gdLst>
                  <a:gd name="T0" fmla="*/ 18 w 39"/>
                  <a:gd name="T1" fmla="*/ 84 h 84"/>
                  <a:gd name="T2" fmla="*/ 16 w 39"/>
                  <a:gd name="T3" fmla="*/ 83 h 84"/>
                  <a:gd name="T4" fmla="*/ 0 w 39"/>
                  <a:gd name="T5" fmla="*/ 42 h 84"/>
                  <a:gd name="T6" fmla="*/ 1 w 39"/>
                  <a:gd name="T7" fmla="*/ 41 h 84"/>
                  <a:gd name="T8" fmla="*/ 36 w 39"/>
                  <a:gd name="T9" fmla="*/ 0 h 84"/>
                  <a:gd name="T10" fmla="*/ 38 w 39"/>
                  <a:gd name="T11" fmla="*/ 0 h 84"/>
                  <a:gd name="T12" fmla="*/ 39 w 39"/>
                  <a:gd name="T13" fmla="*/ 2 h 84"/>
                  <a:gd name="T14" fmla="*/ 19 w 39"/>
                  <a:gd name="T15" fmla="*/ 83 h 84"/>
                  <a:gd name="T16" fmla="*/ 18 w 39"/>
                  <a:gd name="T17" fmla="*/ 84 h 84"/>
                  <a:gd name="T18" fmla="*/ 4 w 39"/>
                  <a:gd name="T19" fmla="*/ 42 h 84"/>
                  <a:gd name="T20" fmla="*/ 17 w 39"/>
                  <a:gd name="T21" fmla="*/ 77 h 84"/>
                  <a:gd name="T22" fmla="*/ 34 w 39"/>
                  <a:gd name="T23" fmla="*/ 8 h 84"/>
                  <a:gd name="T24" fmla="*/ 4 w 39"/>
                  <a:gd name="T25" fmla="*/ 4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" h="84">
                    <a:moveTo>
                      <a:pt x="18" y="84"/>
                    </a:moveTo>
                    <a:cubicBezTo>
                      <a:pt x="17" y="84"/>
                      <a:pt x="16" y="83"/>
                      <a:pt x="16" y="8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2"/>
                      <a:pt x="0" y="41"/>
                      <a:pt x="1" y="41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0"/>
                      <a:pt x="37" y="0"/>
                      <a:pt x="38" y="0"/>
                    </a:cubicBezTo>
                    <a:cubicBezTo>
                      <a:pt x="39" y="0"/>
                      <a:pt x="39" y="1"/>
                      <a:pt x="39" y="2"/>
                    </a:cubicBezTo>
                    <a:cubicBezTo>
                      <a:pt x="19" y="83"/>
                      <a:pt x="19" y="83"/>
                      <a:pt x="19" y="83"/>
                    </a:cubicBezTo>
                    <a:cubicBezTo>
                      <a:pt x="19" y="83"/>
                      <a:pt x="19" y="84"/>
                      <a:pt x="18" y="84"/>
                    </a:cubicBezTo>
                    <a:close/>
                    <a:moveTo>
                      <a:pt x="4" y="42"/>
                    </a:moveTo>
                    <a:cubicBezTo>
                      <a:pt x="17" y="77"/>
                      <a:pt x="17" y="77"/>
                      <a:pt x="17" y="77"/>
                    </a:cubicBezTo>
                    <a:cubicBezTo>
                      <a:pt x="34" y="8"/>
                      <a:pt x="34" y="8"/>
                      <a:pt x="34" y="8"/>
                    </a:cubicBezTo>
                    <a:lnTo>
                      <a:pt x="4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0" name="Freeform 902"/>
              <p:cNvSpPr>
                <a:spLocks noEditPoints="1"/>
              </p:cNvSpPr>
              <p:nvPr userDrawn="1"/>
            </p:nvSpPr>
            <p:spPr bwMode="auto">
              <a:xfrm>
                <a:off x="2803" y="554"/>
                <a:ext cx="108" cy="53"/>
              </a:xfrm>
              <a:custGeom>
                <a:avLst/>
                <a:gdLst>
                  <a:gd name="T0" fmla="*/ 50 w 87"/>
                  <a:gd name="T1" fmla="*/ 43 h 43"/>
                  <a:gd name="T2" fmla="*/ 49 w 87"/>
                  <a:gd name="T3" fmla="*/ 43 h 43"/>
                  <a:gd name="T4" fmla="*/ 1 w 87"/>
                  <a:gd name="T5" fmla="*/ 3 h 43"/>
                  <a:gd name="T6" fmla="*/ 0 w 87"/>
                  <a:gd name="T7" fmla="*/ 1 h 43"/>
                  <a:gd name="T8" fmla="*/ 2 w 87"/>
                  <a:gd name="T9" fmla="*/ 0 h 43"/>
                  <a:gd name="T10" fmla="*/ 85 w 87"/>
                  <a:gd name="T11" fmla="*/ 0 h 43"/>
                  <a:gd name="T12" fmla="*/ 87 w 87"/>
                  <a:gd name="T13" fmla="*/ 1 h 43"/>
                  <a:gd name="T14" fmla="*/ 86 w 87"/>
                  <a:gd name="T15" fmla="*/ 3 h 43"/>
                  <a:gd name="T16" fmla="*/ 51 w 87"/>
                  <a:gd name="T17" fmla="*/ 43 h 43"/>
                  <a:gd name="T18" fmla="*/ 50 w 87"/>
                  <a:gd name="T19" fmla="*/ 43 h 43"/>
                  <a:gd name="T20" fmla="*/ 6 w 87"/>
                  <a:gd name="T21" fmla="*/ 3 h 43"/>
                  <a:gd name="T22" fmla="*/ 50 w 87"/>
                  <a:gd name="T23" fmla="*/ 39 h 43"/>
                  <a:gd name="T24" fmla="*/ 82 w 87"/>
                  <a:gd name="T25" fmla="*/ 3 h 43"/>
                  <a:gd name="T26" fmla="*/ 6 w 87"/>
                  <a:gd name="T27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43">
                    <a:moveTo>
                      <a:pt x="50" y="43"/>
                    </a:moveTo>
                    <a:cubicBezTo>
                      <a:pt x="50" y="43"/>
                      <a:pt x="49" y="43"/>
                      <a:pt x="49" y="4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6" y="0"/>
                      <a:pt x="86" y="0"/>
                      <a:pt x="87" y="1"/>
                    </a:cubicBezTo>
                    <a:cubicBezTo>
                      <a:pt x="87" y="1"/>
                      <a:pt x="87" y="2"/>
                      <a:pt x="86" y="3"/>
                    </a:cubicBezTo>
                    <a:cubicBezTo>
                      <a:pt x="51" y="43"/>
                      <a:pt x="51" y="43"/>
                      <a:pt x="51" y="43"/>
                    </a:cubicBezTo>
                    <a:cubicBezTo>
                      <a:pt x="51" y="43"/>
                      <a:pt x="50" y="43"/>
                      <a:pt x="50" y="43"/>
                    </a:cubicBezTo>
                    <a:close/>
                    <a:moveTo>
                      <a:pt x="6" y="3"/>
                    </a:moveTo>
                    <a:cubicBezTo>
                      <a:pt x="50" y="39"/>
                      <a:pt x="50" y="39"/>
                      <a:pt x="50" y="39"/>
                    </a:cubicBezTo>
                    <a:cubicBezTo>
                      <a:pt x="82" y="3"/>
                      <a:pt x="82" y="3"/>
                      <a:pt x="82" y="3"/>
                    </a:cubicBezTo>
                    <a:lnTo>
                      <a:pt x="6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1" name="Freeform 903"/>
              <p:cNvSpPr>
                <a:spLocks noEditPoints="1"/>
              </p:cNvSpPr>
              <p:nvPr userDrawn="1"/>
            </p:nvSpPr>
            <p:spPr bwMode="auto">
              <a:xfrm>
                <a:off x="2809" y="149"/>
                <a:ext cx="108" cy="54"/>
              </a:xfrm>
              <a:custGeom>
                <a:avLst/>
                <a:gdLst>
                  <a:gd name="T0" fmla="*/ 50 w 87"/>
                  <a:gd name="T1" fmla="*/ 43 h 43"/>
                  <a:gd name="T2" fmla="*/ 49 w 87"/>
                  <a:gd name="T3" fmla="*/ 43 h 43"/>
                  <a:gd name="T4" fmla="*/ 1 w 87"/>
                  <a:gd name="T5" fmla="*/ 3 h 43"/>
                  <a:gd name="T6" fmla="*/ 0 w 87"/>
                  <a:gd name="T7" fmla="*/ 1 h 43"/>
                  <a:gd name="T8" fmla="*/ 2 w 87"/>
                  <a:gd name="T9" fmla="*/ 0 h 43"/>
                  <a:gd name="T10" fmla="*/ 85 w 87"/>
                  <a:gd name="T11" fmla="*/ 0 h 43"/>
                  <a:gd name="T12" fmla="*/ 87 w 87"/>
                  <a:gd name="T13" fmla="*/ 1 h 43"/>
                  <a:gd name="T14" fmla="*/ 86 w 87"/>
                  <a:gd name="T15" fmla="*/ 2 h 43"/>
                  <a:gd name="T16" fmla="*/ 51 w 87"/>
                  <a:gd name="T17" fmla="*/ 43 h 43"/>
                  <a:gd name="T18" fmla="*/ 50 w 87"/>
                  <a:gd name="T19" fmla="*/ 43 h 43"/>
                  <a:gd name="T20" fmla="*/ 6 w 87"/>
                  <a:gd name="T21" fmla="*/ 3 h 43"/>
                  <a:gd name="T22" fmla="*/ 50 w 87"/>
                  <a:gd name="T23" fmla="*/ 39 h 43"/>
                  <a:gd name="T24" fmla="*/ 81 w 87"/>
                  <a:gd name="T25" fmla="*/ 3 h 43"/>
                  <a:gd name="T26" fmla="*/ 6 w 87"/>
                  <a:gd name="T27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43">
                    <a:moveTo>
                      <a:pt x="50" y="43"/>
                    </a:moveTo>
                    <a:cubicBezTo>
                      <a:pt x="50" y="43"/>
                      <a:pt x="49" y="43"/>
                      <a:pt x="49" y="4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6" y="0"/>
                      <a:pt x="86" y="0"/>
                      <a:pt x="87" y="1"/>
                    </a:cubicBezTo>
                    <a:cubicBezTo>
                      <a:pt x="87" y="1"/>
                      <a:pt x="87" y="2"/>
                      <a:pt x="86" y="2"/>
                    </a:cubicBezTo>
                    <a:cubicBezTo>
                      <a:pt x="51" y="43"/>
                      <a:pt x="51" y="43"/>
                      <a:pt x="51" y="43"/>
                    </a:cubicBezTo>
                    <a:cubicBezTo>
                      <a:pt x="51" y="43"/>
                      <a:pt x="50" y="43"/>
                      <a:pt x="50" y="43"/>
                    </a:cubicBezTo>
                    <a:close/>
                    <a:moveTo>
                      <a:pt x="6" y="3"/>
                    </a:moveTo>
                    <a:cubicBezTo>
                      <a:pt x="50" y="39"/>
                      <a:pt x="50" y="39"/>
                      <a:pt x="50" y="39"/>
                    </a:cubicBezTo>
                    <a:cubicBezTo>
                      <a:pt x="81" y="3"/>
                      <a:pt x="81" y="3"/>
                      <a:pt x="81" y="3"/>
                    </a:cubicBezTo>
                    <a:lnTo>
                      <a:pt x="6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2" name="Freeform 904"/>
              <p:cNvSpPr>
                <a:spLocks noEditPoints="1"/>
              </p:cNvSpPr>
              <p:nvPr userDrawn="1"/>
            </p:nvSpPr>
            <p:spPr bwMode="auto">
              <a:xfrm>
                <a:off x="2745" y="355"/>
                <a:ext cx="94" cy="126"/>
              </a:xfrm>
              <a:custGeom>
                <a:avLst/>
                <a:gdLst>
                  <a:gd name="T0" fmla="*/ 75 w 76"/>
                  <a:gd name="T1" fmla="*/ 102 h 102"/>
                  <a:gd name="T2" fmla="*/ 74 w 76"/>
                  <a:gd name="T3" fmla="*/ 102 h 102"/>
                  <a:gd name="T4" fmla="*/ 1 w 76"/>
                  <a:gd name="T5" fmla="*/ 84 h 102"/>
                  <a:gd name="T6" fmla="*/ 0 w 76"/>
                  <a:gd name="T7" fmla="*/ 84 h 102"/>
                  <a:gd name="T8" fmla="*/ 0 w 76"/>
                  <a:gd name="T9" fmla="*/ 82 h 102"/>
                  <a:gd name="T10" fmla="*/ 30 w 76"/>
                  <a:gd name="T11" fmla="*/ 1 h 102"/>
                  <a:gd name="T12" fmla="*/ 32 w 76"/>
                  <a:gd name="T13" fmla="*/ 0 h 102"/>
                  <a:gd name="T14" fmla="*/ 33 w 76"/>
                  <a:gd name="T15" fmla="*/ 1 h 102"/>
                  <a:gd name="T16" fmla="*/ 76 w 76"/>
                  <a:gd name="T17" fmla="*/ 100 h 102"/>
                  <a:gd name="T18" fmla="*/ 76 w 76"/>
                  <a:gd name="T19" fmla="*/ 102 h 102"/>
                  <a:gd name="T20" fmla="*/ 75 w 76"/>
                  <a:gd name="T21" fmla="*/ 102 h 102"/>
                  <a:gd name="T22" fmla="*/ 4 w 76"/>
                  <a:gd name="T23" fmla="*/ 82 h 102"/>
                  <a:gd name="T24" fmla="*/ 72 w 76"/>
                  <a:gd name="T25" fmla="*/ 98 h 102"/>
                  <a:gd name="T26" fmla="*/ 32 w 76"/>
                  <a:gd name="T27" fmla="*/ 6 h 102"/>
                  <a:gd name="T28" fmla="*/ 4 w 76"/>
                  <a:gd name="T29" fmla="*/ 8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6" h="102">
                    <a:moveTo>
                      <a:pt x="75" y="102"/>
                    </a:moveTo>
                    <a:cubicBezTo>
                      <a:pt x="74" y="102"/>
                      <a:pt x="74" y="102"/>
                      <a:pt x="74" y="102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4"/>
                      <a:pt x="0" y="84"/>
                      <a:pt x="0" y="84"/>
                    </a:cubicBezTo>
                    <a:cubicBezTo>
                      <a:pt x="0" y="83"/>
                      <a:pt x="0" y="83"/>
                      <a:pt x="0" y="82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0" y="0"/>
                      <a:pt x="31" y="0"/>
                      <a:pt x="32" y="0"/>
                    </a:cubicBezTo>
                    <a:cubicBezTo>
                      <a:pt x="32" y="0"/>
                      <a:pt x="33" y="0"/>
                      <a:pt x="33" y="1"/>
                    </a:cubicBezTo>
                    <a:cubicBezTo>
                      <a:pt x="76" y="100"/>
                      <a:pt x="76" y="100"/>
                      <a:pt x="76" y="100"/>
                    </a:cubicBezTo>
                    <a:cubicBezTo>
                      <a:pt x="76" y="101"/>
                      <a:pt x="76" y="101"/>
                      <a:pt x="76" y="102"/>
                    </a:cubicBezTo>
                    <a:cubicBezTo>
                      <a:pt x="76" y="102"/>
                      <a:pt x="75" y="102"/>
                      <a:pt x="75" y="102"/>
                    </a:cubicBezTo>
                    <a:close/>
                    <a:moveTo>
                      <a:pt x="4" y="82"/>
                    </a:moveTo>
                    <a:cubicBezTo>
                      <a:pt x="72" y="98"/>
                      <a:pt x="72" y="98"/>
                      <a:pt x="72" y="98"/>
                    </a:cubicBezTo>
                    <a:cubicBezTo>
                      <a:pt x="32" y="6"/>
                      <a:pt x="32" y="6"/>
                      <a:pt x="32" y="6"/>
                    </a:cubicBezTo>
                    <a:lnTo>
                      <a:pt x="4" y="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3" name="Freeform 905"/>
              <p:cNvSpPr>
                <a:spLocks noEditPoints="1"/>
              </p:cNvSpPr>
              <p:nvPr userDrawn="1"/>
            </p:nvSpPr>
            <p:spPr bwMode="auto">
              <a:xfrm>
                <a:off x="2549" y="278"/>
                <a:ext cx="159" cy="73"/>
              </a:xfrm>
              <a:custGeom>
                <a:avLst/>
                <a:gdLst>
                  <a:gd name="T0" fmla="*/ 126 w 128"/>
                  <a:gd name="T1" fmla="*/ 59 h 59"/>
                  <a:gd name="T2" fmla="*/ 125 w 128"/>
                  <a:gd name="T3" fmla="*/ 59 h 59"/>
                  <a:gd name="T4" fmla="*/ 1 w 128"/>
                  <a:gd name="T5" fmla="*/ 3 h 59"/>
                  <a:gd name="T6" fmla="*/ 0 w 128"/>
                  <a:gd name="T7" fmla="*/ 1 h 59"/>
                  <a:gd name="T8" fmla="*/ 1 w 128"/>
                  <a:gd name="T9" fmla="*/ 0 h 59"/>
                  <a:gd name="T10" fmla="*/ 96 w 128"/>
                  <a:gd name="T11" fmla="*/ 0 h 59"/>
                  <a:gd name="T12" fmla="*/ 98 w 128"/>
                  <a:gd name="T13" fmla="*/ 1 h 59"/>
                  <a:gd name="T14" fmla="*/ 127 w 128"/>
                  <a:gd name="T15" fmla="*/ 57 h 59"/>
                  <a:gd name="T16" fmla="*/ 127 w 128"/>
                  <a:gd name="T17" fmla="*/ 58 h 59"/>
                  <a:gd name="T18" fmla="*/ 126 w 128"/>
                  <a:gd name="T19" fmla="*/ 59 h 59"/>
                  <a:gd name="T20" fmla="*/ 9 w 128"/>
                  <a:gd name="T21" fmla="*/ 3 h 59"/>
                  <a:gd name="T22" fmla="*/ 122 w 128"/>
                  <a:gd name="T23" fmla="*/ 54 h 59"/>
                  <a:gd name="T24" fmla="*/ 95 w 128"/>
                  <a:gd name="T25" fmla="*/ 3 h 59"/>
                  <a:gd name="T26" fmla="*/ 9 w 128"/>
                  <a:gd name="T27" fmla="*/ 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59">
                    <a:moveTo>
                      <a:pt x="126" y="59"/>
                    </a:moveTo>
                    <a:cubicBezTo>
                      <a:pt x="125" y="59"/>
                      <a:pt x="125" y="59"/>
                      <a:pt x="125" y="5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7" y="0"/>
                      <a:pt x="97" y="0"/>
                      <a:pt x="98" y="1"/>
                    </a:cubicBezTo>
                    <a:cubicBezTo>
                      <a:pt x="127" y="57"/>
                      <a:pt x="127" y="57"/>
                      <a:pt x="127" y="57"/>
                    </a:cubicBezTo>
                    <a:cubicBezTo>
                      <a:pt x="128" y="57"/>
                      <a:pt x="128" y="58"/>
                      <a:pt x="127" y="58"/>
                    </a:cubicBezTo>
                    <a:cubicBezTo>
                      <a:pt x="127" y="59"/>
                      <a:pt x="126" y="59"/>
                      <a:pt x="126" y="59"/>
                    </a:cubicBezTo>
                    <a:close/>
                    <a:moveTo>
                      <a:pt x="9" y="3"/>
                    </a:moveTo>
                    <a:cubicBezTo>
                      <a:pt x="122" y="54"/>
                      <a:pt x="122" y="54"/>
                      <a:pt x="122" y="54"/>
                    </a:cubicBezTo>
                    <a:cubicBezTo>
                      <a:pt x="95" y="3"/>
                      <a:pt x="95" y="3"/>
                      <a:pt x="95" y="3"/>
                    </a:cubicBezTo>
                    <a:lnTo>
                      <a:pt x="9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4" name="Freeform 906"/>
              <p:cNvSpPr>
                <a:spLocks noEditPoints="1"/>
              </p:cNvSpPr>
              <p:nvPr userDrawn="1"/>
            </p:nvSpPr>
            <p:spPr bwMode="auto">
              <a:xfrm>
                <a:off x="2703" y="347"/>
                <a:ext cx="83" cy="112"/>
              </a:xfrm>
              <a:custGeom>
                <a:avLst/>
                <a:gdLst>
                  <a:gd name="T0" fmla="*/ 36 w 67"/>
                  <a:gd name="T1" fmla="*/ 90 h 90"/>
                  <a:gd name="T2" fmla="*/ 34 w 67"/>
                  <a:gd name="T3" fmla="*/ 89 h 90"/>
                  <a:gd name="T4" fmla="*/ 0 w 67"/>
                  <a:gd name="T5" fmla="*/ 2 h 90"/>
                  <a:gd name="T6" fmla="*/ 1 w 67"/>
                  <a:gd name="T7" fmla="*/ 0 h 90"/>
                  <a:gd name="T8" fmla="*/ 2 w 67"/>
                  <a:gd name="T9" fmla="*/ 0 h 90"/>
                  <a:gd name="T10" fmla="*/ 66 w 67"/>
                  <a:gd name="T11" fmla="*/ 6 h 90"/>
                  <a:gd name="T12" fmla="*/ 67 w 67"/>
                  <a:gd name="T13" fmla="*/ 6 h 90"/>
                  <a:gd name="T14" fmla="*/ 67 w 67"/>
                  <a:gd name="T15" fmla="*/ 8 h 90"/>
                  <a:gd name="T16" fmla="*/ 37 w 67"/>
                  <a:gd name="T17" fmla="*/ 89 h 90"/>
                  <a:gd name="T18" fmla="*/ 36 w 67"/>
                  <a:gd name="T19" fmla="*/ 90 h 90"/>
                  <a:gd name="T20" fmla="*/ 5 w 67"/>
                  <a:gd name="T21" fmla="*/ 3 h 90"/>
                  <a:gd name="T22" fmla="*/ 36 w 67"/>
                  <a:gd name="T23" fmla="*/ 84 h 90"/>
                  <a:gd name="T24" fmla="*/ 63 w 67"/>
                  <a:gd name="T25" fmla="*/ 9 h 90"/>
                  <a:gd name="T26" fmla="*/ 5 w 67"/>
                  <a:gd name="T27" fmla="*/ 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" h="90">
                    <a:moveTo>
                      <a:pt x="36" y="90"/>
                    </a:moveTo>
                    <a:cubicBezTo>
                      <a:pt x="35" y="90"/>
                      <a:pt x="34" y="90"/>
                      <a:pt x="34" y="8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6" y="6"/>
                      <a:pt x="67" y="6"/>
                      <a:pt x="67" y="6"/>
                    </a:cubicBezTo>
                    <a:cubicBezTo>
                      <a:pt x="67" y="7"/>
                      <a:pt x="67" y="7"/>
                      <a:pt x="67" y="8"/>
                    </a:cubicBezTo>
                    <a:cubicBezTo>
                      <a:pt x="37" y="89"/>
                      <a:pt x="37" y="89"/>
                      <a:pt x="37" y="89"/>
                    </a:cubicBezTo>
                    <a:cubicBezTo>
                      <a:pt x="37" y="90"/>
                      <a:pt x="36" y="90"/>
                      <a:pt x="36" y="90"/>
                    </a:cubicBezTo>
                    <a:close/>
                    <a:moveTo>
                      <a:pt x="5" y="3"/>
                    </a:moveTo>
                    <a:cubicBezTo>
                      <a:pt x="36" y="84"/>
                      <a:pt x="36" y="84"/>
                      <a:pt x="36" y="84"/>
                    </a:cubicBezTo>
                    <a:cubicBezTo>
                      <a:pt x="63" y="9"/>
                      <a:pt x="63" y="9"/>
                      <a:pt x="63" y="9"/>
                    </a:cubicBezTo>
                    <a:lnTo>
                      <a:pt x="5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5" name="Freeform 907"/>
              <p:cNvSpPr>
                <a:spLocks noEditPoints="1"/>
              </p:cNvSpPr>
              <p:nvPr userDrawn="1"/>
            </p:nvSpPr>
            <p:spPr bwMode="auto">
              <a:xfrm>
                <a:off x="2489" y="237"/>
                <a:ext cx="64" cy="80"/>
              </a:xfrm>
              <a:custGeom>
                <a:avLst/>
                <a:gdLst>
                  <a:gd name="T0" fmla="*/ 37 w 52"/>
                  <a:gd name="T1" fmla="*/ 64 h 64"/>
                  <a:gd name="T2" fmla="*/ 36 w 52"/>
                  <a:gd name="T3" fmla="*/ 63 h 64"/>
                  <a:gd name="T4" fmla="*/ 1 w 52"/>
                  <a:gd name="T5" fmla="*/ 2 h 64"/>
                  <a:gd name="T6" fmla="*/ 1 w 52"/>
                  <a:gd name="T7" fmla="*/ 0 h 64"/>
                  <a:gd name="T8" fmla="*/ 3 w 52"/>
                  <a:gd name="T9" fmla="*/ 0 h 64"/>
                  <a:gd name="T10" fmla="*/ 51 w 52"/>
                  <a:gd name="T11" fmla="*/ 33 h 64"/>
                  <a:gd name="T12" fmla="*/ 52 w 52"/>
                  <a:gd name="T13" fmla="*/ 35 h 64"/>
                  <a:gd name="T14" fmla="*/ 39 w 52"/>
                  <a:gd name="T15" fmla="*/ 63 h 64"/>
                  <a:gd name="T16" fmla="*/ 37 w 52"/>
                  <a:gd name="T17" fmla="*/ 64 h 64"/>
                  <a:gd name="T18" fmla="*/ 7 w 52"/>
                  <a:gd name="T19" fmla="*/ 7 h 64"/>
                  <a:gd name="T20" fmla="*/ 37 w 52"/>
                  <a:gd name="T21" fmla="*/ 59 h 64"/>
                  <a:gd name="T22" fmla="*/ 48 w 52"/>
                  <a:gd name="T23" fmla="*/ 35 h 64"/>
                  <a:gd name="T24" fmla="*/ 7 w 52"/>
                  <a:gd name="T25" fmla="*/ 7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64">
                    <a:moveTo>
                      <a:pt x="37" y="64"/>
                    </a:moveTo>
                    <a:cubicBezTo>
                      <a:pt x="36" y="64"/>
                      <a:pt x="36" y="64"/>
                      <a:pt x="36" y="6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52" y="34"/>
                      <a:pt x="52" y="34"/>
                      <a:pt x="52" y="35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8" y="64"/>
                      <a:pt x="38" y="64"/>
                      <a:pt x="37" y="64"/>
                    </a:cubicBezTo>
                    <a:close/>
                    <a:moveTo>
                      <a:pt x="7" y="7"/>
                    </a:moveTo>
                    <a:cubicBezTo>
                      <a:pt x="37" y="59"/>
                      <a:pt x="37" y="59"/>
                      <a:pt x="37" y="59"/>
                    </a:cubicBezTo>
                    <a:cubicBezTo>
                      <a:pt x="48" y="35"/>
                      <a:pt x="48" y="35"/>
                      <a:pt x="48" y="35"/>
                    </a:cubicBezTo>
                    <a:lnTo>
                      <a:pt x="7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6" name="Freeform 908"/>
              <p:cNvSpPr>
                <a:spLocks noEditPoints="1"/>
              </p:cNvSpPr>
              <p:nvPr userDrawn="1"/>
            </p:nvSpPr>
            <p:spPr bwMode="auto">
              <a:xfrm>
                <a:off x="2392" y="237"/>
                <a:ext cx="145" cy="80"/>
              </a:xfrm>
              <a:custGeom>
                <a:avLst/>
                <a:gdLst>
                  <a:gd name="T0" fmla="*/ 115 w 117"/>
                  <a:gd name="T1" fmla="*/ 64 h 64"/>
                  <a:gd name="T2" fmla="*/ 114 w 117"/>
                  <a:gd name="T3" fmla="*/ 64 h 64"/>
                  <a:gd name="T4" fmla="*/ 1 w 117"/>
                  <a:gd name="T5" fmla="*/ 25 h 64"/>
                  <a:gd name="T6" fmla="*/ 0 w 117"/>
                  <a:gd name="T7" fmla="*/ 23 h 64"/>
                  <a:gd name="T8" fmla="*/ 1 w 117"/>
                  <a:gd name="T9" fmla="*/ 22 h 64"/>
                  <a:gd name="T10" fmla="*/ 80 w 117"/>
                  <a:gd name="T11" fmla="*/ 0 h 64"/>
                  <a:gd name="T12" fmla="*/ 82 w 117"/>
                  <a:gd name="T13" fmla="*/ 1 h 64"/>
                  <a:gd name="T14" fmla="*/ 117 w 117"/>
                  <a:gd name="T15" fmla="*/ 62 h 64"/>
                  <a:gd name="T16" fmla="*/ 116 w 117"/>
                  <a:gd name="T17" fmla="*/ 63 h 64"/>
                  <a:gd name="T18" fmla="*/ 115 w 117"/>
                  <a:gd name="T19" fmla="*/ 64 h 64"/>
                  <a:gd name="T20" fmla="*/ 7 w 117"/>
                  <a:gd name="T21" fmla="*/ 24 h 64"/>
                  <a:gd name="T22" fmla="*/ 111 w 117"/>
                  <a:gd name="T23" fmla="*/ 59 h 64"/>
                  <a:gd name="T24" fmla="*/ 79 w 117"/>
                  <a:gd name="T25" fmla="*/ 3 h 64"/>
                  <a:gd name="T26" fmla="*/ 7 w 117"/>
                  <a:gd name="T27" fmla="*/ 2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7" h="64">
                    <a:moveTo>
                      <a:pt x="115" y="64"/>
                    </a:moveTo>
                    <a:cubicBezTo>
                      <a:pt x="114" y="64"/>
                      <a:pt x="114" y="64"/>
                      <a:pt x="114" y="64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1" y="25"/>
                      <a:pt x="0" y="24"/>
                      <a:pt x="0" y="23"/>
                    </a:cubicBezTo>
                    <a:cubicBezTo>
                      <a:pt x="0" y="23"/>
                      <a:pt x="1" y="22"/>
                      <a:pt x="1" y="22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1" y="0"/>
                      <a:pt x="81" y="0"/>
                      <a:pt x="82" y="1"/>
                    </a:cubicBezTo>
                    <a:cubicBezTo>
                      <a:pt x="117" y="62"/>
                      <a:pt x="117" y="62"/>
                      <a:pt x="117" y="62"/>
                    </a:cubicBezTo>
                    <a:cubicBezTo>
                      <a:pt x="117" y="62"/>
                      <a:pt x="117" y="63"/>
                      <a:pt x="116" y="63"/>
                    </a:cubicBezTo>
                    <a:cubicBezTo>
                      <a:pt x="116" y="64"/>
                      <a:pt x="116" y="64"/>
                      <a:pt x="115" y="64"/>
                    </a:cubicBezTo>
                    <a:close/>
                    <a:moveTo>
                      <a:pt x="7" y="24"/>
                    </a:moveTo>
                    <a:cubicBezTo>
                      <a:pt x="111" y="59"/>
                      <a:pt x="111" y="59"/>
                      <a:pt x="111" y="59"/>
                    </a:cubicBezTo>
                    <a:cubicBezTo>
                      <a:pt x="79" y="3"/>
                      <a:pt x="79" y="3"/>
                      <a:pt x="79" y="3"/>
                    </a:cubicBez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7" name="Freeform 909"/>
              <p:cNvSpPr>
                <a:spLocks noEditPoints="1"/>
              </p:cNvSpPr>
              <p:nvPr userDrawn="1"/>
            </p:nvSpPr>
            <p:spPr bwMode="auto">
              <a:xfrm>
                <a:off x="2225" y="245"/>
                <a:ext cx="172" cy="94"/>
              </a:xfrm>
              <a:custGeom>
                <a:avLst/>
                <a:gdLst>
                  <a:gd name="T0" fmla="*/ 2 w 139"/>
                  <a:gd name="T1" fmla="*/ 76 h 76"/>
                  <a:gd name="T2" fmla="*/ 1 w 139"/>
                  <a:gd name="T3" fmla="*/ 75 h 76"/>
                  <a:gd name="T4" fmla="*/ 1 w 139"/>
                  <a:gd name="T5" fmla="*/ 73 h 76"/>
                  <a:gd name="T6" fmla="*/ 118 w 139"/>
                  <a:gd name="T7" fmla="*/ 0 h 76"/>
                  <a:gd name="T8" fmla="*/ 120 w 139"/>
                  <a:gd name="T9" fmla="*/ 0 h 76"/>
                  <a:gd name="T10" fmla="*/ 138 w 139"/>
                  <a:gd name="T11" fmla="*/ 16 h 76"/>
                  <a:gd name="T12" fmla="*/ 138 w 139"/>
                  <a:gd name="T13" fmla="*/ 18 h 76"/>
                  <a:gd name="T14" fmla="*/ 137 w 139"/>
                  <a:gd name="T15" fmla="*/ 19 h 76"/>
                  <a:gd name="T16" fmla="*/ 3 w 139"/>
                  <a:gd name="T17" fmla="*/ 76 h 76"/>
                  <a:gd name="T18" fmla="*/ 2 w 139"/>
                  <a:gd name="T19" fmla="*/ 76 h 76"/>
                  <a:gd name="T20" fmla="*/ 119 w 139"/>
                  <a:gd name="T21" fmla="*/ 3 h 76"/>
                  <a:gd name="T22" fmla="*/ 21 w 139"/>
                  <a:gd name="T23" fmla="*/ 64 h 76"/>
                  <a:gd name="T24" fmla="*/ 134 w 139"/>
                  <a:gd name="T25" fmla="*/ 17 h 76"/>
                  <a:gd name="T26" fmla="*/ 119 w 139"/>
                  <a:gd name="T27" fmla="*/ 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9" h="76">
                    <a:moveTo>
                      <a:pt x="2" y="76"/>
                    </a:moveTo>
                    <a:cubicBezTo>
                      <a:pt x="2" y="76"/>
                      <a:pt x="1" y="76"/>
                      <a:pt x="1" y="75"/>
                    </a:cubicBezTo>
                    <a:cubicBezTo>
                      <a:pt x="0" y="74"/>
                      <a:pt x="1" y="73"/>
                      <a:pt x="1" y="73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9" y="0"/>
                      <a:pt x="119" y="0"/>
                      <a:pt x="120" y="0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9" y="17"/>
                      <a:pt x="138" y="18"/>
                    </a:cubicBezTo>
                    <a:cubicBezTo>
                      <a:pt x="138" y="18"/>
                      <a:pt x="138" y="19"/>
                      <a:pt x="137" y="19"/>
                    </a:cubicBezTo>
                    <a:cubicBezTo>
                      <a:pt x="3" y="76"/>
                      <a:pt x="3" y="76"/>
                      <a:pt x="3" y="76"/>
                    </a:cubicBezTo>
                    <a:lnTo>
                      <a:pt x="2" y="76"/>
                    </a:lnTo>
                    <a:close/>
                    <a:moveTo>
                      <a:pt x="119" y="3"/>
                    </a:moveTo>
                    <a:cubicBezTo>
                      <a:pt x="21" y="64"/>
                      <a:pt x="21" y="64"/>
                      <a:pt x="21" y="64"/>
                    </a:cubicBezTo>
                    <a:cubicBezTo>
                      <a:pt x="134" y="17"/>
                      <a:pt x="134" y="17"/>
                      <a:pt x="134" y="17"/>
                    </a:cubicBezTo>
                    <a:lnTo>
                      <a:pt x="119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8" name="Freeform 910"/>
              <p:cNvSpPr>
                <a:spLocks noEditPoints="1"/>
              </p:cNvSpPr>
              <p:nvPr userDrawn="1"/>
            </p:nvSpPr>
            <p:spPr bwMode="auto">
              <a:xfrm>
                <a:off x="2075" y="334"/>
                <a:ext cx="155" cy="72"/>
              </a:xfrm>
              <a:custGeom>
                <a:avLst/>
                <a:gdLst>
                  <a:gd name="T0" fmla="*/ 100 w 125"/>
                  <a:gd name="T1" fmla="*/ 58 h 58"/>
                  <a:gd name="T2" fmla="*/ 100 w 125"/>
                  <a:gd name="T3" fmla="*/ 58 h 58"/>
                  <a:gd name="T4" fmla="*/ 2 w 125"/>
                  <a:gd name="T5" fmla="*/ 41 h 58"/>
                  <a:gd name="T6" fmla="*/ 0 w 125"/>
                  <a:gd name="T7" fmla="*/ 39 h 58"/>
                  <a:gd name="T8" fmla="*/ 2 w 125"/>
                  <a:gd name="T9" fmla="*/ 38 h 58"/>
                  <a:gd name="T10" fmla="*/ 123 w 125"/>
                  <a:gd name="T11" fmla="*/ 1 h 58"/>
                  <a:gd name="T12" fmla="*/ 124 w 125"/>
                  <a:gd name="T13" fmla="*/ 1 h 58"/>
                  <a:gd name="T14" fmla="*/ 125 w 125"/>
                  <a:gd name="T15" fmla="*/ 3 h 58"/>
                  <a:gd name="T16" fmla="*/ 102 w 125"/>
                  <a:gd name="T17" fmla="*/ 57 h 58"/>
                  <a:gd name="T18" fmla="*/ 100 w 125"/>
                  <a:gd name="T19" fmla="*/ 58 h 58"/>
                  <a:gd name="T20" fmla="*/ 9 w 125"/>
                  <a:gd name="T21" fmla="*/ 39 h 58"/>
                  <a:gd name="T22" fmla="*/ 99 w 125"/>
                  <a:gd name="T23" fmla="*/ 54 h 58"/>
                  <a:gd name="T24" fmla="*/ 120 w 125"/>
                  <a:gd name="T25" fmla="*/ 5 h 58"/>
                  <a:gd name="T26" fmla="*/ 9 w 125"/>
                  <a:gd name="T27" fmla="*/ 39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58">
                    <a:moveTo>
                      <a:pt x="100" y="58"/>
                    </a:moveTo>
                    <a:cubicBezTo>
                      <a:pt x="100" y="58"/>
                      <a:pt x="100" y="58"/>
                      <a:pt x="100" y="58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1" y="41"/>
                      <a:pt x="0" y="40"/>
                      <a:pt x="0" y="39"/>
                    </a:cubicBezTo>
                    <a:cubicBezTo>
                      <a:pt x="0" y="39"/>
                      <a:pt x="1" y="38"/>
                      <a:pt x="2" y="38"/>
                    </a:cubicBezTo>
                    <a:cubicBezTo>
                      <a:pt x="123" y="1"/>
                      <a:pt x="123" y="1"/>
                      <a:pt x="123" y="1"/>
                    </a:cubicBezTo>
                    <a:cubicBezTo>
                      <a:pt x="123" y="0"/>
                      <a:pt x="124" y="1"/>
                      <a:pt x="124" y="1"/>
                    </a:cubicBezTo>
                    <a:cubicBezTo>
                      <a:pt x="125" y="2"/>
                      <a:pt x="125" y="2"/>
                      <a:pt x="125" y="3"/>
                    </a:cubicBezTo>
                    <a:cubicBezTo>
                      <a:pt x="102" y="57"/>
                      <a:pt x="102" y="57"/>
                      <a:pt x="102" y="57"/>
                    </a:cubicBezTo>
                    <a:cubicBezTo>
                      <a:pt x="101" y="57"/>
                      <a:pt x="101" y="58"/>
                      <a:pt x="100" y="58"/>
                    </a:cubicBezTo>
                    <a:close/>
                    <a:moveTo>
                      <a:pt x="9" y="39"/>
                    </a:moveTo>
                    <a:cubicBezTo>
                      <a:pt x="99" y="54"/>
                      <a:pt x="99" y="54"/>
                      <a:pt x="99" y="54"/>
                    </a:cubicBezTo>
                    <a:cubicBezTo>
                      <a:pt x="120" y="5"/>
                      <a:pt x="120" y="5"/>
                      <a:pt x="120" y="5"/>
                    </a:cubicBezTo>
                    <a:lnTo>
                      <a:pt x="9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9" name="Freeform 911"/>
              <p:cNvSpPr>
                <a:spLocks noEditPoints="1"/>
              </p:cNvSpPr>
              <p:nvPr userDrawn="1"/>
            </p:nvSpPr>
            <p:spPr bwMode="auto">
              <a:xfrm>
                <a:off x="2052" y="381"/>
                <a:ext cx="150" cy="51"/>
              </a:xfrm>
              <a:custGeom>
                <a:avLst/>
                <a:gdLst>
                  <a:gd name="T0" fmla="*/ 2 w 121"/>
                  <a:gd name="T1" fmla="*/ 41 h 41"/>
                  <a:gd name="T2" fmla="*/ 1 w 121"/>
                  <a:gd name="T3" fmla="*/ 40 h 41"/>
                  <a:gd name="T4" fmla="*/ 0 w 121"/>
                  <a:gd name="T5" fmla="*/ 39 h 41"/>
                  <a:gd name="T6" fmla="*/ 20 w 121"/>
                  <a:gd name="T7" fmla="*/ 1 h 41"/>
                  <a:gd name="T8" fmla="*/ 21 w 121"/>
                  <a:gd name="T9" fmla="*/ 0 h 41"/>
                  <a:gd name="T10" fmla="*/ 119 w 121"/>
                  <a:gd name="T11" fmla="*/ 16 h 41"/>
                  <a:gd name="T12" fmla="*/ 121 w 121"/>
                  <a:gd name="T13" fmla="*/ 18 h 41"/>
                  <a:gd name="T14" fmla="*/ 119 w 121"/>
                  <a:gd name="T15" fmla="*/ 20 h 41"/>
                  <a:gd name="T16" fmla="*/ 2 w 121"/>
                  <a:gd name="T17" fmla="*/ 41 h 41"/>
                  <a:gd name="T18" fmla="*/ 22 w 121"/>
                  <a:gd name="T19" fmla="*/ 3 h 41"/>
                  <a:gd name="T20" fmla="*/ 5 w 121"/>
                  <a:gd name="T21" fmla="*/ 37 h 41"/>
                  <a:gd name="T22" fmla="*/ 109 w 121"/>
                  <a:gd name="T23" fmla="*/ 18 h 41"/>
                  <a:gd name="T24" fmla="*/ 22 w 121"/>
                  <a:gd name="T25" fmla="*/ 3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41">
                    <a:moveTo>
                      <a:pt x="2" y="41"/>
                    </a:moveTo>
                    <a:cubicBezTo>
                      <a:pt x="1" y="41"/>
                      <a:pt x="1" y="41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119" y="16"/>
                      <a:pt x="119" y="16"/>
                      <a:pt x="119" y="16"/>
                    </a:cubicBezTo>
                    <a:cubicBezTo>
                      <a:pt x="120" y="16"/>
                      <a:pt x="121" y="17"/>
                      <a:pt x="121" y="18"/>
                    </a:cubicBezTo>
                    <a:cubicBezTo>
                      <a:pt x="121" y="19"/>
                      <a:pt x="120" y="19"/>
                      <a:pt x="119" y="20"/>
                    </a:cubicBezTo>
                    <a:cubicBezTo>
                      <a:pt x="2" y="41"/>
                      <a:pt x="2" y="41"/>
                      <a:pt x="2" y="41"/>
                    </a:cubicBezTo>
                    <a:close/>
                    <a:moveTo>
                      <a:pt x="22" y="3"/>
                    </a:moveTo>
                    <a:cubicBezTo>
                      <a:pt x="5" y="37"/>
                      <a:pt x="5" y="37"/>
                      <a:pt x="5" y="37"/>
                    </a:cubicBezTo>
                    <a:cubicBezTo>
                      <a:pt x="109" y="18"/>
                      <a:pt x="109" y="18"/>
                      <a:pt x="109" y="18"/>
                    </a:cubicBezTo>
                    <a:lnTo>
                      <a:pt x="22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0" name="Freeform 912"/>
              <p:cNvSpPr>
                <a:spLocks noEditPoints="1"/>
              </p:cNvSpPr>
              <p:nvPr userDrawn="1"/>
            </p:nvSpPr>
            <p:spPr bwMode="auto">
              <a:xfrm>
                <a:off x="2135" y="-9"/>
                <a:ext cx="148" cy="52"/>
              </a:xfrm>
              <a:custGeom>
                <a:avLst/>
                <a:gdLst>
                  <a:gd name="T0" fmla="*/ 2 w 120"/>
                  <a:gd name="T1" fmla="*/ 42 h 42"/>
                  <a:gd name="T2" fmla="*/ 0 w 120"/>
                  <a:gd name="T3" fmla="*/ 41 h 42"/>
                  <a:gd name="T4" fmla="*/ 0 w 120"/>
                  <a:gd name="T5" fmla="*/ 40 h 42"/>
                  <a:gd name="T6" fmla="*/ 19 w 120"/>
                  <a:gd name="T7" fmla="*/ 1 h 42"/>
                  <a:gd name="T8" fmla="*/ 21 w 120"/>
                  <a:gd name="T9" fmla="*/ 1 h 42"/>
                  <a:gd name="T10" fmla="*/ 119 w 120"/>
                  <a:gd name="T11" fmla="*/ 17 h 42"/>
                  <a:gd name="T12" fmla="*/ 120 w 120"/>
                  <a:gd name="T13" fmla="*/ 19 h 42"/>
                  <a:gd name="T14" fmla="*/ 119 w 120"/>
                  <a:gd name="T15" fmla="*/ 20 h 42"/>
                  <a:gd name="T16" fmla="*/ 2 w 120"/>
                  <a:gd name="T17" fmla="*/ 42 h 42"/>
                  <a:gd name="T18" fmla="*/ 22 w 120"/>
                  <a:gd name="T19" fmla="*/ 4 h 42"/>
                  <a:gd name="T20" fmla="*/ 5 w 120"/>
                  <a:gd name="T21" fmla="*/ 38 h 42"/>
                  <a:gd name="T22" fmla="*/ 109 w 120"/>
                  <a:gd name="T23" fmla="*/ 19 h 42"/>
                  <a:gd name="T24" fmla="*/ 22 w 120"/>
                  <a:gd name="T25" fmla="*/ 4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0" h="42">
                    <a:moveTo>
                      <a:pt x="2" y="42"/>
                    </a:moveTo>
                    <a:cubicBezTo>
                      <a:pt x="1" y="42"/>
                      <a:pt x="1" y="42"/>
                      <a:pt x="0" y="41"/>
                    </a:cubicBezTo>
                    <a:cubicBezTo>
                      <a:pt x="0" y="41"/>
                      <a:pt x="0" y="40"/>
                      <a:pt x="0" y="4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0" y="1"/>
                      <a:pt x="20" y="0"/>
                      <a:pt x="21" y="1"/>
                    </a:cubicBezTo>
                    <a:cubicBezTo>
                      <a:pt x="119" y="17"/>
                      <a:pt x="119" y="17"/>
                      <a:pt x="119" y="17"/>
                    </a:cubicBezTo>
                    <a:cubicBezTo>
                      <a:pt x="120" y="17"/>
                      <a:pt x="120" y="18"/>
                      <a:pt x="120" y="19"/>
                    </a:cubicBezTo>
                    <a:cubicBezTo>
                      <a:pt x="120" y="20"/>
                      <a:pt x="120" y="20"/>
                      <a:pt x="119" y="20"/>
                    </a:cubicBezTo>
                    <a:cubicBezTo>
                      <a:pt x="2" y="42"/>
                      <a:pt x="2" y="42"/>
                      <a:pt x="2" y="42"/>
                    </a:cubicBezTo>
                    <a:close/>
                    <a:moveTo>
                      <a:pt x="22" y="4"/>
                    </a:moveTo>
                    <a:cubicBezTo>
                      <a:pt x="5" y="38"/>
                      <a:pt x="5" y="38"/>
                      <a:pt x="5" y="38"/>
                    </a:cubicBezTo>
                    <a:cubicBezTo>
                      <a:pt x="109" y="19"/>
                      <a:pt x="109" y="19"/>
                      <a:pt x="109" y="19"/>
                    </a:cubicBezTo>
                    <a:lnTo>
                      <a:pt x="22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1" name="Freeform 913"/>
              <p:cNvSpPr>
                <a:spLocks noEditPoints="1"/>
              </p:cNvSpPr>
              <p:nvPr userDrawn="1"/>
            </p:nvSpPr>
            <p:spPr bwMode="auto">
              <a:xfrm>
                <a:off x="2011" y="428"/>
                <a:ext cx="46" cy="37"/>
              </a:xfrm>
              <a:custGeom>
                <a:avLst/>
                <a:gdLst>
                  <a:gd name="T0" fmla="*/ 35 w 37"/>
                  <a:gd name="T1" fmla="*/ 30 h 30"/>
                  <a:gd name="T2" fmla="*/ 34 w 37"/>
                  <a:gd name="T3" fmla="*/ 30 h 30"/>
                  <a:gd name="T4" fmla="*/ 1 w 37"/>
                  <a:gd name="T5" fmla="*/ 15 h 30"/>
                  <a:gd name="T6" fmla="*/ 0 w 37"/>
                  <a:gd name="T7" fmla="*/ 14 h 30"/>
                  <a:gd name="T8" fmla="*/ 1 w 37"/>
                  <a:gd name="T9" fmla="*/ 12 h 30"/>
                  <a:gd name="T10" fmla="*/ 34 w 37"/>
                  <a:gd name="T11" fmla="*/ 0 h 30"/>
                  <a:gd name="T12" fmla="*/ 36 w 37"/>
                  <a:gd name="T13" fmla="*/ 0 h 30"/>
                  <a:gd name="T14" fmla="*/ 37 w 37"/>
                  <a:gd name="T15" fmla="*/ 1 h 30"/>
                  <a:gd name="T16" fmla="*/ 37 w 37"/>
                  <a:gd name="T17" fmla="*/ 29 h 30"/>
                  <a:gd name="T18" fmla="*/ 36 w 37"/>
                  <a:gd name="T19" fmla="*/ 30 h 30"/>
                  <a:gd name="T20" fmla="*/ 35 w 37"/>
                  <a:gd name="T21" fmla="*/ 30 h 30"/>
                  <a:gd name="T22" fmla="*/ 6 w 37"/>
                  <a:gd name="T23" fmla="*/ 14 h 30"/>
                  <a:gd name="T24" fmla="*/ 33 w 37"/>
                  <a:gd name="T25" fmla="*/ 26 h 30"/>
                  <a:gd name="T26" fmla="*/ 33 w 37"/>
                  <a:gd name="T27" fmla="*/ 4 h 30"/>
                  <a:gd name="T28" fmla="*/ 6 w 37"/>
                  <a:gd name="T29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7" h="30">
                    <a:moveTo>
                      <a:pt x="35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5"/>
                      <a:pt x="0" y="14"/>
                      <a:pt x="0" y="14"/>
                    </a:cubicBezTo>
                    <a:cubicBezTo>
                      <a:pt x="0" y="13"/>
                      <a:pt x="0" y="13"/>
                      <a:pt x="1" y="1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5" y="0"/>
                      <a:pt x="35" y="0"/>
                      <a:pt x="36" y="0"/>
                    </a:cubicBezTo>
                    <a:cubicBezTo>
                      <a:pt x="36" y="0"/>
                      <a:pt x="37" y="1"/>
                      <a:pt x="37" y="1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37" y="29"/>
                      <a:pt x="36" y="30"/>
                      <a:pt x="36" y="30"/>
                    </a:cubicBezTo>
                    <a:lnTo>
                      <a:pt x="35" y="30"/>
                    </a:lnTo>
                    <a:close/>
                    <a:moveTo>
                      <a:pt x="6" y="14"/>
                    </a:moveTo>
                    <a:cubicBezTo>
                      <a:pt x="33" y="26"/>
                      <a:pt x="33" y="26"/>
                      <a:pt x="33" y="26"/>
                    </a:cubicBezTo>
                    <a:cubicBezTo>
                      <a:pt x="33" y="4"/>
                      <a:pt x="33" y="4"/>
                      <a:pt x="33" y="4"/>
                    </a:cubicBezTo>
                    <a:lnTo>
                      <a:pt x="6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2" name="Freeform 914"/>
              <p:cNvSpPr>
                <a:spLocks noEditPoints="1"/>
              </p:cNvSpPr>
              <p:nvPr userDrawn="1"/>
            </p:nvSpPr>
            <p:spPr bwMode="auto">
              <a:xfrm>
                <a:off x="1986" y="443"/>
                <a:ext cx="71" cy="80"/>
              </a:xfrm>
              <a:custGeom>
                <a:avLst/>
                <a:gdLst>
                  <a:gd name="T0" fmla="*/ 2 w 57"/>
                  <a:gd name="T1" fmla="*/ 65 h 65"/>
                  <a:gd name="T2" fmla="*/ 1 w 57"/>
                  <a:gd name="T3" fmla="*/ 65 h 65"/>
                  <a:gd name="T4" fmla="*/ 0 w 57"/>
                  <a:gd name="T5" fmla="*/ 63 h 65"/>
                  <a:gd name="T6" fmla="*/ 20 w 57"/>
                  <a:gd name="T7" fmla="*/ 1 h 65"/>
                  <a:gd name="T8" fmla="*/ 21 w 57"/>
                  <a:gd name="T9" fmla="*/ 0 h 65"/>
                  <a:gd name="T10" fmla="*/ 22 w 57"/>
                  <a:gd name="T11" fmla="*/ 0 h 65"/>
                  <a:gd name="T12" fmla="*/ 56 w 57"/>
                  <a:gd name="T13" fmla="*/ 15 h 65"/>
                  <a:gd name="T14" fmla="*/ 57 w 57"/>
                  <a:gd name="T15" fmla="*/ 16 h 65"/>
                  <a:gd name="T16" fmla="*/ 56 w 57"/>
                  <a:gd name="T17" fmla="*/ 18 h 65"/>
                  <a:gd name="T18" fmla="*/ 3 w 57"/>
                  <a:gd name="T19" fmla="*/ 65 h 65"/>
                  <a:gd name="T20" fmla="*/ 2 w 57"/>
                  <a:gd name="T21" fmla="*/ 65 h 65"/>
                  <a:gd name="T22" fmla="*/ 22 w 57"/>
                  <a:gd name="T23" fmla="*/ 4 h 65"/>
                  <a:gd name="T24" fmla="*/ 5 w 57"/>
                  <a:gd name="T25" fmla="*/ 58 h 65"/>
                  <a:gd name="T26" fmla="*/ 52 w 57"/>
                  <a:gd name="T27" fmla="*/ 17 h 65"/>
                  <a:gd name="T28" fmla="*/ 22 w 57"/>
                  <a:gd name="T29" fmla="*/ 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" h="65">
                    <a:moveTo>
                      <a:pt x="2" y="65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1"/>
                      <a:pt x="20" y="1"/>
                      <a:pt x="21" y="0"/>
                    </a:cubicBezTo>
                    <a:cubicBezTo>
                      <a:pt x="21" y="0"/>
                      <a:pt x="22" y="0"/>
                      <a:pt x="22" y="0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6" y="15"/>
                      <a:pt x="57" y="16"/>
                      <a:pt x="57" y="16"/>
                    </a:cubicBezTo>
                    <a:cubicBezTo>
                      <a:pt x="57" y="17"/>
                      <a:pt x="56" y="18"/>
                      <a:pt x="56" y="18"/>
                    </a:cubicBezTo>
                    <a:cubicBezTo>
                      <a:pt x="3" y="65"/>
                      <a:pt x="3" y="65"/>
                      <a:pt x="3" y="65"/>
                    </a:cubicBezTo>
                    <a:cubicBezTo>
                      <a:pt x="2" y="65"/>
                      <a:pt x="2" y="65"/>
                      <a:pt x="2" y="65"/>
                    </a:cubicBezTo>
                    <a:close/>
                    <a:moveTo>
                      <a:pt x="22" y="4"/>
                    </a:moveTo>
                    <a:cubicBezTo>
                      <a:pt x="5" y="58"/>
                      <a:pt x="5" y="58"/>
                      <a:pt x="5" y="58"/>
                    </a:cubicBezTo>
                    <a:cubicBezTo>
                      <a:pt x="52" y="17"/>
                      <a:pt x="52" y="17"/>
                      <a:pt x="52" y="17"/>
                    </a:cubicBezTo>
                    <a:lnTo>
                      <a:pt x="22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3" name="Freeform 915"/>
              <p:cNvSpPr>
                <a:spLocks noEditPoints="1"/>
              </p:cNvSpPr>
              <p:nvPr userDrawn="1"/>
            </p:nvSpPr>
            <p:spPr bwMode="auto">
              <a:xfrm>
                <a:off x="1927" y="520"/>
                <a:ext cx="63" cy="38"/>
              </a:xfrm>
              <a:custGeom>
                <a:avLst/>
                <a:gdLst>
                  <a:gd name="T0" fmla="*/ 2 w 51"/>
                  <a:gd name="T1" fmla="*/ 31 h 31"/>
                  <a:gd name="T2" fmla="*/ 1 w 51"/>
                  <a:gd name="T3" fmla="*/ 31 h 31"/>
                  <a:gd name="T4" fmla="*/ 1 w 51"/>
                  <a:gd name="T5" fmla="*/ 28 h 31"/>
                  <a:gd name="T6" fmla="*/ 20 w 51"/>
                  <a:gd name="T7" fmla="*/ 1 h 31"/>
                  <a:gd name="T8" fmla="*/ 21 w 51"/>
                  <a:gd name="T9" fmla="*/ 0 h 31"/>
                  <a:gd name="T10" fmla="*/ 50 w 51"/>
                  <a:gd name="T11" fmla="*/ 0 h 31"/>
                  <a:gd name="T12" fmla="*/ 51 w 51"/>
                  <a:gd name="T13" fmla="*/ 1 h 31"/>
                  <a:gd name="T14" fmla="*/ 50 w 51"/>
                  <a:gd name="T15" fmla="*/ 3 h 31"/>
                  <a:gd name="T16" fmla="*/ 3 w 51"/>
                  <a:gd name="T17" fmla="*/ 31 h 31"/>
                  <a:gd name="T18" fmla="*/ 2 w 51"/>
                  <a:gd name="T19" fmla="*/ 31 h 31"/>
                  <a:gd name="T20" fmla="*/ 22 w 51"/>
                  <a:gd name="T21" fmla="*/ 3 h 31"/>
                  <a:gd name="T22" fmla="*/ 8 w 51"/>
                  <a:gd name="T23" fmla="*/ 24 h 31"/>
                  <a:gd name="T24" fmla="*/ 43 w 51"/>
                  <a:gd name="T25" fmla="*/ 3 h 31"/>
                  <a:gd name="T26" fmla="*/ 22 w 51"/>
                  <a:gd name="T27" fmla="*/ 3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1" h="31">
                    <a:moveTo>
                      <a:pt x="2" y="31"/>
                    </a:moveTo>
                    <a:cubicBezTo>
                      <a:pt x="2" y="31"/>
                      <a:pt x="1" y="31"/>
                      <a:pt x="1" y="31"/>
                    </a:cubicBezTo>
                    <a:cubicBezTo>
                      <a:pt x="0" y="30"/>
                      <a:pt x="0" y="29"/>
                      <a:pt x="1" y="28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0" y="0"/>
                      <a:pt x="51" y="0"/>
                      <a:pt x="51" y="1"/>
                    </a:cubicBezTo>
                    <a:cubicBezTo>
                      <a:pt x="51" y="2"/>
                      <a:pt x="51" y="3"/>
                      <a:pt x="50" y="3"/>
                    </a:cubicBezTo>
                    <a:cubicBezTo>
                      <a:pt x="3" y="31"/>
                      <a:pt x="3" y="31"/>
                      <a:pt x="3" y="31"/>
                    </a:cubicBezTo>
                    <a:lnTo>
                      <a:pt x="2" y="31"/>
                    </a:lnTo>
                    <a:close/>
                    <a:moveTo>
                      <a:pt x="22" y="3"/>
                    </a:moveTo>
                    <a:cubicBezTo>
                      <a:pt x="8" y="24"/>
                      <a:pt x="8" y="24"/>
                      <a:pt x="8" y="24"/>
                    </a:cubicBezTo>
                    <a:cubicBezTo>
                      <a:pt x="43" y="3"/>
                      <a:pt x="43" y="3"/>
                      <a:pt x="43" y="3"/>
                    </a:cubicBezTo>
                    <a:lnTo>
                      <a:pt x="22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4" name="Freeform 916"/>
              <p:cNvSpPr>
                <a:spLocks noEditPoints="1"/>
              </p:cNvSpPr>
              <p:nvPr userDrawn="1"/>
            </p:nvSpPr>
            <p:spPr bwMode="auto">
              <a:xfrm>
                <a:off x="2803" y="477"/>
                <a:ext cx="58" cy="81"/>
              </a:xfrm>
              <a:custGeom>
                <a:avLst/>
                <a:gdLst>
                  <a:gd name="T0" fmla="*/ 2 w 47"/>
                  <a:gd name="T1" fmla="*/ 65 h 65"/>
                  <a:gd name="T2" fmla="*/ 1 w 47"/>
                  <a:gd name="T3" fmla="*/ 65 h 65"/>
                  <a:gd name="T4" fmla="*/ 0 w 47"/>
                  <a:gd name="T5" fmla="*/ 63 h 65"/>
                  <a:gd name="T6" fmla="*/ 26 w 47"/>
                  <a:gd name="T7" fmla="*/ 1 h 65"/>
                  <a:gd name="T8" fmla="*/ 28 w 47"/>
                  <a:gd name="T9" fmla="*/ 0 h 65"/>
                  <a:gd name="T10" fmla="*/ 29 w 47"/>
                  <a:gd name="T11" fmla="*/ 1 h 65"/>
                  <a:gd name="T12" fmla="*/ 47 w 47"/>
                  <a:gd name="T13" fmla="*/ 40 h 65"/>
                  <a:gd name="T14" fmla="*/ 46 w 47"/>
                  <a:gd name="T15" fmla="*/ 42 h 65"/>
                  <a:gd name="T16" fmla="*/ 3 w 47"/>
                  <a:gd name="T17" fmla="*/ 65 h 65"/>
                  <a:gd name="T18" fmla="*/ 2 w 47"/>
                  <a:gd name="T19" fmla="*/ 65 h 65"/>
                  <a:gd name="T20" fmla="*/ 28 w 47"/>
                  <a:gd name="T21" fmla="*/ 6 h 65"/>
                  <a:gd name="T22" fmla="*/ 5 w 47"/>
                  <a:gd name="T23" fmla="*/ 60 h 65"/>
                  <a:gd name="T24" fmla="*/ 43 w 47"/>
                  <a:gd name="T25" fmla="*/ 40 h 65"/>
                  <a:gd name="T26" fmla="*/ 28 w 47"/>
                  <a:gd name="T27" fmla="*/ 6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7" h="65">
                    <a:moveTo>
                      <a:pt x="2" y="65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3"/>
                      <a:pt x="0" y="63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0"/>
                      <a:pt x="29" y="0"/>
                      <a:pt x="29" y="1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41"/>
                      <a:pt x="47" y="42"/>
                      <a:pt x="46" y="42"/>
                    </a:cubicBezTo>
                    <a:cubicBezTo>
                      <a:pt x="3" y="65"/>
                      <a:pt x="3" y="65"/>
                      <a:pt x="3" y="65"/>
                    </a:cubicBezTo>
                    <a:lnTo>
                      <a:pt x="2" y="65"/>
                    </a:lnTo>
                    <a:close/>
                    <a:moveTo>
                      <a:pt x="28" y="6"/>
                    </a:moveTo>
                    <a:cubicBezTo>
                      <a:pt x="5" y="60"/>
                      <a:pt x="5" y="60"/>
                      <a:pt x="5" y="60"/>
                    </a:cubicBezTo>
                    <a:cubicBezTo>
                      <a:pt x="43" y="40"/>
                      <a:pt x="43" y="40"/>
                      <a:pt x="43" y="40"/>
                    </a:cubicBezTo>
                    <a:lnTo>
                      <a:pt x="2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5" name="Freeform 917"/>
              <p:cNvSpPr>
                <a:spLocks noEditPoints="1"/>
              </p:cNvSpPr>
              <p:nvPr userDrawn="1"/>
            </p:nvSpPr>
            <p:spPr bwMode="auto">
              <a:xfrm>
                <a:off x="2549" y="278"/>
                <a:ext cx="159" cy="107"/>
              </a:xfrm>
              <a:custGeom>
                <a:avLst/>
                <a:gdLst>
                  <a:gd name="T0" fmla="*/ 78 w 128"/>
                  <a:gd name="T1" fmla="*/ 86 h 86"/>
                  <a:gd name="T2" fmla="*/ 77 w 128"/>
                  <a:gd name="T3" fmla="*/ 85 h 86"/>
                  <a:gd name="T4" fmla="*/ 0 w 128"/>
                  <a:gd name="T5" fmla="*/ 3 h 86"/>
                  <a:gd name="T6" fmla="*/ 0 w 128"/>
                  <a:gd name="T7" fmla="*/ 0 h 86"/>
                  <a:gd name="T8" fmla="*/ 2 w 128"/>
                  <a:gd name="T9" fmla="*/ 0 h 86"/>
                  <a:gd name="T10" fmla="*/ 127 w 128"/>
                  <a:gd name="T11" fmla="*/ 56 h 86"/>
                  <a:gd name="T12" fmla="*/ 128 w 128"/>
                  <a:gd name="T13" fmla="*/ 57 h 86"/>
                  <a:gd name="T14" fmla="*/ 127 w 128"/>
                  <a:gd name="T15" fmla="*/ 59 h 86"/>
                  <a:gd name="T16" fmla="*/ 79 w 128"/>
                  <a:gd name="T17" fmla="*/ 86 h 86"/>
                  <a:gd name="T18" fmla="*/ 78 w 128"/>
                  <a:gd name="T19" fmla="*/ 86 h 86"/>
                  <a:gd name="T20" fmla="*/ 8 w 128"/>
                  <a:gd name="T21" fmla="*/ 6 h 86"/>
                  <a:gd name="T22" fmla="*/ 78 w 128"/>
                  <a:gd name="T23" fmla="*/ 82 h 86"/>
                  <a:gd name="T24" fmla="*/ 122 w 128"/>
                  <a:gd name="T25" fmla="*/ 57 h 86"/>
                  <a:gd name="T26" fmla="*/ 8 w 128"/>
                  <a:gd name="T27" fmla="*/ 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86">
                    <a:moveTo>
                      <a:pt x="78" y="86"/>
                    </a:moveTo>
                    <a:cubicBezTo>
                      <a:pt x="77" y="86"/>
                      <a:pt x="77" y="86"/>
                      <a:pt x="77" y="8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27" y="56"/>
                      <a:pt x="127" y="56"/>
                      <a:pt x="127" y="56"/>
                    </a:cubicBezTo>
                    <a:cubicBezTo>
                      <a:pt x="127" y="56"/>
                      <a:pt x="128" y="57"/>
                      <a:pt x="128" y="57"/>
                    </a:cubicBezTo>
                    <a:cubicBezTo>
                      <a:pt x="128" y="58"/>
                      <a:pt x="127" y="58"/>
                      <a:pt x="127" y="59"/>
                    </a:cubicBezTo>
                    <a:cubicBezTo>
                      <a:pt x="79" y="86"/>
                      <a:pt x="79" y="86"/>
                      <a:pt x="79" y="86"/>
                    </a:cubicBezTo>
                    <a:lnTo>
                      <a:pt x="78" y="86"/>
                    </a:lnTo>
                    <a:close/>
                    <a:moveTo>
                      <a:pt x="8" y="6"/>
                    </a:moveTo>
                    <a:cubicBezTo>
                      <a:pt x="78" y="82"/>
                      <a:pt x="78" y="82"/>
                      <a:pt x="78" y="82"/>
                    </a:cubicBezTo>
                    <a:cubicBezTo>
                      <a:pt x="122" y="57"/>
                      <a:pt x="122" y="57"/>
                      <a:pt x="122" y="57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6" name="Freeform 918"/>
              <p:cNvSpPr>
                <a:spLocks noEditPoints="1"/>
              </p:cNvSpPr>
              <p:nvPr userDrawn="1"/>
            </p:nvSpPr>
            <p:spPr bwMode="auto">
              <a:xfrm>
                <a:off x="2532" y="278"/>
                <a:ext cx="116" cy="107"/>
              </a:xfrm>
              <a:custGeom>
                <a:avLst/>
                <a:gdLst>
                  <a:gd name="T0" fmla="*/ 92 w 94"/>
                  <a:gd name="T1" fmla="*/ 86 h 86"/>
                  <a:gd name="T2" fmla="*/ 91 w 94"/>
                  <a:gd name="T3" fmla="*/ 86 h 86"/>
                  <a:gd name="T4" fmla="*/ 1 w 94"/>
                  <a:gd name="T5" fmla="*/ 31 h 86"/>
                  <a:gd name="T6" fmla="*/ 1 w 94"/>
                  <a:gd name="T7" fmla="*/ 29 h 86"/>
                  <a:gd name="T8" fmla="*/ 14 w 94"/>
                  <a:gd name="T9" fmla="*/ 1 h 86"/>
                  <a:gd name="T10" fmla="*/ 15 w 94"/>
                  <a:gd name="T11" fmla="*/ 0 h 86"/>
                  <a:gd name="T12" fmla="*/ 17 w 94"/>
                  <a:gd name="T13" fmla="*/ 0 h 86"/>
                  <a:gd name="T14" fmla="*/ 93 w 94"/>
                  <a:gd name="T15" fmla="*/ 83 h 86"/>
                  <a:gd name="T16" fmla="*/ 93 w 94"/>
                  <a:gd name="T17" fmla="*/ 85 h 86"/>
                  <a:gd name="T18" fmla="*/ 92 w 94"/>
                  <a:gd name="T19" fmla="*/ 86 h 86"/>
                  <a:gd name="T20" fmla="*/ 4 w 94"/>
                  <a:gd name="T21" fmla="*/ 29 h 86"/>
                  <a:gd name="T22" fmla="*/ 82 w 94"/>
                  <a:gd name="T23" fmla="*/ 77 h 86"/>
                  <a:gd name="T24" fmla="*/ 16 w 94"/>
                  <a:gd name="T25" fmla="*/ 4 h 86"/>
                  <a:gd name="T26" fmla="*/ 4 w 94"/>
                  <a:gd name="T27" fmla="*/ 29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4" h="86">
                    <a:moveTo>
                      <a:pt x="92" y="86"/>
                    </a:moveTo>
                    <a:cubicBezTo>
                      <a:pt x="91" y="86"/>
                      <a:pt x="91" y="86"/>
                      <a:pt x="91" y="86"/>
                    </a:cubicBezTo>
                    <a:cubicBezTo>
                      <a:pt x="1" y="31"/>
                      <a:pt x="1" y="31"/>
                      <a:pt x="1" y="31"/>
                    </a:cubicBezTo>
                    <a:cubicBezTo>
                      <a:pt x="0" y="30"/>
                      <a:pt x="0" y="29"/>
                      <a:pt x="1" y="29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0"/>
                      <a:pt x="15" y="0"/>
                      <a:pt x="15" y="0"/>
                    </a:cubicBezTo>
                    <a:cubicBezTo>
                      <a:pt x="16" y="0"/>
                      <a:pt x="16" y="0"/>
                      <a:pt x="17" y="0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4" y="84"/>
                      <a:pt x="94" y="85"/>
                      <a:pt x="93" y="85"/>
                    </a:cubicBezTo>
                    <a:cubicBezTo>
                      <a:pt x="93" y="86"/>
                      <a:pt x="92" y="86"/>
                      <a:pt x="92" y="86"/>
                    </a:cubicBezTo>
                    <a:close/>
                    <a:moveTo>
                      <a:pt x="4" y="29"/>
                    </a:moveTo>
                    <a:cubicBezTo>
                      <a:pt x="82" y="77"/>
                      <a:pt x="82" y="77"/>
                      <a:pt x="82" y="77"/>
                    </a:cubicBezTo>
                    <a:cubicBezTo>
                      <a:pt x="16" y="4"/>
                      <a:pt x="16" y="4"/>
                      <a:pt x="16" y="4"/>
                    </a:cubicBezTo>
                    <a:lnTo>
                      <a:pt x="4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7" name="Freeform 919"/>
              <p:cNvSpPr>
                <a:spLocks noEditPoints="1"/>
              </p:cNvSpPr>
              <p:nvPr userDrawn="1"/>
            </p:nvSpPr>
            <p:spPr bwMode="auto">
              <a:xfrm>
                <a:off x="2392" y="265"/>
                <a:ext cx="145" cy="107"/>
              </a:xfrm>
              <a:custGeom>
                <a:avLst/>
                <a:gdLst>
                  <a:gd name="T0" fmla="*/ 2 w 117"/>
                  <a:gd name="T1" fmla="*/ 87 h 87"/>
                  <a:gd name="T2" fmla="*/ 1 w 117"/>
                  <a:gd name="T3" fmla="*/ 86 h 87"/>
                  <a:gd name="T4" fmla="*/ 0 w 117"/>
                  <a:gd name="T5" fmla="*/ 85 h 87"/>
                  <a:gd name="T6" fmla="*/ 0 w 117"/>
                  <a:gd name="T7" fmla="*/ 2 h 87"/>
                  <a:gd name="T8" fmla="*/ 1 w 117"/>
                  <a:gd name="T9" fmla="*/ 0 h 87"/>
                  <a:gd name="T10" fmla="*/ 2 w 117"/>
                  <a:gd name="T11" fmla="*/ 0 h 87"/>
                  <a:gd name="T12" fmla="*/ 116 w 117"/>
                  <a:gd name="T13" fmla="*/ 39 h 87"/>
                  <a:gd name="T14" fmla="*/ 117 w 117"/>
                  <a:gd name="T15" fmla="*/ 40 h 87"/>
                  <a:gd name="T16" fmla="*/ 116 w 117"/>
                  <a:gd name="T17" fmla="*/ 42 h 87"/>
                  <a:gd name="T18" fmla="*/ 2 w 117"/>
                  <a:gd name="T19" fmla="*/ 87 h 87"/>
                  <a:gd name="T20" fmla="*/ 3 w 117"/>
                  <a:gd name="T21" fmla="*/ 4 h 87"/>
                  <a:gd name="T22" fmla="*/ 3 w 117"/>
                  <a:gd name="T23" fmla="*/ 83 h 87"/>
                  <a:gd name="T24" fmla="*/ 110 w 117"/>
                  <a:gd name="T25" fmla="*/ 40 h 87"/>
                  <a:gd name="T26" fmla="*/ 3 w 117"/>
                  <a:gd name="T27" fmla="*/ 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7" h="87">
                    <a:moveTo>
                      <a:pt x="2" y="87"/>
                    </a:moveTo>
                    <a:cubicBezTo>
                      <a:pt x="1" y="86"/>
                      <a:pt x="1" y="86"/>
                      <a:pt x="1" y="86"/>
                    </a:cubicBezTo>
                    <a:cubicBezTo>
                      <a:pt x="0" y="86"/>
                      <a:pt x="0" y="86"/>
                      <a:pt x="0" y="8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16" y="39"/>
                      <a:pt x="116" y="39"/>
                      <a:pt x="116" y="39"/>
                    </a:cubicBezTo>
                    <a:cubicBezTo>
                      <a:pt x="116" y="39"/>
                      <a:pt x="117" y="40"/>
                      <a:pt x="117" y="40"/>
                    </a:cubicBezTo>
                    <a:cubicBezTo>
                      <a:pt x="117" y="41"/>
                      <a:pt x="116" y="42"/>
                      <a:pt x="116" y="42"/>
                    </a:cubicBezTo>
                    <a:cubicBezTo>
                      <a:pt x="2" y="87"/>
                      <a:pt x="2" y="87"/>
                      <a:pt x="2" y="87"/>
                    </a:cubicBezTo>
                    <a:close/>
                    <a:moveTo>
                      <a:pt x="3" y="4"/>
                    </a:moveTo>
                    <a:cubicBezTo>
                      <a:pt x="3" y="83"/>
                      <a:pt x="3" y="83"/>
                      <a:pt x="3" y="83"/>
                    </a:cubicBezTo>
                    <a:cubicBezTo>
                      <a:pt x="110" y="40"/>
                      <a:pt x="110" y="40"/>
                      <a:pt x="110" y="40"/>
                    </a:cubicBezTo>
                    <a:lnTo>
                      <a:pt x="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8" name="Freeform 920"/>
              <p:cNvSpPr>
                <a:spLocks noEditPoints="1"/>
              </p:cNvSpPr>
              <p:nvPr userDrawn="1"/>
            </p:nvSpPr>
            <p:spPr bwMode="auto">
              <a:xfrm>
                <a:off x="2225" y="265"/>
                <a:ext cx="172" cy="120"/>
              </a:xfrm>
              <a:custGeom>
                <a:avLst/>
                <a:gdLst>
                  <a:gd name="T0" fmla="*/ 47 w 139"/>
                  <a:gd name="T1" fmla="*/ 97 h 97"/>
                  <a:gd name="T2" fmla="*/ 46 w 139"/>
                  <a:gd name="T3" fmla="*/ 97 h 97"/>
                  <a:gd name="T4" fmla="*/ 1 w 139"/>
                  <a:gd name="T5" fmla="*/ 60 h 97"/>
                  <a:gd name="T6" fmla="*/ 0 w 139"/>
                  <a:gd name="T7" fmla="*/ 58 h 97"/>
                  <a:gd name="T8" fmla="*/ 1 w 139"/>
                  <a:gd name="T9" fmla="*/ 57 h 97"/>
                  <a:gd name="T10" fmla="*/ 136 w 139"/>
                  <a:gd name="T11" fmla="*/ 0 h 97"/>
                  <a:gd name="T12" fmla="*/ 138 w 139"/>
                  <a:gd name="T13" fmla="*/ 1 h 97"/>
                  <a:gd name="T14" fmla="*/ 138 w 139"/>
                  <a:gd name="T15" fmla="*/ 3 h 97"/>
                  <a:gd name="T16" fmla="*/ 48 w 139"/>
                  <a:gd name="T17" fmla="*/ 96 h 97"/>
                  <a:gd name="T18" fmla="*/ 47 w 139"/>
                  <a:gd name="T19" fmla="*/ 97 h 97"/>
                  <a:gd name="T20" fmla="*/ 5 w 139"/>
                  <a:gd name="T21" fmla="*/ 59 h 97"/>
                  <a:gd name="T22" fmla="*/ 47 w 139"/>
                  <a:gd name="T23" fmla="*/ 93 h 97"/>
                  <a:gd name="T24" fmla="*/ 130 w 139"/>
                  <a:gd name="T25" fmla="*/ 6 h 97"/>
                  <a:gd name="T26" fmla="*/ 5 w 139"/>
                  <a:gd name="T27" fmla="*/ 5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9" h="97">
                    <a:moveTo>
                      <a:pt x="47" y="97"/>
                    </a:moveTo>
                    <a:cubicBezTo>
                      <a:pt x="47" y="97"/>
                      <a:pt x="46" y="97"/>
                      <a:pt x="46" y="97"/>
                    </a:cubicBezTo>
                    <a:cubicBezTo>
                      <a:pt x="1" y="60"/>
                      <a:pt x="1" y="60"/>
                      <a:pt x="1" y="60"/>
                    </a:cubicBezTo>
                    <a:cubicBezTo>
                      <a:pt x="1" y="59"/>
                      <a:pt x="0" y="59"/>
                      <a:pt x="0" y="58"/>
                    </a:cubicBezTo>
                    <a:cubicBezTo>
                      <a:pt x="1" y="57"/>
                      <a:pt x="1" y="57"/>
                      <a:pt x="1" y="57"/>
                    </a:cubicBezTo>
                    <a:cubicBezTo>
                      <a:pt x="136" y="0"/>
                      <a:pt x="136" y="0"/>
                      <a:pt x="136" y="0"/>
                    </a:cubicBezTo>
                    <a:cubicBezTo>
                      <a:pt x="137" y="0"/>
                      <a:pt x="138" y="0"/>
                      <a:pt x="138" y="1"/>
                    </a:cubicBezTo>
                    <a:cubicBezTo>
                      <a:pt x="139" y="1"/>
                      <a:pt x="139" y="2"/>
                      <a:pt x="138" y="3"/>
                    </a:cubicBezTo>
                    <a:cubicBezTo>
                      <a:pt x="48" y="96"/>
                      <a:pt x="48" y="96"/>
                      <a:pt x="48" y="96"/>
                    </a:cubicBezTo>
                    <a:cubicBezTo>
                      <a:pt x="48" y="97"/>
                      <a:pt x="47" y="97"/>
                      <a:pt x="47" y="97"/>
                    </a:cubicBezTo>
                    <a:close/>
                    <a:moveTo>
                      <a:pt x="5" y="59"/>
                    </a:moveTo>
                    <a:cubicBezTo>
                      <a:pt x="47" y="93"/>
                      <a:pt x="47" y="93"/>
                      <a:pt x="47" y="93"/>
                    </a:cubicBezTo>
                    <a:cubicBezTo>
                      <a:pt x="130" y="6"/>
                      <a:pt x="130" y="6"/>
                      <a:pt x="130" y="6"/>
                    </a:cubicBezTo>
                    <a:lnTo>
                      <a:pt x="5" y="5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9" name="Freeform 921"/>
              <p:cNvSpPr>
                <a:spLocks noEditPoints="1"/>
              </p:cNvSpPr>
              <p:nvPr userDrawn="1"/>
            </p:nvSpPr>
            <p:spPr bwMode="auto">
              <a:xfrm>
                <a:off x="2281" y="367"/>
                <a:ext cx="116" cy="98"/>
              </a:xfrm>
              <a:custGeom>
                <a:avLst/>
                <a:gdLst>
                  <a:gd name="T0" fmla="*/ 38 w 94"/>
                  <a:gd name="T1" fmla="*/ 79 h 79"/>
                  <a:gd name="T2" fmla="*/ 38 w 94"/>
                  <a:gd name="T3" fmla="*/ 79 h 79"/>
                  <a:gd name="T4" fmla="*/ 36 w 94"/>
                  <a:gd name="T5" fmla="*/ 79 h 79"/>
                  <a:gd name="T6" fmla="*/ 1 w 94"/>
                  <a:gd name="T7" fmla="*/ 13 h 79"/>
                  <a:gd name="T8" fmla="*/ 1 w 94"/>
                  <a:gd name="T9" fmla="*/ 12 h 79"/>
                  <a:gd name="T10" fmla="*/ 2 w 94"/>
                  <a:gd name="T11" fmla="*/ 11 h 79"/>
                  <a:gd name="T12" fmla="*/ 92 w 94"/>
                  <a:gd name="T13" fmla="*/ 0 h 79"/>
                  <a:gd name="T14" fmla="*/ 93 w 94"/>
                  <a:gd name="T15" fmla="*/ 1 h 79"/>
                  <a:gd name="T16" fmla="*/ 93 w 94"/>
                  <a:gd name="T17" fmla="*/ 3 h 79"/>
                  <a:gd name="T18" fmla="*/ 39 w 94"/>
                  <a:gd name="T19" fmla="*/ 79 h 79"/>
                  <a:gd name="T20" fmla="*/ 38 w 94"/>
                  <a:gd name="T21" fmla="*/ 79 h 79"/>
                  <a:gd name="T22" fmla="*/ 5 w 94"/>
                  <a:gd name="T23" fmla="*/ 14 h 79"/>
                  <a:gd name="T24" fmla="*/ 38 w 94"/>
                  <a:gd name="T25" fmla="*/ 75 h 79"/>
                  <a:gd name="T26" fmla="*/ 88 w 94"/>
                  <a:gd name="T27" fmla="*/ 4 h 79"/>
                  <a:gd name="T28" fmla="*/ 5 w 94"/>
                  <a:gd name="T29" fmla="*/ 1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79">
                    <a:moveTo>
                      <a:pt x="38" y="79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7" y="79"/>
                      <a:pt x="37" y="79"/>
                      <a:pt x="36" y="79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3"/>
                      <a:pt x="0" y="12"/>
                      <a:pt x="1" y="12"/>
                    </a:cubicBezTo>
                    <a:cubicBezTo>
                      <a:pt x="1" y="11"/>
                      <a:pt x="1" y="11"/>
                      <a:pt x="2" y="11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2" y="0"/>
                      <a:pt x="93" y="1"/>
                      <a:pt x="93" y="1"/>
                    </a:cubicBezTo>
                    <a:cubicBezTo>
                      <a:pt x="94" y="2"/>
                      <a:pt x="94" y="2"/>
                      <a:pt x="93" y="3"/>
                    </a:cubicBezTo>
                    <a:cubicBezTo>
                      <a:pt x="39" y="79"/>
                      <a:pt x="39" y="79"/>
                      <a:pt x="39" y="79"/>
                    </a:cubicBezTo>
                    <a:cubicBezTo>
                      <a:pt x="39" y="79"/>
                      <a:pt x="38" y="79"/>
                      <a:pt x="38" y="79"/>
                    </a:cubicBezTo>
                    <a:close/>
                    <a:moveTo>
                      <a:pt x="5" y="14"/>
                    </a:moveTo>
                    <a:cubicBezTo>
                      <a:pt x="38" y="75"/>
                      <a:pt x="38" y="75"/>
                      <a:pt x="38" y="75"/>
                    </a:cubicBezTo>
                    <a:cubicBezTo>
                      <a:pt x="88" y="4"/>
                      <a:pt x="88" y="4"/>
                      <a:pt x="88" y="4"/>
                    </a:cubicBezTo>
                    <a:lnTo>
                      <a:pt x="5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0" name="Freeform 922"/>
              <p:cNvSpPr>
                <a:spLocks noEditPoints="1"/>
              </p:cNvSpPr>
              <p:nvPr userDrawn="1"/>
            </p:nvSpPr>
            <p:spPr bwMode="auto">
              <a:xfrm>
                <a:off x="2380" y="-87"/>
                <a:ext cx="115" cy="98"/>
              </a:xfrm>
              <a:custGeom>
                <a:avLst/>
                <a:gdLst>
                  <a:gd name="T0" fmla="*/ 38 w 93"/>
                  <a:gd name="T1" fmla="*/ 79 h 79"/>
                  <a:gd name="T2" fmla="*/ 37 w 93"/>
                  <a:gd name="T3" fmla="*/ 79 h 79"/>
                  <a:gd name="T4" fmla="*/ 36 w 93"/>
                  <a:gd name="T5" fmla="*/ 78 h 79"/>
                  <a:gd name="T6" fmla="*/ 0 w 93"/>
                  <a:gd name="T7" fmla="*/ 13 h 79"/>
                  <a:gd name="T8" fmla="*/ 0 w 93"/>
                  <a:gd name="T9" fmla="*/ 11 h 79"/>
                  <a:gd name="T10" fmla="*/ 1 w 93"/>
                  <a:gd name="T11" fmla="*/ 10 h 79"/>
                  <a:gd name="T12" fmla="*/ 91 w 93"/>
                  <a:gd name="T13" fmla="*/ 0 h 79"/>
                  <a:gd name="T14" fmla="*/ 93 w 93"/>
                  <a:gd name="T15" fmla="*/ 1 h 79"/>
                  <a:gd name="T16" fmla="*/ 93 w 93"/>
                  <a:gd name="T17" fmla="*/ 3 h 79"/>
                  <a:gd name="T18" fmla="*/ 39 w 93"/>
                  <a:gd name="T19" fmla="*/ 78 h 79"/>
                  <a:gd name="T20" fmla="*/ 38 w 93"/>
                  <a:gd name="T21" fmla="*/ 79 h 79"/>
                  <a:gd name="T22" fmla="*/ 4 w 93"/>
                  <a:gd name="T23" fmla="*/ 13 h 79"/>
                  <a:gd name="T24" fmla="*/ 38 w 93"/>
                  <a:gd name="T25" fmla="*/ 74 h 79"/>
                  <a:gd name="T26" fmla="*/ 88 w 93"/>
                  <a:gd name="T27" fmla="*/ 4 h 79"/>
                  <a:gd name="T28" fmla="*/ 4 w 93"/>
                  <a:gd name="T29" fmla="*/ 1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79">
                    <a:moveTo>
                      <a:pt x="38" y="79"/>
                    </a:moveTo>
                    <a:cubicBezTo>
                      <a:pt x="37" y="79"/>
                      <a:pt x="37" y="79"/>
                      <a:pt x="37" y="79"/>
                    </a:cubicBezTo>
                    <a:cubicBezTo>
                      <a:pt x="37" y="79"/>
                      <a:pt x="36" y="79"/>
                      <a:pt x="36" y="78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2"/>
                      <a:pt x="0" y="12"/>
                      <a:pt x="0" y="11"/>
                    </a:cubicBezTo>
                    <a:cubicBezTo>
                      <a:pt x="0" y="11"/>
                      <a:pt x="1" y="10"/>
                      <a:pt x="1" y="1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92" y="0"/>
                      <a:pt x="92" y="0"/>
                      <a:pt x="93" y="1"/>
                    </a:cubicBezTo>
                    <a:cubicBezTo>
                      <a:pt x="93" y="1"/>
                      <a:pt x="93" y="2"/>
                      <a:pt x="93" y="3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79"/>
                      <a:pt x="38" y="79"/>
                      <a:pt x="38" y="79"/>
                    </a:cubicBezTo>
                    <a:close/>
                    <a:moveTo>
                      <a:pt x="4" y="13"/>
                    </a:moveTo>
                    <a:cubicBezTo>
                      <a:pt x="38" y="74"/>
                      <a:pt x="38" y="74"/>
                      <a:pt x="38" y="74"/>
                    </a:cubicBezTo>
                    <a:cubicBezTo>
                      <a:pt x="88" y="4"/>
                      <a:pt x="88" y="4"/>
                      <a:pt x="88" y="4"/>
                    </a:cubicBezTo>
                    <a:lnTo>
                      <a:pt x="4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1" name="Freeform 923"/>
              <p:cNvSpPr>
                <a:spLocks noEditPoints="1"/>
              </p:cNvSpPr>
              <p:nvPr userDrawn="1"/>
            </p:nvSpPr>
            <p:spPr bwMode="auto">
              <a:xfrm>
                <a:off x="2830" y="758"/>
                <a:ext cx="99" cy="82"/>
              </a:xfrm>
              <a:custGeom>
                <a:avLst/>
                <a:gdLst>
                  <a:gd name="T0" fmla="*/ 48 w 80"/>
                  <a:gd name="T1" fmla="*/ 66 h 66"/>
                  <a:gd name="T2" fmla="*/ 47 w 80"/>
                  <a:gd name="T3" fmla="*/ 65 h 66"/>
                  <a:gd name="T4" fmla="*/ 0 w 80"/>
                  <a:gd name="T5" fmla="*/ 3 h 66"/>
                  <a:gd name="T6" fmla="*/ 0 w 80"/>
                  <a:gd name="T7" fmla="*/ 1 h 66"/>
                  <a:gd name="T8" fmla="*/ 2 w 80"/>
                  <a:gd name="T9" fmla="*/ 1 h 66"/>
                  <a:gd name="T10" fmla="*/ 79 w 80"/>
                  <a:gd name="T11" fmla="*/ 20 h 66"/>
                  <a:gd name="T12" fmla="*/ 80 w 80"/>
                  <a:gd name="T13" fmla="*/ 21 h 66"/>
                  <a:gd name="T14" fmla="*/ 80 w 80"/>
                  <a:gd name="T15" fmla="*/ 22 h 66"/>
                  <a:gd name="T16" fmla="*/ 50 w 80"/>
                  <a:gd name="T17" fmla="*/ 65 h 66"/>
                  <a:gd name="T18" fmla="*/ 48 w 80"/>
                  <a:gd name="T19" fmla="*/ 66 h 66"/>
                  <a:gd name="T20" fmla="*/ 6 w 80"/>
                  <a:gd name="T21" fmla="*/ 5 h 66"/>
                  <a:gd name="T22" fmla="*/ 48 w 80"/>
                  <a:gd name="T23" fmla="*/ 61 h 66"/>
                  <a:gd name="T24" fmla="*/ 75 w 80"/>
                  <a:gd name="T25" fmla="*/ 22 h 66"/>
                  <a:gd name="T26" fmla="*/ 6 w 80"/>
                  <a:gd name="T27" fmla="*/ 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66">
                    <a:moveTo>
                      <a:pt x="48" y="66"/>
                    </a:moveTo>
                    <a:cubicBezTo>
                      <a:pt x="48" y="66"/>
                      <a:pt x="47" y="66"/>
                      <a:pt x="47" y="6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1"/>
                    </a:cubicBezTo>
                    <a:cubicBezTo>
                      <a:pt x="79" y="20"/>
                      <a:pt x="79" y="20"/>
                      <a:pt x="79" y="20"/>
                    </a:cubicBezTo>
                    <a:cubicBezTo>
                      <a:pt x="79" y="20"/>
                      <a:pt x="80" y="20"/>
                      <a:pt x="80" y="21"/>
                    </a:cubicBezTo>
                    <a:cubicBezTo>
                      <a:pt x="80" y="21"/>
                      <a:pt x="80" y="22"/>
                      <a:pt x="80" y="22"/>
                    </a:cubicBezTo>
                    <a:cubicBezTo>
                      <a:pt x="50" y="65"/>
                      <a:pt x="50" y="65"/>
                      <a:pt x="50" y="65"/>
                    </a:cubicBezTo>
                    <a:cubicBezTo>
                      <a:pt x="49" y="66"/>
                      <a:pt x="49" y="66"/>
                      <a:pt x="48" y="66"/>
                    </a:cubicBezTo>
                    <a:close/>
                    <a:moveTo>
                      <a:pt x="6" y="5"/>
                    </a:moveTo>
                    <a:cubicBezTo>
                      <a:pt x="48" y="61"/>
                      <a:pt x="48" y="61"/>
                      <a:pt x="48" y="61"/>
                    </a:cubicBezTo>
                    <a:cubicBezTo>
                      <a:pt x="75" y="22"/>
                      <a:pt x="75" y="22"/>
                      <a:pt x="75" y="22"/>
                    </a:cubicBezTo>
                    <a:lnTo>
                      <a:pt x="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2" name="Freeform 924"/>
              <p:cNvSpPr>
                <a:spLocks noEditPoints="1"/>
              </p:cNvSpPr>
              <p:nvPr userDrawn="1"/>
            </p:nvSpPr>
            <p:spPr bwMode="auto">
              <a:xfrm>
                <a:off x="2830" y="835"/>
                <a:ext cx="68" cy="98"/>
              </a:xfrm>
              <a:custGeom>
                <a:avLst/>
                <a:gdLst>
                  <a:gd name="T0" fmla="*/ 53 w 55"/>
                  <a:gd name="T1" fmla="*/ 79 h 79"/>
                  <a:gd name="T2" fmla="*/ 53 w 55"/>
                  <a:gd name="T3" fmla="*/ 79 h 79"/>
                  <a:gd name="T4" fmla="*/ 1 w 55"/>
                  <a:gd name="T5" fmla="*/ 64 h 79"/>
                  <a:gd name="T6" fmla="*/ 0 w 55"/>
                  <a:gd name="T7" fmla="*/ 63 h 79"/>
                  <a:gd name="T8" fmla="*/ 0 w 55"/>
                  <a:gd name="T9" fmla="*/ 62 h 79"/>
                  <a:gd name="T10" fmla="*/ 47 w 55"/>
                  <a:gd name="T11" fmla="*/ 1 h 79"/>
                  <a:gd name="T12" fmla="*/ 49 w 55"/>
                  <a:gd name="T13" fmla="*/ 1 h 79"/>
                  <a:gd name="T14" fmla="*/ 50 w 55"/>
                  <a:gd name="T15" fmla="*/ 2 h 79"/>
                  <a:gd name="T16" fmla="*/ 55 w 55"/>
                  <a:gd name="T17" fmla="*/ 78 h 79"/>
                  <a:gd name="T18" fmla="*/ 54 w 55"/>
                  <a:gd name="T19" fmla="*/ 79 h 79"/>
                  <a:gd name="T20" fmla="*/ 53 w 55"/>
                  <a:gd name="T21" fmla="*/ 79 h 79"/>
                  <a:gd name="T22" fmla="*/ 4 w 55"/>
                  <a:gd name="T23" fmla="*/ 62 h 79"/>
                  <a:gd name="T24" fmla="*/ 52 w 55"/>
                  <a:gd name="T25" fmla="*/ 75 h 79"/>
                  <a:gd name="T26" fmla="*/ 47 w 55"/>
                  <a:gd name="T27" fmla="*/ 7 h 79"/>
                  <a:gd name="T28" fmla="*/ 4 w 55"/>
                  <a:gd name="T29" fmla="*/ 6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5" h="79">
                    <a:moveTo>
                      <a:pt x="53" y="79"/>
                    </a:moveTo>
                    <a:cubicBezTo>
                      <a:pt x="53" y="79"/>
                      <a:pt x="53" y="79"/>
                      <a:pt x="53" y="79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0" y="63"/>
                      <a:pt x="0" y="62"/>
                      <a:pt x="0" y="62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1"/>
                      <a:pt x="48" y="0"/>
                      <a:pt x="49" y="1"/>
                    </a:cubicBezTo>
                    <a:cubicBezTo>
                      <a:pt x="49" y="1"/>
                      <a:pt x="50" y="1"/>
                      <a:pt x="50" y="2"/>
                    </a:cubicBezTo>
                    <a:cubicBezTo>
                      <a:pt x="55" y="78"/>
                      <a:pt x="55" y="78"/>
                      <a:pt x="55" y="78"/>
                    </a:cubicBezTo>
                    <a:cubicBezTo>
                      <a:pt x="55" y="78"/>
                      <a:pt x="55" y="79"/>
                      <a:pt x="54" y="79"/>
                    </a:cubicBezTo>
                    <a:cubicBezTo>
                      <a:pt x="54" y="79"/>
                      <a:pt x="54" y="79"/>
                      <a:pt x="53" y="79"/>
                    </a:cubicBezTo>
                    <a:close/>
                    <a:moveTo>
                      <a:pt x="4" y="62"/>
                    </a:moveTo>
                    <a:cubicBezTo>
                      <a:pt x="52" y="75"/>
                      <a:pt x="52" y="75"/>
                      <a:pt x="52" y="75"/>
                    </a:cubicBezTo>
                    <a:cubicBezTo>
                      <a:pt x="47" y="7"/>
                      <a:pt x="47" y="7"/>
                      <a:pt x="47" y="7"/>
                    </a:cubicBez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3" name="Freeform 925"/>
              <p:cNvSpPr>
                <a:spLocks noEditPoints="1"/>
              </p:cNvSpPr>
              <p:nvPr userDrawn="1"/>
            </p:nvSpPr>
            <p:spPr bwMode="auto">
              <a:xfrm>
                <a:off x="2855" y="929"/>
                <a:ext cx="90" cy="51"/>
              </a:xfrm>
              <a:custGeom>
                <a:avLst/>
                <a:gdLst>
                  <a:gd name="T0" fmla="*/ 1 w 73"/>
                  <a:gd name="T1" fmla="*/ 41 h 41"/>
                  <a:gd name="T2" fmla="*/ 0 w 73"/>
                  <a:gd name="T3" fmla="*/ 40 h 41"/>
                  <a:gd name="T4" fmla="*/ 0 w 73"/>
                  <a:gd name="T5" fmla="*/ 38 h 41"/>
                  <a:gd name="T6" fmla="*/ 32 w 73"/>
                  <a:gd name="T7" fmla="*/ 1 h 41"/>
                  <a:gd name="T8" fmla="*/ 34 w 73"/>
                  <a:gd name="T9" fmla="*/ 0 h 41"/>
                  <a:gd name="T10" fmla="*/ 72 w 73"/>
                  <a:gd name="T11" fmla="*/ 22 h 41"/>
                  <a:gd name="T12" fmla="*/ 73 w 73"/>
                  <a:gd name="T13" fmla="*/ 23 h 41"/>
                  <a:gd name="T14" fmla="*/ 72 w 73"/>
                  <a:gd name="T15" fmla="*/ 25 h 41"/>
                  <a:gd name="T16" fmla="*/ 2 w 73"/>
                  <a:gd name="T17" fmla="*/ 41 h 41"/>
                  <a:gd name="T18" fmla="*/ 1 w 73"/>
                  <a:gd name="T19" fmla="*/ 41 h 41"/>
                  <a:gd name="T20" fmla="*/ 34 w 73"/>
                  <a:gd name="T21" fmla="*/ 4 h 41"/>
                  <a:gd name="T22" fmla="*/ 6 w 73"/>
                  <a:gd name="T23" fmla="*/ 37 h 41"/>
                  <a:gd name="T24" fmla="*/ 67 w 73"/>
                  <a:gd name="T25" fmla="*/ 22 h 41"/>
                  <a:gd name="T26" fmla="*/ 34 w 73"/>
                  <a:gd name="T2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" h="41">
                    <a:moveTo>
                      <a:pt x="1" y="41"/>
                    </a:moveTo>
                    <a:cubicBezTo>
                      <a:pt x="1" y="41"/>
                      <a:pt x="0" y="41"/>
                      <a:pt x="0" y="40"/>
                    </a:cubicBezTo>
                    <a:cubicBezTo>
                      <a:pt x="0" y="40"/>
                      <a:pt x="0" y="39"/>
                      <a:pt x="0" y="38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3" y="0"/>
                      <a:pt x="34" y="0"/>
                      <a:pt x="34" y="0"/>
                    </a:cubicBezTo>
                    <a:cubicBezTo>
                      <a:pt x="72" y="22"/>
                      <a:pt x="72" y="22"/>
                      <a:pt x="72" y="22"/>
                    </a:cubicBezTo>
                    <a:cubicBezTo>
                      <a:pt x="73" y="22"/>
                      <a:pt x="73" y="23"/>
                      <a:pt x="73" y="23"/>
                    </a:cubicBezTo>
                    <a:cubicBezTo>
                      <a:pt x="73" y="24"/>
                      <a:pt x="72" y="25"/>
                      <a:pt x="72" y="25"/>
                    </a:cubicBezTo>
                    <a:cubicBezTo>
                      <a:pt x="2" y="41"/>
                      <a:pt x="2" y="41"/>
                      <a:pt x="2" y="41"/>
                    </a:cubicBezTo>
                    <a:lnTo>
                      <a:pt x="1" y="41"/>
                    </a:lnTo>
                    <a:close/>
                    <a:moveTo>
                      <a:pt x="34" y="4"/>
                    </a:moveTo>
                    <a:cubicBezTo>
                      <a:pt x="6" y="37"/>
                      <a:pt x="6" y="37"/>
                      <a:pt x="6" y="37"/>
                    </a:cubicBezTo>
                    <a:cubicBezTo>
                      <a:pt x="67" y="22"/>
                      <a:pt x="67" y="22"/>
                      <a:pt x="67" y="22"/>
                    </a:cubicBezTo>
                    <a:lnTo>
                      <a:pt x="3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4" name="Freeform 926"/>
              <p:cNvSpPr>
                <a:spLocks noEditPoints="1"/>
              </p:cNvSpPr>
              <p:nvPr userDrawn="1"/>
            </p:nvSpPr>
            <p:spPr bwMode="auto">
              <a:xfrm>
                <a:off x="2830" y="653"/>
                <a:ext cx="99" cy="134"/>
              </a:xfrm>
              <a:custGeom>
                <a:avLst/>
                <a:gdLst>
                  <a:gd name="T0" fmla="*/ 78 w 80"/>
                  <a:gd name="T1" fmla="*/ 108 h 108"/>
                  <a:gd name="T2" fmla="*/ 78 w 80"/>
                  <a:gd name="T3" fmla="*/ 108 h 108"/>
                  <a:gd name="T4" fmla="*/ 1 w 80"/>
                  <a:gd name="T5" fmla="*/ 89 h 108"/>
                  <a:gd name="T6" fmla="*/ 0 w 80"/>
                  <a:gd name="T7" fmla="*/ 88 h 108"/>
                  <a:gd name="T8" fmla="*/ 0 w 80"/>
                  <a:gd name="T9" fmla="*/ 86 h 108"/>
                  <a:gd name="T10" fmla="*/ 42 w 80"/>
                  <a:gd name="T11" fmla="*/ 1 h 108"/>
                  <a:gd name="T12" fmla="*/ 44 w 80"/>
                  <a:gd name="T13" fmla="*/ 1 h 108"/>
                  <a:gd name="T14" fmla="*/ 45 w 80"/>
                  <a:gd name="T15" fmla="*/ 2 h 108"/>
                  <a:gd name="T16" fmla="*/ 80 w 80"/>
                  <a:gd name="T17" fmla="*/ 106 h 108"/>
                  <a:gd name="T18" fmla="*/ 79 w 80"/>
                  <a:gd name="T19" fmla="*/ 108 h 108"/>
                  <a:gd name="T20" fmla="*/ 78 w 80"/>
                  <a:gd name="T21" fmla="*/ 108 h 108"/>
                  <a:gd name="T22" fmla="*/ 4 w 80"/>
                  <a:gd name="T23" fmla="*/ 86 h 108"/>
                  <a:gd name="T24" fmla="*/ 76 w 80"/>
                  <a:gd name="T25" fmla="*/ 104 h 108"/>
                  <a:gd name="T26" fmla="*/ 43 w 80"/>
                  <a:gd name="T27" fmla="*/ 7 h 108"/>
                  <a:gd name="T28" fmla="*/ 4 w 80"/>
                  <a:gd name="T29" fmla="*/ 8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108">
                    <a:moveTo>
                      <a:pt x="78" y="108"/>
                    </a:moveTo>
                    <a:cubicBezTo>
                      <a:pt x="78" y="108"/>
                      <a:pt x="78" y="108"/>
                      <a:pt x="78" y="108"/>
                    </a:cubicBezTo>
                    <a:cubicBezTo>
                      <a:pt x="1" y="89"/>
                      <a:pt x="1" y="89"/>
                      <a:pt x="1" y="89"/>
                    </a:cubicBezTo>
                    <a:cubicBezTo>
                      <a:pt x="0" y="89"/>
                      <a:pt x="0" y="88"/>
                      <a:pt x="0" y="88"/>
                    </a:cubicBezTo>
                    <a:cubicBezTo>
                      <a:pt x="0" y="87"/>
                      <a:pt x="0" y="87"/>
                      <a:pt x="0" y="86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42" y="1"/>
                      <a:pt x="43" y="0"/>
                      <a:pt x="44" y="1"/>
                    </a:cubicBezTo>
                    <a:cubicBezTo>
                      <a:pt x="44" y="1"/>
                      <a:pt x="45" y="1"/>
                      <a:pt x="45" y="2"/>
                    </a:cubicBezTo>
                    <a:cubicBezTo>
                      <a:pt x="80" y="106"/>
                      <a:pt x="80" y="106"/>
                      <a:pt x="80" y="106"/>
                    </a:cubicBezTo>
                    <a:cubicBezTo>
                      <a:pt x="80" y="106"/>
                      <a:pt x="80" y="107"/>
                      <a:pt x="79" y="108"/>
                    </a:cubicBezTo>
                    <a:cubicBezTo>
                      <a:pt x="79" y="108"/>
                      <a:pt x="79" y="108"/>
                      <a:pt x="78" y="108"/>
                    </a:cubicBezTo>
                    <a:close/>
                    <a:moveTo>
                      <a:pt x="4" y="86"/>
                    </a:moveTo>
                    <a:cubicBezTo>
                      <a:pt x="76" y="104"/>
                      <a:pt x="76" y="104"/>
                      <a:pt x="76" y="104"/>
                    </a:cubicBezTo>
                    <a:cubicBezTo>
                      <a:pt x="43" y="7"/>
                      <a:pt x="43" y="7"/>
                      <a:pt x="43" y="7"/>
                    </a:cubicBezTo>
                    <a:lnTo>
                      <a:pt x="4" y="8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5" name="Freeform 927"/>
              <p:cNvSpPr>
                <a:spLocks noEditPoints="1"/>
              </p:cNvSpPr>
              <p:nvPr userDrawn="1"/>
            </p:nvSpPr>
            <p:spPr bwMode="auto">
              <a:xfrm>
                <a:off x="2782" y="604"/>
                <a:ext cx="104" cy="54"/>
              </a:xfrm>
              <a:custGeom>
                <a:avLst/>
                <a:gdLst>
                  <a:gd name="T0" fmla="*/ 83 w 84"/>
                  <a:gd name="T1" fmla="*/ 44 h 44"/>
                  <a:gd name="T2" fmla="*/ 2 w 84"/>
                  <a:gd name="T3" fmla="*/ 44 h 44"/>
                  <a:gd name="T4" fmla="*/ 0 w 84"/>
                  <a:gd name="T5" fmla="*/ 43 h 44"/>
                  <a:gd name="T6" fmla="*/ 1 w 84"/>
                  <a:gd name="T7" fmla="*/ 41 h 44"/>
                  <a:gd name="T8" fmla="*/ 66 w 84"/>
                  <a:gd name="T9" fmla="*/ 0 h 44"/>
                  <a:gd name="T10" fmla="*/ 68 w 84"/>
                  <a:gd name="T11" fmla="*/ 0 h 44"/>
                  <a:gd name="T12" fmla="*/ 69 w 84"/>
                  <a:gd name="T13" fmla="*/ 1 h 44"/>
                  <a:gd name="T14" fmla="*/ 84 w 84"/>
                  <a:gd name="T15" fmla="*/ 42 h 44"/>
                  <a:gd name="T16" fmla="*/ 84 w 84"/>
                  <a:gd name="T17" fmla="*/ 43 h 44"/>
                  <a:gd name="T18" fmla="*/ 83 w 84"/>
                  <a:gd name="T19" fmla="*/ 44 h 44"/>
                  <a:gd name="T20" fmla="*/ 7 w 84"/>
                  <a:gd name="T21" fmla="*/ 41 h 44"/>
                  <a:gd name="T22" fmla="*/ 80 w 84"/>
                  <a:gd name="T23" fmla="*/ 41 h 44"/>
                  <a:gd name="T24" fmla="*/ 66 w 84"/>
                  <a:gd name="T25" fmla="*/ 4 h 44"/>
                  <a:gd name="T26" fmla="*/ 7 w 84"/>
                  <a:gd name="T27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44">
                    <a:moveTo>
                      <a:pt x="83" y="44"/>
                    </a:moveTo>
                    <a:cubicBezTo>
                      <a:pt x="2" y="44"/>
                      <a:pt x="2" y="44"/>
                      <a:pt x="2" y="44"/>
                    </a:cubicBezTo>
                    <a:cubicBezTo>
                      <a:pt x="1" y="44"/>
                      <a:pt x="0" y="43"/>
                      <a:pt x="0" y="43"/>
                    </a:cubicBezTo>
                    <a:cubicBezTo>
                      <a:pt x="0" y="42"/>
                      <a:pt x="0" y="41"/>
                      <a:pt x="1" y="41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7" y="0"/>
                      <a:pt x="67" y="0"/>
                      <a:pt x="68" y="0"/>
                    </a:cubicBezTo>
                    <a:cubicBezTo>
                      <a:pt x="68" y="0"/>
                      <a:pt x="68" y="1"/>
                      <a:pt x="69" y="1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84" y="42"/>
                      <a:pt x="84" y="43"/>
                      <a:pt x="84" y="43"/>
                    </a:cubicBezTo>
                    <a:cubicBezTo>
                      <a:pt x="84" y="44"/>
                      <a:pt x="83" y="44"/>
                      <a:pt x="83" y="44"/>
                    </a:cubicBezTo>
                    <a:close/>
                    <a:moveTo>
                      <a:pt x="7" y="41"/>
                    </a:moveTo>
                    <a:cubicBezTo>
                      <a:pt x="80" y="41"/>
                      <a:pt x="80" y="41"/>
                      <a:pt x="80" y="41"/>
                    </a:cubicBezTo>
                    <a:cubicBezTo>
                      <a:pt x="66" y="4"/>
                      <a:pt x="66" y="4"/>
                      <a:pt x="66" y="4"/>
                    </a:cubicBezTo>
                    <a:lnTo>
                      <a:pt x="7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6" name="Freeform 928"/>
              <p:cNvSpPr>
                <a:spLocks noEditPoints="1"/>
              </p:cNvSpPr>
              <p:nvPr userDrawn="1"/>
            </p:nvSpPr>
            <p:spPr bwMode="auto">
              <a:xfrm>
                <a:off x="2830" y="911"/>
                <a:ext cx="68" cy="69"/>
              </a:xfrm>
              <a:custGeom>
                <a:avLst/>
                <a:gdLst>
                  <a:gd name="T0" fmla="*/ 21 w 55"/>
                  <a:gd name="T1" fmla="*/ 56 h 56"/>
                  <a:gd name="T2" fmla="*/ 21 w 55"/>
                  <a:gd name="T3" fmla="*/ 56 h 56"/>
                  <a:gd name="T4" fmla="*/ 20 w 55"/>
                  <a:gd name="T5" fmla="*/ 55 h 56"/>
                  <a:gd name="T6" fmla="*/ 0 w 55"/>
                  <a:gd name="T7" fmla="*/ 2 h 56"/>
                  <a:gd name="T8" fmla="*/ 0 w 55"/>
                  <a:gd name="T9" fmla="*/ 1 h 56"/>
                  <a:gd name="T10" fmla="*/ 2 w 55"/>
                  <a:gd name="T11" fmla="*/ 0 h 56"/>
                  <a:gd name="T12" fmla="*/ 54 w 55"/>
                  <a:gd name="T13" fmla="*/ 15 h 56"/>
                  <a:gd name="T14" fmla="*/ 55 w 55"/>
                  <a:gd name="T15" fmla="*/ 16 h 56"/>
                  <a:gd name="T16" fmla="*/ 55 w 55"/>
                  <a:gd name="T17" fmla="*/ 18 h 56"/>
                  <a:gd name="T18" fmla="*/ 23 w 55"/>
                  <a:gd name="T19" fmla="*/ 56 h 56"/>
                  <a:gd name="T20" fmla="*/ 21 w 55"/>
                  <a:gd name="T21" fmla="*/ 56 h 56"/>
                  <a:gd name="T22" fmla="*/ 4 w 55"/>
                  <a:gd name="T23" fmla="*/ 4 h 56"/>
                  <a:gd name="T24" fmla="*/ 22 w 55"/>
                  <a:gd name="T25" fmla="*/ 51 h 56"/>
                  <a:gd name="T26" fmla="*/ 50 w 55"/>
                  <a:gd name="T27" fmla="*/ 18 h 56"/>
                  <a:gd name="T28" fmla="*/ 4 w 55"/>
                  <a:gd name="T29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5" h="56">
                    <a:moveTo>
                      <a:pt x="21" y="56"/>
                    </a:moveTo>
                    <a:cubicBezTo>
                      <a:pt x="21" y="56"/>
                      <a:pt x="21" y="56"/>
                      <a:pt x="21" y="56"/>
                    </a:cubicBezTo>
                    <a:cubicBezTo>
                      <a:pt x="21" y="56"/>
                      <a:pt x="20" y="56"/>
                      <a:pt x="20" y="5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4" y="15"/>
                      <a:pt x="55" y="16"/>
                      <a:pt x="55" y="16"/>
                    </a:cubicBezTo>
                    <a:cubicBezTo>
                      <a:pt x="55" y="17"/>
                      <a:pt x="55" y="17"/>
                      <a:pt x="55" y="18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6"/>
                      <a:pt x="22" y="56"/>
                      <a:pt x="21" y="56"/>
                    </a:cubicBezTo>
                    <a:close/>
                    <a:moveTo>
                      <a:pt x="4" y="4"/>
                    </a:moveTo>
                    <a:cubicBezTo>
                      <a:pt x="22" y="51"/>
                      <a:pt x="22" y="51"/>
                      <a:pt x="22" y="51"/>
                    </a:cubicBezTo>
                    <a:cubicBezTo>
                      <a:pt x="50" y="18"/>
                      <a:pt x="50" y="18"/>
                      <a:pt x="50" y="18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7" name="Freeform 929"/>
              <p:cNvSpPr>
                <a:spLocks noEditPoints="1"/>
              </p:cNvSpPr>
              <p:nvPr userDrawn="1"/>
            </p:nvSpPr>
            <p:spPr bwMode="auto">
              <a:xfrm>
                <a:off x="2942" y="916"/>
                <a:ext cx="80" cy="44"/>
              </a:xfrm>
              <a:custGeom>
                <a:avLst/>
                <a:gdLst>
                  <a:gd name="T0" fmla="*/ 1 w 65"/>
                  <a:gd name="T1" fmla="*/ 36 h 36"/>
                  <a:gd name="T2" fmla="*/ 0 w 65"/>
                  <a:gd name="T3" fmla="*/ 35 h 36"/>
                  <a:gd name="T4" fmla="*/ 0 w 65"/>
                  <a:gd name="T5" fmla="*/ 33 h 36"/>
                  <a:gd name="T6" fmla="*/ 21 w 65"/>
                  <a:gd name="T7" fmla="*/ 1 h 36"/>
                  <a:gd name="T8" fmla="*/ 23 w 65"/>
                  <a:gd name="T9" fmla="*/ 1 h 36"/>
                  <a:gd name="T10" fmla="*/ 64 w 65"/>
                  <a:gd name="T11" fmla="*/ 22 h 36"/>
                  <a:gd name="T12" fmla="*/ 65 w 65"/>
                  <a:gd name="T13" fmla="*/ 24 h 36"/>
                  <a:gd name="T14" fmla="*/ 63 w 65"/>
                  <a:gd name="T15" fmla="*/ 25 h 36"/>
                  <a:gd name="T16" fmla="*/ 2 w 65"/>
                  <a:gd name="T17" fmla="*/ 36 h 36"/>
                  <a:gd name="T18" fmla="*/ 1 w 65"/>
                  <a:gd name="T19" fmla="*/ 36 h 36"/>
                  <a:gd name="T20" fmla="*/ 23 w 65"/>
                  <a:gd name="T21" fmla="*/ 4 h 36"/>
                  <a:gd name="T22" fmla="*/ 5 w 65"/>
                  <a:gd name="T23" fmla="*/ 32 h 36"/>
                  <a:gd name="T24" fmla="*/ 58 w 65"/>
                  <a:gd name="T25" fmla="*/ 23 h 36"/>
                  <a:gd name="T26" fmla="*/ 23 w 65"/>
                  <a:gd name="T27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36">
                    <a:moveTo>
                      <a:pt x="1" y="36"/>
                    </a:moveTo>
                    <a:cubicBezTo>
                      <a:pt x="1" y="36"/>
                      <a:pt x="0" y="36"/>
                      <a:pt x="0" y="35"/>
                    </a:cubicBezTo>
                    <a:cubicBezTo>
                      <a:pt x="0" y="35"/>
                      <a:pt x="0" y="34"/>
                      <a:pt x="0" y="33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0"/>
                      <a:pt x="22" y="0"/>
                      <a:pt x="23" y="1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22"/>
                      <a:pt x="65" y="23"/>
                      <a:pt x="65" y="24"/>
                    </a:cubicBezTo>
                    <a:cubicBezTo>
                      <a:pt x="65" y="24"/>
                      <a:pt x="64" y="25"/>
                      <a:pt x="63" y="25"/>
                    </a:cubicBezTo>
                    <a:cubicBezTo>
                      <a:pt x="2" y="36"/>
                      <a:pt x="2" y="36"/>
                      <a:pt x="2" y="36"/>
                    </a:cubicBezTo>
                    <a:lnTo>
                      <a:pt x="1" y="36"/>
                    </a:lnTo>
                    <a:close/>
                    <a:moveTo>
                      <a:pt x="23" y="4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58" y="23"/>
                      <a:pt x="58" y="23"/>
                      <a:pt x="58" y="23"/>
                    </a:cubicBezTo>
                    <a:lnTo>
                      <a:pt x="2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8" name="Freeform 930"/>
              <p:cNvSpPr>
                <a:spLocks noEditPoints="1"/>
              </p:cNvSpPr>
              <p:nvPr userDrawn="1"/>
            </p:nvSpPr>
            <p:spPr bwMode="auto">
              <a:xfrm>
                <a:off x="3156" y="1015"/>
                <a:ext cx="105" cy="121"/>
              </a:xfrm>
              <a:custGeom>
                <a:avLst/>
                <a:gdLst>
                  <a:gd name="T0" fmla="*/ 42 w 85"/>
                  <a:gd name="T1" fmla="*/ 98 h 98"/>
                  <a:gd name="T2" fmla="*/ 41 w 85"/>
                  <a:gd name="T3" fmla="*/ 97 h 98"/>
                  <a:gd name="T4" fmla="*/ 0 w 85"/>
                  <a:gd name="T5" fmla="*/ 2 h 98"/>
                  <a:gd name="T6" fmla="*/ 1 w 85"/>
                  <a:gd name="T7" fmla="*/ 0 h 98"/>
                  <a:gd name="T8" fmla="*/ 3 w 85"/>
                  <a:gd name="T9" fmla="*/ 1 h 98"/>
                  <a:gd name="T10" fmla="*/ 84 w 85"/>
                  <a:gd name="T11" fmla="*/ 86 h 98"/>
                  <a:gd name="T12" fmla="*/ 85 w 85"/>
                  <a:gd name="T13" fmla="*/ 87 h 98"/>
                  <a:gd name="T14" fmla="*/ 83 w 85"/>
                  <a:gd name="T15" fmla="*/ 89 h 98"/>
                  <a:gd name="T16" fmla="*/ 43 w 85"/>
                  <a:gd name="T17" fmla="*/ 98 h 98"/>
                  <a:gd name="T18" fmla="*/ 42 w 85"/>
                  <a:gd name="T19" fmla="*/ 98 h 98"/>
                  <a:gd name="T20" fmla="*/ 7 w 85"/>
                  <a:gd name="T21" fmla="*/ 10 h 98"/>
                  <a:gd name="T22" fmla="*/ 43 w 85"/>
                  <a:gd name="T23" fmla="*/ 94 h 98"/>
                  <a:gd name="T24" fmla="*/ 80 w 85"/>
                  <a:gd name="T25" fmla="*/ 86 h 98"/>
                  <a:gd name="T26" fmla="*/ 7 w 85"/>
                  <a:gd name="T27" fmla="*/ 1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98">
                    <a:moveTo>
                      <a:pt x="42" y="98"/>
                    </a:moveTo>
                    <a:cubicBezTo>
                      <a:pt x="42" y="98"/>
                      <a:pt x="41" y="97"/>
                      <a:pt x="41" y="97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84" y="86"/>
                      <a:pt x="84" y="86"/>
                      <a:pt x="84" y="86"/>
                    </a:cubicBezTo>
                    <a:cubicBezTo>
                      <a:pt x="85" y="86"/>
                      <a:pt x="85" y="87"/>
                      <a:pt x="85" y="87"/>
                    </a:cubicBezTo>
                    <a:cubicBezTo>
                      <a:pt x="84" y="88"/>
                      <a:pt x="84" y="88"/>
                      <a:pt x="83" y="89"/>
                    </a:cubicBezTo>
                    <a:cubicBezTo>
                      <a:pt x="43" y="98"/>
                      <a:pt x="43" y="98"/>
                      <a:pt x="43" y="98"/>
                    </a:cubicBezTo>
                    <a:lnTo>
                      <a:pt x="42" y="98"/>
                    </a:lnTo>
                    <a:close/>
                    <a:moveTo>
                      <a:pt x="7" y="10"/>
                    </a:moveTo>
                    <a:cubicBezTo>
                      <a:pt x="43" y="94"/>
                      <a:pt x="43" y="94"/>
                      <a:pt x="43" y="94"/>
                    </a:cubicBezTo>
                    <a:cubicBezTo>
                      <a:pt x="80" y="86"/>
                      <a:pt x="80" y="86"/>
                      <a:pt x="80" y="86"/>
                    </a:cubicBezTo>
                    <a:lnTo>
                      <a:pt x="7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9" name="Freeform 931"/>
              <p:cNvSpPr>
                <a:spLocks noEditPoints="1"/>
              </p:cNvSpPr>
              <p:nvPr userDrawn="1"/>
            </p:nvSpPr>
            <p:spPr bwMode="auto">
              <a:xfrm>
                <a:off x="3205" y="1120"/>
                <a:ext cx="56" cy="129"/>
              </a:xfrm>
              <a:custGeom>
                <a:avLst/>
                <a:gdLst>
                  <a:gd name="T0" fmla="*/ 19 w 45"/>
                  <a:gd name="T1" fmla="*/ 104 h 104"/>
                  <a:gd name="T2" fmla="*/ 19 w 45"/>
                  <a:gd name="T3" fmla="*/ 104 h 104"/>
                  <a:gd name="T4" fmla="*/ 17 w 45"/>
                  <a:gd name="T5" fmla="*/ 102 h 104"/>
                  <a:gd name="T6" fmla="*/ 1 w 45"/>
                  <a:gd name="T7" fmla="*/ 11 h 104"/>
                  <a:gd name="T8" fmla="*/ 2 w 45"/>
                  <a:gd name="T9" fmla="*/ 9 h 104"/>
                  <a:gd name="T10" fmla="*/ 43 w 45"/>
                  <a:gd name="T11" fmla="*/ 0 h 104"/>
                  <a:gd name="T12" fmla="*/ 44 w 45"/>
                  <a:gd name="T13" fmla="*/ 1 h 104"/>
                  <a:gd name="T14" fmla="*/ 45 w 45"/>
                  <a:gd name="T15" fmla="*/ 2 h 104"/>
                  <a:gd name="T16" fmla="*/ 21 w 45"/>
                  <a:gd name="T17" fmla="*/ 102 h 104"/>
                  <a:gd name="T18" fmla="*/ 19 w 45"/>
                  <a:gd name="T19" fmla="*/ 104 h 104"/>
                  <a:gd name="T20" fmla="*/ 4 w 45"/>
                  <a:gd name="T21" fmla="*/ 12 h 104"/>
                  <a:gd name="T22" fmla="*/ 19 w 45"/>
                  <a:gd name="T23" fmla="*/ 94 h 104"/>
                  <a:gd name="T24" fmla="*/ 41 w 45"/>
                  <a:gd name="T25" fmla="*/ 4 h 104"/>
                  <a:gd name="T26" fmla="*/ 4 w 45"/>
                  <a:gd name="T27" fmla="*/ 1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5" h="104">
                    <a:moveTo>
                      <a:pt x="19" y="104"/>
                    </a:moveTo>
                    <a:cubicBezTo>
                      <a:pt x="19" y="104"/>
                      <a:pt x="19" y="104"/>
                      <a:pt x="19" y="104"/>
                    </a:cubicBezTo>
                    <a:cubicBezTo>
                      <a:pt x="18" y="104"/>
                      <a:pt x="17" y="103"/>
                      <a:pt x="17" y="10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0" y="10"/>
                      <a:pt x="1" y="10"/>
                      <a:pt x="2" y="9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0"/>
                      <a:pt x="44" y="0"/>
                      <a:pt x="44" y="1"/>
                    </a:cubicBezTo>
                    <a:cubicBezTo>
                      <a:pt x="45" y="1"/>
                      <a:pt x="45" y="2"/>
                      <a:pt x="45" y="2"/>
                    </a:cubicBezTo>
                    <a:cubicBezTo>
                      <a:pt x="21" y="102"/>
                      <a:pt x="21" y="102"/>
                      <a:pt x="21" y="102"/>
                    </a:cubicBezTo>
                    <a:cubicBezTo>
                      <a:pt x="20" y="103"/>
                      <a:pt x="20" y="104"/>
                      <a:pt x="19" y="104"/>
                    </a:cubicBezTo>
                    <a:close/>
                    <a:moveTo>
                      <a:pt x="4" y="12"/>
                    </a:moveTo>
                    <a:cubicBezTo>
                      <a:pt x="19" y="94"/>
                      <a:pt x="19" y="94"/>
                      <a:pt x="19" y="94"/>
                    </a:cubicBezTo>
                    <a:cubicBezTo>
                      <a:pt x="41" y="4"/>
                      <a:pt x="41" y="4"/>
                      <a:pt x="41" y="4"/>
                    </a:cubicBezTo>
                    <a:lnTo>
                      <a:pt x="4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0" name="Freeform 932"/>
              <p:cNvSpPr>
                <a:spLocks noEditPoints="1"/>
              </p:cNvSpPr>
              <p:nvPr userDrawn="1"/>
            </p:nvSpPr>
            <p:spPr bwMode="auto">
              <a:xfrm>
                <a:off x="3017" y="943"/>
                <a:ext cx="143" cy="77"/>
              </a:xfrm>
              <a:custGeom>
                <a:avLst/>
                <a:gdLst>
                  <a:gd name="T0" fmla="*/ 114 w 115"/>
                  <a:gd name="T1" fmla="*/ 62 h 62"/>
                  <a:gd name="T2" fmla="*/ 113 w 115"/>
                  <a:gd name="T3" fmla="*/ 61 h 62"/>
                  <a:gd name="T4" fmla="*/ 1 w 115"/>
                  <a:gd name="T5" fmla="*/ 3 h 62"/>
                  <a:gd name="T6" fmla="*/ 0 w 115"/>
                  <a:gd name="T7" fmla="*/ 1 h 62"/>
                  <a:gd name="T8" fmla="*/ 2 w 115"/>
                  <a:gd name="T9" fmla="*/ 0 h 62"/>
                  <a:gd name="T10" fmla="*/ 114 w 115"/>
                  <a:gd name="T11" fmla="*/ 26 h 62"/>
                  <a:gd name="T12" fmla="*/ 115 w 115"/>
                  <a:gd name="T13" fmla="*/ 28 h 62"/>
                  <a:gd name="T14" fmla="*/ 115 w 115"/>
                  <a:gd name="T15" fmla="*/ 60 h 62"/>
                  <a:gd name="T16" fmla="*/ 114 w 115"/>
                  <a:gd name="T17" fmla="*/ 61 h 62"/>
                  <a:gd name="T18" fmla="*/ 114 w 115"/>
                  <a:gd name="T19" fmla="*/ 62 h 62"/>
                  <a:gd name="T20" fmla="*/ 15 w 115"/>
                  <a:gd name="T21" fmla="*/ 6 h 62"/>
                  <a:gd name="T22" fmla="*/ 112 w 115"/>
                  <a:gd name="T23" fmla="*/ 57 h 62"/>
                  <a:gd name="T24" fmla="*/ 112 w 115"/>
                  <a:gd name="T25" fmla="*/ 29 h 62"/>
                  <a:gd name="T26" fmla="*/ 15 w 115"/>
                  <a:gd name="T27" fmla="*/ 6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62">
                    <a:moveTo>
                      <a:pt x="114" y="62"/>
                    </a:moveTo>
                    <a:cubicBezTo>
                      <a:pt x="113" y="61"/>
                      <a:pt x="113" y="61"/>
                      <a:pt x="113" y="6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14" y="26"/>
                      <a:pt x="114" y="26"/>
                      <a:pt x="114" y="26"/>
                    </a:cubicBezTo>
                    <a:cubicBezTo>
                      <a:pt x="115" y="26"/>
                      <a:pt x="115" y="27"/>
                      <a:pt x="115" y="28"/>
                    </a:cubicBezTo>
                    <a:cubicBezTo>
                      <a:pt x="115" y="60"/>
                      <a:pt x="115" y="60"/>
                      <a:pt x="115" y="60"/>
                    </a:cubicBezTo>
                    <a:cubicBezTo>
                      <a:pt x="115" y="60"/>
                      <a:pt x="115" y="61"/>
                      <a:pt x="114" y="61"/>
                    </a:cubicBezTo>
                    <a:lnTo>
                      <a:pt x="114" y="62"/>
                    </a:lnTo>
                    <a:close/>
                    <a:moveTo>
                      <a:pt x="15" y="6"/>
                    </a:moveTo>
                    <a:cubicBezTo>
                      <a:pt x="112" y="57"/>
                      <a:pt x="112" y="57"/>
                      <a:pt x="112" y="57"/>
                    </a:cubicBezTo>
                    <a:cubicBezTo>
                      <a:pt x="112" y="29"/>
                      <a:pt x="112" y="29"/>
                      <a:pt x="112" y="29"/>
                    </a:cubicBezTo>
                    <a:lnTo>
                      <a:pt x="15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1" name="Freeform 933"/>
              <p:cNvSpPr>
                <a:spLocks noEditPoints="1"/>
              </p:cNvSpPr>
              <p:nvPr userDrawn="1"/>
            </p:nvSpPr>
            <p:spPr bwMode="auto">
              <a:xfrm>
                <a:off x="3219" y="1244"/>
                <a:ext cx="35" cy="111"/>
              </a:xfrm>
              <a:custGeom>
                <a:avLst/>
                <a:gdLst>
                  <a:gd name="T0" fmla="*/ 26 w 28"/>
                  <a:gd name="T1" fmla="*/ 90 h 90"/>
                  <a:gd name="T2" fmla="*/ 26 w 28"/>
                  <a:gd name="T3" fmla="*/ 90 h 90"/>
                  <a:gd name="T4" fmla="*/ 1 w 28"/>
                  <a:gd name="T5" fmla="*/ 74 h 90"/>
                  <a:gd name="T6" fmla="*/ 0 w 28"/>
                  <a:gd name="T7" fmla="*/ 73 h 90"/>
                  <a:gd name="T8" fmla="*/ 6 w 28"/>
                  <a:gd name="T9" fmla="*/ 2 h 90"/>
                  <a:gd name="T10" fmla="*/ 8 w 28"/>
                  <a:gd name="T11" fmla="*/ 0 h 90"/>
                  <a:gd name="T12" fmla="*/ 10 w 28"/>
                  <a:gd name="T13" fmla="*/ 2 h 90"/>
                  <a:gd name="T14" fmla="*/ 28 w 28"/>
                  <a:gd name="T15" fmla="*/ 88 h 90"/>
                  <a:gd name="T16" fmla="*/ 27 w 28"/>
                  <a:gd name="T17" fmla="*/ 90 h 90"/>
                  <a:gd name="T18" fmla="*/ 26 w 28"/>
                  <a:gd name="T19" fmla="*/ 90 h 90"/>
                  <a:gd name="T20" fmla="*/ 4 w 28"/>
                  <a:gd name="T21" fmla="*/ 72 h 90"/>
                  <a:gd name="T22" fmla="*/ 24 w 28"/>
                  <a:gd name="T23" fmla="*/ 85 h 90"/>
                  <a:gd name="T24" fmla="*/ 9 w 28"/>
                  <a:gd name="T25" fmla="*/ 13 h 90"/>
                  <a:gd name="T26" fmla="*/ 4 w 28"/>
                  <a:gd name="T27" fmla="*/ 7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90">
                    <a:moveTo>
                      <a:pt x="26" y="90"/>
                    </a:moveTo>
                    <a:cubicBezTo>
                      <a:pt x="26" y="90"/>
                      <a:pt x="26" y="90"/>
                      <a:pt x="26" y="90"/>
                    </a:cubicBezTo>
                    <a:cubicBezTo>
                      <a:pt x="1" y="74"/>
                      <a:pt x="1" y="74"/>
                      <a:pt x="1" y="74"/>
                    </a:cubicBezTo>
                    <a:cubicBezTo>
                      <a:pt x="0" y="74"/>
                      <a:pt x="0" y="73"/>
                      <a:pt x="0" y="73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1"/>
                      <a:pt x="7" y="0"/>
                      <a:pt x="8" y="0"/>
                    </a:cubicBezTo>
                    <a:cubicBezTo>
                      <a:pt x="9" y="0"/>
                      <a:pt x="9" y="1"/>
                      <a:pt x="10" y="2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8" y="89"/>
                      <a:pt x="28" y="89"/>
                      <a:pt x="27" y="90"/>
                    </a:cubicBezTo>
                    <a:lnTo>
                      <a:pt x="26" y="90"/>
                    </a:lnTo>
                    <a:close/>
                    <a:moveTo>
                      <a:pt x="4" y="72"/>
                    </a:moveTo>
                    <a:cubicBezTo>
                      <a:pt x="24" y="85"/>
                      <a:pt x="24" y="85"/>
                      <a:pt x="24" y="85"/>
                    </a:cubicBezTo>
                    <a:cubicBezTo>
                      <a:pt x="9" y="13"/>
                      <a:pt x="9" y="13"/>
                      <a:pt x="9" y="13"/>
                    </a:cubicBezTo>
                    <a:lnTo>
                      <a:pt x="4" y="7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2" name="Freeform 934"/>
              <p:cNvSpPr>
                <a:spLocks noEditPoints="1"/>
              </p:cNvSpPr>
              <p:nvPr userDrawn="1"/>
            </p:nvSpPr>
            <p:spPr bwMode="auto">
              <a:xfrm>
                <a:off x="3187" y="1332"/>
                <a:ext cx="67" cy="64"/>
              </a:xfrm>
              <a:custGeom>
                <a:avLst/>
                <a:gdLst>
                  <a:gd name="T0" fmla="*/ 2 w 54"/>
                  <a:gd name="T1" fmla="*/ 52 h 52"/>
                  <a:gd name="T2" fmla="*/ 1 w 54"/>
                  <a:gd name="T3" fmla="*/ 51 h 52"/>
                  <a:gd name="T4" fmla="*/ 1 w 54"/>
                  <a:gd name="T5" fmla="*/ 49 h 52"/>
                  <a:gd name="T6" fmla="*/ 26 w 54"/>
                  <a:gd name="T7" fmla="*/ 1 h 52"/>
                  <a:gd name="T8" fmla="*/ 27 w 54"/>
                  <a:gd name="T9" fmla="*/ 0 h 52"/>
                  <a:gd name="T10" fmla="*/ 29 w 54"/>
                  <a:gd name="T11" fmla="*/ 0 h 52"/>
                  <a:gd name="T12" fmla="*/ 53 w 54"/>
                  <a:gd name="T13" fmla="*/ 16 h 52"/>
                  <a:gd name="T14" fmla="*/ 54 w 54"/>
                  <a:gd name="T15" fmla="*/ 17 h 52"/>
                  <a:gd name="T16" fmla="*/ 53 w 54"/>
                  <a:gd name="T17" fmla="*/ 19 h 52"/>
                  <a:gd name="T18" fmla="*/ 3 w 54"/>
                  <a:gd name="T19" fmla="*/ 52 h 52"/>
                  <a:gd name="T20" fmla="*/ 2 w 54"/>
                  <a:gd name="T21" fmla="*/ 52 h 52"/>
                  <a:gd name="T22" fmla="*/ 29 w 54"/>
                  <a:gd name="T23" fmla="*/ 4 h 52"/>
                  <a:gd name="T24" fmla="*/ 7 w 54"/>
                  <a:gd name="T25" fmla="*/ 45 h 52"/>
                  <a:gd name="T26" fmla="*/ 49 w 54"/>
                  <a:gd name="T27" fmla="*/ 18 h 52"/>
                  <a:gd name="T28" fmla="*/ 29 w 54"/>
                  <a:gd name="T29" fmla="*/ 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4" h="52">
                    <a:moveTo>
                      <a:pt x="2" y="52"/>
                    </a:moveTo>
                    <a:cubicBezTo>
                      <a:pt x="2" y="52"/>
                      <a:pt x="1" y="52"/>
                      <a:pt x="1" y="51"/>
                    </a:cubicBezTo>
                    <a:cubicBezTo>
                      <a:pt x="1" y="51"/>
                      <a:pt x="0" y="50"/>
                      <a:pt x="1" y="49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7" y="1"/>
                      <a:pt x="27" y="0"/>
                      <a:pt x="27" y="0"/>
                    </a:cubicBezTo>
                    <a:cubicBezTo>
                      <a:pt x="28" y="0"/>
                      <a:pt x="28" y="0"/>
                      <a:pt x="29" y="0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4" y="16"/>
                      <a:pt x="54" y="17"/>
                      <a:pt x="54" y="17"/>
                    </a:cubicBezTo>
                    <a:cubicBezTo>
                      <a:pt x="54" y="18"/>
                      <a:pt x="54" y="19"/>
                      <a:pt x="53" y="19"/>
                    </a:cubicBezTo>
                    <a:cubicBezTo>
                      <a:pt x="3" y="52"/>
                      <a:pt x="3" y="52"/>
                      <a:pt x="3" y="52"/>
                    </a:cubicBezTo>
                    <a:lnTo>
                      <a:pt x="2" y="52"/>
                    </a:lnTo>
                    <a:close/>
                    <a:moveTo>
                      <a:pt x="29" y="4"/>
                    </a:moveTo>
                    <a:cubicBezTo>
                      <a:pt x="7" y="45"/>
                      <a:pt x="7" y="45"/>
                      <a:pt x="7" y="45"/>
                    </a:cubicBezTo>
                    <a:cubicBezTo>
                      <a:pt x="49" y="18"/>
                      <a:pt x="49" y="18"/>
                      <a:pt x="49" y="18"/>
                    </a:cubicBezTo>
                    <a:lnTo>
                      <a:pt x="29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3" name="Freeform 935"/>
              <p:cNvSpPr>
                <a:spLocks noEditPoints="1"/>
              </p:cNvSpPr>
              <p:nvPr userDrawn="1"/>
            </p:nvSpPr>
            <p:spPr bwMode="auto">
              <a:xfrm>
                <a:off x="3168" y="1131"/>
                <a:ext cx="63" cy="118"/>
              </a:xfrm>
              <a:custGeom>
                <a:avLst/>
                <a:gdLst>
                  <a:gd name="T0" fmla="*/ 49 w 51"/>
                  <a:gd name="T1" fmla="*/ 95 h 95"/>
                  <a:gd name="T2" fmla="*/ 48 w 51"/>
                  <a:gd name="T3" fmla="*/ 95 h 95"/>
                  <a:gd name="T4" fmla="*/ 1 w 51"/>
                  <a:gd name="T5" fmla="*/ 81 h 95"/>
                  <a:gd name="T6" fmla="*/ 0 w 51"/>
                  <a:gd name="T7" fmla="*/ 80 h 95"/>
                  <a:gd name="T8" fmla="*/ 0 w 51"/>
                  <a:gd name="T9" fmla="*/ 79 h 95"/>
                  <a:gd name="T10" fmla="*/ 31 w 51"/>
                  <a:gd name="T11" fmla="*/ 1 h 95"/>
                  <a:gd name="T12" fmla="*/ 32 w 51"/>
                  <a:gd name="T13" fmla="*/ 0 h 95"/>
                  <a:gd name="T14" fmla="*/ 34 w 51"/>
                  <a:gd name="T15" fmla="*/ 2 h 95"/>
                  <a:gd name="T16" fmla="*/ 51 w 51"/>
                  <a:gd name="T17" fmla="*/ 93 h 95"/>
                  <a:gd name="T18" fmla="*/ 50 w 51"/>
                  <a:gd name="T19" fmla="*/ 94 h 95"/>
                  <a:gd name="T20" fmla="*/ 49 w 51"/>
                  <a:gd name="T21" fmla="*/ 95 h 95"/>
                  <a:gd name="T22" fmla="*/ 4 w 51"/>
                  <a:gd name="T23" fmla="*/ 78 h 95"/>
                  <a:gd name="T24" fmla="*/ 47 w 51"/>
                  <a:gd name="T25" fmla="*/ 91 h 95"/>
                  <a:gd name="T26" fmla="*/ 32 w 51"/>
                  <a:gd name="T27" fmla="*/ 8 h 95"/>
                  <a:gd name="T28" fmla="*/ 4 w 51"/>
                  <a:gd name="T29" fmla="*/ 78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1" h="95">
                    <a:moveTo>
                      <a:pt x="49" y="95"/>
                    </a:moveTo>
                    <a:cubicBezTo>
                      <a:pt x="48" y="95"/>
                      <a:pt x="48" y="95"/>
                      <a:pt x="48" y="95"/>
                    </a:cubicBezTo>
                    <a:cubicBezTo>
                      <a:pt x="1" y="81"/>
                      <a:pt x="1" y="81"/>
                      <a:pt x="1" y="81"/>
                    </a:cubicBezTo>
                    <a:cubicBezTo>
                      <a:pt x="1" y="81"/>
                      <a:pt x="0" y="81"/>
                      <a:pt x="0" y="80"/>
                    </a:cubicBezTo>
                    <a:cubicBezTo>
                      <a:pt x="0" y="80"/>
                      <a:pt x="0" y="79"/>
                      <a:pt x="0" y="79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1"/>
                      <a:pt x="32" y="0"/>
                      <a:pt x="32" y="0"/>
                    </a:cubicBezTo>
                    <a:cubicBezTo>
                      <a:pt x="33" y="0"/>
                      <a:pt x="34" y="1"/>
                      <a:pt x="34" y="2"/>
                    </a:cubicBezTo>
                    <a:cubicBezTo>
                      <a:pt x="51" y="93"/>
                      <a:pt x="51" y="93"/>
                      <a:pt x="51" y="93"/>
                    </a:cubicBezTo>
                    <a:cubicBezTo>
                      <a:pt x="51" y="93"/>
                      <a:pt x="50" y="94"/>
                      <a:pt x="50" y="94"/>
                    </a:cubicBezTo>
                    <a:cubicBezTo>
                      <a:pt x="50" y="94"/>
                      <a:pt x="49" y="95"/>
                      <a:pt x="49" y="95"/>
                    </a:cubicBezTo>
                    <a:close/>
                    <a:moveTo>
                      <a:pt x="4" y="78"/>
                    </a:moveTo>
                    <a:cubicBezTo>
                      <a:pt x="47" y="91"/>
                      <a:pt x="47" y="91"/>
                      <a:pt x="47" y="91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4" y="7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4" name="Freeform 936"/>
              <p:cNvSpPr>
                <a:spLocks noEditPoints="1"/>
              </p:cNvSpPr>
              <p:nvPr userDrawn="1"/>
            </p:nvSpPr>
            <p:spPr bwMode="auto">
              <a:xfrm>
                <a:off x="3130" y="1228"/>
                <a:ext cx="94" cy="118"/>
              </a:xfrm>
              <a:custGeom>
                <a:avLst/>
                <a:gdLst>
                  <a:gd name="T0" fmla="*/ 2 w 76"/>
                  <a:gd name="T1" fmla="*/ 96 h 96"/>
                  <a:gd name="T2" fmla="*/ 1 w 76"/>
                  <a:gd name="T3" fmla="*/ 96 h 96"/>
                  <a:gd name="T4" fmla="*/ 1 w 76"/>
                  <a:gd name="T5" fmla="*/ 94 h 96"/>
                  <a:gd name="T6" fmla="*/ 31 w 76"/>
                  <a:gd name="T7" fmla="*/ 1 h 96"/>
                  <a:gd name="T8" fmla="*/ 33 w 76"/>
                  <a:gd name="T9" fmla="*/ 0 h 96"/>
                  <a:gd name="T10" fmla="*/ 34 w 76"/>
                  <a:gd name="T11" fmla="*/ 1 h 96"/>
                  <a:gd name="T12" fmla="*/ 75 w 76"/>
                  <a:gd name="T13" fmla="*/ 85 h 96"/>
                  <a:gd name="T14" fmla="*/ 75 w 76"/>
                  <a:gd name="T15" fmla="*/ 87 h 96"/>
                  <a:gd name="T16" fmla="*/ 74 w 76"/>
                  <a:gd name="T17" fmla="*/ 87 h 96"/>
                  <a:gd name="T18" fmla="*/ 2 w 76"/>
                  <a:gd name="T19" fmla="*/ 96 h 96"/>
                  <a:gd name="T20" fmla="*/ 33 w 76"/>
                  <a:gd name="T21" fmla="*/ 6 h 96"/>
                  <a:gd name="T22" fmla="*/ 5 w 76"/>
                  <a:gd name="T23" fmla="*/ 93 h 96"/>
                  <a:gd name="T24" fmla="*/ 71 w 76"/>
                  <a:gd name="T25" fmla="*/ 84 h 96"/>
                  <a:gd name="T26" fmla="*/ 33 w 76"/>
                  <a:gd name="T27" fmla="*/ 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96">
                    <a:moveTo>
                      <a:pt x="2" y="96"/>
                    </a:moveTo>
                    <a:cubicBezTo>
                      <a:pt x="2" y="96"/>
                      <a:pt x="1" y="96"/>
                      <a:pt x="1" y="96"/>
                    </a:cubicBezTo>
                    <a:cubicBezTo>
                      <a:pt x="0" y="95"/>
                      <a:pt x="0" y="95"/>
                      <a:pt x="1" y="94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0"/>
                      <a:pt x="32" y="0"/>
                      <a:pt x="33" y="0"/>
                    </a:cubicBezTo>
                    <a:cubicBezTo>
                      <a:pt x="33" y="0"/>
                      <a:pt x="34" y="0"/>
                      <a:pt x="34" y="1"/>
                    </a:cubicBezTo>
                    <a:cubicBezTo>
                      <a:pt x="75" y="85"/>
                      <a:pt x="75" y="85"/>
                      <a:pt x="75" y="85"/>
                    </a:cubicBezTo>
                    <a:cubicBezTo>
                      <a:pt x="76" y="85"/>
                      <a:pt x="76" y="86"/>
                      <a:pt x="75" y="87"/>
                    </a:cubicBezTo>
                    <a:cubicBezTo>
                      <a:pt x="75" y="87"/>
                      <a:pt x="75" y="87"/>
                      <a:pt x="74" y="87"/>
                    </a:cubicBezTo>
                    <a:cubicBezTo>
                      <a:pt x="2" y="96"/>
                      <a:pt x="2" y="96"/>
                      <a:pt x="2" y="96"/>
                    </a:cubicBezTo>
                    <a:close/>
                    <a:moveTo>
                      <a:pt x="33" y="6"/>
                    </a:moveTo>
                    <a:cubicBezTo>
                      <a:pt x="5" y="93"/>
                      <a:pt x="5" y="93"/>
                      <a:pt x="5" y="93"/>
                    </a:cubicBezTo>
                    <a:cubicBezTo>
                      <a:pt x="71" y="84"/>
                      <a:pt x="71" y="84"/>
                      <a:pt x="71" y="84"/>
                    </a:cubicBezTo>
                    <a:lnTo>
                      <a:pt x="3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5" name="Freeform 937"/>
              <p:cNvSpPr>
                <a:spLocks noEditPoints="1"/>
              </p:cNvSpPr>
              <p:nvPr userDrawn="1"/>
            </p:nvSpPr>
            <p:spPr bwMode="auto">
              <a:xfrm>
                <a:off x="3099" y="1015"/>
                <a:ext cx="109" cy="127"/>
              </a:xfrm>
              <a:custGeom>
                <a:avLst/>
                <a:gdLst>
                  <a:gd name="T0" fmla="*/ 86 w 88"/>
                  <a:gd name="T1" fmla="*/ 103 h 103"/>
                  <a:gd name="T2" fmla="*/ 85 w 88"/>
                  <a:gd name="T3" fmla="*/ 102 h 103"/>
                  <a:gd name="T4" fmla="*/ 1 w 88"/>
                  <a:gd name="T5" fmla="*/ 36 h 103"/>
                  <a:gd name="T6" fmla="*/ 0 w 88"/>
                  <a:gd name="T7" fmla="*/ 34 h 103"/>
                  <a:gd name="T8" fmla="*/ 1 w 88"/>
                  <a:gd name="T9" fmla="*/ 33 h 103"/>
                  <a:gd name="T10" fmla="*/ 47 w 88"/>
                  <a:gd name="T11" fmla="*/ 0 h 103"/>
                  <a:gd name="T12" fmla="*/ 48 w 88"/>
                  <a:gd name="T13" fmla="*/ 0 h 103"/>
                  <a:gd name="T14" fmla="*/ 49 w 88"/>
                  <a:gd name="T15" fmla="*/ 1 h 103"/>
                  <a:gd name="T16" fmla="*/ 88 w 88"/>
                  <a:gd name="T17" fmla="*/ 101 h 103"/>
                  <a:gd name="T18" fmla="*/ 87 w 88"/>
                  <a:gd name="T19" fmla="*/ 103 h 103"/>
                  <a:gd name="T20" fmla="*/ 86 w 88"/>
                  <a:gd name="T21" fmla="*/ 103 h 103"/>
                  <a:gd name="T22" fmla="*/ 4 w 88"/>
                  <a:gd name="T23" fmla="*/ 34 h 103"/>
                  <a:gd name="T24" fmla="*/ 82 w 88"/>
                  <a:gd name="T25" fmla="*/ 96 h 103"/>
                  <a:gd name="T26" fmla="*/ 47 w 88"/>
                  <a:gd name="T27" fmla="*/ 4 h 103"/>
                  <a:gd name="T28" fmla="*/ 4 w 88"/>
                  <a:gd name="T29" fmla="*/ 3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8" h="103">
                    <a:moveTo>
                      <a:pt x="86" y="103"/>
                    </a:moveTo>
                    <a:cubicBezTo>
                      <a:pt x="86" y="103"/>
                      <a:pt x="86" y="103"/>
                      <a:pt x="85" y="102"/>
                    </a:cubicBezTo>
                    <a:cubicBezTo>
                      <a:pt x="1" y="36"/>
                      <a:pt x="1" y="36"/>
                      <a:pt x="1" y="36"/>
                    </a:cubicBezTo>
                    <a:cubicBezTo>
                      <a:pt x="0" y="35"/>
                      <a:pt x="0" y="35"/>
                      <a:pt x="0" y="34"/>
                    </a:cubicBezTo>
                    <a:cubicBezTo>
                      <a:pt x="0" y="34"/>
                      <a:pt x="0" y="33"/>
                      <a:pt x="1" y="33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8" y="0"/>
                      <a:pt x="48" y="0"/>
                    </a:cubicBezTo>
                    <a:cubicBezTo>
                      <a:pt x="49" y="0"/>
                      <a:pt x="49" y="1"/>
                      <a:pt x="49" y="1"/>
                    </a:cubicBezTo>
                    <a:cubicBezTo>
                      <a:pt x="88" y="101"/>
                      <a:pt x="88" y="101"/>
                      <a:pt x="88" y="101"/>
                    </a:cubicBezTo>
                    <a:cubicBezTo>
                      <a:pt x="88" y="101"/>
                      <a:pt x="88" y="102"/>
                      <a:pt x="87" y="103"/>
                    </a:cubicBezTo>
                    <a:lnTo>
                      <a:pt x="86" y="103"/>
                    </a:lnTo>
                    <a:close/>
                    <a:moveTo>
                      <a:pt x="4" y="34"/>
                    </a:moveTo>
                    <a:cubicBezTo>
                      <a:pt x="82" y="96"/>
                      <a:pt x="82" y="96"/>
                      <a:pt x="82" y="96"/>
                    </a:cubicBezTo>
                    <a:cubicBezTo>
                      <a:pt x="47" y="4"/>
                      <a:pt x="47" y="4"/>
                      <a:pt x="47" y="4"/>
                    </a:cubicBezTo>
                    <a:lnTo>
                      <a:pt x="4" y="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6" name="Freeform 938"/>
              <p:cNvSpPr>
                <a:spLocks noEditPoints="1"/>
              </p:cNvSpPr>
              <p:nvPr userDrawn="1"/>
            </p:nvSpPr>
            <p:spPr bwMode="auto">
              <a:xfrm>
                <a:off x="3017" y="943"/>
                <a:ext cx="143" cy="116"/>
              </a:xfrm>
              <a:custGeom>
                <a:avLst/>
                <a:gdLst>
                  <a:gd name="T0" fmla="*/ 68 w 115"/>
                  <a:gd name="T1" fmla="*/ 94 h 94"/>
                  <a:gd name="T2" fmla="*/ 66 w 115"/>
                  <a:gd name="T3" fmla="*/ 93 h 94"/>
                  <a:gd name="T4" fmla="*/ 1 w 115"/>
                  <a:gd name="T5" fmla="*/ 2 h 94"/>
                  <a:gd name="T6" fmla="*/ 1 w 115"/>
                  <a:gd name="T7" fmla="*/ 0 h 94"/>
                  <a:gd name="T8" fmla="*/ 3 w 115"/>
                  <a:gd name="T9" fmla="*/ 0 h 94"/>
                  <a:gd name="T10" fmla="*/ 114 w 115"/>
                  <a:gd name="T11" fmla="*/ 58 h 94"/>
                  <a:gd name="T12" fmla="*/ 115 w 115"/>
                  <a:gd name="T13" fmla="*/ 60 h 94"/>
                  <a:gd name="T14" fmla="*/ 115 w 115"/>
                  <a:gd name="T15" fmla="*/ 61 h 94"/>
                  <a:gd name="T16" fmla="*/ 69 w 115"/>
                  <a:gd name="T17" fmla="*/ 94 h 94"/>
                  <a:gd name="T18" fmla="*/ 68 w 115"/>
                  <a:gd name="T19" fmla="*/ 94 h 94"/>
                  <a:gd name="T20" fmla="*/ 8 w 115"/>
                  <a:gd name="T21" fmla="*/ 6 h 94"/>
                  <a:gd name="T22" fmla="*/ 68 w 115"/>
                  <a:gd name="T23" fmla="*/ 90 h 94"/>
                  <a:gd name="T24" fmla="*/ 110 w 115"/>
                  <a:gd name="T25" fmla="*/ 60 h 94"/>
                  <a:gd name="T26" fmla="*/ 8 w 115"/>
                  <a:gd name="T27" fmla="*/ 6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94">
                    <a:moveTo>
                      <a:pt x="68" y="94"/>
                    </a:moveTo>
                    <a:cubicBezTo>
                      <a:pt x="67" y="94"/>
                      <a:pt x="67" y="94"/>
                      <a:pt x="66" y="9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14" y="58"/>
                      <a:pt x="114" y="58"/>
                      <a:pt x="114" y="58"/>
                    </a:cubicBezTo>
                    <a:cubicBezTo>
                      <a:pt x="115" y="59"/>
                      <a:pt x="115" y="59"/>
                      <a:pt x="115" y="60"/>
                    </a:cubicBezTo>
                    <a:cubicBezTo>
                      <a:pt x="115" y="60"/>
                      <a:pt x="115" y="61"/>
                      <a:pt x="115" y="61"/>
                    </a:cubicBezTo>
                    <a:cubicBezTo>
                      <a:pt x="69" y="94"/>
                      <a:pt x="69" y="94"/>
                      <a:pt x="69" y="94"/>
                    </a:cubicBezTo>
                    <a:lnTo>
                      <a:pt x="68" y="94"/>
                    </a:lnTo>
                    <a:close/>
                    <a:moveTo>
                      <a:pt x="8" y="6"/>
                    </a:moveTo>
                    <a:cubicBezTo>
                      <a:pt x="68" y="90"/>
                      <a:pt x="68" y="90"/>
                      <a:pt x="68" y="90"/>
                    </a:cubicBezTo>
                    <a:cubicBezTo>
                      <a:pt x="110" y="60"/>
                      <a:pt x="110" y="60"/>
                      <a:pt x="110" y="60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7" name="Freeform 939"/>
              <p:cNvSpPr>
                <a:spLocks noEditPoints="1"/>
              </p:cNvSpPr>
              <p:nvPr userDrawn="1"/>
            </p:nvSpPr>
            <p:spPr bwMode="auto">
              <a:xfrm>
                <a:off x="2519" y="1453"/>
                <a:ext cx="173" cy="33"/>
              </a:xfrm>
              <a:custGeom>
                <a:avLst/>
                <a:gdLst>
                  <a:gd name="T0" fmla="*/ 139 w 140"/>
                  <a:gd name="T1" fmla="*/ 27 h 27"/>
                  <a:gd name="T2" fmla="*/ 2 w 140"/>
                  <a:gd name="T3" fmla="*/ 27 h 27"/>
                  <a:gd name="T4" fmla="*/ 0 w 140"/>
                  <a:gd name="T5" fmla="*/ 26 h 27"/>
                  <a:gd name="T6" fmla="*/ 1 w 140"/>
                  <a:gd name="T7" fmla="*/ 25 h 27"/>
                  <a:gd name="T8" fmla="*/ 25 w 140"/>
                  <a:gd name="T9" fmla="*/ 0 h 27"/>
                  <a:gd name="T10" fmla="*/ 27 w 140"/>
                  <a:gd name="T11" fmla="*/ 0 h 27"/>
                  <a:gd name="T12" fmla="*/ 139 w 140"/>
                  <a:gd name="T13" fmla="*/ 24 h 27"/>
                  <a:gd name="T14" fmla="*/ 140 w 140"/>
                  <a:gd name="T15" fmla="*/ 26 h 27"/>
                  <a:gd name="T16" fmla="*/ 139 w 140"/>
                  <a:gd name="T17" fmla="*/ 27 h 27"/>
                  <a:gd name="T18" fmla="*/ 6 w 140"/>
                  <a:gd name="T19" fmla="*/ 24 h 27"/>
                  <a:gd name="T20" fmla="*/ 123 w 140"/>
                  <a:gd name="T21" fmla="*/ 24 h 27"/>
                  <a:gd name="T22" fmla="*/ 27 w 140"/>
                  <a:gd name="T23" fmla="*/ 3 h 27"/>
                  <a:gd name="T24" fmla="*/ 6 w 140"/>
                  <a:gd name="T25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0" h="27">
                    <a:moveTo>
                      <a:pt x="139" y="27"/>
                    </a:moveTo>
                    <a:cubicBezTo>
                      <a:pt x="2" y="27"/>
                      <a:pt x="2" y="27"/>
                      <a:pt x="2" y="27"/>
                    </a:cubicBezTo>
                    <a:cubicBezTo>
                      <a:pt x="1" y="27"/>
                      <a:pt x="0" y="27"/>
                      <a:pt x="0" y="26"/>
                    </a:cubicBezTo>
                    <a:cubicBezTo>
                      <a:pt x="0" y="26"/>
                      <a:pt x="0" y="25"/>
                      <a:pt x="1" y="2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6" y="0"/>
                      <a:pt x="26" y="0"/>
                      <a:pt x="27" y="0"/>
                    </a:cubicBezTo>
                    <a:cubicBezTo>
                      <a:pt x="139" y="24"/>
                      <a:pt x="139" y="24"/>
                      <a:pt x="139" y="24"/>
                    </a:cubicBezTo>
                    <a:cubicBezTo>
                      <a:pt x="140" y="24"/>
                      <a:pt x="140" y="25"/>
                      <a:pt x="140" y="26"/>
                    </a:cubicBezTo>
                    <a:cubicBezTo>
                      <a:pt x="140" y="27"/>
                      <a:pt x="140" y="27"/>
                      <a:pt x="139" y="27"/>
                    </a:cubicBezTo>
                    <a:close/>
                    <a:moveTo>
                      <a:pt x="6" y="24"/>
                    </a:moveTo>
                    <a:cubicBezTo>
                      <a:pt x="123" y="24"/>
                      <a:pt x="123" y="24"/>
                      <a:pt x="123" y="24"/>
                    </a:cubicBezTo>
                    <a:cubicBezTo>
                      <a:pt x="27" y="3"/>
                      <a:pt x="27" y="3"/>
                      <a:pt x="27" y="3"/>
                    </a:cubicBezTo>
                    <a:lnTo>
                      <a:pt x="6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8" name="Freeform 940"/>
              <p:cNvSpPr>
                <a:spLocks noEditPoints="1"/>
              </p:cNvSpPr>
              <p:nvPr userDrawn="1"/>
            </p:nvSpPr>
            <p:spPr bwMode="auto">
              <a:xfrm>
                <a:off x="2351" y="1453"/>
                <a:ext cx="202" cy="33"/>
              </a:xfrm>
              <a:custGeom>
                <a:avLst/>
                <a:gdLst>
                  <a:gd name="T0" fmla="*/ 137 w 163"/>
                  <a:gd name="T1" fmla="*/ 27 h 27"/>
                  <a:gd name="T2" fmla="*/ 2 w 163"/>
                  <a:gd name="T3" fmla="*/ 27 h 27"/>
                  <a:gd name="T4" fmla="*/ 1 w 163"/>
                  <a:gd name="T5" fmla="*/ 26 h 27"/>
                  <a:gd name="T6" fmla="*/ 2 w 163"/>
                  <a:gd name="T7" fmla="*/ 24 h 27"/>
                  <a:gd name="T8" fmla="*/ 161 w 163"/>
                  <a:gd name="T9" fmla="*/ 0 h 27"/>
                  <a:gd name="T10" fmla="*/ 163 w 163"/>
                  <a:gd name="T11" fmla="*/ 1 h 27"/>
                  <a:gd name="T12" fmla="*/ 163 w 163"/>
                  <a:gd name="T13" fmla="*/ 3 h 27"/>
                  <a:gd name="T14" fmla="*/ 138 w 163"/>
                  <a:gd name="T15" fmla="*/ 27 h 27"/>
                  <a:gd name="T16" fmla="*/ 137 w 163"/>
                  <a:gd name="T17" fmla="*/ 27 h 27"/>
                  <a:gd name="T18" fmla="*/ 25 w 163"/>
                  <a:gd name="T19" fmla="*/ 24 h 27"/>
                  <a:gd name="T20" fmla="*/ 136 w 163"/>
                  <a:gd name="T21" fmla="*/ 24 h 27"/>
                  <a:gd name="T22" fmla="*/ 157 w 163"/>
                  <a:gd name="T23" fmla="*/ 4 h 27"/>
                  <a:gd name="T24" fmla="*/ 25 w 163"/>
                  <a:gd name="T25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3" h="27">
                    <a:moveTo>
                      <a:pt x="137" y="27"/>
                    </a:moveTo>
                    <a:cubicBezTo>
                      <a:pt x="2" y="27"/>
                      <a:pt x="2" y="27"/>
                      <a:pt x="2" y="27"/>
                    </a:cubicBezTo>
                    <a:cubicBezTo>
                      <a:pt x="1" y="27"/>
                      <a:pt x="1" y="27"/>
                      <a:pt x="1" y="26"/>
                    </a:cubicBezTo>
                    <a:cubicBezTo>
                      <a:pt x="0" y="25"/>
                      <a:pt x="1" y="24"/>
                      <a:pt x="2" y="24"/>
                    </a:cubicBezTo>
                    <a:cubicBezTo>
                      <a:pt x="161" y="0"/>
                      <a:pt x="161" y="0"/>
                      <a:pt x="161" y="0"/>
                    </a:cubicBezTo>
                    <a:cubicBezTo>
                      <a:pt x="162" y="0"/>
                      <a:pt x="163" y="0"/>
                      <a:pt x="163" y="1"/>
                    </a:cubicBezTo>
                    <a:cubicBezTo>
                      <a:pt x="163" y="2"/>
                      <a:pt x="163" y="2"/>
                      <a:pt x="163" y="3"/>
                    </a:cubicBezTo>
                    <a:cubicBezTo>
                      <a:pt x="138" y="27"/>
                      <a:pt x="138" y="27"/>
                      <a:pt x="138" y="27"/>
                    </a:cubicBezTo>
                    <a:cubicBezTo>
                      <a:pt x="138" y="27"/>
                      <a:pt x="137" y="27"/>
                      <a:pt x="137" y="27"/>
                    </a:cubicBezTo>
                    <a:close/>
                    <a:moveTo>
                      <a:pt x="25" y="24"/>
                    </a:moveTo>
                    <a:cubicBezTo>
                      <a:pt x="136" y="24"/>
                      <a:pt x="136" y="24"/>
                      <a:pt x="136" y="24"/>
                    </a:cubicBezTo>
                    <a:cubicBezTo>
                      <a:pt x="157" y="4"/>
                      <a:pt x="157" y="4"/>
                      <a:pt x="157" y="4"/>
                    </a:cubicBezTo>
                    <a:lnTo>
                      <a:pt x="2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9" name="Freeform 941"/>
              <p:cNvSpPr>
                <a:spLocks noEditPoints="1"/>
              </p:cNvSpPr>
              <p:nvPr userDrawn="1"/>
            </p:nvSpPr>
            <p:spPr bwMode="auto">
              <a:xfrm>
                <a:off x="2208" y="1417"/>
                <a:ext cx="148" cy="69"/>
              </a:xfrm>
              <a:custGeom>
                <a:avLst/>
                <a:gdLst>
                  <a:gd name="T0" fmla="*/ 118 w 120"/>
                  <a:gd name="T1" fmla="*/ 56 h 56"/>
                  <a:gd name="T2" fmla="*/ 118 w 120"/>
                  <a:gd name="T3" fmla="*/ 56 h 56"/>
                  <a:gd name="T4" fmla="*/ 1 w 120"/>
                  <a:gd name="T5" fmla="*/ 55 h 56"/>
                  <a:gd name="T6" fmla="*/ 0 w 120"/>
                  <a:gd name="T7" fmla="*/ 53 h 56"/>
                  <a:gd name="T8" fmla="*/ 0 w 120"/>
                  <a:gd name="T9" fmla="*/ 2 h 56"/>
                  <a:gd name="T10" fmla="*/ 0 w 120"/>
                  <a:gd name="T11" fmla="*/ 1 h 56"/>
                  <a:gd name="T12" fmla="*/ 2 w 120"/>
                  <a:gd name="T13" fmla="*/ 1 h 56"/>
                  <a:gd name="T14" fmla="*/ 119 w 120"/>
                  <a:gd name="T15" fmla="*/ 53 h 56"/>
                  <a:gd name="T16" fmla="*/ 120 w 120"/>
                  <a:gd name="T17" fmla="*/ 55 h 56"/>
                  <a:gd name="T18" fmla="*/ 118 w 120"/>
                  <a:gd name="T19" fmla="*/ 56 h 56"/>
                  <a:gd name="T20" fmla="*/ 3 w 120"/>
                  <a:gd name="T21" fmla="*/ 51 h 56"/>
                  <a:gd name="T22" fmla="*/ 110 w 120"/>
                  <a:gd name="T23" fmla="*/ 53 h 56"/>
                  <a:gd name="T24" fmla="*/ 3 w 120"/>
                  <a:gd name="T25" fmla="*/ 5 h 56"/>
                  <a:gd name="T26" fmla="*/ 3 w 120"/>
                  <a:gd name="T27" fmla="*/ 51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56">
                    <a:moveTo>
                      <a:pt x="118" y="56"/>
                    </a:moveTo>
                    <a:cubicBezTo>
                      <a:pt x="118" y="56"/>
                      <a:pt x="118" y="56"/>
                      <a:pt x="118" y="56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5"/>
                      <a:pt x="0" y="54"/>
                      <a:pt x="0" y="5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119" y="53"/>
                      <a:pt x="119" y="53"/>
                      <a:pt x="119" y="53"/>
                    </a:cubicBezTo>
                    <a:cubicBezTo>
                      <a:pt x="120" y="54"/>
                      <a:pt x="120" y="54"/>
                      <a:pt x="120" y="55"/>
                    </a:cubicBezTo>
                    <a:cubicBezTo>
                      <a:pt x="120" y="56"/>
                      <a:pt x="119" y="56"/>
                      <a:pt x="118" y="56"/>
                    </a:cubicBezTo>
                    <a:close/>
                    <a:moveTo>
                      <a:pt x="3" y="51"/>
                    </a:moveTo>
                    <a:cubicBezTo>
                      <a:pt x="110" y="53"/>
                      <a:pt x="110" y="53"/>
                      <a:pt x="110" y="53"/>
                    </a:cubicBezTo>
                    <a:cubicBezTo>
                      <a:pt x="3" y="5"/>
                      <a:pt x="3" y="5"/>
                      <a:pt x="3" y="5"/>
                    </a:cubicBezTo>
                    <a:lnTo>
                      <a:pt x="3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0" name="Freeform 942"/>
              <p:cNvSpPr>
                <a:spLocks noEditPoints="1"/>
              </p:cNvSpPr>
              <p:nvPr userDrawn="1"/>
            </p:nvSpPr>
            <p:spPr bwMode="auto">
              <a:xfrm>
                <a:off x="2768" y="1406"/>
                <a:ext cx="149" cy="80"/>
              </a:xfrm>
              <a:custGeom>
                <a:avLst/>
                <a:gdLst>
                  <a:gd name="T0" fmla="*/ 118 w 120"/>
                  <a:gd name="T1" fmla="*/ 65 h 65"/>
                  <a:gd name="T2" fmla="*/ 2 w 120"/>
                  <a:gd name="T3" fmla="*/ 65 h 65"/>
                  <a:gd name="T4" fmla="*/ 0 w 120"/>
                  <a:gd name="T5" fmla="*/ 64 h 65"/>
                  <a:gd name="T6" fmla="*/ 1 w 120"/>
                  <a:gd name="T7" fmla="*/ 62 h 65"/>
                  <a:gd name="T8" fmla="*/ 111 w 120"/>
                  <a:gd name="T9" fmla="*/ 1 h 65"/>
                  <a:gd name="T10" fmla="*/ 112 w 120"/>
                  <a:gd name="T11" fmla="*/ 1 h 65"/>
                  <a:gd name="T12" fmla="*/ 113 w 120"/>
                  <a:gd name="T13" fmla="*/ 2 h 65"/>
                  <a:gd name="T14" fmla="*/ 120 w 120"/>
                  <a:gd name="T15" fmla="*/ 64 h 65"/>
                  <a:gd name="T16" fmla="*/ 120 w 120"/>
                  <a:gd name="T17" fmla="*/ 65 h 65"/>
                  <a:gd name="T18" fmla="*/ 118 w 120"/>
                  <a:gd name="T19" fmla="*/ 65 h 65"/>
                  <a:gd name="T20" fmla="*/ 8 w 120"/>
                  <a:gd name="T21" fmla="*/ 62 h 65"/>
                  <a:gd name="T22" fmla="*/ 116 w 120"/>
                  <a:gd name="T23" fmla="*/ 62 h 65"/>
                  <a:gd name="T24" fmla="*/ 110 w 120"/>
                  <a:gd name="T25" fmla="*/ 5 h 65"/>
                  <a:gd name="T26" fmla="*/ 8 w 120"/>
                  <a:gd name="T27" fmla="*/ 6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" h="65">
                    <a:moveTo>
                      <a:pt x="118" y="65"/>
                    </a:moveTo>
                    <a:cubicBezTo>
                      <a:pt x="2" y="65"/>
                      <a:pt x="2" y="65"/>
                      <a:pt x="2" y="65"/>
                    </a:cubicBezTo>
                    <a:cubicBezTo>
                      <a:pt x="1" y="65"/>
                      <a:pt x="0" y="65"/>
                      <a:pt x="0" y="64"/>
                    </a:cubicBezTo>
                    <a:cubicBezTo>
                      <a:pt x="0" y="63"/>
                      <a:pt x="0" y="63"/>
                      <a:pt x="1" y="62"/>
                    </a:cubicBezTo>
                    <a:cubicBezTo>
                      <a:pt x="111" y="1"/>
                      <a:pt x="111" y="1"/>
                      <a:pt x="111" y="1"/>
                    </a:cubicBezTo>
                    <a:cubicBezTo>
                      <a:pt x="111" y="0"/>
                      <a:pt x="112" y="0"/>
                      <a:pt x="112" y="1"/>
                    </a:cubicBezTo>
                    <a:cubicBezTo>
                      <a:pt x="113" y="1"/>
                      <a:pt x="113" y="1"/>
                      <a:pt x="113" y="2"/>
                    </a:cubicBezTo>
                    <a:cubicBezTo>
                      <a:pt x="120" y="64"/>
                      <a:pt x="120" y="64"/>
                      <a:pt x="120" y="64"/>
                    </a:cubicBezTo>
                    <a:cubicBezTo>
                      <a:pt x="120" y="64"/>
                      <a:pt x="120" y="65"/>
                      <a:pt x="120" y="65"/>
                    </a:cubicBezTo>
                    <a:cubicBezTo>
                      <a:pt x="119" y="65"/>
                      <a:pt x="119" y="65"/>
                      <a:pt x="118" y="65"/>
                    </a:cubicBezTo>
                    <a:close/>
                    <a:moveTo>
                      <a:pt x="8" y="62"/>
                    </a:moveTo>
                    <a:cubicBezTo>
                      <a:pt x="116" y="62"/>
                      <a:pt x="116" y="62"/>
                      <a:pt x="116" y="62"/>
                    </a:cubicBezTo>
                    <a:cubicBezTo>
                      <a:pt x="110" y="5"/>
                      <a:pt x="110" y="5"/>
                      <a:pt x="110" y="5"/>
                    </a:cubicBezTo>
                    <a:lnTo>
                      <a:pt x="8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1" name="Freeform 943"/>
              <p:cNvSpPr>
                <a:spLocks noEditPoints="1"/>
              </p:cNvSpPr>
              <p:nvPr userDrawn="1"/>
            </p:nvSpPr>
            <p:spPr bwMode="auto">
              <a:xfrm>
                <a:off x="3130" y="1332"/>
                <a:ext cx="94" cy="128"/>
              </a:xfrm>
              <a:custGeom>
                <a:avLst/>
                <a:gdLst>
                  <a:gd name="T0" fmla="*/ 21 w 76"/>
                  <a:gd name="T1" fmla="*/ 104 h 104"/>
                  <a:gd name="T2" fmla="*/ 20 w 76"/>
                  <a:gd name="T3" fmla="*/ 104 h 104"/>
                  <a:gd name="T4" fmla="*/ 19 w 76"/>
                  <a:gd name="T5" fmla="*/ 103 h 104"/>
                  <a:gd name="T6" fmla="*/ 0 w 76"/>
                  <a:gd name="T7" fmla="*/ 11 h 104"/>
                  <a:gd name="T8" fmla="*/ 1 w 76"/>
                  <a:gd name="T9" fmla="*/ 10 h 104"/>
                  <a:gd name="T10" fmla="*/ 2 w 76"/>
                  <a:gd name="T11" fmla="*/ 9 h 104"/>
                  <a:gd name="T12" fmla="*/ 74 w 76"/>
                  <a:gd name="T13" fmla="*/ 0 h 104"/>
                  <a:gd name="T14" fmla="*/ 75 w 76"/>
                  <a:gd name="T15" fmla="*/ 1 h 104"/>
                  <a:gd name="T16" fmla="*/ 75 w 76"/>
                  <a:gd name="T17" fmla="*/ 3 h 104"/>
                  <a:gd name="T18" fmla="*/ 22 w 76"/>
                  <a:gd name="T19" fmla="*/ 103 h 104"/>
                  <a:gd name="T20" fmla="*/ 21 w 76"/>
                  <a:gd name="T21" fmla="*/ 104 h 104"/>
                  <a:gd name="T22" fmla="*/ 4 w 76"/>
                  <a:gd name="T23" fmla="*/ 12 h 104"/>
                  <a:gd name="T24" fmla="*/ 21 w 76"/>
                  <a:gd name="T25" fmla="*/ 97 h 104"/>
                  <a:gd name="T26" fmla="*/ 71 w 76"/>
                  <a:gd name="T27" fmla="*/ 4 h 104"/>
                  <a:gd name="T28" fmla="*/ 4 w 76"/>
                  <a:gd name="T29" fmla="*/ 1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6" h="104">
                    <a:moveTo>
                      <a:pt x="21" y="104"/>
                    </a:moveTo>
                    <a:cubicBezTo>
                      <a:pt x="20" y="104"/>
                      <a:pt x="20" y="104"/>
                      <a:pt x="20" y="104"/>
                    </a:cubicBezTo>
                    <a:cubicBezTo>
                      <a:pt x="20" y="104"/>
                      <a:pt x="19" y="103"/>
                      <a:pt x="19" y="103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9"/>
                      <a:pt x="1" y="9"/>
                      <a:pt x="2" y="9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4" y="0"/>
                      <a:pt x="75" y="0"/>
                      <a:pt x="75" y="1"/>
                    </a:cubicBezTo>
                    <a:cubicBezTo>
                      <a:pt x="76" y="1"/>
                      <a:pt x="76" y="2"/>
                      <a:pt x="75" y="3"/>
                    </a:cubicBezTo>
                    <a:cubicBezTo>
                      <a:pt x="22" y="103"/>
                      <a:pt x="22" y="103"/>
                      <a:pt x="22" y="103"/>
                    </a:cubicBezTo>
                    <a:cubicBezTo>
                      <a:pt x="22" y="104"/>
                      <a:pt x="21" y="104"/>
                      <a:pt x="21" y="104"/>
                    </a:cubicBezTo>
                    <a:close/>
                    <a:moveTo>
                      <a:pt x="4" y="12"/>
                    </a:moveTo>
                    <a:cubicBezTo>
                      <a:pt x="21" y="97"/>
                      <a:pt x="21" y="97"/>
                      <a:pt x="21" y="97"/>
                    </a:cubicBezTo>
                    <a:cubicBezTo>
                      <a:pt x="71" y="4"/>
                      <a:pt x="71" y="4"/>
                      <a:pt x="71" y="4"/>
                    </a:cubicBezTo>
                    <a:lnTo>
                      <a:pt x="4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2" name="Freeform 944"/>
              <p:cNvSpPr>
                <a:spLocks noEditPoints="1"/>
              </p:cNvSpPr>
              <p:nvPr userDrawn="1"/>
            </p:nvSpPr>
            <p:spPr bwMode="auto">
              <a:xfrm>
                <a:off x="3119" y="1391"/>
                <a:ext cx="73" cy="46"/>
              </a:xfrm>
              <a:custGeom>
                <a:avLst/>
                <a:gdLst>
                  <a:gd name="T0" fmla="*/ 57 w 59"/>
                  <a:gd name="T1" fmla="*/ 37 h 37"/>
                  <a:gd name="T2" fmla="*/ 2 w 59"/>
                  <a:gd name="T3" fmla="*/ 37 h 37"/>
                  <a:gd name="T4" fmla="*/ 1 w 59"/>
                  <a:gd name="T5" fmla="*/ 35 h 37"/>
                  <a:gd name="T6" fmla="*/ 1 w 59"/>
                  <a:gd name="T7" fmla="*/ 33 h 37"/>
                  <a:gd name="T8" fmla="*/ 56 w 59"/>
                  <a:gd name="T9" fmla="*/ 1 h 37"/>
                  <a:gd name="T10" fmla="*/ 58 w 59"/>
                  <a:gd name="T11" fmla="*/ 1 h 37"/>
                  <a:gd name="T12" fmla="*/ 59 w 59"/>
                  <a:gd name="T13" fmla="*/ 2 h 37"/>
                  <a:gd name="T14" fmla="*/ 59 w 59"/>
                  <a:gd name="T15" fmla="*/ 35 h 37"/>
                  <a:gd name="T16" fmla="*/ 57 w 59"/>
                  <a:gd name="T17" fmla="*/ 37 h 37"/>
                  <a:gd name="T18" fmla="*/ 8 w 59"/>
                  <a:gd name="T19" fmla="*/ 33 h 37"/>
                  <a:gd name="T20" fmla="*/ 56 w 59"/>
                  <a:gd name="T21" fmla="*/ 33 h 37"/>
                  <a:gd name="T22" fmla="*/ 56 w 59"/>
                  <a:gd name="T23" fmla="*/ 5 h 37"/>
                  <a:gd name="T24" fmla="*/ 8 w 59"/>
                  <a:gd name="T25" fmla="*/ 3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9" h="37">
                    <a:moveTo>
                      <a:pt x="57" y="37"/>
                    </a:moveTo>
                    <a:cubicBezTo>
                      <a:pt x="2" y="37"/>
                      <a:pt x="2" y="37"/>
                      <a:pt x="2" y="37"/>
                    </a:cubicBezTo>
                    <a:cubicBezTo>
                      <a:pt x="1" y="37"/>
                      <a:pt x="1" y="36"/>
                      <a:pt x="1" y="35"/>
                    </a:cubicBezTo>
                    <a:cubicBezTo>
                      <a:pt x="0" y="35"/>
                      <a:pt x="1" y="34"/>
                      <a:pt x="1" y="33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57" y="0"/>
                      <a:pt x="58" y="0"/>
                      <a:pt x="58" y="1"/>
                    </a:cubicBezTo>
                    <a:cubicBezTo>
                      <a:pt x="59" y="1"/>
                      <a:pt x="59" y="2"/>
                      <a:pt x="59" y="2"/>
                    </a:cubicBezTo>
                    <a:cubicBezTo>
                      <a:pt x="59" y="35"/>
                      <a:pt x="59" y="35"/>
                      <a:pt x="59" y="35"/>
                    </a:cubicBezTo>
                    <a:cubicBezTo>
                      <a:pt x="59" y="36"/>
                      <a:pt x="58" y="37"/>
                      <a:pt x="57" y="37"/>
                    </a:cubicBezTo>
                    <a:close/>
                    <a:moveTo>
                      <a:pt x="8" y="33"/>
                    </a:moveTo>
                    <a:cubicBezTo>
                      <a:pt x="56" y="33"/>
                      <a:pt x="56" y="33"/>
                      <a:pt x="56" y="33"/>
                    </a:cubicBezTo>
                    <a:cubicBezTo>
                      <a:pt x="56" y="5"/>
                      <a:pt x="56" y="5"/>
                      <a:pt x="56" y="5"/>
                    </a:cubicBezTo>
                    <a:lnTo>
                      <a:pt x="8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3" name="Freeform 945"/>
              <p:cNvSpPr>
                <a:spLocks noEditPoints="1"/>
              </p:cNvSpPr>
              <p:nvPr userDrawn="1"/>
            </p:nvSpPr>
            <p:spPr bwMode="auto">
              <a:xfrm>
                <a:off x="2939" y="1391"/>
                <a:ext cx="124" cy="95"/>
              </a:xfrm>
              <a:custGeom>
                <a:avLst/>
                <a:gdLst>
                  <a:gd name="T0" fmla="*/ 50 w 100"/>
                  <a:gd name="T1" fmla="*/ 77 h 77"/>
                  <a:gd name="T2" fmla="*/ 49 w 100"/>
                  <a:gd name="T3" fmla="*/ 77 h 77"/>
                  <a:gd name="T4" fmla="*/ 1 w 100"/>
                  <a:gd name="T5" fmla="*/ 48 h 77"/>
                  <a:gd name="T6" fmla="*/ 0 w 100"/>
                  <a:gd name="T7" fmla="*/ 47 h 77"/>
                  <a:gd name="T8" fmla="*/ 1 w 100"/>
                  <a:gd name="T9" fmla="*/ 45 h 77"/>
                  <a:gd name="T10" fmla="*/ 97 w 100"/>
                  <a:gd name="T11" fmla="*/ 1 h 77"/>
                  <a:gd name="T12" fmla="*/ 99 w 100"/>
                  <a:gd name="T13" fmla="*/ 1 h 77"/>
                  <a:gd name="T14" fmla="*/ 100 w 100"/>
                  <a:gd name="T15" fmla="*/ 3 h 77"/>
                  <a:gd name="T16" fmla="*/ 51 w 100"/>
                  <a:gd name="T17" fmla="*/ 77 h 77"/>
                  <a:gd name="T18" fmla="*/ 50 w 100"/>
                  <a:gd name="T19" fmla="*/ 77 h 77"/>
                  <a:gd name="T20" fmla="*/ 5 w 100"/>
                  <a:gd name="T21" fmla="*/ 47 h 77"/>
                  <a:gd name="T22" fmla="*/ 49 w 100"/>
                  <a:gd name="T23" fmla="*/ 73 h 77"/>
                  <a:gd name="T24" fmla="*/ 94 w 100"/>
                  <a:gd name="T25" fmla="*/ 6 h 77"/>
                  <a:gd name="T26" fmla="*/ 5 w 100"/>
                  <a:gd name="T27" fmla="*/ 4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0" h="77">
                    <a:moveTo>
                      <a:pt x="50" y="77"/>
                    </a:moveTo>
                    <a:cubicBezTo>
                      <a:pt x="49" y="77"/>
                      <a:pt x="49" y="77"/>
                      <a:pt x="49" y="77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8"/>
                      <a:pt x="0" y="47"/>
                      <a:pt x="0" y="47"/>
                    </a:cubicBezTo>
                    <a:cubicBezTo>
                      <a:pt x="0" y="46"/>
                      <a:pt x="0" y="45"/>
                      <a:pt x="1" y="45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98" y="0"/>
                      <a:pt x="99" y="1"/>
                      <a:pt x="99" y="1"/>
                    </a:cubicBezTo>
                    <a:cubicBezTo>
                      <a:pt x="100" y="2"/>
                      <a:pt x="100" y="3"/>
                      <a:pt x="100" y="3"/>
                    </a:cubicBezTo>
                    <a:cubicBezTo>
                      <a:pt x="51" y="77"/>
                      <a:pt x="51" y="77"/>
                      <a:pt x="51" y="77"/>
                    </a:cubicBezTo>
                    <a:cubicBezTo>
                      <a:pt x="51" y="77"/>
                      <a:pt x="50" y="77"/>
                      <a:pt x="50" y="77"/>
                    </a:cubicBezTo>
                    <a:close/>
                    <a:moveTo>
                      <a:pt x="5" y="47"/>
                    </a:moveTo>
                    <a:cubicBezTo>
                      <a:pt x="49" y="73"/>
                      <a:pt x="49" y="73"/>
                      <a:pt x="49" y="73"/>
                    </a:cubicBezTo>
                    <a:cubicBezTo>
                      <a:pt x="94" y="6"/>
                      <a:pt x="94" y="6"/>
                      <a:pt x="94" y="6"/>
                    </a:cubicBezTo>
                    <a:lnTo>
                      <a:pt x="5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4" name="Freeform 946"/>
              <p:cNvSpPr>
                <a:spLocks noEditPoints="1"/>
              </p:cNvSpPr>
              <p:nvPr userDrawn="1"/>
            </p:nvSpPr>
            <p:spPr bwMode="auto">
              <a:xfrm>
                <a:off x="3058" y="1343"/>
                <a:ext cx="99" cy="117"/>
              </a:xfrm>
              <a:custGeom>
                <a:avLst/>
                <a:gdLst>
                  <a:gd name="T0" fmla="*/ 79 w 80"/>
                  <a:gd name="T1" fmla="*/ 95 h 95"/>
                  <a:gd name="T2" fmla="*/ 78 w 80"/>
                  <a:gd name="T3" fmla="*/ 95 h 95"/>
                  <a:gd name="T4" fmla="*/ 1 w 80"/>
                  <a:gd name="T5" fmla="*/ 43 h 95"/>
                  <a:gd name="T6" fmla="*/ 0 w 80"/>
                  <a:gd name="T7" fmla="*/ 41 h 95"/>
                  <a:gd name="T8" fmla="*/ 1 w 80"/>
                  <a:gd name="T9" fmla="*/ 40 h 95"/>
                  <a:gd name="T10" fmla="*/ 59 w 80"/>
                  <a:gd name="T11" fmla="*/ 0 h 95"/>
                  <a:gd name="T12" fmla="*/ 61 w 80"/>
                  <a:gd name="T13" fmla="*/ 0 h 95"/>
                  <a:gd name="T14" fmla="*/ 62 w 80"/>
                  <a:gd name="T15" fmla="*/ 1 h 95"/>
                  <a:gd name="T16" fmla="*/ 80 w 80"/>
                  <a:gd name="T17" fmla="*/ 93 h 95"/>
                  <a:gd name="T18" fmla="*/ 80 w 80"/>
                  <a:gd name="T19" fmla="*/ 95 h 95"/>
                  <a:gd name="T20" fmla="*/ 79 w 80"/>
                  <a:gd name="T21" fmla="*/ 95 h 95"/>
                  <a:gd name="T22" fmla="*/ 5 w 80"/>
                  <a:gd name="T23" fmla="*/ 41 h 95"/>
                  <a:gd name="T24" fmla="*/ 76 w 80"/>
                  <a:gd name="T25" fmla="*/ 90 h 95"/>
                  <a:gd name="T26" fmla="*/ 59 w 80"/>
                  <a:gd name="T27" fmla="*/ 4 h 95"/>
                  <a:gd name="T28" fmla="*/ 5 w 80"/>
                  <a:gd name="T29" fmla="*/ 4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95">
                    <a:moveTo>
                      <a:pt x="79" y="95"/>
                    </a:moveTo>
                    <a:cubicBezTo>
                      <a:pt x="78" y="95"/>
                      <a:pt x="78" y="95"/>
                      <a:pt x="78" y="95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2"/>
                      <a:pt x="0" y="42"/>
                      <a:pt x="0" y="41"/>
                    </a:cubicBezTo>
                    <a:cubicBezTo>
                      <a:pt x="0" y="41"/>
                      <a:pt x="1" y="40"/>
                      <a:pt x="1" y="4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60" y="0"/>
                      <a:pt x="60" y="0"/>
                      <a:pt x="61" y="0"/>
                    </a:cubicBezTo>
                    <a:cubicBezTo>
                      <a:pt x="61" y="0"/>
                      <a:pt x="62" y="1"/>
                      <a:pt x="62" y="1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4"/>
                      <a:pt x="80" y="94"/>
                      <a:pt x="80" y="95"/>
                    </a:cubicBezTo>
                    <a:lnTo>
                      <a:pt x="79" y="95"/>
                    </a:lnTo>
                    <a:close/>
                    <a:moveTo>
                      <a:pt x="5" y="41"/>
                    </a:moveTo>
                    <a:cubicBezTo>
                      <a:pt x="76" y="90"/>
                      <a:pt x="76" y="90"/>
                      <a:pt x="76" y="90"/>
                    </a:cubicBezTo>
                    <a:cubicBezTo>
                      <a:pt x="59" y="4"/>
                      <a:pt x="59" y="4"/>
                      <a:pt x="59" y="4"/>
                    </a:cubicBezTo>
                    <a:lnTo>
                      <a:pt x="5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5" name="Freeform 947"/>
              <p:cNvSpPr>
                <a:spLocks noEditPoints="1"/>
              </p:cNvSpPr>
              <p:nvPr userDrawn="1"/>
            </p:nvSpPr>
            <p:spPr bwMode="auto">
              <a:xfrm>
                <a:off x="2281" y="1391"/>
                <a:ext cx="186" cy="95"/>
              </a:xfrm>
              <a:custGeom>
                <a:avLst/>
                <a:gdLst>
                  <a:gd name="T0" fmla="*/ 148 w 150"/>
                  <a:gd name="T1" fmla="*/ 77 h 77"/>
                  <a:gd name="T2" fmla="*/ 2 w 150"/>
                  <a:gd name="T3" fmla="*/ 77 h 77"/>
                  <a:gd name="T4" fmla="*/ 0 w 150"/>
                  <a:gd name="T5" fmla="*/ 76 h 77"/>
                  <a:gd name="T6" fmla="*/ 1 w 150"/>
                  <a:gd name="T7" fmla="*/ 75 h 77"/>
                  <a:gd name="T8" fmla="*/ 82 w 150"/>
                  <a:gd name="T9" fmla="*/ 1 h 77"/>
                  <a:gd name="T10" fmla="*/ 83 w 150"/>
                  <a:gd name="T11" fmla="*/ 1 h 77"/>
                  <a:gd name="T12" fmla="*/ 84 w 150"/>
                  <a:gd name="T13" fmla="*/ 1 h 77"/>
                  <a:gd name="T14" fmla="*/ 150 w 150"/>
                  <a:gd name="T15" fmla="*/ 75 h 77"/>
                  <a:gd name="T16" fmla="*/ 150 w 150"/>
                  <a:gd name="T17" fmla="*/ 76 h 77"/>
                  <a:gd name="T18" fmla="*/ 148 w 150"/>
                  <a:gd name="T19" fmla="*/ 77 h 77"/>
                  <a:gd name="T20" fmla="*/ 6 w 150"/>
                  <a:gd name="T21" fmla="*/ 74 h 77"/>
                  <a:gd name="T22" fmla="*/ 145 w 150"/>
                  <a:gd name="T23" fmla="*/ 74 h 77"/>
                  <a:gd name="T24" fmla="*/ 83 w 150"/>
                  <a:gd name="T25" fmla="*/ 5 h 77"/>
                  <a:gd name="T26" fmla="*/ 6 w 150"/>
                  <a:gd name="T27" fmla="*/ 74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0" h="77">
                    <a:moveTo>
                      <a:pt x="148" y="77"/>
                    </a:moveTo>
                    <a:cubicBezTo>
                      <a:pt x="2" y="77"/>
                      <a:pt x="2" y="77"/>
                      <a:pt x="2" y="77"/>
                    </a:cubicBezTo>
                    <a:cubicBezTo>
                      <a:pt x="1" y="77"/>
                      <a:pt x="1" y="77"/>
                      <a:pt x="0" y="76"/>
                    </a:cubicBezTo>
                    <a:cubicBezTo>
                      <a:pt x="0" y="76"/>
                      <a:pt x="0" y="75"/>
                      <a:pt x="1" y="75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1"/>
                      <a:pt x="82" y="0"/>
                      <a:pt x="83" y="1"/>
                    </a:cubicBezTo>
                    <a:cubicBezTo>
                      <a:pt x="83" y="1"/>
                      <a:pt x="84" y="1"/>
                      <a:pt x="84" y="1"/>
                    </a:cubicBezTo>
                    <a:cubicBezTo>
                      <a:pt x="150" y="75"/>
                      <a:pt x="150" y="75"/>
                      <a:pt x="150" y="75"/>
                    </a:cubicBezTo>
                    <a:cubicBezTo>
                      <a:pt x="150" y="75"/>
                      <a:pt x="150" y="76"/>
                      <a:pt x="150" y="76"/>
                    </a:cubicBezTo>
                    <a:cubicBezTo>
                      <a:pt x="150" y="77"/>
                      <a:pt x="149" y="77"/>
                      <a:pt x="148" y="77"/>
                    </a:cubicBezTo>
                    <a:close/>
                    <a:moveTo>
                      <a:pt x="6" y="74"/>
                    </a:moveTo>
                    <a:cubicBezTo>
                      <a:pt x="145" y="74"/>
                      <a:pt x="145" y="74"/>
                      <a:pt x="145" y="74"/>
                    </a:cubicBezTo>
                    <a:cubicBezTo>
                      <a:pt x="83" y="5"/>
                      <a:pt x="83" y="5"/>
                      <a:pt x="83" y="5"/>
                    </a:cubicBezTo>
                    <a:lnTo>
                      <a:pt x="6" y="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6" name="Freeform 948"/>
              <p:cNvSpPr>
                <a:spLocks noEditPoints="1"/>
              </p:cNvSpPr>
              <p:nvPr userDrawn="1"/>
            </p:nvSpPr>
            <p:spPr bwMode="auto">
              <a:xfrm>
                <a:off x="2208" y="1315"/>
                <a:ext cx="65" cy="107"/>
              </a:xfrm>
              <a:custGeom>
                <a:avLst/>
                <a:gdLst>
                  <a:gd name="T0" fmla="*/ 1 w 53"/>
                  <a:gd name="T1" fmla="*/ 86 h 86"/>
                  <a:gd name="T2" fmla="*/ 1 w 53"/>
                  <a:gd name="T3" fmla="*/ 86 h 86"/>
                  <a:gd name="T4" fmla="*/ 0 w 53"/>
                  <a:gd name="T5" fmla="*/ 84 h 86"/>
                  <a:gd name="T6" fmla="*/ 0 w 53"/>
                  <a:gd name="T7" fmla="*/ 2 h 86"/>
                  <a:gd name="T8" fmla="*/ 1 w 53"/>
                  <a:gd name="T9" fmla="*/ 1 h 86"/>
                  <a:gd name="T10" fmla="*/ 2 w 53"/>
                  <a:gd name="T11" fmla="*/ 1 h 86"/>
                  <a:gd name="T12" fmla="*/ 52 w 53"/>
                  <a:gd name="T13" fmla="*/ 42 h 86"/>
                  <a:gd name="T14" fmla="*/ 53 w 53"/>
                  <a:gd name="T15" fmla="*/ 43 h 86"/>
                  <a:gd name="T16" fmla="*/ 52 w 53"/>
                  <a:gd name="T17" fmla="*/ 44 h 86"/>
                  <a:gd name="T18" fmla="*/ 2 w 53"/>
                  <a:gd name="T19" fmla="*/ 85 h 86"/>
                  <a:gd name="T20" fmla="*/ 1 w 53"/>
                  <a:gd name="T21" fmla="*/ 86 h 86"/>
                  <a:gd name="T22" fmla="*/ 3 w 53"/>
                  <a:gd name="T23" fmla="*/ 6 h 86"/>
                  <a:gd name="T24" fmla="*/ 3 w 53"/>
                  <a:gd name="T25" fmla="*/ 81 h 86"/>
                  <a:gd name="T26" fmla="*/ 48 w 53"/>
                  <a:gd name="T27" fmla="*/ 43 h 86"/>
                  <a:gd name="T28" fmla="*/ 3 w 53"/>
                  <a:gd name="T29" fmla="*/ 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3" h="86">
                    <a:moveTo>
                      <a:pt x="1" y="86"/>
                    </a:moveTo>
                    <a:cubicBezTo>
                      <a:pt x="1" y="86"/>
                      <a:pt x="1" y="86"/>
                      <a:pt x="1" y="86"/>
                    </a:cubicBezTo>
                    <a:cubicBezTo>
                      <a:pt x="0" y="85"/>
                      <a:pt x="0" y="85"/>
                      <a:pt x="0" y="8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1"/>
                      <a:pt x="2" y="1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52" y="42"/>
                      <a:pt x="53" y="43"/>
                      <a:pt x="53" y="43"/>
                    </a:cubicBezTo>
                    <a:cubicBezTo>
                      <a:pt x="53" y="44"/>
                      <a:pt x="52" y="44"/>
                      <a:pt x="52" y="44"/>
                    </a:cubicBezTo>
                    <a:cubicBezTo>
                      <a:pt x="2" y="85"/>
                      <a:pt x="2" y="85"/>
                      <a:pt x="2" y="85"/>
                    </a:cubicBezTo>
                    <a:cubicBezTo>
                      <a:pt x="2" y="86"/>
                      <a:pt x="2" y="86"/>
                      <a:pt x="1" y="86"/>
                    </a:cubicBezTo>
                    <a:close/>
                    <a:moveTo>
                      <a:pt x="3" y="6"/>
                    </a:moveTo>
                    <a:cubicBezTo>
                      <a:pt x="3" y="81"/>
                      <a:pt x="3" y="81"/>
                      <a:pt x="3" y="81"/>
                    </a:cubicBezTo>
                    <a:cubicBezTo>
                      <a:pt x="48" y="43"/>
                      <a:pt x="48" y="43"/>
                      <a:pt x="48" y="43"/>
                    </a:cubicBezTo>
                    <a:lnTo>
                      <a:pt x="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7" name="Freeform 949"/>
              <p:cNvSpPr>
                <a:spLocks noEditPoints="1"/>
              </p:cNvSpPr>
              <p:nvPr userDrawn="1"/>
            </p:nvSpPr>
            <p:spPr bwMode="auto">
              <a:xfrm>
                <a:off x="2208" y="1245"/>
                <a:ext cx="110" cy="75"/>
              </a:xfrm>
              <a:custGeom>
                <a:avLst/>
                <a:gdLst>
                  <a:gd name="T0" fmla="*/ 1 w 89"/>
                  <a:gd name="T1" fmla="*/ 61 h 61"/>
                  <a:gd name="T2" fmla="*/ 0 w 89"/>
                  <a:gd name="T3" fmla="*/ 61 h 61"/>
                  <a:gd name="T4" fmla="*/ 0 w 89"/>
                  <a:gd name="T5" fmla="*/ 59 h 61"/>
                  <a:gd name="T6" fmla="*/ 0 w 89"/>
                  <a:gd name="T7" fmla="*/ 4 h 61"/>
                  <a:gd name="T8" fmla="*/ 1 w 89"/>
                  <a:gd name="T9" fmla="*/ 2 h 61"/>
                  <a:gd name="T10" fmla="*/ 87 w 89"/>
                  <a:gd name="T11" fmla="*/ 0 h 61"/>
                  <a:gd name="T12" fmla="*/ 89 w 89"/>
                  <a:gd name="T13" fmla="*/ 1 h 61"/>
                  <a:gd name="T14" fmla="*/ 88 w 89"/>
                  <a:gd name="T15" fmla="*/ 3 h 61"/>
                  <a:gd name="T16" fmla="*/ 2 w 89"/>
                  <a:gd name="T17" fmla="*/ 61 h 61"/>
                  <a:gd name="T18" fmla="*/ 1 w 89"/>
                  <a:gd name="T19" fmla="*/ 61 h 61"/>
                  <a:gd name="T20" fmla="*/ 3 w 89"/>
                  <a:gd name="T21" fmla="*/ 6 h 61"/>
                  <a:gd name="T22" fmla="*/ 3 w 89"/>
                  <a:gd name="T23" fmla="*/ 56 h 61"/>
                  <a:gd name="T24" fmla="*/ 81 w 89"/>
                  <a:gd name="T25" fmla="*/ 4 h 61"/>
                  <a:gd name="T26" fmla="*/ 3 w 89"/>
                  <a:gd name="T27" fmla="*/ 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61">
                    <a:moveTo>
                      <a:pt x="1" y="61"/>
                    </a:moveTo>
                    <a:cubicBezTo>
                      <a:pt x="0" y="61"/>
                      <a:pt x="0" y="61"/>
                      <a:pt x="0" y="61"/>
                    </a:cubicBezTo>
                    <a:cubicBezTo>
                      <a:pt x="0" y="60"/>
                      <a:pt x="0" y="60"/>
                      <a:pt x="0" y="59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2"/>
                      <a:pt x="1" y="2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8" y="0"/>
                      <a:pt x="88" y="1"/>
                      <a:pt x="89" y="1"/>
                    </a:cubicBezTo>
                    <a:cubicBezTo>
                      <a:pt x="89" y="2"/>
                      <a:pt x="89" y="3"/>
                      <a:pt x="88" y="3"/>
                    </a:cubicBezTo>
                    <a:cubicBezTo>
                      <a:pt x="2" y="61"/>
                      <a:pt x="2" y="61"/>
                      <a:pt x="2" y="61"/>
                    </a:cubicBezTo>
                    <a:lnTo>
                      <a:pt x="1" y="61"/>
                    </a:lnTo>
                    <a:close/>
                    <a:moveTo>
                      <a:pt x="3" y="6"/>
                    </a:moveTo>
                    <a:cubicBezTo>
                      <a:pt x="3" y="56"/>
                      <a:pt x="3" y="56"/>
                      <a:pt x="3" y="56"/>
                    </a:cubicBezTo>
                    <a:cubicBezTo>
                      <a:pt x="81" y="4"/>
                      <a:pt x="81" y="4"/>
                      <a:pt x="81" y="4"/>
                    </a:cubicBezTo>
                    <a:lnTo>
                      <a:pt x="3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8" name="Freeform 950"/>
              <p:cNvSpPr>
                <a:spLocks noEditPoints="1"/>
              </p:cNvSpPr>
              <p:nvPr userDrawn="1"/>
            </p:nvSpPr>
            <p:spPr bwMode="auto">
              <a:xfrm>
                <a:off x="2208" y="1361"/>
                <a:ext cx="57" cy="96"/>
              </a:xfrm>
              <a:custGeom>
                <a:avLst/>
                <a:gdLst>
                  <a:gd name="T0" fmla="*/ 1 w 46"/>
                  <a:gd name="T1" fmla="*/ 77 h 77"/>
                  <a:gd name="T2" fmla="*/ 0 w 46"/>
                  <a:gd name="T3" fmla="*/ 77 h 77"/>
                  <a:gd name="T4" fmla="*/ 0 w 46"/>
                  <a:gd name="T5" fmla="*/ 76 h 77"/>
                  <a:gd name="T6" fmla="*/ 0 w 46"/>
                  <a:gd name="T7" fmla="*/ 2 h 77"/>
                  <a:gd name="T8" fmla="*/ 1 w 46"/>
                  <a:gd name="T9" fmla="*/ 0 h 77"/>
                  <a:gd name="T10" fmla="*/ 3 w 46"/>
                  <a:gd name="T11" fmla="*/ 1 h 77"/>
                  <a:gd name="T12" fmla="*/ 46 w 46"/>
                  <a:gd name="T13" fmla="*/ 65 h 77"/>
                  <a:gd name="T14" fmla="*/ 46 w 46"/>
                  <a:gd name="T15" fmla="*/ 67 h 77"/>
                  <a:gd name="T16" fmla="*/ 44 w 46"/>
                  <a:gd name="T17" fmla="*/ 68 h 77"/>
                  <a:gd name="T18" fmla="*/ 2 w 46"/>
                  <a:gd name="T19" fmla="*/ 77 h 77"/>
                  <a:gd name="T20" fmla="*/ 1 w 46"/>
                  <a:gd name="T21" fmla="*/ 77 h 77"/>
                  <a:gd name="T22" fmla="*/ 3 w 46"/>
                  <a:gd name="T23" fmla="*/ 8 h 77"/>
                  <a:gd name="T24" fmla="*/ 3 w 46"/>
                  <a:gd name="T25" fmla="*/ 74 h 77"/>
                  <a:gd name="T26" fmla="*/ 41 w 46"/>
                  <a:gd name="T27" fmla="*/ 65 h 77"/>
                  <a:gd name="T28" fmla="*/ 3 w 46"/>
                  <a:gd name="T29" fmla="*/ 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6" h="77">
                    <a:moveTo>
                      <a:pt x="1" y="77"/>
                    </a:moveTo>
                    <a:cubicBezTo>
                      <a:pt x="1" y="77"/>
                      <a:pt x="0" y="77"/>
                      <a:pt x="0" y="77"/>
                    </a:cubicBezTo>
                    <a:cubicBezTo>
                      <a:pt x="0" y="77"/>
                      <a:pt x="0" y="76"/>
                      <a:pt x="0" y="7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6" y="65"/>
                      <a:pt x="46" y="65"/>
                      <a:pt x="46" y="65"/>
                    </a:cubicBezTo>
                    <a:cubicBezTo>
                      <a:pt x="46" y="66"/>
                      <a:pt x="46" y="67"/>
                      <a:pt x="46" y="67"/>
                    </a:cubicBezTo>
                    <a:cubicBezTo>
                      <a:pt x="45" y="68"/>
                      <a:pt x="45" y="68"/>
                      <a:pt x="44" y="68"/>
                    </a:cubicBezTo>
                    <a:cubicBezTo>
                      <a:pt x="2" y="77"/>
                      <a:pt x="2" y="77"/>
                      <a:pt x="2" y="77"/>
                    </a:cubicBezTo>
                    <a:lnTo>
                      <a:pt x="1" y="77"/>
                    </a:lnTo>
                    <a:close/>
                    <a:moveTo>
                      <a:pt x="3" y="8"/>
                    </a:moveTo>
                    <a:cubicBezTo>
                      <a:pt x="3" y="74"/>
                      <a:pt x="3" y="74"/>
                      <a:pt x="3" y="74"/>
                    </a:cubicBezTo>
                    <a:cubicBezTo>
                      <a:pt x="41" y="65"/>
                      <a:pt x="41" y="65"/>
                      <a:pt x="41" y="65"/>
                    </a:cubicBezTo>
                    <a:lnTo>
                      <a:pt x="3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9" name="Freeform 951"/>
              <p:cNvSpPr>
                <a:spLocks noEditPoints="1"/>
              </p:cNvSpPr>
              <p:nvPr userDrawn="1"/>
            </p:nvSpPr>
            <p:spPr bwMode="auto">
              <a:xfrm>
                <a:off x="2260" y="1391"/>
                <a:ext cx="126" cy="95"/>
              </a:xfrm>
              <a:custGeom>
                <a:avLst/>
                <a:gdLst>
                  <a:gd name="T0" fmla="*/ 19 w 102"/>
                  <a:gd name="T1" fmla="*/ 77 h 77"/>
                  <a:gd name="T2" fmla="*/ 19 w 102"/>
                  <a:gd name="T3" fmla="*/ 77 h 77"/>
                  <a:gd name="T4" fmla="*/ 18 w 102"/>
                  <a:gd name="T5" fmla="*/ 77 h 77"/>
                  <a:gd name="T6" fmla="*/ 1 w 102"/>
                  <a:gd name="T7" fmla="*/ 43 h 77"/>
                  <a:gd name="T8" fmla="*/ 1 w 102"/>
                  <a:gd name="T9" fmla="*/ 42 h 77"/>
                  <a:gd name="T10" fmla="*/ 1 w 102"/>
                  <a:gd name="T11" fmla="*/ 41 h 77"/>
                  <a:gd name="T12" fmla="*/ 99 w 102"/>
                  <a:gd name="T13" fmla="*/ 1 h 77"/>
                  <a:gd name="T14" fmla="*/ 101 w 102"/>
                  <a:gd name="T15" fmla="*/ 1 h 77"/>
                  <a:gd name="T16" fmla="*/ 101 w 102"/>
                  <a:gd name="T17" fmla="*/ 3 h 77"/>
                  <a:gd name="T18" fmla="*/ 20 w 102"/>
                  <a:gd name="T19" fmla="*/ 77 h 77"/>
                  <a:gd name="T20" fmla="*/ 19 w 102"/>
                  <a:gd name="T21" fmla="*/ 77 h 77"/>
                  <a:gd name="T22" fmla="*/ 4 w 102"/>
                  <a:gd name="T23" fmla="*/ 43 h 77"/>
                  <a:gd name="T24" fmla="*/ 20 w 102"/>
                  <a:gd name="T25" fmla="*/ 73 h 77"/>
                  <a:gd name="T26" fmla="*/ 92 w 102"/>
                  <a:gd name="T27" fmla="*/ 7 h 77"/>
                  <a:gd name="T28" fmla="*/ 4 w 102"/>
                  <a:gd name="T29" fmla="*/ 43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77">
                    <a:moveTo>
                      <a:pt x="19" y="77"/>
                    </a:moveTo>
                    <a:cubicBezTo>
                      <a:pt x="19" y="77"/>
                      <a:pt x="19" y="77"/>
                      <a:pt x="19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43"/>
                      <a:pt x="0" y="42"/>
                      <a:pt x="1" y="42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100" y="0"/>
                      <a:pt x="101" y="1"/>
                      <a:pt x="101" y="1"/>
                    </a:cubicBezTo>
                    <a:cubicBezTo>
                      <a:pt x="102" y="2"/>
                      <a:pt x="102" y="3"/>
                      <a:pt x="101" y="3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19" y="77"/>
                      <a:pt x="19" y="77"/>
                    </a:cubicBezTo>
                    <a:close/>
                    <a:moveTo>
                      <a:pt x="4" y="43"/>
                    </a:moveTo>
                    <a:cubicBezTo>
                      <a:pt x="20" y="73"/>
                      <a:pt x="20" y="73"/>
                      <a:pt x="20" y="73"/>
                    </a:cubicBezTo>
                    <a:cubicBezTo>
                      <a:pt x="92" y="7"/>
                      <a:pt x="92" y="7"/>
                      <a:pt x="92" y="7"/>
                    </a:cubicBezTo>
                    <a:lnTo>
                      <a:pt x="4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0" name="Freeform 952"/>
              <p:cNvSpPr>
                <a:spLocks noEditPoints="1"/>
              </p:cNvSpPr>
              <p:nvPr userDrawn="1"/>
            </p:nvSpPr>
            <p:spPr bwMode="auto">
              <a:xfrm>
                <a:off x="2595" y="1432"/>
                <a:ext cx="178" cy="54"/>
              </a:xfrm>
              <a:custGeom>
                <a:avLst/>
                <a:gdLst>
                  <a:gd name="T0" fmla="*/ 142 w 144"/>
                  <a:gd name="T1" fmla="*/ 44 h 44"/>
                  <a:gd name="T2" fmla="*/ 2 w 144"/>
                  <a:gd name="T3" fmla="*/ 44 h 44"/>
                  <a:gd name="T4" fmla="*/ 0 w 144"/>
                  <a:gd name="T5" fmla="*/ 43 h 44"/>
                  <a:gd name="T6" fmla="*/ 1 w 144"/>
                  <a:gd name="T7" fmla="*/ 41 h 44"/>
                  <a:gd name="T8" fmla="*/ 62 w 144"/>
                  <a:gd name="T9" fmla="*/ 1 h 44"/>
                  <a:gd name="T10" fmla="*/ 64 w 144"/>
                  <a:gd name="T11" fmla="*/ 0 h 44"/>
                  <a:gd name="T12" fmla="*/ 143 w 144"/>
                  <a:gd name="T13" fmla="*/ 41 h 44"/>
                  <a:gd name="T14" fmla="*/ 143 w 144"/>
                  <a:gd name="T15" fmla="*/ 43 h 44"/>
                  <a:gd name="T16" fmla="*/ 142 w 144"/>
                  <a:gd name="T17" fmla="*/ 44 h 44"/>
                  <a:gd name="T18" fmla="*/ 7 w 144"/>
                  <a:gd name="T19" fmla="*/ 41 h 44"/>
                  <a:gd name="T20" fmla="*/ 135 w 144"/>
                  <a:gd name="T21" fmla="*/ 41 h 44"/>
                  <a:gd name="T22" fmla="*/ 63 w 144"/>
                  <a:gd name="T23" fmla="*/ 4 h 44"/>
                  <a:gd name="T24" fmla="*/ 7 w 144"/>
                  <a:gd name="T25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4" h="44">
                    <a:moveTo>
                      <a:pt x="142" y="44"/>
                    </a:moveTo>
                    <a:cubicBezTo>
                      <a:pt x="2" y="44"/>
                      <a:pt x="2" y="44"/>
                      <a:pt x="2" y="44"/>
                    </a:cubicBezTo>
                    <a:cubicBezTo>
                      <a:pt x="1" y="44"/>
                      <a:pt x="0" y="44"/>
                      <a:pt x="0" y="43"/>
                    </a:cubicBezTo>
                    <a:cubicBezTo>
                      <a:pt x="0" y="43"/>
                      <a:pt x="0" y="42"/>
                      <a:pt x="1" y="41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3" y="0"/>
                      <a:pt x="63" y="0"/>
                      <a:pt x="64" y="0"/>
                    </a:cubicBezTo>
                    <a:cubicBezTo>
                      <a:pt x="143" y="41"/>
                      <a:pt x="143" y="41"/>
                      <a:pt x="143" y="41"/>
                    </a:cubicBezTo>
                    <a:cubicBezTo>
                      <a:pt x="143" y="42"/>
                      <a:pt x="144" y="42"/>
                      <a:pt x="143" y="43"/>
                    </a:cubicBezTo>
                    <a:cubicBezTo>
                      <a:pt x="143" y="44"/>
                      <a:pt x="143" y="44"/>
                      <a:pt x="142" y="44"/>
                    </a:cubicBezTo>
                    <a:close/>
                    <a:moveTo>
                      <a:pt x="7" y="41"/>
                    </a:moveTo>
                    <a:cubicBezTo>
                      <a:pt x="135" y="41"/>
                      <a:pt x="135" y="41"/>
                      <a:pt x="135" y="41"/>
                    </a:cubicBezTo>
                    <a:cubicBezTo>
                      <a:pt x="63" y="4"/>
                      <a:pt x="63" y="4"/>
                      <a:pt x="63" y="4"/>
                    </a:cubicBezTo>
                    <a:lnTo>
                      <a:pt x="7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1" name="Freeform 953"/>
              <p:cNvSpPr>
                <a:spLocks noEditPoints="1"/>
              </p:cNvSpPr>
              <p:nvPr userDrawn="1"/>
            </p:nvSpPr>
            <p:spPr bwMode="auto">
              <a:xfrm>
                <a:off x="2990" y="943"/>
                <a:ext cx="113" cy="116"/>
              </a:xfrm>
              <a:custGeom>
                <a:avLst/>
                <a:gdLst>
                  <a:gd name="T0" fmla="*/ 90 w 91"/>
                  <a:gd name="T1" fmla="*/ 94 h 94"/>
                  <a:gd name="T2" fmla="*/ 90 w 91"/>
                  <a:gd name="T3" fmla="*/ 94 h 94"/>
                  <a:gd name="T4" fmla="*/ 2 w 91"/>
                  <a:gd name="T5" fmla="*/ 85 h 94"/>
                  <a:gd name="T6" fmla="*/ 1 w 91"/>
                  <a:gd name="T7" fmla="*/ 84 h 94"/>
                  <a:gd name="T8" fmla="*/ 1 w 91"/>
                  <a:gd name="T9" fmla="*/ 83 h 94"/>
                  <a:gd name="T10" fmla="*/ 22 w 91"/>
                  <a:gd name="T11" fmla="*/ 1 h 94"/>
                  <a:gd name="T12" fmla="*/ 24 w 91"/>
                  <a:gd name="T13" fmla="*/ 0 h 94"/>
                  <a:gd name="T14" fmla="*/ 25 w 91"/>
                  <a:gd name="T15" fmla="*/ 1 h 94"/>
                  <a:gd name="T16" fmla="*/ 91 w 91"/>
                  <a:gd name="T17" fmla="*/ 91 h 94"/>
                  <a:gd name="T18" fmla="*/ 91 w 91"/>
                  <a:gd name="T19" fmla="*/ 93 h 94"/>
                  <a:gd name="T20" fmla="*/ 90 w 91"/>
                  <a:gd name="T21" fmla="*/ 94 h 94"/>
                  <a:gd name="T22" fmla="*/ 4 w 91"/>
                  <a:gd name="T23" fmla="*/ 82 h 94"/>
                  <a:gd name="T24" fmla="*/ 86 w 91"/>
                  <a:gd name="T25" fmla="*/ 90 h 94"/>
                  <a:gd name="T26" fmla="*/ 25 w 91"/>
                  <a:gd name="T27" fmla="*/ 5 h 94"/>
                  <a:gd name="T28" fmla="*/ 4 w 91"/>
                  <a:gd name="T29" fmla="*/ 82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94">
                    <a:moveTo>
                      <a:pt x="90" y="94"/>
                    </a:moveTo>
                    <a:cubicBezTo>
                      <a:pt x="90" y="94"/>
                      <a:pt x="90" y="94"/>
                      <a:pt x="90" y="94"/>
                    </a:cubicBezTo>
                    <a:cubicBezTo>
                      <a:pt x="2" y="85"/>
                      <a:pt x="2" y="85"/>
                      <a:pt x="2" y="85"/>
                    </a:cubicBezTo>
                    <a:cubicBezTo>
                      <a:pt x="2" y="85"/>
                      <a:pt x="1" y="84"/>
                      <a:pt x="1" y="84"/>
                    </a:cubicBezTo>
                    <a:cubicBezTo>
                      <a:pt x="1" y="84"/>
                      <a:pt x="0" y="83"/>
                      <a:pt x="1" y="83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24" y="0"/>
                      <a:pt x="25" y="0"/>
                      <a:pt x="25" y="1"/>
                    </a:cubicBezTo>
                    <a:cubicBezTo>
                      <a:pt x="91" y="91"/>
                      <a:pt x="91" y="91"/>
                      <a:pt x="91" y="91"/>
                    </a:cubicBezTo>
                    <a:cubicBezTo>
                      <a:pt x="91" y="92"/>
                      <a:pt x="91" y="93"/>
                      <a:pt x="91" y="93"/>
                    </a:cubicBezTo>
                    <a:cubicBezTo>
                      <a:pt x="91" y="94"/>
                      <a:pt x="90" y="94"/>
                      <a:pt x="90" y="94"/>
                    </a:cubicBezTo>
                    <a:close/>
                    <a:moveTo>
                      <a:pt x="4" y="82"/>
                    </a:moveTo>
                    <a:cubicBezTo>
                      <a:pt x="86" y="90"/>
                      <a:pt x="86" y="90"/>
                      <a:pt x="86" y="90"/>
                    </a:cubicBezTo>
                    <a:cubicBezTo>
                      <a:pt x="25" y="5"/>
                      <a:pt x="25" y="5"/>
                      <a:pt x="25" y="5"/>
                    </a:cubicBezTo>
                    <a:lnTo>
                      <a:pt x="4" y="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2" name="Freeform 954"/>
              <p:cNvSpPr>
                <a:spLocks noEditPoints="1"/>
              </p:cNvSpPr>
              <p:nvPr userDrawn="1"/>
            </p:nvSpPr>
            <p:spPr bwMode="auto">
              <a:xfrm>
                <a:off x="3099" y="1055"/>
                <a:ext cx="109" cy="100"/>
              </a:xfrm>
              <a:custGeom>
                <a:avLst/>
                <a:gdLst>
                  <a:gd name="T0" fmla="*/ 48 w 88"/>
                  <a:gd name="T1" fmla="*/ 80 h 80"/>
                  <a:gd name="T2" fmla="*/ 46 w 88"/>
                  <a:gd name="T3" fmla="*/ 80 h 80"/>
                  <a:gd name="T4" fmla="*/ 0 w 88"/>
                  <a:gd name="T5" fmla="*/ 2 h 80"/>
                  <a:gd name="T6" fmla="*/ 1 w 88"/>
                  <a:gd name="T7" fmla="*/ 0 h 80"/>
                  <a:gd name="T8" fmla="*/ 3 w 88"/>
                  <a:gd name="T9" fmla="*/ 0 h 80"/>
                  <a:gd name="T10" fmla="*/ 87 w 88"/>
                  <a:gd name="T11" fmla="*/ 67 h 80"/>
                  <a:gd name="T12" fmla="*/ 88 w 88"/>
                  <a:gd name="T13" fmla="*/ 68 h 80"/>
                  <a:gd name="T14" fmla="*/ 87 w 88"/>
                  <a:gd name="T15" fmla="*/ 70 h 80"/>
                  <a:gd name="T16" fmla="*/ 48 w 88"/>
                  <a:gd name="T17" fmla="*/ 80 h 80"/>
                  <a:gd name="T18" fmla="*/ 8 w 88"/>
                  <a:gd name="T19" fmla="*/ 8 h 80"/>
                  <a:gd name="T20" fmla="*/ 48 w 88"/>
                  <a:gd name="T21" fmla="*/ 77 h 80"/>
                  <a:gd name="T22" fmla="*/ 83 w 88"/>
                  <a:gd name="T23" fmla="*/ 67 h 80"/>
                  <a:gd name="T24" fmla="*/ 8 w 88"/>
                  <a:gd name="T25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80">
                    <a:moveTo>
                      <a:pt x="48" y="80"/>
                    </a:moveTo>
                    <a:cubicBezTo>
                      <a:pt x="47" y="80"/>
                      <a:pt x="46" y="80"/>
                      <a:pt x="46" y="8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88" y="67"/>
                      <a:pt x="88" y="68"/>
                      <a:pt x="88" y="68"/>
                    </a:cubicBezTo>
                    <a:cubicBezTo>
                      <a:pt x="88" y="69"/>
                      <a:pt x="87" y="70"/>
                      <a:pt x="87" y="70"/>
                    </a:cubicBezTo>
                    <a:cubicBezTo>
                      <a:pt x="48" y="80"/>
                      <a:pt x="48" y="80"/>
                      <a:pt x="48" y="80"/>
                    </a:cubicBezTo>
                    <a:close/>
                    <a:moveTo>
                      <a:pt x="8" y="8"/>
                    </a:moveTo>
                    <a:cubicBezTo>
                      <a:pt x="48" y="77"/>
                      <a:pt x="48" y="77"/>
                      <a:pt x="48" y="77"/>
                    </a:cubicBezTo>
                    <a:cubicBezTo>
                      <a:pt x="83" y="67"/>
                      <a:pt x="83" y="67"/>
                      <a:pt x="83" y="67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3" name="Freeform 955"/>
              <p:cNvSpPr>
                <a:spLocks noEditPoints="1"/>
              </p:cNvSpPr>
              <p:nvPr userDrawn="1"/>
            </p:nvSpPr>
            <p:spPr bwMode="auto">
              <a:xfrm>
                <a:off x="3156" y="1137"/>
                <a:ext cx="52" cy="94"/>
              </a:xfrm>
              <a:custGeom>
                <a:avLst/>
                <a:gdLst>
                  <a:gd name="T0" fmla="*/ 12 w 42"/>
                  <a:gd name="T1" fmla="*/ 76 h 76"/>
                  <a:gd name="T2" fmla="*/ 12 w 42"/>
                  <a:gd name="T3" fmla="*/ 76 h 76"/>
                  <a:gd name="T4" fmla="*/ 10 w 42"/>
                  <a:gd name="T5" fmla="*/ 75 h 76"/>
                  <a:gd name="T6" fmla="*/ 0 w 42"/>
                  <a:gd name="T7" fmla="*/ 13 h 76"/>
                  <a:gd name="T8" fmla="*/ 1 w 42"/>
                  <a:gd name="T9" fmla="*/ 11 h 76"/>
                  <a:gd name="T10" fmla="*/ 40 w 42"/>
                  <a:gd name="T11" fmla="*/ 1 h 76"/>
                  <a:gd name="T12" fmla="*/ 42 w 42"/>
                  <a:gd name="T13" fmla="*/ 1 h 76"/>
                  <a:gd name="T14" fmla="*/ 42 w 42"/>
                  <a:gd name="T15" fmla="*/ 3 h 76"/>
                  <a:gd name="T16" fmla="*/ 13 w 42"/>
                  <a:gd name="T17" fmla="*/ 75 h 76"/>
                  <a:gd name="T18" fmla="*/ 12 w 42"/>
                  <a:gd name="T19" fmla="*/ 76 h 76"/>
                  <a:gd name="T20" fmla="*/ 3 w 42"/>
                  <a:gd name="T21" fmla="*/ 14 h 76"/>
                  <a:gd name="T22" fmla="*/ 12 w 42"/>
                  <a:gd name="T23" fmla="*/ 68 h 76"/>
                  <a:gd name="T24" fmla="*/ 37 w 42"/>
                  <a:gd name="T25" fmla="*/ 5 h 76"/>
                  <a:gd name="T26" fmla="*/ 3 w 42"/>
                  <a:gd name="T27" fmla="*/ 1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2" h="76">
                    <a:moveTo>
                      <a:pt x="12" y="76"/>
                    </a:moveTo>
                    <a:cubicBezTo>
                      <a:pt x="12" y="76"/>
                      <a:pt x="12" y="76"/>
                      <a:pt x="12" y="76"/>
                    </a:cubicBezTo>
                    <a:cubicBezTo>
                      <a:pt x="11" y="76"/>
                      <a:pt x="10" y="75"/>
                      <a:pt x="10" y="75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2"/>
                      <a:pt x="0" y="11"/>
                      <a:pt x="1" y="11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40" y="0"/>
                      <a:pt x="41" y="1"/>
                      <a:pt x="42" y="1"/>
                    </a:cubicBezTo>
                    <a:cubicBezTo>
                      <a:pt x="42" y="2"/>
                      <a:pt x="42" y="2"/>
                      <a:pt x="42" y="3"/>
                    </a:cubicBezTo>
                    <a:cubicBezTo>
                      <a:pt x="13" y="75"/>
                      <a:pt x="13" y="75"/>
                      <a:pt x="13" y="75"/>
                    </a:cubicBezTo>
                    <a:cubicBezTo>
                      <a:pt x="13" y="76"/>
                      <a:pt x="12" y="76"/>
                      <a:pt x="12" y="76"/>
                    </a:cubicBezTo>
                    <a:close/>
                    <a:moveTo>
                      <a:pt x="3" y="14"/>
                    </a:moveTo>
                    <a:cubicBezTo>
                      <a:pt x="12" y="68"/>
                      <a:pt x="12" y="68"/>
                      <a:pt x="12" y="68"/>
                    </a:cubicBezTo>
                    <a:cubicBezTo>
                      <a:pt x="37" y="5"/>
                      <a:pt x="37" y="5"/>
                      <a:pt x="37" y="5"/>
                    </a:cubicBezTo>
                    <a:lnTo>
                      <a:pt x="3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4" name="Freeform 956"/>
              <p:cNvSpPr>
                <a:spLocks noEditPoints="1"/>
              </p:cNvSpPr>
              <p:nvPr userDrawn="1"/>
            </p:nvSpPr>
            <p:spPr bwMode="auto">
              <a:xfrm>
                <a:off x="3099" y="1055"/>
                <a:ext cx="61" cy="149"/>
              </a:xfrm>
              <a:custGeom>
                <a:avLst/>
                <a:gdLst>
                  <a:gd name="T0" fmla="*/ 12 w 49"/>
                  <a:gd name="T1" fmla="*/ 120 h 120"/>
                  <a:gd name="T2" fmla="*/ 11 w 49"/>
                  <a:gd name="T3" fmla="*/ 120 h 120"/>
                  <a:gd name="T4" fmla="*/ 10 w 49"/>
                  <a:gd name="T5" fmla="*/ 119 h 120"/>
                  <a:gd name="T6" fmla="*/ 0 w 49"/>
                  <a:gd name="T7" fmla="*/ 2 h 120"/>
                  <a:gd name="T8" fmla="*/ 1 w 49"/>
                  <a:gd name="T9" fmla="*/ 0 h 120"/>
                  <a:gd name="T10" fmla="*/ 3 w 49"/>
                  <a:gd name="T11" fmla="*/ 1 h 120"/>
                  <a:gd name="T12" fmla="*/ 49 w 49"/>
                  <a:gd name="T13" fmla="*/ 78 h 120"/>
                  <a:gd name="T14" fmla="*/ 49 w 49"/>
                  <a:gd name="T15" fmla="*/ 80 h 120"/>
                  <a:gd name="T16" fmla="*/ 13 w 49"/>
                  <a:gd name="T17" fmla="*/ 120 h 120"/>
                  <a:gd name="T18" fmla="*/ 12 w 49"/>
                  <a:gd name="T19" fmla="*/ 120 h 120"/>
                  <a:gd name="T20" fmla="*/ 4 w 49"/>
                  <a:gd name="T21" fmla="*/ 9 h 120"/>
                  <a:gd name="T22" fmla="*/ 13 w 49"/>
                  <a:gd name="T23" fmla="*/ 115 h 120"/>
                  <a:gd name="T24" fmla="*/ 45 w 49"/>
                  <a:gd name="T25" fmla="*/ 79 h 120"/>
                  <a:gd name="T26" fmla="*/ 4 w 49"/>
                  <a:gd name="T27" fmla="*/ 9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9" h="120">
                    <a:moveTo>
                      <a:pt x="12" y="120"/>
                    </a:moveTo>
                    <a:cubicBezTo>
                      <a:pt x="11" y="120"/>
                      <a:pt x="11" y="120"/>
                      <a:pt x="11" y="120"/>
                    </a:cubicBezTo>
                    <a:cubicBezTo>
                      <a:pt x="10" y="120"/>
                      <a:pt x="10" y="120"/>
                      <a:pt x="10" y="11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49" y="78"/>
                      <a:pt x="49" y="78"/>
                      <a:pt x="49" y="78"/>
                    </a:cubicBezTo>
                    <a:cubicBezTo>
                      <a:pt x="49" y="79"/>
                      <a:pt x="49" y="79"/>
                      <a:pt x="49" y="80"/>
                    </a:cubicBezTo>
                    <a:cubicBezTo>
                      <a:pt x="13" y="120"/>
                      <a:pt x="13" y="120"/>
                      <a:pt x="13" y="120"/>
                    </a:cubicBezTo>
                    <a:cubicBezTo>
                      <a:pt x="12" y="120"/>
                      <a:pt x="12" y="120"/>
                      <a:pt x="12" y="120"/>
                    </a:cubicBezTo>
                    <a:close/>
                    <a:moveTo>
                      <a:pt x="4" y="9"/>
                    </a:moveTo>
                    <a:cubicBezTo>
                      <a:pt x="13" y="115"/>
                      <a:pt x="13" y="115"/>
                      <a:pt x="13" y="115"/>
                    </a:cubicBezTo>
                    <a:cubicBezTo>
                      <a:pt x="45" y="79"/>
                      <a:pt x="45" y="79"/>
                      <a:pt x="45" y="79"/>
                    </a:cubicBez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5" name="Freeform 957"/>
              <p:cNvSpPr>
                <a:spLocks noEditPoints="1"/>
              </p:cNvSpPr>
              <p:nvPr userDrawn="1"/>
            </p:nvSpPr>
            <p:spPr bwMode="auto">
              <a:xfrm>
                <a:off x="1098" y="980"/>
                <a:ext cx="98" cy="72"/>
              </a:xfrm>
              <a:custGeom>
                <a:avLst/>
                <a:gdLst>
                  <a:gd name="T0" fmla="*/ 1 w 79"/>
                  <a:gd name="T1" fmla="*/ 58 h 58"/>
                  <a:gd name="T2" fmla="*/ 0 w 79"/>
                  <a:gd name="T3" fmla="*/ 57 h 58"/>
                  <a:gd name="T4" fmla="*/ 0 w 79"/>
                  <a:gd name="T5" fmla="*/ 55 h 58"/>
                  <a:gd name="T6" fmla="*/ 76 w 79"/>
                  <a:gd name="T7" fmla="*/ 1 h 58"/>
                  <a:gd name="T8" fmla="*/ 78 w 79"/>
                  <a:gd name="T9" fmla="*/ 1 h 58"/>
                  <a:gd name="T10" fmla="*/ 78 w 79"/>
                  <a:gd name="T11" fmla="*/ 3 h 58"/>
                  <a:gd name="T12" fmla="*/ 53 w 79"/>
                  <a:gd name="T13" fmla="*/ 43 h 58"/>
                  <a:gd name="T14" fmla="*/ 52 w 79"/>
                  <a:gd name="T15" fmla="*/ 44 h 58"/>
                  <a:gd name="T16" fmla="*/ 2 w 79"/>
                  <a:gd name="T17" fmla="*/ 58 h 58"/>
                  <a:gd name="T18" fmla="*/ 1 w 79"/>
                  <a:gd name="T19" fmla="*/ 58 h 58"/>
                  <a:gd name="T20" fmla="*/ 71 w 79"/>
                  <a:gd name="T21" fmla="*/ 8 h 58"/>
                  <a:gd name="T22" fmla="*/ 10 w 79"/>
                  <a:gd name="T23" fmla="*/ 52 h 58"/>
                  <a:gd name="T24" fmla="*/ 50 w 79"/>
                  <a:gd name="T25" fmla="*/ 41 h 58"/>
                  <a:gd name="T26" fmla="*/ 71 w 79"/>
                  <a:gd name="T27" fmla="*/ 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" h="58">
                    <a:moveTo>
                      <a:pt x="1" y="58"/>
                    </a:moveTo>
                    <a:cubicBezTo>
                      <a:pt x="1" y="58"/>
                      <a:pt x="0" y="57"/>
                      <a:pt x="0" y="57"/>
                    </a:cubicBezTo>
                    <a:cubicBezTo>
                      <a:pt x="0" y="56"/>
                      <a:pt x="0" y="55"/>
                      <a:pt x="0" y="55"/>
                    </a:cubicBezTo>
                    <a:cubicBezTo>
                      <a:pt x="76" y="1"/>
                      <a:pt x="76" y="1"/>
                      <a:pt x="76" y="1"/>
                    </a:cubicBezTo>
                    <a:cubicBezTo>
                      <a:pt x="76" y="0"/>
                      <a:pt x="77" y="0"/>
                      <a:pt x="78" y="1"/>
                    </a:cubicBezTo>
                    <a:cubicBezTo>
                      <a:pt x="78" y="1"/>
                      <a:pt x="79" y="2"/>
                      <a:pt x="78" y="3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53" y="44"/>
                      <a:pt x="52" y="44"/>
                      <a:pt x="52" y="44"/>
                    </a:cubicBezTo>
                    <a:cubicBezTo>
                      <a:pt x="2" y="58"/>
                      <a:pt x="2" y="58"/>
                      <a:pt x="2" y="58"/>
                    </a:cubicBezTo>
                    <a:lnTo>
                      <a:pt x="1" y="58"/>
                    </a:lnTo>
                    <a:close/>
                    <a:moveTo>
                      <a:pt x="71" y="8"/>
                    </a:moveTo>
                    <a:cubicBezTo>
                      <a:pt x="10" y="52"/>
                      <a:pt x="10" y="52"/>
                      <a:pt x="10" y="52"/>
                    </a:cubicBezTo>
                    <a:cubicBezTo>
                      <a:pt x="50" y="41"/>
                      <a:pt x="50" y="41"/>
                      <a:pt x="50" y="41"/>
                    </a:cubicBezTo>
                    <a:lnTo>
                      <a:pt x="71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6" name="Freeform 958"/>
              <p:cNvSpPr>
                <a:spLocks noEditPoints="1"/>
              </p:cNvSpPr>
              <p:nvPr userDrawn="1"/>
            </p:nvSpPr>
            <p:spPr bwMode="auto">
              <a:xfrm>
                <a:off x="1160" y="952"/>
                <a:ext cx="142" cy="82"/>
              </a:xfrm>
              <a:custGeom>
                <a:avLst/>
                <a:gdLst>
                  <a:gd name="T0" fmla="*/ 1 w 115"/>
                  <a:gd name="T1" fmla="*/ 67 h 67"/>
                  <a:gd name="T2" fmla="*/ 0 w 115"/>
                  <a:gd name="T3" fmla="*/ 66 h 67"/>
                  <a:gd name="T4" fmla="*/ 0 w 115"/>
                  <a:gd name="T5" fmla="*/ 64 h 67"/>
                  <a:gd name="T6" fmla="*/ 25 w 115"/>
                  <a:gd name="T7" fmla="*/ 24 h 67"/>
                  <a:gd name="T8" fmla="*/ 26 w 115"/>
                  <a:gd name="T9" fmla="*/ 23 h 67"/>
                  <a:gd name="T10" fmla="*/ 113 w 115"/>
                  <a:gd name="T11" fmla="*/ 0 h 67"/>
                  <a:gd name="T12" fmla="*/ 115 w 115"/>
                  <a:gd name="T13" fmla="*/ 1 h 67"/>
                  <a:gd name="T14" fmla="*/ 114 w 115"/>
                  <a:gd name="T15" fmla="*/ 3 h 67"/>
                  <a:gd name="T16" fmla="*/ 2 w 115"/>
                  <a:gd name="T17" fmla="*/ 67 h 67"/>
                  <a:gd name="T18" fmla="*/ 1 w 115"/>
                  <a:gd name="T19" fmla="*/ 67 h 67"/>
                  <a:gd name="T20" fmla="*/ 28 w 115"/>
                  <a:gd name="T21" fmla="*/ 26 h 67"/>
                  <a:gd name="T22" fmla="*/ 6 w 115"/>
                  <a:gd name="T23" fmla="*/ 61 h 67"/>
                  <a:gd name="T24" fmla="*/ 101 w 115"/>
                  <a:gd name="T25" fmla="*/ 6 h 67"/>
                  <a:gd name="T26" fmla="*/ 28 w 115"/>
                  <a:gd name="T27" fmla="*/ 2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67">
                    <a:moveTo>
                      <a:pt x="1" y="67"/>
                    </a:moveTo>
                    <a:cubicBezTo>
                      <a:pt x="1" y="67"/>
                      <a:pt x="1" y="67"/>
                      <a:pt x="0" y="66"/>
                    </a:cubicBezTo>
                    <a:cubicBezTo>
                      <a:pt x="0" y="66"/>
                      <a:pt x="0" y="65"/>
                      <a:pt x="0" y="6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6" y="24"/>
                      <a:pt x="26" y="24"/>
                      <a:pt x="26" y="23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4" y="0"/>
                      <a:pt x="115" y="0"/>
                      <a:pt x="115" y="1"/>
                    </a:cubicBezTo>
                    <a:cubicBezTo>
                      <a:pt x="115" y="1"/>
                      <a:pt x="115" y="2"/>
                      <a:pt x="114" y="3"/>
                    </a:cubicBezTo>
                    <a:cubicBezTo>
                      <a:pt x="2" y="67"/>
                      <a:pt x="2" y="67"/>
                      <a:pt x="2" y="67"/>
                    </a:cubicBezTo>
                    <a:lnTo>
                      <a:pt x="1" y="67"/>
                    </a:lnTo>
                    <a:close/>
                    <a:moveTo>
                      <a:pt x="28" y="26"/>
                    </a:moveTo>
                    <a:cubicBezTo>
                      <a:pt x="6" y="61"/>
                      <a:pt x="6" y="61"/>
                      <a:pt x="6" y="61"/>
                    </a:cubicBezTo>
                    <a:cubicBezTo>
                      <a:pt x="101" y="6"/>
                      <a:pt x="101" y="6"/>
                      <a:pt x="101" y="6"/>
                    </a:cubicBezTo>
                    <a:lnTo>
                      <a:pt x="28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7" name="Freeform 959"/>
              <p:cNvSpPr>
                <a:spLocks noEditPoints="1"/>
              </p:cNvSpPr>
              <p:nvPr userDrawn="1"/>
            </p:nvSpPr>
            <p:spPr bwMode="auto">
              <a:xfrm>
                <a:off x="1298" y="952"/>
                <a:ext cx="109" cy="35"/>
              </a:xfrm>
              <a:custGeom>
                <a:avLst/>
                <a:gdLst>
                  <a:gd name="T0" fmla="*/ 26 w 88"/>
                  <a:gd name="T1" fmla="*/ 29 h 29"/>
                  <a:gd name="T2" fmla="*/ 25 w 88"/>
                  <a:gd name="T3" fmla="*/ 29 h 29"/>
                  <a:gd name="T4" fmla="*/ 0 w 88"/>
                  <a:gd name="T5" fmla="*/ 3 h 29"/>
                  <a:gd name="T6" fmla="*/ 0 w 88"/>
                  <a:gd name="T7" fmla="*/ 1 h 29"/>
                  <a:gd name="T8" fmla="*/ 2 w 88"/>
                  <a:gd name="T9" fmla="*/ 0 h 29"/>
                  <a:gd name="T10" fmla="*/ 87 w 88"/>
                  <a:gd name="T11" fmla="*/ 6 h 29"/>
                  <a:gd name="T12" fmla="*/ 88 w 88"/>
                  <a:gd name="T13" fmla="*/ 7 h 29"/>
                  <a:gd name="T14" fmla="*/ 87 w 88"/>
                  <a:gd name="T15" fmla="*/ 9 h 29"/>
                  <a:gd name="T16" fmla="*/ 27 w 88"/>
                  <a:gd name="T17" fmla="*/ 29 h 29"/>
                  <a:gd name="T18" fmla="*/ 26 w 88"/>
                  <a:gd name="T19" fmla="*/ 29 h 29"/>
                  <a:gd name="T20" fmla="*/ 6 w 88"/>
                  <a:gd name="T21" fmla="*/ 3 h 29"/>
                  <a:gd name="T22" fmla="*/ 27 w 88"/>
                  <a:gd name="T23" fmla="*/ 26 h 29"/>
                  <a:gd name="T24" fmla="*/ 79 w 88"/>
                  <a:gd name="T25" fmla="*/ 8 h 29"/>
                  <a:gd name="T26" fmla="*/ 6 w 88"/>
                  <a:gd name="T27" fmla="*/ 3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29">
                    <a:moveTo>
                      <a:pt x="26" y="29"/>
                    </a:moveTo>
                    <a:cubicBezTo>
                      <a:pt x="26" y="29"/>
                      <a:pt x="25" y="29"/>
                      <a:pt x="25" y="29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5" y="0"/>
                      <a:pt x="80" y="4"/>
                      <a:pt x="87" y="6"/>
                    </a:cubicBezTo>
                    <a:cubicBezTo>
                      <a:pt x="87" y="6"/>
                      <a:pt x="88" y="7"/>
                      <a:pt x="88" y="7"/>
                    </a:cubicBezTo>
                    <a:cubicBezTo>
                      <a:pt x="88" y="8"/>
                      <a:pt x="88" y="9"/>
                      <a:pt x="87" y="9"/>
                    </a:cubicBezTo>
                    <a:cubicBezTo>
                      <a:pt x="27" y="29"/>
                      <a:pt x="27" y="29"/>
                      <a:pt x="27" y="29"/>
                    </a:cubicBezTo>
                    <a:lnTo>
                      <a:pt x="26" y="29"/>
                    </a:lnTo>
                    <a:close/>
                    <a:moveTo>
                      <a:pt x="6" y="3"/>
                    </a:moveTo>
                    <a:cubicBezTo>
                      <a:pt x="27" y="26"/>
                      <a:pt x="27" y="26"/>
                      <a:pt x="27" y="26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63" y="7"/>
                      <a:pt x="28" y="5"/>
                      <a:pt x="6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8" name="Freeform 960"/>
              <p:cNvSpPr>
                <a:spLocks noEditPoints="1"/>
              </p:cNvSpPr>
              <p:nvPr userDrawn="1"/>
            </p:nvSpPr>
            <p:spPr bwMode="auto">
              <a:xfrm>
                <a:off x="1227" y="950"/>
                <a:ext cx="132" cy="72"/>
              </a:xfrm>
              <a:custGeom>
                <a:avLst/>
                <a:gdLst>
                  <a:gd name="T0" fmla="*/ 1 w 107"/>
                  <a:gd name="T1" fmla="*/ 58 h 58"/>
                  <a:gd name="T2" fmla="*/ 0 w 107"/>
                  <a:gd name="T3" fmla="*/ 58 h 58"/>
                  <a:gd name="T4" fmla="*/ 0 w 107"/>
                  <a:gd name="T5" fmla="*/ 57 h 58"/>
                  <a:gd name="T6" fmla="*/ 2 w 107"/>
                  <a:gd name="T7" fmla="*/ 14 h 58"/>
                  <a:gd name="T8" fmla="*/ 4 w 107"/>
                  <a:gd name="T9" fmla="*/ 12 h 58"/>
                  <a:gd name="T10" fmla="*/ 105 w 107"/>
                  <a:gd name="T11" fmla="*/ 1 h 58"/>
                  <a:gd name="T12" fmla="*/ 107 w 107"/>
                  <a:gd name="T13" fmla="*/ 2 h 58"/>
                  <a:gd name="T14" fmla="*/ 106 w 107"/>
                  <a:gd name="T15" fmla="*/ 4 h 58"/>
                  <a:gd name="T16" fmla="*/ 2 w 107"/>
                  <a:gd name="T17" fmla="*/ 58 h 58"/>
                  <a:gd name="T18" fmla="*/ 1 w 107"/>
                  <a:gd name="T19" fmla="*/ 58 h 58"/>
                  <a:gd name="T20" fmla="*/ 5 w 107"/>
                  <a:gd name="T21" fmla="*/ 15 h 58"/>
                  <a:gd name="T22" fmla="*/ 3 w 107"/>
                  <a:gd name="T23" fmla="*/ 54 h 58"/>
                  <a:gd name="T24" fmla="*/ 97 w 107"/>
                  <a:gd name="T25" fmla="*/ 5 h 58"/>
                  <a:gd name="T26" fmla="*/ 5 w 107"/>
                  <a:gd name="T27" fmla="*/ 15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7" h="58">
                    <a:moveTo>
                      <a:pt x="1" y="58"/>
                    </a:moveTo>
                    <a:cubicBezTo>
                      <a:pt x="0" y="58"/>
                      <a:pt x="0" y="58"/>
                      <a:pt x="0" y="58"/>
                    </a:cubicBezTo>
                    <a:cubicBezTo>
                      <a:pt x="0" y="58"/>
                      <a:pt x="0" y="57"/>
                      <a:pt x="0" y="57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3"/>
                      <a:pt x="3" y="12"/>
                      <a:pt x="4" y="12"/>
                    </a:cubicBezTo>
                    <a:cubicBezTo>
                      <a:pt x="105" y="1"/>
                      <a:pt x="105" y="1"/>
                      <a:pt x="105" y="1"/>
                    </a:cubicBezTo>
                    <a:cubicBezTo>
                      <a:pt x="106" y="0"/>
                      <a:pt x="107" y="1"/>
                      <a:pt x="107" y="2"/>
                    </a:cubicBezTo>
                    <a:cubicBezTo>
                      <a:pt x="107" y="3"/>
                      <a:pt x="107" y="3"/>
                      <a:pt x="106" y="4"/>
                    </a:cubicBezTo>
                    <a:cubicBezTo>
                      <a:pt x="2" y="58"/>
                      <a:pt x="2" y="58"/>
                      <a:pt x="2" y="58"/>
                    </a:cubicBezTo>
                    <a:lnTo>
                      <a:pt x="1" y="58"/>
                    </a:lnTo>
                    <a:close/>
                    <a:moveTo>
                      <a:pt x="5" y="15"/>
                    </a:moveTo>
                    <a:cubicBezTo>
                      <a:pt x="3" y="54"/>
                      <a:pt x="3" y="54"/>
                      <a:pt x="3" y="54"/>
                    </a:cubicBezTo>
                    <a:cubicBezTo>
                      <a:pt x="97" y="5"/>
                      <a:pt x="97" y="5"/>
                      <a:pt x="97" y="5"/>
                    </a:cubicBezTo>
                    <a:lnTo>
                      <a:pt x="5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9" name="Freeform 961"/>
              <p:cNvSpPr>
                <a:spLocks noEditPoints="1"/>
              </p:cNvSpPr>
              <p:nvPr userDrawn="1"/>
            </p:nvSpPr>
            <p:spPr bwMode="auto">
              <a:xfrm>
                <a:off x="1328" y="959"/>
                <a:ext cx="170" cy="38"/>
              </a:xfrm>
              <a:custGeom>
                <a:avLst/>
                <a:gdLst>
                  <a:gd name="T0" fmla="*/ 135 w 137"/>
                  <a:gd name="T1" fmla="*/ 31 h 31"/>
                  <a:gd name="T2" fmla="*/ 135 w 137"/>
                  <a:gd name="T3" fmla="*/ 31 h 31"/>
                  <a:gd name="T4" fmla="*/ 2 w 137"/>
                  <a:gd name="T5" fmla="*/ 23 h 31"/>
                  <a:gd name="T6" fmla="*/ 1 w 137"/>
                  <a:gd name="T7" fmla="*/ 22 h 31"/>
                  <a:gd name="T8" fmla="*/ 2 w 137"/>
                  <a:gd name="T9" fmla="*/ 20 h 31"/>
                  <a:gd name="T10" fmla="*/ 62 w 137"/>
                  <a:gd name="T11" fmla="*/ 0 h 31"/>
                  <a:gd name="T12" fmla="*/ 63 w 137"/>
                  <a:gd name="T13" fmla="*/ 0 h 31"/>
                  <a:gd name="T14" fmla="*/ 135 w 137"/>
                  <a:gd name="T15" fmla="*/ 28 h 31"/>
                  <a:gd name="T16" fmla="*/ 136 w 137"/>
                  <a:gd name="T17" fmla="*/ 30 h 31"/>
                  <a:gd name="T18" fmla="*/ 135 w 137"/>
                  <a:gd name="T19" fmla="*/ 31 h 31"/>
                  <a:gd name="T20" fmla="*/ 11 w 137"/>
                  <a:gd name="T21" fmla="*/ 21 h 31"/>
                  <a:gd name="T22" fmla="*/ 124 w 137"/>
                  <a:gd name="T23" fmla="*/ 27 h 31"/>
                  <a:gd name="T24" fmla="*/ 62 w 137"/>
                  <a:gd name="T25" fmla="*/ 3 h 31"/>
                  <a:gd name="T26" fmla="*/ 11 w 137"/>
                  <a:gd name="T27" fmla="*/ 2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7" h="31">
                    <a:moveTo>
                      <a:pt x="135" y="31"/>
                    </a:moveTo>
                    <a:cubicBezTo>
                      <a:pt x="135" y="31"/>
                      <a:pt x="135" y="31"/>
                      <a:pt x="135" y="31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23"/>
                      <a:pt x="1" y="23"/>
                      <a:pt x="1" y="22"/>
                    </a:cubicBezTo>
                    <a:cubicBezTo>
                      <a:pt x="0" y="21"/>
                      <a:pt x="1" y="20"/>
                      <a:pt x="2" y="2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2" y="0"/>
                      <a:pt x="63" y="0"/>
                      <a:pt x="63" y="0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6" y="28"/>
                      <a:pt x="137" y="29"/>
                      <a:pt x="136" y="30"/>
                    </a:cubicBezTo>
                    <a:cubicBezTo>
                      <a:pt x="136" y="31"/>
                      <a:pt x="136" y="31"/>
                      <a:pt x="135" y="31"/>
                    </a:cubicBezTo>
                    <a:close/>
                    <a:moveTo>
                      <a:pt x="11" y="21"/>
                    </a:moveTo>
                    <a:cubicBezTo>
                      <a:pt x="124" y="27"/>
                      <a:pt x="124" y="27"/>
                      <a:pt x="124" y="27"/>
                    </a:cubicBezTo>
                    <a:cubicBezTo>
                      <a:pt x="62" y="3"/>
                      <a:pt x="62" y="3"/>
                      <a:pt x="62" y="3"/>
                    </a:cubicBezTo>
                    <a:lnTo>
                      <a:pt x="11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0" name="Freeform 962"/>
              <p:cNvSpPr>
                <a:spLocks noEditPoints="1"/>
              </p:cNvSpPr>
              <p:nvPr userDrawn="1"/>
            </p:nvSpPr>
            <p:spPr bwMode="auto">
              <a:xfrm>
                <a:off x="1098" y="1030"/>
                <a:ext cx="65" cy="74"/>
              </a:xfrm>
              <a:custGeom>
                <a:avLst/>
                <a:gdLst>
                  <a:gd name="T0" fmla="*/ 9 w 53"/>
                  <a:gd name="T1" fmla="*/ 60 h 60"/>
                  <a:gd name="T2" fmla="*/ 9 w 53"/>
                  <a:gd name="T3" fmla="*/ 60 h 60"/>
                  <a:gd name="T4" fmla="*/ 7 w 53"/>
                  <a:gd name="T5" fmla="*/ 59 h 60"/>
                  <a:gd name="T6" fmla="*/ 0 w 53"/>
                  <a:gd name="T7" fmla="*/ 16 h 60"/>
                  <a:gd name="T8" fmla="*/ 1 w 53"/>
                  <a:gd name="T9" fmla="*/ 14 h 60"/>
                  <a:gd name="T10" fmla="*/ 51 w 53"/>
                  <a:gd name="T11" fmla="*/ 1 h 60"/>
                  <a:gd name="T12" fmla="*/ 53 w 53"/>
                  <a:gd name="T13" fmla="*/ 1 h 60"/>
                  <a:gd name="T14" fmla="*/ 53 w 53"/>
                  <a:gd name="T15" fmla="*/ 3 h 60"/>
                  <a:gd name="T16" fmla="*/ 10 w 53"/>
                  <a:gd name="T17" fmla="*/ 60 h 60"/>
                  <a:gd name="T18" fmla="*/ 9 w 53"/>
                  <a:gd name="T19" fmla="*/ 60 h 60"/>
                  <a:gd name="T20" fmla="*/ 3 w 53"/>
                  <a:gd name="T21" fmla="*/ 17 h 60"/>
                  <a:gd name="T22" fmla="*/ 10 w 53"/>
                  <a:gd name="T23" fmla="*/ 54 h 60"/>
                  <a:gd name="T24" fmla="*/ 47 w 53"/>
                  <a:gd name="T25" fmla="*/ 5 h 60"/>
                  <a:gd name="T26" fmla="*/ 3 w 53"/>
                  <a:gd name="T27" fmla="*/ 1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3" h="60">
                    <a:moveTo>
                      <a:pt x="9" y="60"/>
                    </a:moveTo>
                    <a:cubicBezTo>
                      <a:pt x="9" y="60"/>
                      <a:pt x="9" y="60"/>
                      <a:pt x="9" y="60"/>
                    </a:cubicBezTo>
                    <a:cubicBezTo>
                      <a:pt x="8" y="60"/>
                      <a:pt x="7" y="59"/>
                      <a:pt x="7" y="5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5"/>
                      <a:pt x="0" y="15"/>
                      <a:pt x="1" y="14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52" y="0"/>
                      <a:pt x="52" y="1"/>
                      <a:pt x="53" y="1"/>
                    </a:cubicBezTo>
                    <a:cubicBezTo>
                      <a:pt x="53" y="2"/>
                      <a:pt x="53" y="3"/>
                      <a:pt x="53" y="3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10" y="60"/>
                      <a:pt x="9" y="60"/>
                      <a:pt x="9" y="60"/>
                    </a:cubicBezTo>
                    <a:close/>
                    <a:moveTo>
                      <a:pt x="3" y="17"/>
                    </a:moveTo>
                    <a:cubicBezTo>
                      <a:pt x="10" y="54"/>
                      <a:pt x="10" y="54"/>
                      <a:pt x="10" y="54"/>
                    </a:cubicBezTo>
                    <a:cubicBezTo>
                      <a:pt x="47" y="5"/>
                      <a:pt x="47" y="5"/>
                      <a:pt x="47" y="5"/>
                    </a:cubicBezTo>
                    <a:lnTo>
                      <a:pt x="3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1" name="Freeform 963"/>
              <p:cNvSpPr>
                <a:spLocks noEditPoints="1"/>
              </p:cNvSpPr>
              <p:nvPr userDrawn="1"/>
            </p:nvSpPr>
            <p:spPr bwMode="auto">
              <a:xfrm>
                <a:off x="1328" y="984"/>
                <a:ext cx="170" cy="62"/>
              </a:xfrm>
              <a:custGeom>
                <a:avLst/>
                <a:gdLst>
                  <a:gd name="T0" fmla="*/ 108 w 137"/>
                  <a:gd name="T1" fmla="*/ 50 h 50"/>
                  <a:gd name="T2" fmla="*/ 108 w 137"/>
                  <a:gd name="T3" fmla="*/ 50 h 50"/>
                  <a:gd name="T4" fmla="*/ 2 w 137"/>
                  <a:gd name="T5" fmla="*/ 3 h 50"/>
                  <a:gd name="T6" fmla="*/ 1 w 137"/>
                  <a:gd name="T7" fmla="*/ 1 h 50"/>
                  <a:gd name="T8" fmla="*/ 2 w 137"/>
                  <a:gd name="T9" fmla="*/ 0 h 50"/>
                  <a:gd name="T10" fmla="*/ 135 w 137"/>
                  <a:gd name="T11" fmla="*/ 8 h 50"/>
                  <a:gd name="T12" fmla="*/ 136 w 137"/>
                  <a:gd name="T13" fmla="*/ 9 h 50"/>
                  <a:gd name="T14" fmla="*/ 136 w 137"/>
                  <a:gd name="T15" fmla="*/ 10 h 50"/>
                  <a:gd name="T16" fmla="*/ 110 w 137"/>
                  <a:gd name="T17" fmla="*/ 49 h 50"/>
                  <a:gd name="T18" fmla="*/ 108 w 137"/>
                  <a:gd name="T19" fmla="*/ 50 h 50"/>
                  <a:gd name="T20" fmla="*/ 11 w 137"/>
                  <a:gd name="T21" fmla="*/ 4 h 50"/>
                  <a:gd name="T22" fmla="*/ 108 w 137"/>
                  <a:gd name="T23" fmla="*/ 46 h 50"/>
                  <a:gd name="T24" fmla="*/ 132 w 137"/>
                  <a:gd name="T25" fmla="*/ 11 h 50"/>
                  <a:gd name="T26" fmla="*/ 11 w 137"/>
                  <a:gd name="T27" fmla="*/ 4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7" h="50">
                    <a:moveTo>
                      <a:pt x="108" y="50"/>
                    </a:moveTo>
                    <a:cubicBezTo>
                      <a:pt x="108" y="50"/>
                      <a:pt x="108" y="50"/>
                      <a:pt x="108" y="50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2"/>
                      <a:pt x="1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135" y="8"/>
                      <a:pt x="135" y="8"/>
                      <a:pt x="135" y="8"/>
                    </a:cubicBezTo>
                    <a:cubicBezTo>
                      <a:pt x="135" y="8"/>
                      <a:pt x="136" y="8"/>
                      <a:pt x="136" y="9"/>
                    </a:cubicBezTo>
                    <a:cubicBezTo>
                      <a:pt x="137" y="9"/>
                      <a:pt x="137" y="10"/>
                      <a:pt x="136" y="10"/>
                    </a:cubicBezTo>
                    <a:cubicBezTo>
                      <a:pt x="110" y="49"/>
                      <a:pt x="110" y="49"/>
                      <a:pt x="110" y="49"/>
                    </a:cubicBezTo>
                    <a:cubicBezTo>
                      <a:pt x="109" y="50"/>
                      <a:pt x="109" y="50"/>
                      <a:pt x="108" y="50"/>
                    </a:cubicBezTo>
                    <a:close/>
                    <a:moveTo>
                      <a:pt x="11" y="4"/>
                    </a:moveTo>
                    <a:cubicBezTo>
                      <a:pt x="108" y="46"/>
                      <a:pt x="108" y="46"/>
                      <a:pt x="108" y="46"/>
                    </a:cubicBezTo>
                    <a:cubicBezTo>
                      <a:pt x="132" y="11"/>
                      <a:pt x="132" y="11"/>
                      <a:pt x="132" y="11"/>
                    </a:cubicBez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2" name="Freeform 964"/>
              <p:cNvSpPr>
                <a:spLocks noEditPoints="1"/>
              </p:cNvSpPr>
              <p:nvPr userDrawn="1"/>
            </p:nvSpPr>
            <p:spPr bwMode="auto">
              <a:xfrm>
                <a:off x="1160" y="952"/>
                <a:ext cx="173" cy="82"/>
              </a:xfrm>
              <a:custGeom>
                <a:avLst/>
                <a:gdLst>
                  <a:gd name="T0" fmla="*/ 1 w 140"/>
                  <a:gd name="T1" fmla="*/ 67 h 67"/>
                  <a:gd name="T2" fmla="*/ 0 w 140"/>
                  <a:gd name="T3" fmla="*/ 66 h 67"/>
                  <a:gd name="T4" fmla="*/ 1 w 140"/>
                  <a:gd name="T5" fmla="*/ 64 h 67"/>
                  <a:gd name="T6" fmla="*/ 113 w 140"/>
                  <a:gd name="T7" fmla="*/ 0 h 67"/>
                  <a:gd name="T8" fmla="*/ 115 w 140"/>
                  <a:gd name="T9" fmla="*/ 0 h 67"/>
                  <a:gd name="T10" fmla="*/ 139 w 140"/>
                  <a:gd name="T11" fmla="*/ 27 h 67"/>
                  <a:gd name="T12" fmla="*/ 140 w 140"/>
                  <a:gd name="T13" fmla="*/ 28 h 67"/>
                  <a:gd name="T14" fmla="*/ 139 w 140"/>
                  <a:gd name="T15" fmla="*/ 29 h 67"/>
                  <a:gd name="T16" fmla="*/ 2 w 140"/>
                  <a:gd name="T17" fmla="*/ 67 h 67"/>
                  <a:gd name="T18" fmla="*/ 1 w 140"/>
                  <a:gd name="T19" fmla="*/ 67 h 67"/>
                  <a:gd name="T20" fmla="*/ 113 w 140"/>
                  <a:gd name="T21" fmla="*/ 3 h 67"/>
                  <a:gd name="T22" fmla="*/ 14 w 140"/>
                  <a:gd name="T23" fmla="*/ 60 h 67"/>
                  <a:gd name="T24" fmla="*/ 135 w 140"/>
                  <a:gd name="T25" fmla="*/ 27 h 67"/>
                  <a:gd name="T26" fmla="*/ 113 w 140"/>
                  <a:gd name="T27" fmla="*/ 3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0" h="67">
                    <a:moveTo>
                      <a:pt x="1" y="67"/>
                    </a:moveTo>
                    <a:cubicBezTo>
                      <a:pt x="1" y="67"/>
                      <a:pt x="0" y="67"/>
                      <a:pt x="0" y="66"/>
                    </a:cubicBezTo>
                    <a:cubicBezTo>
                      <a:pt x="0" y="65"/>
                      <a:pt x="0" y="64"/>
                      <a:pt x="1" y="64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3" y="0"/>
                      <a:pt x="114" y="0"/>
                      <a:pt x="115" y="0"/>
                    </a:cubicBezTo>
                    <a:cubicBezTo>
                      <a:pt x="139" y="27"/>
                      <a:pt x="139" y="27"/>
                      <a:pt x="139" y="27"/>
                    </a:cubicBezTo>
                    <a:cubicBezTo>
                      <a:pt x="140" y="27"/>
                      <a:pt x="140" y="28"/>
                      <a:pt x="140" y="28"/>
                    </a:cubicBezTo>
                    <a:cubicBezTo>
                      <a:pt x="140" y="29"/>
                      <a:pt x="139" y="29"/>
                      <a:pt x="139" y="29"/>
                    </a:cubicBezTo>
                    <a:cubicBezTo>
                      <a:pt x="2" y="67"/>
                      <a:pt x="2" y="67"/>
                      <a:pt x="2" y="67"/>
                    </a:cubicBezTo>
                    <a:lnTo>
                      <a:pt x="1" y="67"/>
                    </a:lnTo>
                    <a:close/>
                    <a:moveTo>
                      <a:pt x="113" y="3"/>
                    </a:moveTo>
                    <a:cubicBezTo>
                      <a:pt x="14" y="60"/>
                      <a:pt x="14" y="60"/>
                      <a:pt x="14" y="60"/>
                    </a:cubicBezTo>
                    <a:cubicBezTo>
                      <a:pt x="135" y="27"/>
                      <a:pt x="135" y="27"/>
                      <a:pt x="135" y="27"/>
                    </a:cubicBezTo>
                    <a:lnTo>
                      <a:pt x="11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3" name="Freeform 965"/>
              <p:cNvSpPr>
                <a:spLocks noEditPoints="1"/>
              </p:cNvSpPr>
              <p:nvPr userDrawn="1"/>
            </p:nvSpPr>
            <p:spPr bwMode="auto">
              <a:xfrm>
                <a:off x="1323" y="1107"/>
                <a:ext cx="155" cy="81"/>
              </a:xfrm>
              <a:custGeom>
                <a:avLst/>
                <a:gdLst>
                  <a:gd name="T0" fmla="*/ 2 w 125"/>
                  <a:gd name="T1" fmla="*/ 65 h 65"/>
                  <a:gd name="T2" fmla="*/ 1 w 125"/>
                  <a:gd name="T3" fmla="*/ 65 h 65"/>
                  <a:gd name="T4" fmla="*/ 0 w 125"/>
                  <a:gd name="T5" fmla="*/ 63 h 65"/>
                  <a:gd name="T6" fmla="*/ 13 w 125"/>
                  <a:gd name="T7" fmla="*/ 1 h 65"/>
                  <a:gd name="T8" fmla="*/ 14 w 125"/>
                  <a:gd name="T9" fmla="*/ 0 h 65"/>
                  <a:gd name="T10" fmla="*/ 15 w 125"/>
                  <a:gd name="T11" fmla="*/ 0 h 65"/>
                  <a:gd name="T12" fmla="*/ 124 w 125"/>
                  <a:gd name="T13" fmla="*/ 52 h 65"/>
                  <a:gd name="T14" fmla="*/ 125 w 125"/>
                  <a:gd name="T15" fmla="*/ 54 h 65"/>
                  <a:gd name="T16" fmla="*/ 123 w 125"/>
                  <a:gd name="T17" fmla="*/ 55 h 65"/>
                  <a:gd name="T18" fmla="*/ 2 w 125"/>
                  <a:gd name="T19" fmla="*/ 65 h 65"/>
                  <a:gd name="T20" fmla="*/ 16 w 125"/>
                  <a:gd name="T21" fmla="*/ 4 h 65"/>
                  <a:gd name="T22" fmla="*/ 4 w 125"/>
                  <a:gd name="T23" fmla="*/ 62 h 65"/>
                  <a:gd name="T24" fmla="*/ 117 w 125"/>
                  <a:gd name="T25" fmla="*/ 53 h 65"/>
                  <a:gd name="T26" fmla="*/ 16 w 125"/>
                  <a:gd name="T27" fmla="*/ 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65">
                    <a:moveTo>
                      <a:pt x="2" y="65"/>
                    </a:moveTo>
                    <a:cubicBezTo>
                      <a:pt x="2" y="65"/>
                      <a:pt x="1" y="65"/>
                      <a:pt x="1" y="65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1"/>
                      <a:pt x="13" y="0"/>
                      <a:pt x="14" y="0"/>
                    </a:cubicBezTo>
                    <a:cubicBezTo>
                      <a:pt x="14" y="0"/>
                      <a:pt x="15" y="0"/>
                      <a:pt x="15" y="0"/>
                    </a:cubicBezTo>
                    <a:cubicBezTo>
                      <a:pt x="124" y="52"/>
                      <a:pt x="124" y="52"/>
                      <a:pt x="124" y="52"/>
                    </a:cubicBezTo>
                    <a:cubicBezTo>
                      <a:pt x="125" y="53"/>
                      <a:pt x="125" y="53"/>
                      <a:pt x="125" y="54"/>
                    </a:cubicBezTo>
                    <a:cubicBezTo>
                      <a:pt x="125" y="55"/>
                      <a:pt x="124" y="55"/>
                      <a:pt x="123" y="55"/>
                    </a:cubicBezTo>
                    <a:cubicBezTo>
                      <a:pt x="2" y="65"/>
                      <a:pt x="2" y="65"/>
                      <a:pt x="2" y="65"/>
                    </a:cubicBezTo>
                    <a:close/>
                    <a:moveTo>
                      <a:pt x="16" y="4"/>
                    </a:moveTo>
                    <a:cubicBezTo>
                      <a:pt x="4" y="62"/>
                      <a:pt x="4" y="62"/>
                      <a:pt x="4" y="62"/>
                    </a:cubicBezTo>
                    <a:cubicBezTo>
                      <a:pt x="117" y="53"/>
                      <a:pt x="117" y="53"/>
                      <a:pt x="117" y="53"/>
                    </a:cubicBezTo>
                    <a:lnTo>
                      <a:pt x="1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4" name="Freeform 966"/>
              <p:cNvSpPr>
                <a:spLocks noEditPoints="1"/>
              </p:cNvSpPr>
              <p:nvPr userDrawn="1"/>
            </p:nvSpPr>
            <p:spPr bwMode="auto">
              <a:xfrm>
                <a:off x="1160" y="984"/>
                <a:ext cx="173" cy="81"/>
              </a:xfrm>
              <a:custGeom>
                <a:avLst/>
                <a:gdLst>
                  <a:gd name="T0" fmla="*/ 126 w 140"/>
                  <a:gd name="T1" fmla="*/ 66 h 66"/>
                  <a:gd name="T2" fmla="*/ 125 w 140"/>
                  <a:gd name="T3" fmla="*/ 66 h 66"/>
                  <a:gd name="T4" fmla="*/ 1 w 140"/>
                  <a:gd name="T5" fmla="*/ 41 h 66"/>
                  <a:gd name="T6" fmla="*/ 0 w 140"/>
                  <a:gd name="T7" fmla="*/ 39 h 66"/>
                  <a:gd name="T8" fmla="*/ 1 w 140"/>
                  <a:gd name="T9" fmla="*/ 38 h 66"/>
                  <a:gd name="T10" fmla="*/ 138 w 140"/>
                  <a:gd name="T11" fmla="*/ 0 h 66"/>
                  <a:gd name="T12" fmla="*/ 139 w 140"/>
                  <a:gd name="T13" fmla="*/ 1 h 66"/>
                  <a:gd name="T14" fmla="*/ 140 w 140"/>
                  <a:gd name="T15" fmla="*/ 2 h 66"/>
                  <a:gd name="T16" fmla="*/ 127 w 140"/>
                  <a:gd name="T17" fmla="*/ 64 h 66"/>
                  <a:gd name="T18" fmla="*/ 126 w 140"/>
                  <a:gd name="T19" fmla="*/ 66 h 66"/>
                  <a:gd name="T20" fmla="*/ 9 w 140"/>
                  <a:gd name="T21" fmla="*/ 39 h 66"/>
                  <a:gd name="T22" fmla="*/ 124 w 140"/>
                  <a:gd name="T23" fmla="*/ 62 h 66"/>
                  <a:gd name="T24" fmla="*/ 136 w 140"/>
                  <a:gd name="T25" fmla="*/ 4 h 66"/>
                  <a:gd name="T26" fmla="*/ 9 w 140"/>
                  <a:gd name="T27" fmla="*/ 39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0" h="66">
                    <a:moveTo>
                      <a:pt x="126" y="66"/>
                    </a:moveTo>
                    <a:cubicBezTo>
                      <a:pt x="125" y="66"/>
                      <a:pt x="125" y="66"/>
                      <a:pt x="125" y="66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41"/>
                      <a:pt x="0" y="40"/>
                      <a:pt x="0" y="39"/>
                    </a:cubicBezTo>
                    <a:cubicBezTo>
                      <a:pt x="0" y="39"/>
                      <a:pt x="0" y="38"/>
                      <a:pt x="1" y="38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0"/>
                      <a:pt x="139" y="0"/>
                      <a:pt x="139" y="1"/>
                    </a:cubicBezTo>
                    <a:cubicBezTo>
                      <a:pt x="140" y="1"/>
                      <a:pt x="140" y="2"/>
                      <a:pt x="140" y="2"/>
                    </a:cubicBezTo>
                    <a:cubicBezTo>
                      <a:pt x="127" y="64"/>
                      <a:pt x="127" y="64"/>
                      <a:pt x="127" y="64"/>
                    </a:cubicBezTo>
                    <a:cubicBezTo>
                      <a:pt x="127" y="65"/>
                      <a:pt x="126" y="66"/>
                      <a:pt x="126" y="66"/>
                    </a:cubicBezTo>
                    <a:close/>
                    <a:moveTo>
                      <a:pt x="9" y="39"/>
                    </a:moveTo>
                    <a:cubicBezTo>
                      <a:pt x="124" y="62"/>
                      <a:pt x="124" y="62"/>
                      <a:pt x="124" y="62"/>
                    </a:cubicBezTo>
                    <a:cubicBezTo>
                      <a:pt x="136" y="4"/>
                      <a:pt x="136" y="4"/>
                      <a:pt x="136" y="4"/>
                    </a:cubicBezTo>
                    <a:lnTo>
                      <a:pt x="9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5" name="Freeform 967"/>
              <p:cNvSpPr>
                <a:spLocks noEditPoints="1"/>
              </p:cNvSpPr>
              <p:nvPr userDrawn="1"/>
            </p:nvSpPr>
            <p:spPr bwMode="auto">
              <a:xfrm>
                <a:off x="1160" y="1030"/>
                <a:ext cx="157" cy="108"/>
              </a:xfrm>
              <a:custGeom>
                <a:avLst/>
                <a:gdLst>
                  <a:gd name="T0" fmla="*/ 46 w 127"/>
                  <a:gd name="T1" fmla="*/ 88 h 88"/>
                  <a:gd name="T2" fmla="*/ 46 w 127"/>
                  <a:gd name="T3" fmla="*/ 88 h 88"/>
                  <a:gd name="T4" fmla="*/ 45 w 127"/>
                  <a:gd name="T5" fmla="*/ 87 h 88"/>
                  <a:gd name="T6" fmla="*/ 0 w 127"/>
                  <a:gd name="T7" fmla="*/ 3 h 88"/>
                  <a:gd name="T8" fmla="*/ 0 w 127"/>
                  <a:gd name="T9" fmla="*/ 1 h 88"/>
                  <a:gd name="T10" fmla="*/ 2 w 127"/>
                  <a:gd name="T11" fmla="*/ 1 h 88"/>
                  <a:gd name="T12" fmla="*/ 126 w 127"/>
                  <a:gd name="T13" fmla="*/ 25 h 88"/>
                  <a:gd name="T14" fmla="*/ 127 w 127"/>
                  <a:gd name="T15" fmla="*/ 27 h 88"/>
                  <a:gd name="T16" fmla="*/ 127 w 127"/>
                  <a:gd name="T17" fmla="*/ 28 h 88"/>
                  <a:gd name="T18" fmla="*/ 47 w 127"/>
                  <a:gd name="T19" fmla="*/ 88 h 88"/>
                  <a:gd name="T20" fmla="*/ 46 w 127"/>
                  <a:gd name="T21" fmla="*/ 88 h 88"/>
                  <a:gd name="T22" fmla="*/ 5 w 127"/>
                  <a:gd name="T23" fmla="*/ 5 h 88"/>
                  <a:gd name="T24" fmla="*/ 47 w 127"/>
                  <a:gd name="T25" fmla="*/ 84 h 88"/>
                  <a:gd name="T26" fmla="*/ 122 w 127"/>
                  <a:gd name="T27" fmla="*/ 28 h 88"/>
                  <a:gd name="T28" fmla="*/ 5 w 127"/>
                  <a:gd name="T29" fmla="*/ 5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7" h="88">
                    <a:moveTo>
                      <a:pt x="46" y="88"/>
                    </a:moveTo>
                    <a:cubicBezTo>
                      <a:pt x="46" y="88"/>
                      <a:pt x="46" y="88"/>
                      <a:pt x="46" y="88"/>
                    </a:cubicBezTo>
                    <a:cubicBezTo>
                      <a:pt x="46" y="88"/>
                      <a:pt x="45" y="88"/>
                      <a:pt x="45" y="87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1"/>
                      <a:pt x="1" y="0"/>
                      <a:pt x="2" y="1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7" y="25"/>
                      <a:pt x="127" y="26"/>
                      <a:pt x="127" y="27"/>
                    </a:cubicBezTo>
                    <a:cubicBezTo>
                      <a:pt x="127" y="27"/>
                      <a:pt x="127" y="28"/>
                      <a:pt x="127" y="28"/>
                    </a:cubicBezTo>
                    <a:cubicBezTo>
                      <a:pt x="47" y="88"/>
                      <a:pt x="47" y="88"/>
                      <a:pt x="47" y="88"/>
                    </a:cubicBezTo>
                    <a:lnTo>
                      <a:pt x="46" y="88"/>
                    </a:lnTo>
                    <a:close/>
                    <a:moveTo>
                      <a:pt x="5" y="5"/>
                    </a:moveTo>
                    <a:cubicBezTo>
                      <a:pt x="47" y="84"/>
                      <a:pt x="47" y="84"/>
                      <a:pt x="47" y="84"/>
                    </a:cubicBezTo>
                    <a:cubicBezTo>
                      <a:pt x="122" y="28"/>
                      <a:pt x="122" y="28"/>
                      <a:pt x="122" y="28"/>
                    </a:cubicBez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6" name="Freeform 968"/>
              <p:cNvSpPr>
                <a:spLocks noEditPoints="1"/>
              </p:cNvSpPr>
              <p:nvPr userDrawn="1"/>
            </p:nvSpPr>
            <p:spPr bwMode="auto">
              <a:xfrm>
                <a:off x="1176" y="1183"/>
                <a:ext cx="154" cy="52"/>
              </a:xfrm>
              <a:custGeom>
                <a:avLst/>
                <a:gdLst>
                  <a:gd name="T0" fmla="*/ 99 w 125"/>
                  <a:gd name="T1" fmla="*/ 42 h 42"/>
                  <a:gd name="T2" fmla="*/ 99 w 125"/>
                  <a:gd name="T3" fmla="*/ 42 h 42"/>
                  <a:gd name="T4" fmla="*/ 1 w 125"/>
                  <a:gd name="T5" fmla="*/ 13 h 42"/>
                  <a:gd name="T6" fmla="*/ 0 w 125"/>
                  <a:gd name="T7" fmla="*/ 12 h 42"/>
                  <a:gd name="T8" fmla="*/ 2 w 125"/>
                  <a:gd name="T9" fmla="*/ 10 h 42"/>
                  <a:gd name="T10" fmla="*/ 123 w 125"/>
                  <a:gd name="T11" fmla="*/ 0 h 42"/>
                  <a:gd name="T12" fmla="*/ 124 w 125"/>
                  <a:gd name="T13" fmla="*/ 1 h 42"/>
                  <a:gd name="T14" fmla="*/ 124 w 125"/>
                  <a:gd name="T15" fmla="*/ 3 h 42"/>
                  <a:gd name="T16" fmla="*/ 101 w 125"/>
                  <a:gd name="T17" fmla="*/ 41 h 42"/>
                  <a:gd name="T18" fmla="*/ 99 w 125"/>
                  <a:gd name="T19" fmla="*/ 42 h 42"/>
                  <a:gd name="T20" fmla="*/ 11 w 125"/>
                  <a:gd name="T21" fmla="*/ 13 h 42"/>
                  <a:gd name="T22" fmla="*/ 99 w 125"/>
                  <a:gd name="T23" fmla="*/ 39 h 42"/>
                  <a:gd name="T24" fmla="*/ 120 w 125"/>
                  <a:gd name="T25" fmla="*/ 4 h 42"/>
                  <a:gd name="T26" fmla="*/ 11 w 125"/>
                  <a:gd name="T27" fmla="*/ 1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42">
                    <a:moveTo>
                      <a:pt x="99" y="42"/>
                    </a:moveTo>
                    <a:cubicBezTo>
                      <a:pt x="99" y="42"/>
                      <a:pt x="99" y="42"/>
                      <a:pt x="99" y="42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0" y="12"/>
                      <a:pt x="0" y="12"/>
                    </a:cubicBezTo>
                    <a:cubicBezTo>
                      <a:pt x="0" y="11"/>
                      <a:pt x="1" y="10"/>
                      <a:pt x="2" y="1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4" y="0"/>
                      <a:pt x="124" y="1"/>
                      <a:pt x="124" y="1"/>
                    </a:cubicBezTo>
                    <a:cubicBezTo>
                      <a:pt x="125" y="2"/>
                      <a:pt x="125" y="2"/>
                      <a:pt x="124" y="3"/>
                    </a:cubicBezTo>
                    <a:cubicBezTo>
                      <a:pt x="101" y="41"/>
                      <a:pt x="101" y="41"/>
                      <a:pt x="101" y="41"/>
                    </a:cubicBezTo>
                    <a:cubicBezTo>
                      <a:pt x="100" y="42"/>
                      <a:pt x="100" y="42"/>
                      <a:pt x="99" y="42"/>
                    </a:cubicBezTo>
                    <a:close/>
                    <a:moveTo>
                      <a:pt x="11" y="13"/>
                    </a:moveTo>
                    <a:cubicBezTo>
                      <a:pt x="99" y="39"/>
                      <a:pt x="99" y="39"/>
                      <a:pt x="99" y="39"/>
                    </a:cubicBezTo>
                    <a:cubicBezTo>
                      <a:pt x="120" y="4"/>
                      <a:pt x="120" y="4"/>
                      <a:pt x="120" y="4"/>
                    </a:cubicBezTo>
                    <a:lnTo>
                      <a:pt x="11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7" name="Freeform 969"/>
              <p:cNvSpPr>
                <a:spLocks noEditPoints="1"/>
              </p:cNvSpPr>
              <p:nvPr userDrawn="1"/>
            </p:nvSpPr>
            <p:spPr bwMode="auto">
              <a:xfrm>
                <a:off x="1327" y="1181"/>
                <a:ext cx="126" cy="115"/>
              </a:xfrm>
              <a:custGeom>
                <a:avLst/>
                <a:gdLst>
                  <a:gd name="T0" fmla="*/ 100 w 102"/>
                  <a:gd name="T1" fmla="*/ 93 h 93"/>
                  <a:gd name="T2" fmla="*/ 99 w 102"/>
                  <a:gd name="T3" fmla="*/ 92 h 93"/>
                  <a:gd name="T4" fmla="*/ 1 w 102"/>
                  <a:gd name="T5" fmla="*/ 3 h 93"/>
                  <a:gd name="T6" fmla="*/ 0 w 102"/>
                  <a:gd name="T7" fmla="*/ 1 h 93"/>
                  <a:gd name="T8" fmla="*/ 2 w 102"/>
                  <a:gd name="T9" fmla="*/ 0 h 93"/>
                  <a:gd name="T10" fmla="*/ 100 w 102"/>
                  <a:gd name="T11" fmla="*/ 29 h 93"/>
                  <a:gd name="T12" fmla="*/ 101 w 102"/>
                  <a:gd name="T13" fmla="*/ 30 h 93"/>
                  <a:gd name="T14" fmla="*/ 102 w 102"/>
                  <a:gd name="T15" fmla="*/ 91 h 93"/>
                  <a:gd name="T16" fmla="*/ 101 w 102"/>
                  <a:gd name="T17" fmla="*/ 93 h 93"/>
                  <a:gd name="T18" fmla="*/ 100 w 102"/>
                  <a:gd name="T19" fmla="*/ 93 h 93"/>
                  <a:gd name="T20" fmla="*/ 8 w 102"/>
                  <a:gd name="T21" fmla="*/ 6 h 93"/>
                  <a:gd name="T22" fmla="*/ 99 w 102"/>
                  <a:gd name="T23" fmla="*/ 87 h 93"/>
                  <a:gd name="T24" fmla="*/ 98 w 102"/>
                  <a:gd name="T25" fmla="*/ 32 h 93"/>
                  <a:gd name="T26" fmla="*/ 8 w 102"/>
                  <a:gd name="T27" fmla="*/ 6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2" h="93">
                    <a:moveTo>
                      <a:pt x="100" y="93"/>
                    </a:moveTo>
                    <a:cubicBezTo>
                      <a:pt x="100" y="93"/>
                      <a:pt x="100" y="93"/>
                      <a:pt x="99" y="92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00" y="29"/>
                      <a:pt x="100" y="29"/>
                      <a:pt x="100" y="29"/>
                    </a:cubicBezTo>
                    <a:cubicBezTo>
                      <a:pt x="100" y="29"/>
                      <a:pt x="101" y="30"/>
                      <a:pt x="101" y="30"/>
                    </a:cubicBezTo>
                    <a:cubicBezTo>
                      <a:pt x="102" y="91"/>
                      <a:pt x="102" y="91"/>
                      <a:pt x="102" y="91"/>
                    </a:cubicBezTo>
                    <a:cubicBezTo>
                      <a:pt x="102" y="92"/>
                      <a:pt x="102" y="92"/>
                      <a:pt x="101" y="93"/>
                    </a:cubicBezTo>
                    <a:lnTo>
                      <a:pt x="100" y="93"/>
                    </a:lnTo>
                    <a:close/>
                    <a:moveTo>
                      <a:pt x="8" y="6"/>
                    </a:moveTo>
                    <a:cubicBezTo>
                      <a:pt x="99" y="87"/>
                      <a:pt x="99" y="87"/>
                      <a:pt x="99" y="87"/>
                    </a:cubicBezTo>
                    <a:cubicBezTo>
                      <a:pt x="98" y="32"/>
                      <a:pt x="98" y="32"/>
                      <a:pt x="98" y="32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8" name="Freeform 970"/>
              <p:cNvSpPr>
                <a:spLocks noEditPoints="1"/>
              </p:cNvSpPr>
              <p:nvPr userDrawn="1"/>
            </p:nvSpPr>
            <p:spPr bwMode="auto">
              <a:xfrm>
                <a:off x="3111" y="1151"/>
                <a:ext cx="62" cy="80"/>
              </a:xfrm>
              <a:custGeom>
                <a:avLst/>
                <a:gdLst>
                  <a:gd name="T0" fmla="*/ 48 w 50"/>
                  <a:gd name="T1" fmla="*/ 65 h 65"/>
                  <a:gd name="T2" fmla="*/ 47 w 50"/>
                  <a:gd name="T3" fmla="*/ 65 h 65"/>
                  <a:gd name="T4" fmla="*/ 1 w 50"/>
                  <a:gd name="T5" fmla="*/ 43 h 65"/>
                  <a:gd name="T6" fmla="*/ 0 w 50"/>
                  <a:gd name="T7" fmla="*/ 42 h 65"/>
                  <a:gd name="T8" fmla="*/ 0 w 50"/>
                  <a:gd name="T9" fmla="*/ 41 h 65"/>
                  <a:gd name="T10" fmla="*/ 36 w 50"/>
                  <a:gd name="T11" fmla="*/ 1 h 65"/>
                  <a:gd name="T12" fmla="*/ 38 w 50"/>
                  <a:gd name="T13" fmla="*/ 0 h 65"/>
                  <a:gd name="T14" fmla="*/ 39 w 50"/>
                  <a:gd name="T15" fmla="*/ 1 h 65"/>
                  <a:gd name="T16" fmla="*/ 49 w 50"/>
                  <a:gd name="T17" fmla="*/ 63 h 65"/>
                  <a:gd name="T18" fmla="*/ 49 w 50"/>
                  <a:gd name="T19" fmla="*/ 65 h 65"/>
                  <a:gd name="T20" fmla="*/ 48 w 50"/>
                  <a:gd name="T21" fmla="*/ 65 h 65"/>
                  <a:gd name="T22" fmla="*/ 4 w 50"/>
                  <a:gd name="T23" fmla="*/ 41 h 65"/>
                  <a:gd name="T24" fmla="*/ 46 w 50"/>
                  <a:gd name="T25" fmla="*/ 60 h 65"/>
                  <a:gd name="T26" fmla="*/ 36 w 50"/>
                  <a:gd name="T27" fmla="*/ 5 h 65"/>
                  <a:gd name="T28" fmla="*/ 4 w 50"/>
                  <a:gd name="T29" fmla="*/ 4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0" h="65">
                    <a:moveTo>
                      <a:pt x="48" y="65"/>
                    </a:moveTo>
                    <a:cubicBezTo>
                      <a:pt x="47" y="65"/>
                      <a:pt x="47" y="65"/>
                      <a:pt x="47" y="65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43"/>
                      <a:pt x="0" y="43"/>
                      <a:pt x="0" y="42"/>
                    </a:cubicBezTo>
                    <a:cubicBezTo>
                      <a:pt x="0" y="42"/>
                      <a:pt x="0" y="41"/>
                      <a:pt x="0" y="41"/>
                    </a:cubicBezTo>
                    <a:cubicBezTo>
                      <a:pt x="36" y="1"/>
                      <a:pt x="36" y="1"/>
                      <a:pt x="36" y="1"/>
                    </a:cubicBezTo>
                    <a:cubicBezTo>
                      <a:pt x="37" y="0"/>
                      <a:pt x="37" y="0"/>
                      <a:pt x="38" y="0"/>
                    </a:cubicBezTo>
                    <a:cubicBezTo>
                      <a:pt x="39" y="0"/>
                      <a:pt x="39" y="1"/>
                      <a:pt x="39" y="1"/>
                    </a:cubicBezTo>
                    <a:cubicBezTo>
                      <a:pt x="49" y="63"/>
                      <a:pt x="49" y="63"/>
                      <a:pt x="49" y="63"/>
                    </a:cubicBezTo>
                    <a:cubicBezTo>
                      <a:pt x="50" y="64"/>
                      <a:pt x="49" y="64"/>
                      <a:pt x="49" y="65"/>
                    </a:cubicBezTo>
                    <a:lnTo>
                      <a:pt x="48" y="65"/>
                    </a:lnTo>
                    <a:close/>
                    <a:moveTo>
                      <a:pt x="4" y="41"/>
                    </a:moveTo>
                    <a:cubicBezTo>
                      <a:pt x="46" y="60"/>
                      <a:pt x="46" y="60"/>
                      <a:pt x="46" y="60"/>
                    </a:cubicBezTo>
                    <a:cubicBezTo>
                      <a:pt x="36" y="5"/>
                      <a:pt x="36" y="5"/>
                      <a:pt x="36" y="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9" name="Freeform 971"/>
              <p:cNvSpPr>
                <a:spLocks noEditPoints="1"/>
              </p:cNvSpPr>
              <p:nvPr userDrawn="1"/>
            </p:nvSpPr>
            <p:spPr bwMode="auto">
              <a:xfrm>
                <a:off x="3241" y="1151"/>
                <a:ext cx="36" cy="80"/>
              </a:xfrm>
              <a:custGeom>
                <a:avLst/>
                <a:gdLst>
                  <a:gd name="T0" fmla="*/ 27 w 29"/>
                  <a:gd name="T1" fmla="*/ 65 h 65"/>
                  <a:gd name="T2" fmla="*/ 2 w 29"/>
                  <a:gd name="T3" fmla="*/ 65 h 65"/>
                  <a:gd name="T4" fmla="*/ 0 w 29"/>
                  <a:gd name="T5" fmla="*/ 64 h 65"/>
                  <a:gd name="T6" fmla="*/ 0 w 29"/>
                  <a:gd name="T7" fmla="*/ 63 h 65"/>
                  <a:gd name="T8" fmla="*/ 20 w 29"/>
                  <a:gd name="T9" fmla="*/ 1 h 65"/>
                  <a:gd name="T10" fmla="*/ 21 w 29"/>
                  <a:gd name="T11" fmla="*/ 0 h 65"/>
                  <a:gd name="T12" fmla="*/ 23 w 29"/>
                  <a:gd name="T13" fmla="*/ 2 h 65"/>
                  <a:gd name="T14" fmla="*/ 29 w 29"/>
                  <a:gd name="T15" fmla="*/ 63 h 65"/>
                  <a:gd name="T16" fmla="*/ 28 w 29"/>
                  <a:gd name="T17" fmla="*/ 65 h 65"/>
                  <a:gd name="T18" fmla="*/ 27 w 29"/>
                  <a:gd name="T19" fmla="*/ 65 h 65"/>
                  <a:gd name="T20" fmla="*/ 4 w 29"/>
                  <a:gd name="T21" fmla="*/ 62 h 65"/>
                  <a:gd name="T22" fmla="*/ 25 w 29"/>
                  <a:gd name="T23" fmla="*/ 62 h 65"/>
                  <a:gd name="T24" fmla="*/ 20 w 29"/>
                  <a:gd name="T25" fmla="*/ 10 h 65"/>
                  <a:gd name="T26" fmla="*/ 4 w 29"/>
                  <a:gd name="T27" fmla="*/ 6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65">
                    <a:moveTo>
                      <a:pt x="27" y="65"/>
                    </a:moveTo>
                    <a:cubicBezTo>
                      <a:pt x="2" y="65"/>
                      <a:pt x="2" y="65"/>
                      <a:pt x="2" y="65"/>
                    </a:cubicBezTo>
                    <a:cubicBezTo>
                      <a:pt x="1" y="65"/>
                      <a:pt x="1" y="65"/>
                      <a:pt x="0" y="64"/>
                    </a:cubicBezTo>
                    <a:cubicBezTo>
                      <a:pt x="0" y="64"/>
                      <a:pt x="0" y="63"/>
                      <a:pt x="0" y="63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22" y="0"/>
                      <a:pt x="23" y="1"/>
                      <a:pt x="23" y="2"/>
                    </a:cubicBezTo>
                    <a:cubicBezTo>
                      <a:pt x="29" y="63"/>
                      <a:pt x="29" y="63"/>
                      <a:pt x="29" y="63"/>
                    </a:cubicBezTo>
                    <a:cubicBezTo>
                      <a:pt x="29" y="64"/>
                      <a:pt x="29" y="64"/>
                      <a:pt x="28" y="65"/>
                    </a:cubicBezTo>
                    <a:cubicBezTo>
                      <a:pt x="28" y="65"/>
                      <a:pt x="28" y="65"/>
                      <a:pt x="27" y="65"/>
                    </a:cubicBezTo>
                    <a:close/>
                    <a:moveTo>
                      <a:pt x="4" y="62"/>
                    </a:moveTo>
                    <a:cubicBezTo>
                      <a:pt x="25" y="62"/>
                      <a:pt x="25" y="62"/>
                      <a:pt x="25" y="62"/>
                    </a:cubicBezTo>
                    <a:cubicBezTo>
                      <a:pt x="20" y="10"/>
                      <a:pt x="20" y="10"/>
                      <a:pt x="20" y="10"/>
                    </a:cubicBezTo>
                    <a:lnTo>
                      <a:pt x="4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0" name="Freeform 972"/>
              <p:cNvSpPr>
                <a:spLocks noEditPoints="1"/>
              </p:cNvSpPr>
              <p:nvPr userDrawn="1"/>
            </p:nvSpPr>
            <p:spPr bwMode="auto">
              <a:xfrm>
                <a:off x="3193" y="1281"/>
                <a:ext cx="79" cy="115"/>
              </a:xfrm>
              <a:custGeom>
                <a:avLst/>
                <a:gdLst>
                  <a:gd name="T0" fmla="*/ 29 w 64"/>
                  <a:gd name="T1" fmla="*/ 93 h 93"/>
                  <a:gd name="T2" fmla="*/ 29 w 64"/>
                  <a:gd name="T3" fmla="*/ 93 h 93"/>
                  <a:gd name="T4" fmla="*/ 27 w 64"/>
                  <a:gd name="T5" fmla="*/ 92 h 93"/>
                  <a:gd name="T6" fmla="*/ 0 w 64"/>
                  <a:gd name="T7" fmla="*/ 2 h 93"/>
                  <a:gd name="T8" fmla="*/ 0 w 64"/>
                  <a:gd name="T9" fmla="*/ 0 h 93"/>
                  <a:gd name="T10" fmla="*/ 2 w 64"/>
                  <a:gd name="T11" fmla="*/ 0 h 93"/>
                  <a:gd name="T12" fmla="*/ 63 w 64"/>
                  <a:gd name="T13" fmla="*/ 14 h 93"/>
                  <a:gd name="T14" fmla="*/ 64 w 64"/>
                  <a:gd name="T15" fmla="*/ 14 h 93"/>
                  <a:gd name="T16" fmla="*/ 64 w 64"/>
                  <a:gd name="T17" fmla="*/ 16 h 93"/>
                  <a:gd name="T18" fmla="*/ 30 w 64"/>
                  <a:gd name="T19" fmla="*/ 92 h 93"/>
                  <a:gd name="T20" fmla="*/ 29 w 64"/>
                  <a:gd name="T21" fmla="*/ 93 h 93"/>
                  <a:gd name="T22" fmla="*/ 4 w 64"/>
                  <a:gd name="T23" fmla="*/ 4 h 93"/>
                  <a:gd name="T24" fmla="*/ 29 w 64"/>
                  <a:gd name="T25" fmla="*/ 86 h 93"/>
                  <a:gd name="T26" fmla="*/ 60 w 64"/>
                  <a:gd name="T27" fmla="*/ 16 h 93"/>
                  <a:gd name="T28" fmla="*/ 4 w 64"/>
                  <a:gd name="T29" fmla="*/ 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93">
                    <a:moveTo>
                      <a:pt x="29" y="93"/>
                    </a:moveTo>
                    <a:cubicBezTo>
                      <a:pt x="29" y="93"/>
                      <a:pt x="29" y="93"/>
                      <a:pt x="29" y="93"/>
                    </a:cubicBezTo>
                    <a:cubicBezTo>
                      <a:pt x="28" y="93"/>
                      <a:pt x="27" y="92"/>
                      <a:pt x="27" y="9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63" y="14"/>
                      <a:pt x="63" y="14"/>
                      <a:pt x="63" y="14"/>
                    </a:cubicBezTo>
                    <a:cubicBezTo>
                      <a:pt x="63" y="14"/>
                      <a:pt x="64" y="14"/>
                      <a:pt x="64" y="14"/>
                    </a:cubicBezTo>
                    <a:cubicBezTo>
                      <a:pt x="64" y="15"/>
                      <a:pt x="64" y="15"/>
                      <a:pt x="64" y="16"/>
                    </a:cubicBezTo>
                    <a:cubicBezTo>
                      <a:pt x="30" y="92"/>
                      <a:pt x="30" y="92"/>
                      <a:pt x="30" y="92"/>
                    </a:cubicBezTo>
                    <a:cubicBezTo>
                      <a:pt x="30" y="92"/>
                      <a:pt x="30" y="93"/>
                      <a:pt x="29" y="93"/>
                    </a:cubicBezTo>
                    <a:close/>
                    <a:moveTo>
                      <a:pt x="4" y="4"/>
                    </a:moveTo>
                    <a:cubicBezTo>
                      <a:pt x="29" y="86"/>
                      <a:pt x="29" y="86"/>
                      <a:pt x="29" y="86"/>
                    </a:cubicBezTo>
                    <a:cubicBezTo>
                      <a:pt x="60" y="16"/>
                      <a:pt x="60" y="16"/>
                      <a:pt x="60" y="16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1" name="Freeform 973"/>
              <p:cNvSpPr>
                <a:spLocks noEditPoints="1"/>
              </p:cNvSpPr>
              <p:nvPr userDrawn="1"/>
            </p:nvSpPr>
            <p:spPr bwMode="auto">
              <a:xfrm>
                <a:off x="3058" y="1200"/>
                <a:ext cx="77" cy="196"/>
              </a:xfrm>
              <a:custGeom>
                <a:avLst/>
                <a:gdLst>
                  <a:gd name="T0" fmla="*/ 2 w 62"/>
                  <a:gd name="T1" fmla="*/ 158 h 158"/>
                  <a:gd name="T2" fmla="*/ 1 w 62"/>
                  <a:gd name="T3" fmla="*/ 158 h 158"/>
                  <a:gd name="T4" fmla="*/ 1 w 62"/>
                  <a:gd name="T5" fmla="*/ 156 h 158"/>
                  <a:gd name="T6" fmla="*/ 43 w 62"/>
                  <a:gd name="T7" fmla="*/ 1 h 158"/>
                  <a:gd name="T8" fmla="*/ 45 w 62"/>
                  <a:gd name="T9" fmla="*/ 0 h 158"/>
                  <a:gd name="T10" fmla="*/ 46 w 62"/>
                  <a:gd name="T11" fmla="*/ 2 h 158"/>
                  <a:gd name="T12" fmla="*/ 62 w 62"/>
                  <a:gd name="T13" fmla="*/ 116 h 158"/>
                  <a:gd name="T14" fmla="*/ 61 w 62"/>
                  <a:gd name="T15" fmla="*/ 118 h 158"/>
                  <a:gd name="T16" fmla="*/ 3 w 62"/>
                  <a:gd name="T17" fmla="*/ 158 h 158"/>
                  <a:gd name="T18" fmla="*/ 2 w 62"/>
                  <a:gd name="T19" fmla="*/ 158 h 158"/>
                  <a:gd name="T20" fmla="*/ 44 w 62"/>
                  <a:gd name="T21" fmla="*/ 10 h 158"/>
                  <a:gd name="T22" fmla="*/ 5 w 62"/>
                  <a:gd name="T23" fmla="*/ 152 h 158"/>
                  <a:gd name="T24" fmla="*/ 58 w 62"/>
                  <a:gd name="T25" fmla="*/ 116 h 158"/>
                  <a:gd name="T26" fmla="*/ 44 w 62"/>
                  <a:gd name="T27" fmla="*/ 1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158">
                    <a:moveTo>
                      <a:pt x="2" y="158"/>
                    </a:moveTo>
                    <a:cubicBezTo>
                      <a:pt x="1" y="158"/>
                      <a:pt x="1" y="158"/>
                      <a:pt x="1" y="158"/>
                    </a:cubicBezTo>
                    <a:cubicBezTo>
                      <a:pt x="1" y="157"/>
                      <a:pt x="0" y="156"/>
                      <a:pt x="1" y="156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1"/>
                      <a:pt x="44" y="0"/>
                      <a:pt x="45" y="0"/>
                    </a:cubicBezTo>
                    <a:cubicBezTo>
                      <a:pt x="45" y="0"/>
                      <a:pt x="46" y="1"/>
                      <a:pt x="46" y="2"/>
                    </a:cubicBezTo>
                    <a:cubicBezTo>
                      <a:pt x="62" y="116"/>
                      <a:pt x="62" y="116"/>
                      <a:pt x="62" y="116"/>
                    </a:cubicBezTo>
                    <a:cubicBezTo>
                      <a:pt x="62" y="117"/>
                      <a:pt x="62" y="118"/>
                      <a:pt x="61" y="118"/>
                    </a:cubicBezTo>
                    <a:cubicBezTo>
                      <a:pt x="3" y="158"/>
                      <a:pt x="3" y="158"/>
                      <a:pt x="3" y="158"/>
                    </a:cubicBezTo>
                    <a:lnTo>
                      <a:pt x="2" y="158"/>
                    </a:lnTo>
                    <a:close/>
                    <a:moveTo>
                      <a:pt x="44" y="10"/>
                    </a:moveTo>
                    <a:cubicBezTo>
                      <a:pt x="5" y="152"/>
                      <a:pt x="5" y="152"/>
                      <a:pt x="5" y="152"/>
                    </a:cubicBezTo>
                    <a:cubicBezTo>
                      <a:pt x="58" y="116"/>
                      <a:pt x="58" y="116"/>
                      <a:pt x="58" y="116"/>
                    </a:cubicBezTo>
                    <a:lnTo>
                      <a:pt x="44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2" name="Freeform 974"/>
              <p:cNvSpPr>
                <a:spLocks noEditPoints="1"/>
              </p:cNvSpPr>
              <p:nvPr userDrawn="1"/>
            </p:nvSpPr>
            <p:spPr bwMode="auto">
              <a:xfrm>
                <a:off x="2351" y="1379"/>
                <a:ext cx="202" cy="107"/>
              </a:xfrm>
              <a:custGeom>
                <a:avLst/>
                <a:gdLst>
                  <a:gd name="T0" fmla="*/ 2 w 163"/>
                  <a:gd name="T1" fmla="*/ 87 h 87"/>
                  <a:gd name="T2" fmla="*/ 1 w 163"/>
                  <a:gd name="T3" fmla="*/ 86 h 87"/>
                  <a:gd name="T4" fmla="*/ 1 w 163"/>
                  <a:gd name="T5" fmla="*/ 85 h 87"/>
                  <a:gd name="T6" fmla="*/ 90 w 163"/>
                  <a:gd name="T7" fmla="*/ 0 h 87"/>
                  <a:gd name="T8" fmla="*/ 92 w 163"/>
                  <a:gd name="T9" fmla="*/ 0 h 87"/>
                  <a:gd name="T10" fmla="*/ 163 w 163"/>
                  <a:gd name="T11" fmla="*/ 60 h 87"/>
                  <a:gd name="T12" fmla="*/ 163 w 163"/>
                  <a:gd name="T13" fmla="*/ 62 h 87"/>
                  <a:gd name="T14" fmla="*/ 162 w 163"/>
                  <a:gd name="T15" fmla="*/ 63 h 87"/>
                  <a:gd name="T16" fmla="*/ 2 w 163"/>
                  <a:gd name="T17" fmla="*/ 87 h 87"/>
                  <a:gd name="T18" fmla="*/ 91 w 163"/>
                  <a:gd name="T19" fmla="*/ 4 h 87"/>
                  <a:gd name="T20" fmla="*/ 7 w 163"/>
                  <a:gd name="T21" fmla="*/ 83 h 87"/>
                  <a:gd name="T22" fmla="*/ 158 w 163"/>
                  <a:gd name="T23" fmla="*/ 61 h 87"/>
                  <a:gd name="T24" fmla="*/ 91 w 163"/>
                  <a:gd name="T25" fmla="*/ 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3" h="87">
                    <a:moveTo>
                      <a:pt x="2" y="87"/>
                    </a:moveTo>
                    <a:cubicBezTo>
                      <a:pt x="2" y="87"/>
                      <a:pt x="1" y="87"/>
                      <a:pt x="1" y="86"/>
                    </a:cubicBezTo>
                    <a:cubicBezTo>
                      <a:pt x="0" y="86"/>
                      <a:pt x="1" y="85"/>
                      <a:pt x="1" y="85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1" y="0"/>
                      <a:pt x="92" y="0"/>
                      <a:pt x="92" y="0"/>
                    </a:cubicBezTo>
                    <a:cubicBezTo>
                      <a:pt x="163" y="60"/>
                      <a:pt x="163" y="60"/>
                      <a:pt x="163" y="60"/>
                    </a:cubicBezTo>
                    <a:cubicBezTo>
                      <a:pt x="163" y="61"/>
                      <a:pt x="163" y="61"/>
                      <a:pt x="163" y="62"/>
                    </a:cubicBezTo>
                    <a:cubicBezTo>
                      <a:pt x="163" y="63"/>
                      <a:pt x="162" y="63"/>
                      <a:pt x="162" y="63"/>
                    </a:cubicBezTo>
                    <a:cubicBezTo>
                      <a:pt x="2" y="87"/>
                      <a:pt x="2" y="87"/>
                      <a:pt x="2" y="87"/>
                    </a:cubicBezTo>
                    <a:close/>
                    <a:moveTo>
                      <a:pt x="91" y="4"/>
                    </a:moveTo>
                    <a:cubicBezTo>
                      <a:pt x="7" y="83"/>
                      <a:pt x="7" y="83"/>
                      <a:pt x="7" y="83"/>
                    </a:cubicBezTo>
                    <a:cubicBezTo>
                      <a:pt x="158" y="61"/>
                      <a:pt x="158" y="61"/>
                      <a:pt x="158" y="61"/>
                    </a:cubicBezTo>
                    <a:lnTo>
                      <a:pt x="9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3" name="Freeform 975"/>
              <p:cNvSpPr>
                <a:spLocks noEditPoints="1"/>
              </p:cNvSpPr>
              <p:nvPr userDrawn="1"/>
            </p:nvSpPr>
            <p:spPr bwMode="auto">
              <a:xfrm>
                <a:off x="2905" y="1332"/>
                <a:ext cx="158" cy="79"/>
              </a:xfrm>
              <a:custGeom>
                <a:avLst/>
                <a:gdLst>
                  <a:gd name="T0" fmla="*/ 2 w 128"/>
                  <a:gd name="T1" fmla="*/ 64 h 64"/>
                  <a:gd name="T2" fmla="*/ 0 w 128"/>
                  <a:gd name="T3" fmla="*/ 63 h 64"/>
                  <a:gd name="T4" fmla="*/ 0 w 128"/>
                  <a:gd name="T5" fmla="*/ 62 h 64"/>
                  <a:gd name="T6" fmla="*/ 2 w 128"/>
                  <a:gd name="T7" fmla="*/ 2 h 64"/>
                  <a:gd name="T8" fmla="*/ 2 w 128"/>
                  <a:gd name="T9" fmla="*/ 0 h 64"/>
                  <a:gd name="T10" fmla="*/ 4 w 128"/>
                  <a:gd name="T11" fmla="*/ 0 h 64"/>
                  <a:gd name="T12" fmla="*/ 127 w 128"/>
                  <a:gd name="T13" fmla="*/ 49 h 64"/>
                  <a:gd name="T14" fmla="*/ 128 w 128"/>
                  <a:gd name="T15" fmla="*/ 50 h 64"/>
                  <a:gd name="T16" fmla="*/ 126 w 128"/>
                  <a:gd name="T17" fmla="*/ 52 h 64"/>
                  <a:gd name="T18" fmla="*/ 2 w 128"/>
                  <a:gd name="T19" fmla="*/ 64 h 64"/>
                  <a:gd name="T20" fmla="*/ 5 w 128"/>
                  <a:gd name="T21" fmla="*/ 4 h 64"/>
                  <a:gd name="T22" fmla="*/ 3 w 128"/>
                  <a:gd name="T23" fmla="*/ 60 h 64"/>
                  <a:gd name="T24" fmla="*/ 119 w 128"/>
                  <a:gd name="T25" fmla="*/ 49 h 64"/>
                  <a:gd name="T26" fmla="*/ 5 w 128"/>
                  <a:gd name="T27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64">
                    <a:moveTo>
                      <a:pt x="2" y="64"/>
                    </a:moveTo>
                    <a:cubicBezTo>
                      <a:pt x="1" y="64"/>
                      <a:pt x="1" y="64"/>
                      <a:pt x="0" y="63"/>
                    </a:cubicBezTo>
                    <a:cubicBezTo>
                      <a:pt x="0" y="63"/>
                      <a:pt x="0" y="63"/>
                      <a:pt x="0" y="6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2" y="1"/>
                      <a:pt x="2" y="0"/>
                    </a:cubicBezTo>
                    <a:cubicBezTo>
                      <a:pt x="3" y="0"/>
                      <a:pt x="3" y="0"/>
                      <a:pt x="4" y="0"/>
                    </a:cubicBezTo>
                    <a:cubicBezTo>
                      <a:pt x="127" y="49"/>
                      <a:pt x="127" y="49"/>
                      <a:pt x="127" y="49"/>
                    </a:cubicBezTo>
                    <a:cubicBezTo>
                      <a:pt x="127" y="49"/>
                      <a:pt x="128" y="50"/>
                      <a:pt x="128" y="50"/>
                    </a:cubicBezTo>
                    <a:cubicBezTo>
                      <a:pt x="128" y="51"/>
                      <a:pt x="127" y="52"/>
                      <a:pt x="126" y="52"/>
                    </a:cubicBezTo>
                    <a:cubicBezTo>
                      <a:pt x="2" y="64"/>
                      <a:pt x="2" y="64"/>
                      <a:pt x="2" y="64"/>
                    </a:cubicBezTo>
                    <a:close/>
                    <a:moveTo>
                      <a:pt x="5" y="4"/>
                    </a:moveTo>
                    <a:cubicBezTo>
                      <a:pt x="3" y="60"/>
                      <a:pt x="3" y="60"/>
                      <a:pt x="3" y="60"/>
                    </a:cubicBezTo>
                    <a:cubicBezTo>
                      <a:pt x="119" y="49"/>
                      <a:pt x="119" y="49"/>
                      <a:pt x="119" y="49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4" name="Freeform 976"/>
              <p:cNvSpPr>
                <a:spLocks noEditPoints="1"/>
              </p:cNvSpPr>
              <p:nvPr userDrawn="1"/>
            </p:nvSpPr>
            <p:spPr bwMode="auto">
              <a:xfrm>
                <a:off x="2735" y="1379"/>
                <a:ext cx="209" cy="78"/>
              </a:xfrm>
              <a:custGeom>
                <a:avLst/>
                <a:gdLst>
                  <a:gd name="T0" fmla="*/ 1 w 169"/>
                  <a:gd name="T1" fmla="*/ 63 h 63"/>
                  <a:gd name="T2" fmla="*/ 0 w 169"/>
                  <a:gd name="T3" fmla="*/ 62 h 63"/>
                  <a:gd name="T4" fmla="*/ 0 w 169"/>
                  <a:gd name="T5" fmla="*/ 60 h 63"/>
                  <a:gd name="T6" fmla="*/ 69 w 169"/>
                  <a:gd name="T7" fmla="*/ 0 h 63"/>
                  <a:gd name="T8" fmla="*/ 71 w 169"/>
                  <a:gd name="T9" fmla="*/ 0 h 63"/>
                  <a:gd name="T10" fmla="*/ 168 w 169"/>
                  <a:gd name="T11" fmla="*/ 55 h 63"/>
                  <a:gd name="T12" fmla="*/ 168 w 169"/>
                  <a:gd name="T13" fmla="*/ 57 h 63"/>
                  <a:gd name="T14" fmla="*/ 167 w 169"/>
                  <a:gd name="T15" fmla="*/ 58 h 63"/>
                  <a:gd name="T16" fmla="*/ 1 w 169"/>
                  <a:gd name="T17" fmla="*/ 63 h 63"/>
                  <a:gd name="T18" fmla="*/ 70 w 169"/>
                  <a:gd name="T19" fmla="*/ 4 h 63"/>
                  <a:gd name="T20" fmla="*/ 6 w 169"/>
                  <a:gd name="T21" fmla="*/ 60 h 63"/>
                  <a:gd name="T22" fmla="*/ 161 w 169"/>
                  <a:gd name="T23" fmla="*/ 55 h 63"/>
                  <a:gd name="T24" fmla="*/ 70 w 169"/>
                  <a:gd name="T25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9" h="63">
                    <a:moveTo>
                      <a:pt x="1" y="63"/>
                    </a:moveTo>
                    <a:cubicBezTo>
                      <a:pt x="1" y="63"/>
                      <a:pt x="0" y="63"/>
                      <a:pt x="0" y="62"/>
                    </a:cubicBezTo>
                    <a:cubicBezTo>
                      <a:pt x="0" y="62"/>
                      <a:pt x="0" y="61"/>
                      <a:pt x="0" y="6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9" y="0"/>
                      <a:pt x="70" y="0"/>
                      <a:pt x="71" y="0"/>
                    </a:cubicBezTo>
                    <a:cubicBezTo>
                      <a:pt x="168" y="55"/>
                      <a:pt x="168" y="55"/>
                      <a:pt x="168" y="55"/>
                    </a:cubicBezTo>
                    <a:cubicBezTo>
                      <a:pt x="168" y="56"/>
                      <a:pt x="169" y="56"/>
                      <a:pt x="168" y="57"/>
                    </a:cubicBezTo>
                    <a:cubicBezTo>
                      <a:pt x="168" y="58"/>
                      <a:pt x="167" y="58"/>
                      <a:pt x="167" y="58"/>
                    </a:cubicBezTo>
                    <a:cubicBezTo>
                      <a:pt x="1" y="63"/>
                      <a:pt x="1" y="63"/>
                      <a:pt x="1" y="63"/>
                    </a:cubicBezTo>
                    <a:close/>
                    <a:moveTo>
                      <a:pt x="70" y="4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161" y="55"/>
                      <a:pt x="161" y="55"/>
                      <a:pt x="161" y="55"/>
                    </a:cubicBezTo>
                    <a:lnTo>
                      <a:pt x="7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5" name="Freeform 977"/>
              <p:cNvSpPr>
                <a:spLocks noEditPoints="1"/>
              </p:cNvSpPr>
              <p:nvPr userDrawn="1"/>
            </p:nvSpPr>
            <p:spPr bwMode="auto">
              <a:xfrm>
                <a:off x="2196" y="1120"/>
                <a:ext cx="146" cy="130"/>
              </a:xfrm>
              <a:custGeom>
                <a:avLst/>
                <a:gdLst>
                  <a:gd name="T0" fmla="*/ 97 w 118"/>
                  <a:gd name="T1" fmla="*/ 105 h 105"/>
                  <a:gd name="T2" fmla="*/ 96 w 118"/>
                  <a:gd name="T3" fmla="*/ 104 h 105"/>
                  <a:gd name="T4" fmla="*/ 0 w 118"/>
                  <a:gd name="T5" fmla="*/ 3 h 105"/>
                  <a:gd name="T6" fmla="*/ 0 w 118"/>
                  <a:gd name="T7" fmla="*/ 1 h 105"/>
                  <a:gd name="T8" fmla="*/ 2 w 118"/>
                  <a:gd name="T9" fmla="*/ 0 h 105"/>
                  <a:gd name="T10" fmla="*/ 116 w 118"/>
                  <a:gd name="T11" fmla="*/ 43 h 105"/>
                  <a:gd name="T12" fmla="*/ 117 w 118"/>
                  <a:gd name="T13" fmla="*/ 45 h 105"/>
                  <a:gd name="T14" fmla="*/ 99 w 118"/>
                  <a:gd name="T15" fmla="*/ 103 h 105"/>
                  <a:gd name="T16" fmla="*/ 97 w 118"/>
                  <a:gd name="T17" fmla="*/ 105 h 105"/>
                  <a:gd name="T18" fmla="*/ 8 w 118"/>
                  <a:gd name="T19" fmla="*/ 6 h 105"/>
                  <a:gd name="T20" fmla="*/ 96 w 118"/>
                  <a:gd name="T21" fmla="*/ 100 h 105"/>
                  <a:gd name="T22" fmla="*/ 114 w 118"/>
                  <a:gd name="T23" fmla="*/ 46 h 105"/>
                  <a:gd name="T24" fmla="*/ 8 w 118"/>
                  <a:gd name="T25" fmla="*/ 6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8" h="105">
                    <a:moveTo>
                      <a:pt x="97" y="105"/>
                    </a:moveTo>
                    <a:cubicBezTo>
                      <a:pt x="97" y="105"/>
                      <a:pt x="96" y="104"/>
                      <a:pt x="96" y="10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16" y="43"/>
                      <a:pt x="116" y="43"/>
                      <a:pt x="116" y="43"/>
                    </a:cubicBezTo>
                    <a:cubicBezTo>
                      <a:pt x="117" y="43"/>
                      <a:pt x="118" y="44"/>
                      <a:pt x="117" y="45"/>
                    </a:cubicBezTo>
                    <a:cubicBezTo>
                      <a:pt x="99" y="103"/>
                      <a:pt x="99" y="103"/>
                      <a:pt x="99" y="103"/>
                    </a:cubicBezTo>
                    <a:cubicBezTo>
                      <a:pt x="98" y="104"/>
                      <a:pt x="98" y="104"/>
                      <a:pt x="97" y="105"/>
                    </a:cubicBezTo>
                    <a:close/>
                    <a:moveTo>
                      <a:pt x="8" y="6"/>
                    </a:moveTo>
                    <a:cubicBezTo>
                      <a:pt x="96" y="100"/>
                      <a:pt x="96" y="100"/>
                      <a:pt x="96" y="100"/>
                    </a:cubicBezTo>
                    <a:cubicBezTo>
                      <a:pt x="114" y="46"/>
                      <a:pt x="114" y="46"/>
                      <a:pt x="114" y="4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6" name="Freeform 978"/>
              <p:cNvSpPr>
                <a:spLocks noEditPoints="1"/>
              </p:cNvSpPr>
              <p:nvPr userDrawn="1"/>
            </p:nvSpPr>
            <p:spPr bwMode="auto">
              <a:xfrm>
                <a:off x="2090" y="1010"/>
                <a:ext cx="109" cy="115"/>
              </a:xfrm>
              <a:custGeom>
                <a:avLst/>
                <a:gdLst>
                  <a:gd name="T0" fmla="*/ 86 w 88"/>
                  <a:gd name="T1" fmla="*/ 93 h 93"/>
                  <a:gd name="T2" fmla="*/ 85 w 88"/>
                  <a:gd name="T3" fmla="*/ 92 h 93"/>
                  <a:gd name="T4" fmla="*/ 0 w 88"/>
                  <a:gd name="T5" fmla="*/ 3 h 93"/>
                  <a:gd name="T6" fmla="*/ 0 w 88"/>
                  <a:gd name="T7" fmla="*/ 1 h 93"/>
                  <a:gd name="T8" fmla="*/ 2 w 88"/>
                  <a:gd name="T9" fmla="*/ 0 h 93"/>
                  <a:gd name="T10" fmla="*/ 67 w 88"/>
                  <a:gd name="T11" fmla="*/ 21 h 93"/>
                  <a:gd name="T12" fmla="*/ 68 w 88"/>
                  <a:gd name="T13" fmla="*/ 22 h 93"/>
                  <a:gd name="T14" fmla="*/ 88 w 88"/>
                  <a:gd name="T15" fmla="*/ 90 h 93"/>
                  <a:gd name="T16" fmla="*/ 87 w 88"/>
                  <a:gd name="T17" fmla="*/ 92 h 93"/>
                  <a:gd name="T18" fmla="*/ 86 w 88"/>
                  <a:gd name="T19" fmla="*/ 93 h 93"/>
                  <a:gd name="T20" fmla="*/ 7 w 88"/>
                  <a:gd name="T21" fmla="*/ 5 h 93"/>
                  <a:gd name="T22" fmla="*/ 83 w 88"/>
                  <a:gd name="T23" fmla="*/ 85 h 93"/>
                  <a:gd name="T24" fmla="*/ 65 w 88"/>
                  <a:gd name="T25" fmla="*/ 24 h 93"/>
                  <a:gd name="T26" fmla="*/ 7 w 88"/>
                  <a:gd name="T27" fmla="*/ 5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93">
                    <a:moveTo>
                      <a:pt x="86" y="93"/>
                    </a:moveTo>
                    <a:cubicBezTo>
                      <a:pt x="86" y="93"/>
                      <a:pt x="86" y="92"/>
                      <a:pt x="85" y="9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67" y="21"/>
                      <a:pt x="67" y="21"/>
                      <a:pt x="67" y="21"/>
                    </a:cubicBezTo>
                    <a:cubicBezTo>
                      <a:pt x="67" y="21"/>
                      <a:pt x="68" y="22"/>
                      <a:pt x="68" y="22"/>
                    </a:cubicBezTo>
                    <a:cubicBezTo>
                      <a:pt x="88" y="90"/>
                      <a:pt x="88" y="90"/>
                      <a:pt x="88" y="90"/>
                    </a:cubicBezTo>
                    <a:cubicBezTo>
                      <a:pt x="88" y="91"/>
                      <a:pt x="88" y="92"/>
                      <a:pt x="87" y="92"/>
                    </a:cubicBezTo>
                    <a:lnTo>
                      <a:pt x="86" y="93"/>
                    </a:lnTo>
                    <a:close/>
                    <a:moveTo>
                      <a:pt x="7" y="5"/>
                    </a:moveTo>
                    <a:cubicBezTo>
                      <a:pt x="83" y="85"/>
                      <a:pt x="83" y="85"/>
                      <a:pt x="83" y="85"/>
                    </a:cubicBezTo>
                    <a:cubicBezTo>
                      <a:pt x="65" y="24"/>
                      <a:pt x="65" y="24"/>
                      <a:pt x="65" y="24"/>
                    </a:cubicBez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7" name="Freeform 979"/>
              <p:cNvSpPr>
                <a:spLocks noEditPoints="1"/>
              </p:cNvSpPr>
              <p:nvPr userDrawn="1"/>
            </p:nvSpPr>
            <p:spPr bwMode="auto">
              <a:xfrm>
                <a:off x="1970" y="882"/>
                <a:ext cx="125" cy="131"/>
              </a:xfrm>
              <a:custGeom>
                <a:avLst/>
                <a:gdLst>
                  <a:gd name="T0" fmla="*/ 99 w 101"/>
                  <a:gd name="T1" fmla="*/ 106 h 106"/>
                  <a:gd name="T2" fmla="*/ 97 w 101"/>
                  <a:gd name="T3" fmla="*/ 106 h 106"/>
                  <a:gd name="T4" fmla="*/ 0 w 101"/>
                  <a:gd name="T5" fmla="*/ 3 h 106"/>
                  <a:gd name="T6" fmla="*/ 0 w 101"/>
                  <a:gd name="T7" fmla="*/ 1 h 106"/>
                  <a:gd name="T8" fmla="*/ 2 w 101"/>
                  <a:gd name="T9" fmla="*/ 0 h 106"/>
                  <a:gd name="T10" fmla="*/ 51 w 101"/>
                  <a:gd name="T11" fmla="*/ 6 h 106"/>
                  <a:gd name="T12" fmla="*/ 53 w 101"/>
                  <a:gd name="T13" fmla="*/ 7 h 106"/>
                  <a:gd name="T14" fmla="*/ 100 w 101"/>
                  <a:gd name="T15" fmla="*/ 104 h 106"/>
                  <a:gd name="T16" fmla="*/ 100 w 101"/>
                  <a:gd name="T17" fmla="*/ 106 h 106"/>
                  <a:gd name="T18" fmla="*/ 99 w 101"/>
                  <a:gd name="T19" fmla="*/ 106 h 106"/>
                  <a:gd name="T20" fmla="*/ 6 w 101"/>
                  <a:gd name="T21" fmla="*/ 4 h 106"/>
                  <a:gd name="T22" fmla="*/ 92 w 101"/>
                  <a:gd name="T23" fmla="*/ 95 h 106"/>
                  <a:gd name="T24" fmla="*/ 50 w 101"/>
                  <a:gd name="T25" fmla="*/ 9 h 106"/>
                  <a:gd name="T26" fmla="*/ 6 w 101"/>
                  <a:gd name="T27" fmla="*/ 4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106">
                    <a:moveTo>
                      <a:pt x="99" y="106"/>
                    </a:moveTo>
                    <a:cubicBezTo>
                      <a:pt x="98" y="106"/>
                      <a:pt x="98" y="106"/>
                      <a:pt x="97" y="106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51" y="6"/>
                      <a:pt x="51" y="6"/>
                      <a:pt x="51" y="6"/>
                    </a:cubicBezTo>
                    <a:cubicBezTo>
                      <a:pt x="52" y="6"/>
                      <a:pt x="52" y="7"/>
                      <a:pt x="53" y="7"/>
                    </a:cubicBezTo>
                    <a:cubicBezTo>
                      <a:pt x="100" y="104"/>
                      <a:pt x="100" y="104"/>
                      <a:pt x="100" y="104"/>
                    </a:cubicBezTo>
                    <a:cubicBezTo>
                      <a:pt x="101" y="104"/>
                      <a:pt x="100" y="105"/>
                      <a:pt x="100" y="106"/>
                    </a:cubicBezTo>
                    <a:lnTo>
                      <a:pt x="99" y="106"/>
                    </a:lnTo>
                    <a:close/>
                    <a:moveTo>
                      <a:pt x="6" y="4"/>
                    </a:moveTo>
                    <a:cubicBezTo>
                      <a:pt x="92" y="95"/>
                      <a:pt x="92" y="95"/>
                      <a:pt x="92" y="95"/>
                    </a:cubicBezTo>
                    <a:cubicBezTo>
                      <a:pt x="50" y="9"/>
                      <a:pt x="50" y="9"/>
                      <a:pt x="50" y="9"/>
                    </a:cubicBezTo>
                    <a:lnTo>
                      <a:pt x="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8" name="Freeform 980"/>
              <p:cNvSpPr>
                <a:spLocks noEditPoints="1"/>
              </p:cNvSpPr>
              <p:nvPr userDrawn="1"/>
            </p:nvSpPr>
            <p:spPr bwMode="auto">
              <a:xfrm>
                <a:off x="2151" y="1073"/>
                <a:ext cx="151" cy="120"/>
              </a:xfrm>
              <a:custGeom>
                <a:avLst/>
                <a:gdLst>
                  <a:gd name="T0" fmla="*/ 90 w 122"/>
                  <a:gd name="T1" fmla="*/ 97 h 97"/>
                  <a:gd name="T2" fmla="*/ 89 w 122"/>
                  <a:gd name="T3" fmla="*/ 97 h 97"/>
                  <a:gd name="T4" fmla="*/ 0 w 122"/>
                  <a:gd name="T5" fmla="*/ 3 h 97"/>
                  <a:gd name="T6" fmla="*/ 0 w 122"/>
                  <a:gd name="T7" fmla="*/ 1 h 97"/>
                  <a:gd name="T8" fmla="*/ 2 w 122"/>
                  <a:gd name="T9" fmla="*/ 0 h 97"/>
                  <a:gd name="T10" fmla="*/ 121 w 122"/>
                  <a:gd name="T11" fmla="*/ 3 h 97"/>
                  <a:gd name="T12" fmla="*/ 122 w 122"/>
                  <a:gd name="T13" fmla="*/ 4 h 97"/>
                  <a:gd name="T14" fmla="*/ 122 w 122"/>
                  <a:gd name="T15" fmla="*/ 5 h 97"/>
                  <a:gd name="T16" fmla="*/ 92 w 122"/>
                  <a:gd name="T17" fmla="*/ 96 h 97"/>
                  <a:gd name="T18" fmla="*/ 90 w 122"/>
                  <a:gd name="T19" fmla="*/ 97 h 97"/>
                  <a:gd name="T20" fmla="*/ 5 w 122"/>
                  <a:gd name="T21" fmla="*/ 4 h 97"/>
                  <a:gd name="T22" fmla="*/ 89 w 122"/>
                  <a:gd name="T23" fmla="*/ 92 h 97"/>
                  <a:gd name="T24" fmla="*/ 118 w 122"/>
                  <a:gd name="T25" fmla="*/ 6 h 97"/>
                  <a:gd name="T26" fmla="*/ 5 w 122"/>
                  <a:gd name="T27" fmla="*/ 4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2" h="97">
                    <a:moveTo>
                      <a:pt x="90" y="97"/>
                    </a:moveTo>
                    <a:cubicBezTo>
                      <a:pt x="90" y="97"/>
                      <a:pt x="89" y="97"/>
                      <a:pt x="89" y="97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1" y="3"/>
                      <a:pt x="121" y="3"/>
                      <a:pt x="121" y="3"/>
                    </a:cubicBezTo>
                    <a:cubicBezTo>
                      <a:pt x="121" y="3"/>
                      <a:pt x="122" y="3"/>
                      <a:pt x="122" y="4"/>
                    </a:cubicBezTo>
                    <a:cubicBezTo>
                      <a:pt x="122" y="4"/>
                      <a:pt x="122" y="5"/>
                      <a:pt x="122" y="5"/>
                    </a:cubicBezTo>
                    <a:cubicBezTo>
                      <a:pt x="92" y="96"/>
                      <a:pt x="92" y="96"/>
                      <a:pt x="92" y="96"/>
                    </a:cubicBezTo>
                    <a:cubicBezTo>
                      <a:pt x="92" y="97"/>
                      <a:pt x="91" y="97"/>
                      <a:pt x="90" y="97"/>
                    </a:cubicBezTo>
                    <a:close/>
                    <a:moveTo>
                      <a:pt x="5" y="4"/>
                    </a:moveTo>
                    <a:cubicBezTo>
                      <a:pt x="89" y="92"/>
                      <a:pt x="89" y="92"/>
                      <a:pt x="89" y="92"/>
                    </a:cubicBezTo>
                    <a:cubicBezTo>
                      <a:pt x="118" y="6"/>
                      <a:pt x="118" y="6"/>
                      <a:pt x="118" y="6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39" name="Freeform 981"/>
              <p:cNvSpPr>
                <a:spLocks noEditPoints="1"/>
              </p:cNvSpPr>
              <p:nvPr userDrawn="1"/>
            </p:nvSpPr>
            <p:spPr bwMode="auto">
              <a:xfrm>
                <a:off x="2208" y="1281"/>
                <a:ext cx="78" cy="85"/>
              </a:xfrm>
              <a:custGeom>
                <a:avLst/>
                <a:gdLst>
                  <a:gd name="T0" fmla="*/ 1 w 63"/>
                  <a:gd name="T1" fmla="*/ 69 h 69"/>
                  <a:gd name="T2" fmla="*/ 0 w 63"/>
                  <a:gd name="T3" fmla="*/ 68 h 69"/>
                  <a:gd name="T4" fmla="*/ 0 w 63"/>
                  <a:gd name="T5" fmla="*/ 67 h 69"/>
                  <a:gd name="T6" fmla="*/ 0 w 63"/>
                  <a:gd name="T7" fmla="*/ 2 h 69"/>
                  <a:gd name="T8" fmla="*/ 0 w 63"/>
                  <a:gd name="T9" fmla="*/ 0 h 69"/>
                  <a:gd name="T10" fmla="*/ 2 w 63"/>
                  <a:gd name="T11" fmla="*/ 0 h 69"/>
                  <a:gd name="T12" fmla="*/ 62 w 63"/>
                  <a:gd name="T13" fmla="*/ 45 h 69"/>
                  <a:gd name="T14" fmla="*/ 63 w 63"/>
                  <a:gd name="T15" fmla="*/ 47 h 69"/>
                  <a:gd name="T16" fmla="*/ 62 w 63"/>
                  <a:gd name="T17" fmla="*/ 48 h 69"/>
                  <a:gd name="T18" fmla="*/ 2 w 63"/>
                  <a:gd name="T19" fmla="*/ 69 h 69"/>
                  <a:gd name="T20" fmla="*/ 1 w 63"/>
                  <a:gd name="T21" fmla="*/ 69 h 69"/>
                  <a:gd name="T22" fmla="*/ 3 w 63"/>
                  <a:gd name="T23" fmla="*/ 5 h 69"/>
                  <a:gd name="T24" fmla="*/ 3 w 63"/>
                  <a:gd name="T25" fmla="*/ 65 h 69"/>
                  <a:gd name="T26" fmla="*/ 57 w 63"/>
                  <a:gd name="T27" fmla="*/ 46 h 69"/>
                  <a:gd name="T28" fmla="*/ 3 w 63"/>
                  <a:gd name="T29" fmla="*/ 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3" h="69">
                    <a:moveTo>
                      <a:pt x="1" y="69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68"/>
                      <a:pt x="0" y="68"/>
                      <a:pt x="0" y="67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62" y="45"/>
                      <a:pt x="62" y="45"/>
                      <a:pt x="62" y="45"/>
                    </a:cubicBezTo>
                    <a:cubicBezTo>
                      <a:pt x="63" y="45"/>
                      <a:pt x="63" y="46"/>
                      <a:pt x="63" y="47"/>
                    </a:cubicBezTo>
                    <a:cubicBezTo>
                      <a:pt x="63" y="47"/>
                      <a:pt x="62" y="48"/>
                      <a:pt x="62" y="48"/>
                    </a:cubicBezTo>
                    <a:cubicBezTo>
                      <a:pt x="2" y="69"/>
                      <a:pt x="2" y="69"/>
                      <a:pt x="2" y="69"/>
                    </a:cubicBezTo>
                    <a:lnTo>
                      <a:pt x="1" y="69"/>
                    </a:lnTo>
                    <a:close/>
                    <a:moveTo>
                      <a:pt x="3" y="5"/>
                    </a:moveTo>
                    <a:cubicBezTo>
                      <a:pt x="3" y="65"/>
                      <a:pt x="3" y="65"/>
                      <a:pt x="3" y="65"/>
                    </a:cubicBezTo>
                    <a:cubicBezTo>
                      <a:pt x="57" y="46"/>
                      <a:pt x="57" y="46"/>
                      <a:pt x="57" y="46"/>
                    </a:cubicBez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0" name="Freeform 982"/>
              <p:cNvSpPr>
                <a:spLocks noEditPoints="1"/>
              </p:cNvSpPr>
              <p:nvPr userDrawn="1"/>
            </p:nvSpPr>
            <p:spPr bwMode="auto">
              <a:xfrm>
                <a:off x="2090" y="1010"/>
                <a:ext cx="212" cy="70"/>
              </a:xfrm>
              <a:custGeom>
                <a:avLst/>
                <a:gdLst>
                  <a:gd name="T0" fmla="*/ 169 w 171"/>
                  <a:gd name="T1" fmla="*/ 57 h 57"/>
                  <a:gd name="T2" fmla="*/ 169 w 171"/>
                  <a:gd name="T3" fmla="*/ 57 h 57"/>
                  <a:gd name="T4" fmla="*/ 50 w 171"/>
                  <a:gd name="T5" fmla="*/ 55 h 57"/>
                  <a:gd name="T6" fmla="*/ 49 w 171"/>
                  <a:gd name="T7" fmla="*/ 54 h 57"/>
                  <a:gd name="T8" fmla="*/ 0 w 171"/>
                  <a:gd name="T9" fmla="*/ 3 h 57"/>
                  <a:gd name="T10" fmla="*/ 0 w 171"/>
                  <a:gd name="T11" fmla="*/ 1 h 57"/>
                  <a:gd name="T12" fmla="*/ 2 w 171"/>
                  <a:gd name="T13" fmla="*/ 0 h 57"/>
                  <a:gd name="T14" fmla="*/ 170 w 171"/>
                  <a:gd name="T15" fmla="*/ 54 h 57"/>
                  <a:gd name="T16" fmla="*/ 171 w 171"/>
                  <a:gd name="T17" fmla="*/ 56 h 57"/>
                  <a:gd name="T18" fmla="*/ 169 w 171"/>
                  <a:gd name="T19" fmla="*/ 57 h 57"/>
                  <a:gd name="T20" fmla="*/ 51 w 171"/>
                  <a:gd name="T21" fmla="*/ 51 h 57"/>
                  <a:gd name="T22" fmla="*/ 158 w 171"/>
                  <a:gd name="T23" fmla="*/ 54 h 57"/>
                  <a:gd name="T24" fmla="*/ 7 w 171"/>
                  <a:gd name="T25" fmla="*/ 5 h 57"/>
                  <a:gd name="T26" fmla="*/ 51 w 171"/>
                  <a:gd name="T27" fmla="*/ 5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1" h="57">
                    <a:moveTo>
                      <a:pt x="169" y="57"/>
                    </a:moveTo>
                    <a:cubicBezTo>
                      <a:pt x="169" y="57"/>
                      <a:pt x="169" y="57"/>
                      <a:pt x="169" y="57"/>
                    </a:cubicBezTo>
                    <a:cubicBezTo>
                      <a:pt x="50" y="55"/>
                      <a:pt x="50" y="55"/>
                      <a:pt x="50" y="55"/>
                    </a:cubicBezTo>
                    <a:cubicBezTo>
                      <a:pt x="50" y="55"/>
                      <a:pt x="50" y="54"/>
                      <a:pt x="49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70" y="54"/>
                      <a:pt x="170" y="54"/>
                      <a:pt x="170" y="54"/>
                    </a:cubicBezTo>
                    <a:cubicBezTo>
                      <a:pt x="171" y="54"/>
                      <a:pt x="171" y="55"/>
                      <a:pt x="171" y="56"/>
                    </a:cubicBezTo>
                    <a:cubicBezTo>
                      <a:pt x="171" y="57"/>
                      <a:pt x="170" y="57"/>
                      <a:pt x="169" y="57"/>
                    </a:cubicBezTo>
                    <a:close/>
                    <a:moveTo>
                      <a:pt x="51" y="51"/>
                    </a:moveTo>
                    <a:cubicBezTo>
                      <a:pt x="158" y="54"/>
                      <a:pt x="158" y="54"/>
                      <a:pt x="158" y="54"/>
                    </a:cubicBezTo>
                    <a:cubicBezTo>
                      <a:pt x="7" y="5"/>
                      <a:pt x="7" y="5"/>
                      <a:pt x="7" y="5"/>
                    </a:cubicBezTo>
                    <a:lnTo>
                      <a:pt x="51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1" name="Freeform 983"/>
              <p:cNvSpPr>
                <a:spLocks noEditPoints="1"/>
              </p:cNvSpPr>
              <p:nvPr userDrawn="1"/>
            </p:nvSpPr>
            <p:spPr bwMode="auto">
              <a:xfrm>
                <a:off x="2031" y="890"/>
                <a:ext cx="116" cy="123"/>
              </a:xfrm>
              <a:custGeom>
                <a:avLst/>
                <a:gdLst>
                  <a:gd name="T0" fmla="*/ 50 w 94"/>
                  <a:gd name="T1" fmla="*/ 100 h 100"/>
                  <a:gd name="T2" fmla="*/ 50 w 94"/>
                  <a:gd name="T3" fmla="*/ 100 h 100"/>
                  <a:gd name="T4" fmla="*/ 48 w 94"/>
                  <a:gd name="T5" fmla="*/ 99 h 100"/>
                  <a:gd name="T6" fmla="*/ 1 w 94"/>
                  <a:gd name="T7" fmla="*/ 3 h 100"/>
                  <a:gd name="T8" fmla="*/ 1 w 94"/>
                  <a:gd name="T9" fmla="*/ 1 h 100"/>
                  <a:gd name="T10" fmla="*/ 3 w 94"/>
                  <a:gd name="T11" fmla="*/ 0 h 100"/>
                  <a:gd name="T12" fmla="*/ 92 w 94"/>
                  <a:gd name="T13" fmla="*/ 17 h 100"/>
                  <a:gd name="T14" fmla="*/ 94 w 94"/>
                  <a:gd name="T15" fmla="*/ 18 h 100"/>
                  <a:gd name="T16" fmla="*/ 94 w 94"/>
                  <a:gd name="T17" fmla="*/ 19 h 100"/>
                  <a:gd name="T18" fmla="*/ 51 w 94"/>
                  <a:gd name="T19" fmla="*/ 99 h 100"/>
                  <a:gd name="T20" fmla="*/ 50 w 94"/>
                  <a:gd name="T21" fmla="*/ 100 h 100"/>
                  <a:gd name="T22" fmla="*/ 5 w 94"/>
                  <a:gd name="T23" fmla="*/ 4 h 100"/>
                  <a:gd name="T24" fmla="*/ 50 w 94"/>
                  <a:gd name="T25" fmla="*/ 95 h 100"/>
                  <a:gd name="T26" fmla="*/ 89 w 94"/>
                  <a:gd name="T27" fmla="*/ 20 h 100"/>
                  <a:gd name="T28" fmla="*/ 5 w 94"/>
                  <a:gd name="T29" fmla="*/ 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100">
                    <a:moveTo>
                      <a:pt x="50" y="100"/>
                    </a:moveTo>
                    <a:cubicBezTo>
                      <a:pt x="50" y="100"/>
                      <a:pt x="50" y="100"/>
                      <a:pt x="50" y="100"/>
                    </a:cubicBezTo>
                    <a:cubicBezTo>
                      <a:pt x="49" y="100"/>
                      <a:pt x="48" y="100"/>
                      <a:pt x="48" y="9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92" y="17"/>
                      <a:pt x="92" y="17"/>
                      <a:pt x="92" y="17"/>
                    </a:cubicBezTo>
                    <a:cubicBezTo>
                      <a:pt x="93" y="17"/>
                      <a:pt x="93" y="17"/>
                      <a:pt x="94" y="18"/>
                    </a:cubicBezTo>
                    <a:cubicBezTo>
                      <a:pt x="94" y="18"/>
                      <a:pt x="94" y="19"/>
                      <a:pt x="94" y="19"/>
                    </a:cubicBezTo>
                    <a:cubicBezTo>
                      <a:pt x="51" y="99"/>
                      <a:pt x="51" y="99"/>
                      <a:pt x="51" y="99"/>
                    </a:cubicBezTo>
                    <a:cubicBezTo>
                      <a:pt x="51" y="100"/>
                      <a:pt x="50" y="100"/>
                      <a:pt x="50" y="100"/>
                    </a:cubicBezTo>
                    <a:close/>
                    <a:moveTo>
                      <a:pt x="5" y="4"/>
                    </a:moveTo>
                    <a:cubicBezTo>
                      <a:pt x="50" y="95"/>
                      <a:pt x="50" y="95"/>
                      <a:pt x="50" y="95"/>
                    </a:cubicBezTo>
                    <a:cubicBezTo>
                      <a:pt x="89" y="20"/>
                      <a:pt x="89" y="20"/>
                      <a:pt x="89" y="20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2" name="Freeform 984"/>
              <p:cNvSpPr>
                <a:spLocks noEditPoints="1"/>
              </p:cNvSpPr>
              <p:nvPr userDrawn="1"/>
            </p:nvSpPr>
            <p:spPr bwMode="auto">
              <a:xfrm>
                <a:off x="2090" y="911"/>
                <a:ext cx="84" cy="128"/>
              </a:xfrm>
              <a:custGeom>
                <a:avLst/>
                <a:gdLst>
                  <a:gd name="T0" fmla="*/ 66 w 68"/>
                  <a:gd name="T1" fmla="*/ 104 h 104"/>
                  <a:gd name="T2" fmla="*/ 66 w 68"/>
                  <a:gd name="T3" fmla="*/ 104 h 104"/>
                  <a:gd name="T4" fmla="*/ 1 w 68"/>
                  <a:gd name="T5" fmla="*/ 83 h 104"/>
                  <a:gd name="T6" fmla="*/ 0 w 68"/>
                  <a:gd name="T7" fmla="*/ 82 h 104"/>
                  <a:gd name="T8" fmla="*/ 0 w 68"/>
                  <a:gd name="T9" fmla="*/ 81 h 104"/>
                  <a:gd name="T10" fmla="*/ 43 w 68"/>
                  <a:gd name="T11" fmla="*/ 1 h 104"/>
                  <a:gd name="T12" fmla="*/ 44 w 68"/>
                  <a:gd name="T13" fmla="*/ 0 h 104"/>
                  <a:gd name="T14" fmla="*/ 46 w 68"/>
                  <a:gd name="T15" fmla="*/ 1 h 104"/>
                  <a:gd name="T16" fmla="*/ 68 w 68"/>
                  <a:gd name="T17" fmla="*/ 102 h 104"/>
                  <a:gd name="T18" fmla="*/ 67 w 68"/>
                  <a:gd name="T19" fmla="*/ 104 h 104"/>
                  <a:gd name="T20" fmla="*/ 66 w 68"/>
                  <a:gd name="T21" fmla="*/ 104 h 104"/>
                  <a:gd name="T22" fmla="*/ 4 w 68"/>
                  <a:gd name="T23" fmla="*/ 80 h 104"/>
                  <a:gd name="T24" fmla="*/ 64 w 68"/>
                  <a:gd name="T25" fmla="*/ 100 h 104"/>
                  <a:gd name="T26" fmla="*/ 43 w 68"/>
                  <a:gd name="T27" fmla="*/ 7 h 104"/>
                  <a:gd name="T28" fmla="*/ 4 w 68"/>
                  <a:gd name="T29" fmla="*/ 8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104">
                    <a:moveTo>
                      <a:pt x="66" y="104"/>
                    </a:moveTo>
                    <a:cubicBezTo>
                      <a:pt x="66" y="104"/>
                      <a:pt x="66" y="104"/>
                      <a:pt x="66" y="104"/>
                    </a:cubicBezTo>
                    <a:cubicBezTo>
                      <a:pt x="1" y="83"/>
                      <a:pt x="1" y="83"/>
                      <a:pt x="1" y="83"/>
                    </a:cubicBezTo>
                    <a:cubicBezTo>
                      <a:pt x="1" y="83"/>
                      <a:pt x="0" y="82"/>
                      <a:pt x="0" y="82"/>
                    </a:cubicBezTo>
                    <a:cubicBezTo>
                      <a:pt x="0" y="82"/>
                      <a:pt x="0" y="81"/>
                      <a:pt x="0" y="81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0"/>
                      <a:pt x="44" y="0"/>
                      <a:pt x="44" y="0"/>
                    </a:cubicBezTo>
                    <a:cubicBezTo>
                      <a:pt x="45" y="0"/>
                      <a:pt x="46" y="1"/>
                      <a:pt x="46" y="1"/>
                    </a:cubicBezTo>
                    <a:cubicBezTo>
                      <a:pt x="68" y="102"/>
                      <a:pt x="68" y="102"/>
                      <a:pt x="68" y="102"/>
                    </a:cubicBezTo>
                    <a:cubicBezTo>
                      <a:pt x="68" y="103"/>
                      <a:pt x="68" y="104"/>
                      <a:pt x="67" y="104"/>
                    </a:cubicBezTo>
                    <a:cubicBezTo>
                      <a:pt x="67" y="104"/>
                      <a:pt x="67" y="104"/>
                      <a:pt x="66" y="104"/>
                    </a:cubicBezTo>
                    <a:close/>
                    <a:moveTo>
                      <a:pt x="4" y="80"/>
                    </a:moveTo>
                    <a:cubicBezTo>
                      <a:pt x="64" y="100"/>
                      <a:pt x="64" y="100"/>
                      <a:pt x="64" y="100"/>
                    </a:cubicBezTo>
                    <a:cubicBezTo>
                      <a:pt x="43" y="7"/>
                      <a:pt x="43" y="7"/>
                      <a:pt x="43" y="7"/>
                    </a:cubicBezTo>
                    <a:lnTo>
                      <a:pt x="4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3" name="Freeform 985"/>
              <p:cNvSpPr>
                <a:spLocks noEditPoints="1"/>
              </p:cNvSpPr>
              <p:nvPr userDrawn="1"/>
            </p:nvSpPr>
            <p:spPr bwMode="auto">
              <a:xfrm>
                <a:off x="2207" y="1245"/>
                <a:ext cx="135" cy="44"/>
              </a:xfrm>
              <a:custGeom>
                <a:avLst/>
                <a:gdLst>
                  <a:gd name="T0" fmla="*/ 107 w 109"/>
                  <a:gd name="T1" fmla="*/ 36 h 36"/>
                  <a:gd name="T2" fmla="*/ 106 w 109"/>
                  <a:gd name="T3" fmla="*/ 36 h 36"/>
                  <a:gd name="T4" fmla="*/ 2 w 109"/>
                  <a:gd name="T5" fmla="*/ 6 h 36"/>
                  <a:gd name="T6" fmla="*/ 1 w 109"/>
                  <a:gd name="T7" fmla="*/ 4 h 36"/>
                  <a:gd name="T8" fmla="*/ 2 w 109"/>
                  <a:gd name="T9" fmla="*/ 2 h 36"/>
                  <a:gd name="T10" fmla="*/ 88 w 109"/>
                  <a:gd name="T11" fmla="*/ 0 h 36"/>
                  <a:gd name="T12" fmla="*/ 89 w 109"/>
                  <a:gd name="T13" fmla="*/ 1 h 36"/>
                  <a:gd name="T14" fmla="*/ 108 w 109"/>
                  <a:gd name="T15" fmla="*/ 33 h 36"/>
                  <a:gd name="T16" fmla="*/ 108 w 109"/>
                  <a:gd name="T17" fmla="*/ 35 h 36"/>
                  <a:gd name="T18" fmla="*/ 107 w 109"/>
                  <a:gd name="T19" fmla="*/ 36 h 36"/>
                  <a:gd name="T20" fmla="*/ 13 w 109"/>
                  <a:gd name="T21" fmla="*/ 5 h 36"/>
                  <a:gd name="T22" fmla="*/ 103 w 109"/>
                  <a:gd name="T23" fmla="*/ 31 h 36"/>
                  <a:gd name="T24" fmla="*/ 87 w 109"/>
                  <a:gd name="T25" fmla="*/ 4 h 36"/>
                  <a:gd name="T26" fmla="*/ 13 w 109"/>
                  <a:gd name="T27" fmla="*/ 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9" h="36">
                    <a:moveTo>
                      <a:pt x="107" y="36"/>
                    </a:moveTo>
                    <a:cubicBezTo>
                      <a:pt x="106" y="36"/>
                      <a:pt x="106" y="36"/>
                      <a:pt x="106" y="3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1" y="5"/>
                      <a:pt x="0" y="5"/>
                      <a:pt x="1" y="4"/>
                    </a:cubicBezTo>
                    <a:cubicBezTo>
                      <a:pt x="1" y="3"/>
                      <a:pt x="1" y="2"/>
                      <a:pt x="2" y="2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9" y="0"/>
                      <a:pt x="89" y="1"/>
                      <a:pt x="89" y="1"/>
                    </a:cubicBezTo>
                    <a:cubicBezTo>
                      <a:pt x="108" y="33"/>
                      <a:pt x="108" y="33"/>
                      <a:pt x="108" y="33"/>
                    </a:cubicBezTo>
                    <a:cubicBezTo>
                      <a:pt x="109" y="34"/>
                      <a:pt x="109" y="34"/>
                      <a:pt x="108" y="35"/>
                    </a:cubicBezTo>
                    <a:cubicBezTo>
                      <a:pt x="108" y="35"/>
                      <a:pt x="107" y="36"/>
                      <a:pt x="107" y="36"/>
                    </a:cubicBezTo>
                    <a:close/>
                    <a:moveTo>
                      <a:pt x="13" y="5"/>
                    </a:moveTo>
                    <a:cubicBezTo>
                      <a:pt x="103" y="31"/>
                      <a:pt x="103" y="31"/>
                      <a:pt x="103" y="31"/>
                    </a:cubicBezTo>
                    <a:cubicBezTo>
                      <a:pt x="87" y="4"/>
                      <a:pt x="87" y="4"/>
                      <a:pt x="87" y="4"/>
                    </a:cubicBezTo>
                    <a:lnTo>
                      <a:pt x="13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4" name="Freeform 986"/>
              <p:cNvSpPr>
                <a:spLocks noEditPoints="1"/>
              </p:cNvSpPr>
              <p:nvPr userDrawn="1"/>
            </p:nvSpPr>
            <p:spPr bwMode="auto">
              <a:xfrm>
                <a:off x="1910" y="835"/>
                <a:ext cx="64" cy="115"/>
              </a:xfrm>
              <a:custGeom>
                <a:avLst/>
                <a:gdLst>
                  <a:gd name="T0" fmla="*/ 2 w 52"/>
                  <a:gd name="T1" fmla="*/ 93 h 93"/>
                  <a:gd name="T2" fmla="*/ 1 w 52"/>
                  <a:gd name="T3" fmla="*/ 92 h 93"/>
                  <a:gd name="T4" fmla="*/ 1 w 52"/>
                  <a:gd name="T5" fmla="*/ 90 h 93"/>
                  <a:gd name="T6" fmla="*/ 34 w 52"/>
                  <a:gd name="T7" fmla="*/ 2 h 93"/>
                  <a:gd name="T8" fmla="*/ 35 w 52"/>
                  <a:gd name="T9" fmla="*/ 0 h 93"/>
                  <a:gd name="T10" fmla="*/ 37 w 52"/>
                  <a:gd name="T11" fmla="*/ 2 h 93"/>
                  <a:gd name="T12" fmla="*/ 52 w 52"/>
                  <a:gd name="T13" fmla="*/ 39 h 93"/>
                  <a:gd name="T14" fmla="*/ 52 w 52"/>
                  <a:gd name="T15" fmla="*/ 41 h 93"/>
                  <a:gd name="T16" fmla="*/ 3 w 52"/>
                  <a:gd name="T17" fmla="*/ 92 h 93"/>
                  <a:gd name="T18" fmla="*/ 2 w 52"/>
                  <a:gd name="T19" fmla="*/ 93 h 93"/>
                  <a:gd name="T20" fmla="*/ 35 w 52"/>
                  <a:gd name="T21" fmla="*/ 7 h 93"/>
                  <a:gd name="T22" fmla="*/ 7 w 52"/>
                  <a:gd name="T23" fmla="*/ 84 h 93"/>
                  <a:gd name="T24" fmla="*/ 48 w 52"/>
                  <a:gd name="T25" fmla="*/ 39 h 93"/>
                  <a:gd name="T26" fmla="*/ 35 w 52"/>
                  <a:gd name="T27" fmla="*/ 7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" h="93">
                    <a:moveTo>
                      <a:pt x="2" y="93"/>
                    </a:moveTo>
                    <a:cubicBezTo>
                      <a:pt x="1" y="92"/>
                      <a:pt x="1" y="92"/>
                      <a:pt x="1" y="92"/>
                    </a:cubicBezTo>
                    <a:cubicBezTo>
                      <a:pt x="1" y="92"/>
                      <a:pt x="0" y="91"/>
                      <a:pt x="1" y="90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1"/>
                      <a:pt x="35" y="0"/>
                      <a:pt x="35" y="0"/>
                    </a:cubicBezTo>
                    <a:cubicBezTo>
                      <a:pt x="36" y="0"/>
                      <a:pt x="37" y="1"/>
                      <a:pt x="37" y="2"/>
                    </a:cubicBezTo>
                    <a:cubicBezTo>
                      <a:pt x="52" y="39"/>
                      <a:pt x="52" y="39"/>
                      <a:pt x="52" y="39"/>
                    </a:cubicBezTo>
                    <a:cubicBezTo>
                      <a:pt x="52" y="40"/>
                      <a:pt x="52" y="40"/>
                      <a:pt x="52" y="41"/>
                    </a:cubicBezTo>
                    <a:cubicBezTo>
                      <a:pt x="3" y="92"/>
                      <a:pt x="3" y="92"/>
                      <a:pt x="3" y="92"/>
                    </a:cubicBezTo>
                    <a:cubicBezTo>
                      <a:pt x="3" y="93"/>
                      <a:pt x="3" y="93"/>
                      <a:pt x="2" y="93"/>
                    </a:cubicBezTo>
                    <a:close/>
                    <a:moveTo>
                      <a:pt x="35" y="7"/>
                    </a:moveTo>
                    <a:cubicBezTo>
                      <a:pt x="7" y="84"/>
                      <a:pt x="7" y="84"/>
                      <a:pt x="7" y="84"/>
                    </a:cubicBezTo>
                    <a:cubicBezTo>
                      <a:pt x="48" y="39"/>
                      <a:pt x="48" y="39"/>
                      <a:pt x="48" y="39"/>
                    </a:cubicBezTo>
                    <a:lnTo>
                      <a:pt x="35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5" name="Freeform 987"/>
              <p:cNvSpPr>
                <a:spLocks noEditPoints="1"/>
              </p:cNvSpPr>
              <p:nvPr userDrawn="1"/>
            </p:nvSpPr>
            <p:spPr bwMode="auto">
              <a:xfrm>
                <a:off x="1818" y="945"/>
                <a:ext cx="97" cy="94"/>
              </a:xfrm>
              <a:custGeom>
                <a:avLst/>
                <a:gdLst>
                  <a:gd name="T0" fmla="*/ 7 w 78"/>
                  <a:gd name="T1" fmla="*/ 76 h 76"/>
                  <a:gd name="T2" fmla="*/ 6 w 78"/>
                  <a:gd name="T3" fmla="*/ 76 h 76"/>
                  <a:gd name="T4" fmla="*/ 5 w 78"/>
                  <a:gd name="T5" fmla="*/ 75 h 76"/>
                  <a:gd name="T6" fmla="*/ 0 w 78"/>
                  <a:gd name="T7" fmla="*/ 24 h 76"/>
                  <a:gd name="T8" fmla="*/ 1 w 78"/>
                  <a:gd name="T9" fmla="*/ 23 h 76"/>
                  <a:gd name="T10" fmla="*/ 76 w 78"/>
                  <a:gd name="T11" fmla="*/ 0 h 76"/>
                  <a:gd name="T12" fmla="*/ 78 w 78"/>
                  <a:gd name="T13" fmla="*/ 1 h 76"/>
                  <a:gd name="T14" fmla="*/ 77 w 78"/>
                  <a:gd name="T15" fmla="*/ 3 h 76"/>
                  <a:gd name="T16" fmla="*/ 8 w 78"/>
                  <a:gd name="T17" fmla="*/ 76 h 76"/>
                  <a:gd name="T18" fmla="*/ 7 w 78"/>
                  <a:gd name="T19" fmla="*/ 76 h 76"/>
                  <a:gd name="T20" fmla="*/ 3 w 78"/>
                  <a:gd name="T21" fmla="*/ 25 h 76"/>
                  <a:gd name="T22" fmla="*/ 8 w 78"/>
                  <a:gd name="T23" fmla="*/ 71 h 76"/>
                  <a:gd name="T24" fmla="*/ 71 w 78"/>
                  <a:gd name="T25" fmla="*/ 5 h 76"/>
                  <a:gd name="T26" fmla="*/ 3 w 78"/>
                  <a:gd name="T27" fmla="*/ 25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8" h="76">
                    <a:moveTo>
                      <a:pt x="7" y="76"/>
                    </a:moveTo>
                    <a:cubicBezTo>
                      <a:pt x="6" y="76"/>
                      <a:pt x="6" y="76"/>
                      <a:pt x="6" y="76"/>
                    </a:cubicBezTo>
                    <a:cubicBezTo>
                      <a:pt x="6" y="76"/>
                      <a:pt x="5" y="75"/>
                      <a:pt x="5" y="75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3"/>
                      <a:pt x="1" y="23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77" y="1"/>
                      <a:pt x="78" y="1"/>
                    </a:cubicBezTo>
                    <a:cubicBezTo>
                      <a:pt x="78" y="2"/>
                      <a:pt x="78" y="3"/>
                      <a:pt x="77" y="3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7" y="76"/>
                      <a:pt x="7" y="76"/>
                    </a:cubicBezTo>
                    <a:close/>
                    <a:moveTo>
                      <a:pt x="3" y="25"/>
                    </a:moveTo>
                    <a:cubicBezTo>
                      <a:pt x="8" y="71"/>
                      <a:pt x="8" y="71"/>
                      <a:pt x="8" y="71"/>
                    </a:cubicBezTo>
                    <a:cubicBezTo>
                      <a:pt x="71" y="5"/>
                      <a:pt x="71" y="5"/>
                      <a:pt x="71" y="5"/>
                    </a:cubicBezTo>
                    <a:lnTo>
                      <a:pt x="3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6" name="Freeform 988"/>
              <p:cNvSpPr>
                <a:spLocks noEditPoints="1"/>
              </p:cNvSpPr>
              <p:nvPr userDrawn="1"/>
            </p:nvSpPr>
            <p:spPr bwMode="auto">
              <a:xfrm>
                <a:off x="1743" y="973"/>
                <a:ext cx="86" cy="152"/>
              </a:xfrm>
              <a:custGeom>
                <a:avLst/>
                <a:gdLst>
                  <a:gd name="T0" fmla="*/ 2 w 70"/>
                  <a:gd name="T1" fmla="*/ 123 h 123"/>
                  <a:gd name="T2" fmla="*/ 1 w 70"/>
                  <a:gd name="T3" fmla="*/ 122 h 123"/>
                  <a:gd name="T4" fmla="*/ 1 w 70"/>
                  <a:gd name="T5" fmla="*/ 120 h 123"/>
                  <a:gd name="T6" fmla="*/ 61 w 70"/>
                  <a:gd name="T7" fmla="*/ 1 h 123"/>
                  <a:gd name="T8" fmla="*/ 63 w 70"/>
                  <a:gd name="T9" fmla="*/ 1 h 123"/>
                  <a:gd name="T10" fmla="*/ 64 w 70"/>
                  <a:gd name="T11" fmla="*/ 2 h 123"/>
                  <a:gd name="T12" fmla="*/ 70 w 70"/>
                  <a:gd name="T13" fmla="*/ 52 h 123"/>
                  <a:gd name="T14" fmla="*/ 69 w 70"/>
                  <a:gd name="T15" fmla="*/ 54 h 123"/>
                  <a:gd name="T16" fmla="*/ 4 w 70"/>
                  <a:gd name="T17" fmla="*/ 122 h 123"/>
                  <a:gd name="T18" fmla="*/ 2 w 70"/>
                  <a:gd name="T19" fmla="*/ 123 h 123"/>
                  <a:gd name="T20" fmla="*/ 61 w 70"/>
                  <a:gd name="T21" fmla="*/ 8 h 123"/>
                  <a:gd name="T22" fmla="*/ 9 w 70"/>
                  <a:gd name="T23" fmla="*/ 112 h 123"/>
                  <a:gd name="T24" fmla="*/ 66 w 70"/>
                  <a:gd name="T25" fmla="*/ 52 h 123"/>
                  <a:gd name="T26" fmla="*/ 61 w 70"/>
                  <a:gd name="T27" fmla="*/ 8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0" h="123">
                    <a:moveTo>
                      <a:pt x="2" y="123"/>
                    </a:moveTo>
                    <a:cubicBezTo>
                      <a:pt x="1" y="122"/>
                      <a:pt x="1" y="122"/>
                      <a:pt x="1" y="122"/>
                    </a:cubicBezTo>
                    <a:cubicBezTo>
                      <a:pt x="1" y="122"/>
                      <a:pt x="0" y="121"/>
                      <a:pt x="1" y="120"/>
                    </a:cubicBezTo>
                    <a:cubicBezTo>
                      <a:pt x="61" y="1"/>
                      <a:pt x="61" y="1"/>
                      <a:pt x="61" y="1"/>
                    </a:cubicBezTo>
                    <a:cubicBezTo>
                      <a:pt x="61" y="1"/>
                      <a:pt x="62" y="0"/>
                      <a:pt x="63" y="1"/>
                    </a:cubicBezTo>
                    <a:cubicBezTo>
                      <a:pt x="63" y="1"/>
                      <a:pt x="64" y="1"/>
                      <a:pt x="64" y="2"/>
                    </a:cubicBez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3"/>
                      <a:pt x="69" y="53"/>
                      <a:pt x="69" y="54"/>
                    </a:cubicBezTo>
                    <a:cubicBezTo>
                      <a:pt x="4" y="122"/>
                      <a:pt x="4" y="122"/>
                      <a:pt x="4" y="122"/>
                    </a:cubicBezTo>
                    <a:cubicBezTo>
                      <a:pt x="3" y="122"/>
                      <a:pt x="3" y="123"/>
                      <a:pt x="2" y="123"/>
                    </a:cubicBezTo>
                    <a:close/>
                    <a:moveTo>
                      <a:pt x="61" y="8"/>
                    </a:moveTo>
                    <a:cubicBezTo>
                      <a:pt x="9" y="112"/>
                      <a:pt x="9" y="112"/>
                      <a:pt x="9" y="112"/>
                    </a:cubicBezTo>
                    <a:cubicBezTo>
                      <a:pt x="66" y="52"/>
                      <a:pt x="66" y="52"/>
                      <a:pt x="66" y="52"/>
                    </a:cubicBezTo>
                    <a:lnTo>
                      <a:pt x="61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7" name="Freeform 989"/>
              <p:cNvSpPr>
                <a:spLocks noEditPoints="1"/>
              </p:cNvSpPr>
              <p:nvPr userDrawn="1"/>
            </p:nvSpPr>
            <p:spPr bwMode="auto">
              <a:xfrm>
                <a:off x="1667" y="1103"/>
                <a:ext cx="81" cy="101"/>
              </a:xfrm>
              <a:custGeom>
                <a:avLst/>
                <a:gdLst>
                  <a:gd name="T0" fmla="*/ 1 w 65"/>
                  <a:gd name="T1" fmla="*/ 82 h 82"/>
                  <a:gd name="T2" fmla="*/ 1 w 65"/>
                  <a:gd name="T3" fmla="*/ 82 h 82"/>
                  <a:gd name="T4" fmla="*/ 0 w 65"/>
                  <a:gd name="T5" fmla="*/ 80 h 82"/>
                  <a:gd name="T6" fmla="*/ 20 w 65"/>
                  <a:gd name="T7" fmla="*/ 2 h 82"/>
                  <a:gd name="T8" fmla="*/ 20 w 65"/>
                  <a:gd name="T9" fmla="*/ 1 h 82"/>
                  <a:gd name="T10" fmla="*/ 22 w 65"/>
                  <a:gd name="T11" fmla="*/ 0 h 82"/>
                  <a:gd name="T12" fmla="*/ 64 w 65"/>
                  <a:gd name="T13" fmla="*/ 14 h 82"/>
                  <a:gd name="T14" fmla="*/ 65 w 65"/>
                  <a:gd name="T15" fmla="*/ 15 h 82"/>
                  <a:gd name="T16" fmla="*/ 65 w 65"/>
                  <a:gd name="T17" fmla="*/ 17 h 82"/>
                  <a:gd name="T18" fmla="*/ 3 w 65"/>
                  <a:gd name="T19" fmla="*/ 82 h 82"/>
                  <a:gd name="T20" fmla="*/ 1 w 65"/>
                  <a:gd name="T21" fmla="*/ 82 h 82"/>
                  <a:gd name="T22" fmla="*/ 22 w 65"/>
                  <a:gd name="T23" fmla="*/ 4 h 82"/>
                  <a:gd name="T24" fmla="*/ 5 w 65"/>
                  <a:gd name="T25" fmla="*/ 75 h 82"/>
                  <a:gd name="T26" fmla="*/ 60 w 65"/>
                  <a:gd name="T27" fmla="*/ 17 h 82"/>
                  <a:gd name="T28" fmla="*/ 22 w 65"/>
                  <a:gd name="T29" fmla="*/ 4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5" h="82">
                    <a:moveTo>
                      <a:pt x="1" y="82"/>
                    </a:moveTo>
                    <a:cubicBezTo>
                      <a:pt x="1" y="82"/>
                      <a:pt x="1" y="82"/>
                      <a:pt x="1" y="82"/>
                    </a:cubicBezTo>
                    <a:cubicBezTo>
                      <a:pt x="0" y="82"/>
                      <a:pt x="0" y="81"/>
                      <a:pt x="0" y="80"/>
                    </a:cubicBezTo>
                    <a:cubicBezTo>
                      <a:pt x="20" y="2"/>
                      <a:pt x="20" y="2"/>
                      <a:pt x="20" y="2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1" y="0"/>
                      <a:pt x="21" y="0"/>
                      <a:pt x="22" y="0"/>
                    </a:cubicBezTo>
                    <a:cubicBezTo>
                      <a:pt x="64" y="14"/>
                      <a:pt x="64" y="14"/>
                      <a:pt x="64" y="14"/>
                    </a:cubicBezTo>
                    <a:cubicBezTo>
                      <a:pt x="64" y="14"/>
                      <a:pt x="65" y="15"/>
                      <a:pt x="65" y="15"/>
                    </a:cubicBezTo>
                    <a:cubicBezTo>
                      <a:pt x="65" y="16"/>
                      <a:pt x="65" y="17"/>
                      <a:pt x="65" y="17"/>
                    </a:cubicBezTo>
                    <a:cubicBezTo>
                      <a:pt x="3" y="82"/>
                      <a:pt x="3" y="82"/>
                      <a:pt x="3" y="82"/>
                    </a:cubicBezTo>
                    <a:cubicBezTo>
                      <a:pt x="2" y="82"/>
                      <a:pt x="2" y="82"/>
                      <a:pt x="1" y="82"/>
                    </a:cubicBezTo>
                    <a:close/>
                    <a:moveTo>
                      <a:pt x="22" y="4"/>
                    </a:moveTo>
                    <a:cubicBezTo>
                      <a:pt x="5" y="75"/>
                      <a:pt x="5" y="75"/>
                      <a:pt x="5" y="75"/>
                    </a:cubicBezTo>
                    <a:cubicBezTo>
                      <a:pt x="60" y="17"/>
                      <a:pt x="60" y="17"/>
                      <a:pt x="60" y="17"/>
                    </a:cubicBezTo>
                    <a:lnTo>
                      <a:pt x="22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8" name="Freeform 990"/>
              <p:cNvSpPr>
                <a:spLocks noEditPoints="1"/>
              </p:cNvSpPr>
              <p:nvPr userDrawn="1"/>
            </p:nvSpPr>
            <p:spPr bwMode="auto">
              <a:xfrm>
                <a:off x="1620" y="1127"/>
                <a:ext cx="89" cy="128"/>
              </a:xfrm>
              <a:custGeom>
                <a:avLst/>
                <a:gdLst>
                  <a:gd name="T0" fmla="*/ 2 w 72"/>
                  <a:gd name="T1" fmla="*/ 103 h 103"/>
                  <a:gd name="T2" fmla="*/ 1 w 72"/>
                  <a:gd name="T3" fmla="*/ 103 h 103"/>
                  <a:gd name="T4" fmla="*/ 0 w 72"/>
                  <a:gd name="T5" fmla="*/ 101 h 103"/>
                  <a:gd name="T6" fmla="*/ 24 w 72"/>
                  <a:gd name="T7" fmla="*/ 2 h 103"/>
                  <a:gd name="T8" fmla="*/ 25 w 72"/>
                  <a:gd name="T9" fmla="*/ 1 h 103"/>
                  <a:gd name="T10" fmla="*/ 27 w 72"/>
                  <a:gd name="T11" fmla="*/ 1 h 103"/>
                  <a:gd name="T12" fmla="*/ 71 w 72"/>
                  <a:gd name="T13" fmla="*/ 27 h 103"/>
                  <a:gd name="T14" fmla="*/ 72 w 72"/>
                  <a:gd name="T15" fmla="*/ 28 h 103"/>
                  <a:gd name="T16" fmla="*/ 72 w 72"/>
                  <a:gd name="T17" fmla="*/ 29 h 103"/>
                  <a:gd name="T18" fmla="*/ 3 w 72"/>
                  <a:gd name="T19" fmla="*/ 102 h 103"/>
                  <a:gd name="T20" fmla="*/ 2 w 72"/>
                  <a:gd name="T21" fmla="*/ 103 h 103"/>
                  <a:gd name="T22" fmla="*/ 27 w 72"/>
                  <a:gd name="T23" fmla="*/ 5 h 103"/>
                  <a:gd name="T24" fmla="*/ 5 w 72"/>
                  <a:gd name="T25" fmla="*/ 95 h 103"/>
                  <a:gd name="T26" fmla="*/ 68 w 72"/>
                  <a:gd name="T27" fmla="*/ 29 h 103"/>
                  <a:gd name="T28" fmla="*/ 27 w 72"/>
                  <a:gd name="T29" fmla="*/ 5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2" h="103">
                    <a:moveTo>
                      <a:pt x="2" y="103"/>
                    </a:moveTo>
                    <a:cubicBezTo>
                      <a:pt x="1" y="103"/>
                      <a:pt x="1" y="103"/>
                      <a:pt x="1" y="103"/>
                    </a:cubicBezTo>
                    <a:cubicBezTo>
                      <a:pt x="0" y="102"/>
                      <a:pt x="0" y="101"/>
                      <a:pt x="0" y="101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1"/>
                      <a:pt x="25" y="1"/>
                      <a:pt x="25" y="1"/>
                    </a:cubicBezTo>
                    <a:cubicBezTo>
                      <a:pt x="25" y="0"/>
                      <a:pt x="26" y="0"/>
                      <a:pt x="27" y="1"/>
                    </a:cubicBezTo>
                    <a:cubicBezTo>
                      <a:pt x="71" y="27"/>
                      <a:pt x="71" y="27"/>
                      <a:pt x="71" y="27"/>
                    </a:cubicBezTo>
                    <a:cubicBezTo>
                      <a:pt x="72" y="27"/>
                      <a:pt x="72" y="28"/>
                      <a:pt x="72" y="28"/>
                    </a:cubicBezTo>
                    <a:cubicBezTo>
                      <a:pt x="72" y="29"/>
                      <a:pt x="72" y="29"/>
                      <a:pt x="72" y="29"/>
                    </a:cubicBezTo>
                    <a:cubicBezTo>
                      <a:pt x="3" y="102"/>
                      <a:pt x="3" y="102"/>
                      <a:pt x="3" y="102"/>
                    </a:cubicBezTo>
                    <a:cubicBezTo>
                      <a:pt x="3" y="103"/>
                      <a:pt x="2" y="103"/>
                      <a:pt x="2" y="103"/>
                    </a:cubicBezTo>
                    <a:close/>
                    <a:moveTo>
                      <a:pt x="27" y="5"/>
                    </a:moveTo>
                    <a:cubicBezTo>
                      <a:pt x="5" y="95"/>
                      <a:pt x="5" y="95"/>
                      <a:pt x="5" y="95"/>
                    </a:cubicBezTo>
                    <a:cubicBezTo>
                      <a:pt x="68" y="29"/>
                      <a:pt x="68" y="29"/>
                      <a:pt x="68" y="29"/>
                    </a:cubicBezTo>
                    <a:lnTo>
                      <a:pt x="2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49" name="Freeform 991"/>
              <p:cNvSpPr>
                <a:spLocks noEditPoints="1"/>
              </p:cNvSpPr>
              <p:nvPr userDrawn="1"/>
            </p:nvSpPr>
            <p:spPr bwMode="auto">
              <a:xfrm>
                <a:off x="1620" y="1250"/>
                <a:ext cx="74" cy="39"/>
              </a:xfrm>
              <a:custGeom>
                <a:avLst/>
                <a:gdLst>
                  <a:gd name="T0" fmla="*/ 8 w 60"/>
                  <a:gd name="T1" fmla="*/ 32 h 32"/>
                  <a:gd name="T2" fmla="*/ 7 w 60"/>
                  <a:gd name="T3" fmla="*/ 31 h 32"/>
                  <a:gd name="T4" fmla="*/ 6 w 60"/>
                  <a:gd name="T5" fmla="*/ 30 h 32"/>
                  <a:gd name="T6" fmla="*/ 0 w 60"/>
                  <a:gd name="T7" fmla="*/ 2 h 32"/>
                  <a:gd name="T8" fmla="*/ 0 w 60"/>
                  <a:gd name="T9" fmla="*/ 1 h 32"/>
                  <a:gd name="T10" fmla="*/ 2 w 60"/>
                  <a:gd name="T11" fmla="*/ 0 h 32"/>
                  <a:gd name="T12" fmla="*/ 58 w 60"/>
                  <a:gd name="T13" fmla="*/ 0 h 32"/>
                  <a:gd name="T14" fmla="*/ 60 w 60"/>
                  <a:gd name="T15" fmla="*/ 2 h 32"/>
                  <a:gd name="T16" fmla="*/ 59 w 60"/>
                  <a:gd name="T17" fmla="*/ 3 h 32"/>
                  <a:gd name="T18" fmla="*/ 9 w 60"/>
                  <a:gd name="T19" fmla="*/ 31 h 32"/>
                  <a:gd name="T20" fmla="*/ 8 w 60"/>
                  <a:gd name="T21" fmla="*/ 32 h 32"/>
                  <a:gd name="T22" fmla="*/ 4 w 60"/>
                  <a:gd name="T23" fmla="*/ 4 h 32"/>
                  <a:gd name="T24" fmla="*/ 9 w 60"/>
                  <a:gd name="T25" fmla="*/ 27 h 32"/>
                  <a:gd name="T26" fmla="*/ 52 w 60"/>
                  <a:gd name="T27" fmla="*/ 4 h 32"/>
                  <a:gd name="T28" fmla="*/ 4 w 60"/>
                  <a:gd name="T29" fmla="*/ 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0" h="32">
                    <a:moveTo>
                      <a:pt x="8" y="32"/>
                    </a:move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6" y="31"/>
                      <a:pt x="6" y="3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9" y="0"/>
                      <a:pt x="60" y="1"/>
                      <a:pt x="60" y="2"/>
                    </a:cubicBezTo>
                    <a:cubicBezTo>
                      <a:pt x="60" y="2"/>
                      <a:pt x="60" y="3"/>
                      <a:pt x="59" y="3"/>
                    </a:cubicBezTo>
                    <a:cubicBezTo>
                      <a:pt x="9" y="31"/>
                      <a:pt x="9" y="31"/>
                      <a:pt x="9" y="31"/>
                    </a:cubicBezTo>
                    <a:lnTo>
                      <a:pt x="8" y="32"/>
                    </a:lnTo>
                    <a:close/>
                    <a:moveTo>
                      <a:pt x="4" y="4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52" y="4"/>
                      <a:pt x="52" y="4"/>
                      <a:pt x="52" y="4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0" name="Freeform 992"/>
              <p:cNvSpPr>
                <a:spLocks noEditPoints="1"/>
              </p:cNvSpPr>
              <p:nvPr userDrawn="1"/>
            </p:nvSpPr>
            <p:spPr bwMode="auto">
              <a:xfrm>
                <a:off x="1649" y="1251"/>
                <a:ext cx="95" cy="61"/>
              </a:xfrm>
              <a:custGeom>
                <a:avLst/>
                <a:gdLst>
                  <a:gd name="T0" fmla="*/ 2 w 77"/>
                  <a:gd name="T1" fmla="*/ 49 h 49"/>
                  <a:gd name="T2" fmla="*/ 1 w 77"/>
                  <a:gd name="T3" fmla="*/ 49 h 49"/>
                  <a:gd name="T4" fmla="*/ 0 w 77"/>
                  <a:gd name="T5" fmla="*/ 47 h 49"/>
                  <a:gd name="T6" fmla="*/ 11 w 77"/>
                  <a:gd name="T7" fmla="*/ 2 h 49"/>
                  <a:gd name="T8" fmla="*/ 13 w 77"/>
                  <a:gd name="T9" fmla="*/ 0 h 49"/>
                  <a:gd name="T10" fmla="*/ 75 w 77"/>
                  <a:gd name="T11" fmla="*/ 1 h 49"/>
                  <a:gd name="T12" fmla="*/ 76 w 77"/>
                  <a:gd name="T13" fmla="*/ 3 h 49"/>
                  <a:gd name="T14" fmla="*/ 76 w 77"/>
                  <a:gd name="T15" fmla="*/ 5 h 49"/>
                  <a:gd name="T16" fmla="*/ 2 w 77"/>
                  <a:gd name="T17" fmla="*/ 49 h 49"/>
                  <a:gd name="T18" fmla="*/ 14 w 77"/>
                  <a:gd name="T19" fmla="*/ 4 h 49"/>
                  <a:gd name="T20" fmla="*/ 4 w 77"/>
                  <a:gd name="T21" fmla="*/ 44 h 49"/>
                  <a:gd name="T22" fmla="*/ 69 w 77"/>
                  <a:gd name="T23" fmla="*/ 5 h 49"/>
                  <a:gd name="T24" fmla="*/ 14 w 77"/>
                  <a:gd name="T25" fmla="*/ 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7" h="49">
                    <a:moveTo>
                      <a:pt x="2" y="49"/>
                    </a:moveTo>
                    <a:cubicBezTo>
                      <a:pt x="1" y="49"/>
                      <a:pt x="1" y="49"/>
                      <a:pt x="1" y="49"/>
                    </a:cubicBezTo>
                    <a:cubicBezTo>
                      <a:pt x="0" y="48"/>
                      <a:pt x="0" y="48"/>
                      <a:pt x="0" y="47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2" y="1"/>
                      <a:pt x="12" y="0"/>
                      <a:pt x="13" y="0"/>
                    </a:cubicBezTo>
                    <a:cubicBezTo>
                      <a:pt x="75" y="1"/>
                      <a:pt x="75" y="1"/>
                      <a:pt x="75" y="1"/>
                    </a:cubicBezTo>
                    <a:cubicBezTo>
                      <a:pt x="75" y="1"/>
                      <a:pt x="76" y="2"/>
                      <a:pt x="76" y="3"/>
                    </a:cubicBezTo>
                    <a:cubicBezTo>
                      <a:pt x="77" y="3"/>
                      <a:pt x="76" y="4"/>
                      <a:pt x="76" y="5"/>
                    </a:cubicBezTo>
                    <a:cubicBezTo>
                      <a:pt x="2" y="49"/>
                      <a:pt x="2" y="49"/>
                      <a:pt x="2" y="49"/>
                    </a:cubicBezTo>
                    <a:close/>
                    <a:moveTo>
                      <a:pt x="14" y="4"/>
                    </a:moveTo>
                    <a:cubicBezTo>
                      <a:pt x="4" y="44"/>
                      <a:pt x="4" y="44"/>
                      <a:pt x="4" y="44"/>
                    </a:cubicBezTo>
                    <a:cubicBezTo>
                      <a:pt x="69" y="5"/>
                      <a:pt x="69" y="5"/>
                      <a:pt x="69" y="5"/>
                    </a:cubicBezTo>
                    <a:lnTo>
                      <a:pt x="1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1" name="Freeform 993"/>
              <p:cNvSpPr>
                <a:spLocks noEditPoints="1"/>
              </p:cNvSpPr>
              <p:nvPr userDrawn="1"/>
            </p:nvSpPr>
            <p:spPr bwMode="auto">
              <a:xfrm>
                <a:off x="1649" y="1252"/>
                <a:ext cx="94" cy="130"/>
              </a:xfrm>
              <a:custGeom>
                <a:avLst/>
                <a:gdLst>
                  <a:gd name="T0" fmla="*/ 75 w 76"/>
                  <a:gd name="T1" fmla="*/ 105 h 105"/>
                  <a:gd name="T2" fmla="*/ 74 w 76"/>
                  <a:gd name="T3" fmla="*/ 105 h 105"/>
                  <a:gd name="T4" fmla="*/ 1 w 76"/>
                  <a:gd name="T5" fmla="*/ 48 h 105"/>
                  <a:gd name="T6" fmla="*/ 0 w 76"/>
                  <a:gd name="T7" fmla="*/ 46 h 105"/>
                  <a:gd name="T8" fmla="*/ 1 w 76"/>
                  <a:gd name="T9" fmla="*/ 45 h 105"/>
                  <a:gd name="T10" fmla="*/ 74 w 76"/>
                  <a:gd name="T11" fmla="*/ 1 h 105"/>
                  <a:gd name="T12" fmla="*/ 76 w 76"/>
                  <a:gd name="T13" fmla="*/ 1 h 105"/>
                  <a:gd name="T14" fmla="*/ 76 w 76"/>
                  <a:gd name="T15" fmla="*/ 2 h 105"/>
                  <a:gd name="T16" fmla="*/ 76 w 76"/>
                  <a:gd name="T17" fmla="*/ 104 h 105"/>
                  <a:gd name="T18" fmla="*/ 75 w 76"/>
                  <a:gd name="T19" fmla="*/ 105 h 105"/>
                  <a:gd name="T20" fmla="*/ 4 w 76"/>
                  <a:gd name="T21" fmla="*/ 47 h 105"/>
                  <a:gd name="T22" fmla="*/ 73 w 76"/>
                  <a:gd name="T23" fmla="*/ 100 h 105"/>
                  <a:gd name="T24" fmla="*/ 73 w 76"/>
                  <a:gd name="T25" fmla="*/ 5 h 105"/>
                  <a:gd name="T26" fmla="*/ 4 w 76"/>
                  <a:gd name="T27" fmla="*/ 47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105">
                    <a:moveTo>
                      <a:pt x="75" y="105"/>
                    </a:moveTo>
                    <a:cubicBezTo>
                      <a:pt x="74" y="105"/>
                      <a:pt x="74" y="105"/>
                      <a:pt x="74" y="105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7"/>
                      <a:pt x="0" y="47"/>
                      <a:pt x="0" y="46"/>
                    </a:cubicBezTo>
                    <a:cubicBezTo>
                      <a:pt x="0" y="46"/>
                      <a:pt x="0" y="45"/>
                      <a:pt x="1" y="45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0"/>
                      <a:pt x="75" y="0"/>
                      <a:pt x="76" y="1"/>
                    </a:cubicBezTo>
                    <a:cubicBezTo>
                      <a:pt x="76" y="1"/>
                      <a:pt x="76" y="1"/>
                      <a:pt x="76" y="2"/>
                    </a:cubicBezTo>
                    <a:cubicBezTo>
                      <a:pt x="76" y="104"/>
                      <a:pt x="76" y="104"/>
                      <a:pt x="76" y="104"/>
                    </a:cubicBezTo>
                    <a:cubicBezTo>
                      <a:pt x="76" y="104"/>
                      <a:pt x="76" y="105"/>
                      <a:pt x="75" y="105"/>
                    </a:cubicBezTo>
                    <a:close/>
                    <a:moveTo>
                      <a:pt x="4" y="47"/>
                    </a:moveTo>
                    <a:cubicBezTo>
                      <a:pt x="73" y="100"/>
                      <a:pt x="73" y="100"/>
                      <a:pt x="73" y="100"/>
                    </a:cubicBezTo>
                    <a:cubicBezTo>
                      <a:pt x="73" y="5"/>
                      <a:pt x="73" y="5"/>
                      <a:pt x="73" y="5"/>
                    </a:cubicBezTo>
                    <a:lnTo>
                      <a:pt x="4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2" name="Freeform 994"/>
              <p:cNvSpPr>
                <a:spLocks noEditPoints="1"/>
              </p:cNvSpPr>
              <p:nvPr userDrawn="1"/>
            </p:nvSpPr>
            <p:spPr bwMode="auto">
              <a:xfrm>
                <a:off x="1682" y="1379"/>
                <a:ext cx="61" cy="107"/>
              </a:xfrm>
              <a:custGeom>
                <a:avLst/>
                <a:gdLst>
                  <a:gd name="T0" fmla="*/ 48 w 49"/>
                  <a:gd name="T1" fmla="*/ 87 h 87"/>
                  <a:gd name="T2" fmla="*/ 1 w 49"/>
                  <a:gd name="T3" fmla="*/ 87 h 87"/>
                  <a:gd name="T4" fmla="*/ 0 w 49"/>
                  <a:gd name="T5" fmla="*/ 87 h 87"/>
                  <a:gd name="T6" fmla="*/ 0 w 49"/>
                  <a:gd name="T7" fmla="*/ 85 h 87"/>
                  <a:gd name="T8" fmla="*/ 46 w 49"/>
                  <a:gd name="T9" fmla="*/ 1 h 87"/>
                  <a:gd name="T10" fmla="*/ 48 w 49"/>
                  <a:gd name="T11" fmla="*/ 0 h 87"/>
                  <a:gd name="T12" fmla="*/ 49 w 49"/>
                  <a:gd name="T13" fmla="*/ 2 h 87"/>
                  <a:gd name="T14" fmla="*/ 49 w 49"/>
                  <a:gd name="T15" fmla="*/ 86 h 87"/>
                  <a:gd name="T16" fmla="*/ 48 w 49"/>
                  <a:gd name="T17" fmla="*/ 87 h 87"/>
                  <a:gd name="T18" fmla="*/ 4 w 49"/>
                  <a:gd name="T19" fmla="*/ 84 h 87"/>
                  <a:gd name="T20" fmla="*/ 46 w 49"/>
                  <a:gd name="T21" fmla="*/ 84 h 87"/>
                  <a:gd name="T22" fmla="*/ 46 w 49"/>
                  <a:gd name="T23" fmla="*/ 8 h 87"/>
                  <a:gd name="T24" fmla="*/ 4 w 49"/>
                  <a:gd name="T25" fmla="*/ 8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9" h="87">
                    <a:moveTo>
                      <a:pt x="48" y="87"/>
                    </a:moveTo>
                    <a:cubicBezTo>
                      <a:pt x="1" y="87"/>
                      <a:pt x="1" y="87"/>
                      <a:pt x="1" y="87"/>
                    </a:cubicBezTo>
                    <a:cubicBezTo>
                      <a:pt x="1" y="87"/>
                      <a:pt x="0" y="87"/>
                      <a:pt x="0" y="87"/>
                    </a:cubicBezTo>
                    <a:cubicBezTo>
                      <a:pt x="0" y="86"/>
                      <a:pt x="0" y="85"/>
                      <a:pt x="0" y="85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7" y="0"/>
                      <a:pt x="47" y="0"/>
                      <a:pt x="48" y="0"/>
                    </a:cubicBezTo>
                    <a:cubicBezTo>
                      <a:pt x="49" y="0"/>
                      <a:pt x="49" y="1"/>
                      <a:pt x="49" y="2"/>
                    </a:cubicBezTo>
                    <a:cubicBezTo>
                      <a:pt x="49" y="86"/>
                      <a:pt x="49" y="86"/>
                      <a:pt x="49" y="86"/>
                    </a:cubicBezTo>
                    <a:cubicBezTo>
                      <a:pt x="49" y="87"/>
                      <a:pt x="49" y="87"/>
                      <a:pt x="48" y="87"/>
                    </a:cubicBezTo>
                    <a:close/>
                    <a:moveTo>
                      <a:pt x="4" y="84"/>
                    </a:move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"/>
                      <a:pt x="46" y="8"/>
                      <a:pt x="46" y="8"/>
                    </a:cubicBezTo>
                    <a:lnTo>
                      <a:pt x="4" y="8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3" name="Freeform 995"/>
              <p:cNvSpPr>
                <a:spLocks noEditPoints="1"/>
              </p:cNvSpPr>
              <p:nvPr userDrawn="1"/>
            </p:nvSpPr>
            <p:spPr bwMode="auto">
              <a:xfrm>
                <a:off x="1689" y="1308"/>
                <a:ext cx="54" cy="126"/>
              </a:xfrm>
              <a:custGeom>
                <a:avLst/>
                <a:gdLst>
                  <a:gd name="T0" fmla="*/ 42 w 43"/>
                  <a:gd name="T1" fmla="*/ 102 h 102"/>
                  <a:gd name="T2" fmla="*/ 40 w 43"/>
                  <a:gd name="T3" fmla="*/ 102 h 102"/>
                  <a:gd name="T4" fmla="*/ 1 w 43"/>
                  <a:gd name="T5" fmla="*/ 30 h 102"/>
                  <a:gd name="T6" fmla="*/ 1 w 43"/>
                  <a:gd name="T7" fmla="*/ 28 h 102"/>
                  <a:gd name="T8" fmla="*/ 41 w 43"/>
                  <a:gd name="T9" fmla="*/ 0 h 102"/>
                  <a:gd name="T10" fmla="*/ 42 w 43"/>
                  <a:gd name="T11" fmla="*/ 0 h 102"/>
                  <a:gd name="T12" fmla="*/ 43 w 43"/>
                  <a:gd name="T13" fmla="*/ 2 h 102"/>
                  <a:gd name="T14" fmla="*/ 43 w 43"/>
                  <a:gd name="T15" fmla="*/ 101 h 102"/>
                  <a:gd name="T16" fmla="*/ 42 w 43"/>
                  <a:gd name="T17" fmla="*/ 102 h 102"/>
                  <a:gd name="T18" fmla="*/ 4 w 43"/>
                  <a:gd name="T19" fmla="*/ 30 h 102"/>
                  <a:gd name="T20" fmla="*/ 40 w 43"/>
                  <a:gd name="T21" fmla="*/ 94 h 102"/>
                  <a:gd name="T22" fmla="*/ 40 w 43"/>
                  <a:gd name="T23" fmla="*/ 5 h 102"/>
                  <a:gd name="T24" fmla="*/ 4 w 43"/>
                  <a:gd name="T25" fmla="*/ 3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102">
                    <a:moveTo>
                      <a:pt x="42" y="102"/>
                    </a:moveTo>
                    <a:cubicBezTo>
                      <a:pt x="41" y="102"/>
                      <a:pt x="41" y="102"/>
                      <a:pt x="40" y="102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30"/>
                      <a:pt x="1" y="29"/>
                      <a:pt x="1" y="28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2" y="0"/>
                      <a:pt x="42" y="0"/>
                    </a:cubicBezTo>
                    <a:cubicBezTo>
                      <a:pt x="43" y="0"/>
                      <a:pt x="43" y="1"/>
                      <a:pt x="43" y="2"/>
                    </a:cubicBezTo>
                    <a:cubicBezTo>
                      <a:pt x="43" y="101"/>
                      <a:pt x="43" y="101"/>
                      <a:pt x="43" y="101"/>
                    </a:cubicBezTo>
                    <a:cubicBezTo>
                      <a:pt x="43" y="101"/>
                      <a:pt x="43" y="102"/>
                      <a:pt x="42" y="102"/>
                    </a:cubicBezTo>
                    <a:close/>
                    <a:moveTo>
                      <a:pt x="4" y="30"/>
                    </a:moveTo>
                    <a:cubicBezTo>
                      <a:pt x="40" y="94"/>
                      <a:pt x="40" y="94"/>
                      <a:pt x="40" y="94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4" name="Freeform 996"/>
              <p:cNvSpPr>
                <a:spLocks noEditPoints="1"/>
              </p:cNvSpPr>
              <p:nvPr userDrawn="1"/>
            </p:nvSpPr>
            <p:spPr bwMode="auto">
              <a:xfrm>
                <a:off x="1545" y="1211"/>
                <a:ext cx="116" cy="44"/>
              </a:xfrm>
              <a:custGeom>
                <a:avLst/>
                <a:gdLst>
                  <a:gd name="T0" fmla="*/ 63 w 94"/>
                  <a:gd name="T1" fmla="*/ 35 h 35"/>
                  <a:gd name="T2" fmla="*/ 62 w 94"/>
                  <a:gd name="T3" fmla="*/ 35 h 35"/>
                  <a:gd name="T4" fmla="*/ 1 w 94"/>
                  <a:gd name="T5" fmla="*/ 3 h 35"/>
                  <a:gd name="T6" fmla="*/ 0 w 94"/>
                  <a:gd name="T7" fmla="*/ 1 h 35"/>
                  <a:gd name="T8" fmla="*/ 1 w 94"/>
                  <a:gd name="T9" fmla="*/ 0 h 35"/>
                  <a:gd name="T10" fmla="*/ 92 w 94"/>
                  <a:gd name="T11" fmla="*/ 0 h 35"/>
                  <a:gd name="T12" fmla="*/ 94 w 94"/>
                  <a:gd name="T13" fmla="*/ 1 h 35"/>
                  <a:gd name="T14" fmla="*/ 93 w 94"/>
                  <a:gd name="T15" fmla="*/ 3 h 35"/>
                  <a:gd name="T16" fmla="*/ 64 w 94"/>
                  <a:gd name="T17" fmla="*/ 34 h 35"/>
                  <a:gd name="T18" fmla="*/ 63 w 94"/>
                  <a:gd name="T19" fmla="*/ 35 h 35"/>
                  <a:gd name="T20" fmla="*/ 8 w 94"/>
                  <a:gd name="T21" fmla="*/ 3 h 35"/>
                  <a:gd name="T22" fmla="*/ 62 w 94"/>
                  <a:gd name="T23" fmla="*/ 31 h 35"/>
                  <a:gd name="T24" fmla="*/ 88 w 94"/>
                  <a:gd name="T25" fmla="*/ 3 h 35"/>
                  <a:gd name="T26" fmla="*/ 8 w 94"/>
                  <a:gd name="T27" fmla="*/ 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4" h="35">
                    <a:moveTo>
                      <a:pt x="63" y="35"/>
                    </a:moveTo>
                    <a:cubicBezTo>
                      <a:pt x="62" y="35"/>
                      <a:pt x="62" y="35"/>
                      <a:pt x="62" y="3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3" y="0"/>
                      <a:pt x="94" y="0"/>
                      <a:pt x="94" y="1"/>
                    </a:cubicBezTo>
                    <a:cubicBezTo>
                      <a:pt x="94" y="1"/>
                      <a:pt x="94" y="2"/>
                      <a:pt x="93" y="3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4" y="35"/>
                      <a:pt x="63" y="35"/>
                      <a:pt x="63" y="35"/>
                    </a:cubicBezTo>
                    <a:close/>
                    <a:moveTo>
                      <a:pt x="8" y="3"/>
                    </a:moveTo>
                    <a:cubicBezTo>
                      <a:pt x="62" y="31"/>
                      <a:pt x="62" y="31"/>
                      <a:pt x="62" y="31"/>
                    </a:cubicBezTo>
                    <a:cubicBezTo>
                      <a:pt x="88" y="3"/>
                      <a:pt x="88" y="3"/>
                      <a:pt x="88" y="3"/>
                    </a:cubicBezTo>
                    <a:lnTo>
                      <a:pt x="8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5" name="Freeform 997"/>
              <p:cNvSpPr>
                <a:spLocks noEditPoints="1"/>
              </p:cNvSpPr>
              <p:nvPr userDrawn="1"/>
            </p:nvSpPr>
            <p:spPr bwMode="auto">
              <a:xfrm>
                <a:off x="1950" y="835"/>
                <a:ext cx="86" cy="60"/>
              </a:xfrm>
              <a:custGeom>
                <a:avLst/>
                <a:gdLst>
                  <a:gd name="T0" fmla="*/ 67 w 69"/>
                  <a:gd name="T1" fmla="*/ 48 h 48"/>
                  <a:gd name="T2" fmla="*/ 67 w 69"/>
                  <a:gd name="T3" fmla="*/ 48 h 48"/>
                  <a:gd name="T4" fmla="*/ 17 w 69"/>
                  <a:gd name="T5" fmla="*/ 41 h 48"/>
                  <a:gd name="T6" fmla="*/ 16 w 69"/>
                  <a:gd name="T7" fmla="*/ 40 h 48"/>
                  <a:gd name="T8" fmla="*/ 1 w 69"/>
                  <a:gd name="T9" fmla="*/ 3 h 48"/>
                  <a:gd name="T10" fmla="*/ 1 w 69"/>
                  <a:gd name="T11" fmla="*/ 1 h 48"/>
                  <a:gd name="T12" fmla="*/ 3 w 69"/>
                  <a:gd name="T13" fmla="*/ 1 h 48"/>
                  <a:gd name="T14" fmla="*/ 68 w 69"/>
                  <a:gd name="T15" fmla="*/ 44 h 48"/>
                  <a:gd name="T16" fmla="*/ 69 w 69"/>
                  <a:gd name="T17" fmla="*/ 46 h 48"/>
                  <a:gd name="T18" fmla="*/ 67 w 69"/>
                  <a:gd name="T19" fmla="*/ 48 h 48"/>
                  <a:gd name="T20" fmla="*/ 19 w 69"/>
                  <a:gd name="T21" fmla="*/ 38 h 48"/>
                  <a:gd name="T22" fmla="*/ 60 w 69"/>
                  <a:gd name="T23" fmla="*/ 43 h 48"/>
                  <a:gd name="T24" fmla="*/ 6 w 69"/>
                  <a:gd name="T25" fmla="*/ 7 h 48"/>
                  <a:gd name="T26" fmla="*/ 19 w 69"/>
                  <a:gd name="T27" fmla="*/ 3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48">
                    <a:moveTo>
                      <a:pt x="67" y="48"/>
                    </a:moveTo>
                    <a:cubicBezTo>
                      <a:pt x="67" y="48"/>
                      <a:pt x="67" y="48"/>
                      <a:pt x="67" y="48"/>
                    </a:cubicBezTo>
                    <a:cubicBezTo>
                      <a:pt x="17" y="41"/>
                      <a:pt x="17" y="41"/>
                      <a:pt x="17" y="41"/>
                    </a:cubicBezTo>
                    <a:cubicBezTo>
                      <a:pt x="17" y="41"/>
                      <a:pt x="16" y="41"/>
                      <a:pt x="16" y="40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68" y="44"/>
                      <a:pt x="68" y="44"/>
                      <a:pt x="68" y="44"/>
                    </a:cubicBezTo>
                    <a:cubicBezTo>
                      <a:pt x="69" y="45"/>
                      <a:pt x="69" y="46"/>
                      <a:pt x="69" y="46"/>
                    </a:cubicBezTo>
                    <a:cubicBezTo>
                      <a:pt x="69" y="47"/>
                      <a:pt x="68" y="48"/>
                      <a:pt x="67" y="48"/>
                    </a:cubicBezTo>
                    <a:close/>
                    <a:moveTo>
                      <a:pt x="19" y="38"/>
                    </a:moveTo>
                    <a:cubicBezTo>
                      <a:pt x="60" y="43"/>
                      <a:pt x="60" y="43"/>
                      <a:pt x="60" y="43"/>
                    </a:cubicBezTo>
                    <a:cubicBezTo>
                      <a:pt x="6" y="7"/>
                      <a:pt x="6" y="7"/>
                      <a:pt x="6" y="7"/>
                    </a:cubicBezTo>
                    <a:lnTo>
                      <a:pt x="19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6" name="Freeform 998"/>
              <p:cNvSpPr>
                <a:spLocks noEditPoints="1"/>
              </p:cNvSpPr>
              <p:nvPr userDrawn="1"/>
            </p:nvSpPr>
            <p:spPr bwMode="auto">
              <a:xfrm>
                <a:off x="1864" y="902"/>
                <a:ext cx="91" cy="93"/>
              </a:xfrm>
              <a:custGeom>
                <a:avLst/>
                <a:gdLst>
                  <a:gd name="T0" fmla="*/ 2 w 74"/>
                  <a:gd name="T1" fmla="*/ 75 h 75"/>
                  <a:gd name="T2" fmla="*/ 1 w 74"/>
                  <a:gd name="T3" fmla="*/ 75 h 75"/>
                  <a:gd name="T4" fmla="*/ 0 w 74"/>
                  <a:gd name="T5" fmla="*/ 73 h 75"/>
                  <a:gd name="T6" fmla="*/ 0 w 74"/>
                  <a:gd name="T7" fmla="*/ 2 h 75"/>
                  <a:gd name="T8" fmla="*/ 2 w 74"/>
                  <a:gd name="T9" fmla="*/ 0 h 75"/>
                  <a:gd name="T10" fmla="*/ 72 w 74"/>
                  <a:gd name="T11" fmla="*/ 0 h 75"/>
                  <a:gd name="T12" fmla="*/ 74 w 74"/>
                  <a:gd name="T13" fmla="*/ 1 h 75"/>
                  <a:gd name="T14" fmla="*/ 73 w 74"/>
                  <a:gd name="T15" fmla="*/ 3 h 75"/>
                  <a:gd name="T16" fmla="*/ 3 w 74"/>
                  <a:gd name="T17" fmla="*/ 75 h 75"/>
                  <a:gd name="T18" fmla="*/ 2 w 74"/>
                  <a:gd name="T19" fmla="*/ 75 h 75"/>
                  <a:gd name="T20" fmla="*/ 3 w 74"/>
                  <a:gd name="T21" fmla="*/ 3 h 75"/>
                  <a:gd name="T22" fmla="*/ 3 w 74"/>
                  <a:gd name="T23" fmla="*/ 69 h 75"/>
                  <a:gd name="T24" fmla="*/ 68 w 74"/>
                  <a:gd name="T25" fmla="*/ 3 h 75"/>
                  <a:gd name="T26" fmla="*/ 3 w 74"/>
                  <a:gd name="T27" fmla="*/ 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" h="75">
                    <a:moveTo>
                      <a:pt x="2" y="75"/>
                    </a:moveTo>
                    <a:cubicBezTo>
                      <a:pt x="1" y="75"/>
                      <a:pt x="1" y="75"/>
                      <a:pt x="1" y="75"/>
                    </a:cubicBezTo>
                    <a:cubicBezTo>
                      <a:pt x="1" y="75"/>
                      <a:pt x="0" y="74"/>
                      <a:pt x="0" y="7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3" y="0"/>
                      <a:pt x="74" y="1"/>
                      <a:pt x="74" y="1"/>
                    </a:cubicBezTo>
                    <a:cubicBezTo>
                      <a:pt x="74" y="2"/>
                      <a:pt x="74" y="3"/>
                      <a:pt x="73" y="3"/>
                    </a:cubicBezTo>
                    <a:cubicBezTo>
                      <a:pt x="3" y="75"/>
                      <a:pt x="3" y="75"/>
                      <a:pt x="3" y="75"/>
                    </a:cubicBezTo>
                    <a:cubicBezTo>
                      <a:pt x="3" y="75"/>
                      <a:pt x="2" y="75"/>
                      <a:pt x="2" y="75"/>
                    </a:cubicBezTo>
                    <a:close/>
                    <a:moveTo>
                      <a:pt x="3" y="3"/>
                    </a:moveTo>
                    <a:cubicBezTo>
                      <a:pt x="3" y="69"/>
                      <a:pt x="3" y="69"/>
                      <a:pt x="3" y="69"/>
                    </a:cubicBezTo>
                    <a:cubicBezTo>
                      <a:pt x="68" y="3"/>
                      <a:pt x="68" y="3"/>
                      <a:pt x="68" y="3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7" name="Freeform 999"/>
              <p:cNvSpPr>
                <a:spLocks noEditPoints="1"/>
              </p:cNvSpPr>
              <p:nvPr userDrawn="1"/>
            </p:nvSpPr>
            <p:spPr bwMode="auto">
              <a:xfrm>
                <a:off x="1692" y="1036"/>
                <a:ext cx="137" cy="89"/>
              </a:xfrm>
              <a:custGeom>
                <a:avLst/>
                <a:gdLst>
                  <a:gd name="T0" fmla="*/ 43 w 111"/>
                  <a:gd name="T1" fmla="*/ 72 h 72"/>
                  <a:gd name="T2" fmla="*/ 43 w 111"/>
                  <a:gd name="T3" fmla="*/ 71 h 72"/>
                  <a:gd name="T4" fmla="*/ 1 w 111"/>
                  <a:gd name="T5" fmla="*/ 58 h 72"/>
                  <a:gd name="T6" fmla="*/ 0 w 111"/>
                  <a:gd name="T7" fmla="*/ 56 h 72"/>
                  <a:gd name="T8" fmla="*/ 1 w 111"/>
                  <a:gd name="T9" fmla="*/ 55 h 72"/>
                  <a:gd name="T10" fmla="*/ 108 w 111"/>
                  <a:gd name="T11" fmla="*/ 0 h 72"/>
                  <a:gd name="T12" fmla="*/ 110 w 111"/>
                  <a:gd name="T13" fmla="*/ 1 h 72"/>
                  <a:gd name="T14" fmla="*/ 110 w 111"/>
                  <a:gd name="T15" fmla="*/ 3 h 72"/>
                  <a:gd name="T16" fmla="*/ 45 w 111"/>
                  <a:gd name="T17" fmla="*/ 71 h 72"/>
                  <a:gd name="T18" fmla="*/ 43 w 111"/>
                  <a:gd name="T19" fmla="*/ 72 h 72"/>
                  <a:gd name="T20" fmla="*/ 6 w 111"/>
                  <a:gd name="T21" fmla="*/ 56 h 72"/>
                  <a:gd name="T22" fmla="*/ 43 w 111"/>
                  <a:gd name="T23" fmla="*/ 68 h 72"/>
                  <a:gd name="T24" fmla="*/ 101 w 111"/>
                  <a:gd name="T25" fmla="*/ 8 h 72"/>
                  <a:gd name="T26" fmla="*/ 6 w 111"/>
                  <a:gd name="T27" fmla="*/ 5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1" h="72">
                    <a:moveTo>
                      <a:pt x="43" y="72"/>
                    </a:moveTo>
                    <a:cubicBezTo>
                      <a:pt x="43" y="71"/>
                      <a:pt x="43" y="71"/>
                      <a:pt x="43" y="71"/>
                    </a:cubicBezTo>
                    <a:cubicBezTo>
                      <a:pt x="1" y="58"/>
                      <a:pt x="1" y="58"/>
                      <a:pt x="1" y="58"/>
                    </a:cubicBezTo>
                    <a:cubicBezTo>
                      <a:pt x="0" y="57"/>
                      <a:pt x="0" y="57"/>
                      <a:pt x="0" y="56"/>
                    </a:cubicBezTo>
                    <a:cubicBezTo>
                      <a:pt x="0" y="56"/>
                      <a:pt x="0" y="55"/>
                      <a:pt x="1" y="55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9" y="0"/>
                      <a:pt x="110" y="0"/>
                      <a:pt x="110" y="1"/>
                    </a:cubicBezTo>
                    <a:cubicBezTo>
                      <a:pt x="111" y="1"/>
                      <a:pt x="111" y="2"/>
                      <a:pt x="110" y="3"/>
                    </a:cubicBezTo>
                    <a:cubicBezTo>
                      <a:pt x="45" y="71"/>
                      <a:pt x="45" y="71"/>
                      <a:pt x="45" y="71"/>
                    </a:cubicBezTo>
                    <a:cubicBezTo>
                      <a:pt x="44" y="71"/>
                      <a:pt x="44" y="72"/>
                      <a:pt x="43" y="72"/>
                    </a:cubicBezTo>
                    <a:close/>
                    <a:moveTo>
                      <a:pt x="6" y="56"/>
                    </a:moveTo>
                    <a:cubicBezTo>
                      <a:pt x="43" y="68"/>
                      <a:pt x="43" y="68"/>
                      <a:pt x="43" y="68"/>
                    </a:cubicBezTo>
                    <a:cubicBezTo>
                      <a:pt x="101" y="8"/>
                      <a:pt x="101" y="8"/>
                      <a:pt x="101" y="8"/>
                    </a:cubicBezTo>
                    <a:lnTo>
                      <a:pt x="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8" name="Freeform 1000"/>
              <p:cNvSpPr>
                <a:spLocks noEditPoints="1"/>
              </p:cNvSpPr>
              <p:nvPr userDrawn="1"/>
            </p:nvSpPr>
            <p:spPr bwMode="auto">
              <a:xfrm>
                <a:off x="1442" y="1450"/>
                <a:ext cx="244" cy="36"/>
              </a:xfrm>
              <a:custGeom>
                <a:avLst/>
                <a:gdLst>
                  <a:gd name="T0" fmla="*/ 195 w 197"/>
                  <a:gd name="T1" fmla="*/ 29 h 29"/>
                  <a:gd name="T2" fmla="*/ 1 w 197"/>
                  <a:gd name="T3" fmla="*/ 29 h 29"/>
                  <a:gd name="T4" fmla="*/ 0 w 197"/>
                  <a:gd name="T5" fmla="*/ 28 h 29"/>
                  <a:gd name="T6" fmla="*/ 0 w 197"/>
                  <a:gd name="T7" fmla="*/ 26 h 29"/>
                  <a:gd name="T8" fmla="*/ 35 w 197"/>
                  <a:gd name="T9" fmla="*/ 0 h 29"/>
                  <a:gd name="T10" fmla="*/ 36 w 197"/>
                  <a:gd name="T11" fmla="*/ 0 h 29"/>
                  <a:gd name="T12" fmla="*/ 196 w 197"/>
                  <a:gd name="T13" fmla="*/ 26 h 29"/>
                  <a:gd name="T14" fmla="*/ 197 w 197"/>
                  <a:gd name="T15" fmla="*/ 28 h 29"/>
                  <a:gd name="T16" fmla="*/ 195 w 197"/>
                  <a:gd name="T17" fmla="*/ 29 h 29"/>
                  <a:gd name="T18" fmla="*/ 6 w 197"/>
                  <a:gd name="T19" fmla="*/ 26 h 29"/>
                  <a:gd name="T20" fmla="*/ 175 w 197"/>
                  <a:gd name="T21" fmla="*/ 26 h 29"/>
                  <a:gd name="T22" fmla="*/ 37 w 197"/>
                  <a:gd name="T23" fmla="*/ 3 h 29"/>
                  <a:gd name="T24" fmla="*/ 6 w 197"/>
                  <a:gd name="T25" fmla="*/ 2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7" h="29">
                    <a:moveTo>
                      <a:pt x="195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0" y="29"/>
                      <a:pt x="0" y="28"/>
                    </a:cubicBezTo>
                    <a:cubicBezTo>
                      <a:pt x="0" y="28"/>
                      <a:pt x="0" y="27"/>
                      <a:pt x="0" y="26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196" y="26"/>
                      <a:pt x="196" y="26"/>
                      <a:pt x="196" y="26"/>
                    </a:cubicBezTo>
                    <a:cubicBezTo>
                      <a:pt x="197" y="26"/>
                      <a:pt x="197" y="27"/>
                      <a:pt x="197" y="28"/>
                    </a:cubicBezTo>
                    <a:cubicBezTo>
                      <a:pt x="197" y="29"/>
                      <a:pt x="196" y="29"/>
                      <a:pt x="195" y="29"/>
                    </a:cubicBezTo>
                    <a:close/>
                    <a:moveTo>
                      <a:pt x="6" y="26"/>
                    </a:moveTo>
                    <a:cubicBezTo>
                      <a:pt x="175" y="26"/>
                      <a:pt x="175" y="26"/>
                      <a:pt x="175" y="26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6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59" name="Freeform 1001"/>
              <p:cNvSpPr>
                <a:spLocks noEditPoints="1"/>
              </p:cNvSpPr>
              <p:nvPr userDrawn="1"/>
            </p:nvSpPr>
            <p:spPr bwMode="auto">
              <a:xfrm>
                <a:off x="1181" y="1450"/>
                <a:ext cx="308" cy="36"/>
              </a:xfrm>
              <a:custGeom>
                <a:avLst/>
                <a:gdLst>
                  <a:gd name="T0" fmla="*/ 212 w 249"/>
                  <a:gd name="T1" fmla="*/ 29 h 29"/>
                  <a:gd name="T2" fmla="*/ 2 w 249"/>
                  <a:gd name="T3" fmla="*/ 29 h 29"/>
                  <a:gd name="T4" fmla="*/ 0 w 249"/>
                  <a:gd name="T5" fmla="*/ 28 h 29"/>
                  <a:gd name="T6" fmla="*/ 1 w 249"/>
                  <a:gd name="T7" fmla="*/ 26 h 29"/>
                  <a:gd name="T8" fmla="*/ 247 w 249"/>
                  <a:gd name="T9" fmla="*/ 0 h 29"/>
                  <a:gd name="T10" fmla="*/ 249 w 249"/>
                  <a:gd name="T11" fmla="*/ 1 h 29"/>
                  <a:gd name="T12" fmla="*/ 248 w 249"/>
                  <a:gd name="T13" fmla="*/ 3 h 29"/>
                  <a:gd name="T14" fmla="*/ 213 w 249"/>
                  <a:gd name="T15" fmla="*/ 29 h 29"/>
                  <a:gd name="T16" fmla="*/ 212 w 249"/>
                  <a:gd name="T17" fmla="*/ 29 h 29"/>
                  <a:gd name="T18" fmla="*/ 33 w 249"/>
                  <a:gd name="T19" fmla="*/ 26 h 29"/>
                  <a:gd name="T20" fmla="*/ 212 w 249"/>
                  <a:gd name="T21" fmla="*/ 26 h 29"/>
                  <a:gd name="T22" fmla="*/ 241 w 249"/>
                  <a:gd name="T23" fmla="*/ 4 h 29"/>
                  <a:gd name="T24" fmla="*/ 33 w 249"/>
                  <a:gd name="T25" fmla="*/ 2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49" h="29">
                    <a:moveTo>
                      <a:pt x="212" y="29"/>
                    </a:moveTo>
                    <a:cubicBezTo>
                      <a:pt x="2" y="29"/>
                      <a:pt x="2" y="29"/>
                      <a:pt x="2" y="29"/>
                    </a:cubicBezTo>
                    <a:cubicBezTo>
                      <a:pt x="1" y="29"/>
                      <a:pt x="0" y="29"/>
                      <a:pt x="0" y="28"/>
                    </a:cubicBezTo>
                    <a:cubicBezTo>
                      <a:pt x="0" y="27"/>
                      <a:pt x="0" y="26"/>
                      <a:pt x="1" y="26"/>
                    </a:cubicBezTo>
                    <a:cubicBezTo>
                      <a:pt x="247" y="0"/>
                      <a:pt x="247" y="0"/>
                      <a:pt x="247" y="0"/>
                    </a:cubicBezTo>
                    <a:cubicBezTo>
                      <a:pt x="248" y="0"/>
                      <a:pt x="248" y="0"/>
                      <a:pt x="249" y="1"/>
                    </a:cubicBezTo>
                    <a:cubicBezTo>
                      <a:pt x="249" y="2"/>
                      <a:pt x="249" y="2"/>
                      <a:pt x="248" y="3"/>
                    </a:cubicBezTo>
                    <a:cubicBezTo>
                      <a:pt x="213" y="29"/>
                      <a:pt x="213" y="29"/>
                      <a:pt x="213" y="29"/>
                    </a:cubicBezTo>
                    <a:cubicBezTo>
                      <a:pt x="213" y="29"/>
                      <a:pt x="213" y="29"/>
                      <a:pt x="212" y="29"/>
                    </a:cubicBezTo>
                    <a:close/>
                    <a:moveTo>
                      <a:pt x="33" y="26"/>
                    </a:moveTo>
                    <a:cubicBezTo>
                      <a:pt x="212" y="26"/>
                      <a:pt x="212" y="26"/>
                      <a:pt x="212" y="26"/>
                    </a:cubicBezTo>
                    <a:cubicBezTo>
                      <a:pt x="241" y="4"/>
                      <a:pt x="241" y="4"/>
                      <a:pt x="241" y="4"/>
                    </a:cubicBezTo>
                    <a:lnTo>
                      <a:pt x="33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0" name="Freeform 1002"/>
              <p:cNvSpPr>
                <a:spLocks noEditPoints="1"/>
              </p:cNvSpPr>
              <p:nvPr userDrawn="1"/>
            </p:nvSpPr>
            <p:spPr bwMode="auto">
              <a:xfrm>
                <a:off x="1043" y="1431"/>
                <a:ext cx="141" cy="55"/>
              </a:xfrm>
              <a:custGeom>
                <a:avLst/>
                <a:gdLst>
                  <a:gd name="T0" fmla="*/ 113 w 114"/>
                  <a:gd name="T1" fmla="*/ 45 h 45"/>
                  <a:gd name="T2" fmla="*/ 1 w 114"/>
                  <a:gd name="T3" fmla="*/ 45 h 45"/>
                  <a:gd name="T4" fmla="*/ 0 w 114"/>
                  <a:gd name="T5" fmla="*/ 44 h 45"/>
                  <a:gd name="T6" fmla="*/ 1 w 114"/>
                  <a:gd name="T7" fmla="*/ 42 h 45"/>
                  <a:gd name="T8" fmla="*/ 86 w 114"/>
                  <a:gd name="T9" fmla="*/ 0 h 45"/>
                  <a:gd name="T10" fmla="*/ 88 w 114"/>
                  <a:gd name="T11" fmla="*/ 1 h 45"/>
                  <a:gd name="T12" fmla="*/ 114 w 114"/>
                  <a:gd name="T13" fmla="*/ 43 h 45"/>
                  <a:gd name="T14" fmla="*/ 114 w 114"/>
                  <a:gd name="T15" fmla="*/ 45 h 45"/>
                  <a:gd name="T16" fmla="*/ 113 w 114"/>
                  <a:gd name="T17" fmla="*/ 45 h 45"/>
                  <a:gd name="T18" fmla="*/ 9 w 114"/>
                  <a:gd name="T19" fmla="*/ 42 h 45"/>
                  <a:gd name="T20" fmla="*/ 110 w 114"/>
                  <a:gd name="T21" fmla="*/ 42 h 45"/>
                  <a:gd name="T22" fmla="*/ 86 w 114"/>
                  <a:gd name="T23" fmla="*/ 4 h 45"/>
                  <a:gd name="T24" fmla="*/ 9 w 114"/>
                  <a:gd name="T25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4" h="45">
                    <a:moveTo>
                      <a:pt x="113" y="45"/>
                    </a:moveTo>
                    <a:cubicBezTo>
                      <a:pt x="1" y="45"/>
                      <a:pt x="1" y="45"/>
                      <a:pt x="1" y="45"/>
                    </a:cubicBezTo>
                    <a:cubicBezTo>
                      <a:pt x="1" y="45"/>
                      <a:pt x="0" y="45"/>
                      <a:pt x="0" y="44"/>
                    </a:cubicBezTo>
                    <a:cubicBezTo>
                      <a:pt x="0" y="43"/>
                      <a:pt x="0" y="43"/>
                      <a:pt x="1" y="42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7" y="0"/>
                      <a:pt x="88" y="0"/>
                      <a:pt x="88" y="1"/>
                    </a:cubicBezTo>
                    <a:cubicBezTo>
                      <a:pt x="114" y="43"/>
                      <a:pt x="114" y="43"/>
                      <a:pt x="114" y="43"/>
                    </a:cubicBezTo>
                    <a:cubicBezTo>
                      <a:pt x="114" y="43"/>
                      <a:pt x="114" y="44"/>
                      <a:pt x="114" y="45"/>
                    </a:cubicBezTo>
                    <a:cubicBezTo>
                      <a:pt x="114" y="45"/>
                      <a:pt x="113" y="45"/>
                      <a:pt x="113" y="45"/>
                    </a:cubicBezTo>
                    <a:close/>
                    <a:moveTo>
                      <a:pt x="9" y="42"/>
                    </a:moveTo>
                    <a:cubicBezTo>
                      <a:pt x="110" y="42"/>
                      <a:pt x="110" y="42"/>
                      <a:pt x="110" y="42"/>
                    </a:cubicBezTo>
                    <a:cubicBezTo>
                      <a:pt x="86" y="4"/>
                      <a:pt x="86" y="4"/>
                      <a:pt x="86" y="4"/>
                    </a:cubicBezTo>
                    <a:lnTo>
                      <a:pt x="9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1" name="Freeform 1003"/>
              <p:cNvSpPr>
                <a:spLocks noEditPoints="1"/>
              </p:cNvSpPr>
              <p:nvPr userDrawn="1"/>
            </p:nvSpPr>
            <p:spPr bwMode="auto">
              <a:xfrm>
                <a:off x="1373" y="1431"/>
                <a:ext cx="175" cy="55"/>
              </a:xfrm>
              <a:custGeom>
                <a:avLst/>
                <a:gdLst>
                  <a:gd name="T0" fmla="*/ 140 w 142"/>
                  <a:gd name="T1" fmla="*/ 45 h 45"/>
                  <a:gd name="T2" fmla="*/ 1 w 142"/>
                  <a:gd name="T3" fmla="*/ 45 h 45"/>
                  <a:gd name="T4" fmla="*/ 0 w 142"/>
                  <a:gd name="T5" fmla="*/ 45 h 45"/>
                  <a:gd name="T6" fmla="*/ 0 w 142"/>
                  <a:gd name="T7" fmla="*/ 43 h 45"/>
                  <a:gd name="T8" fmla="*/ 20 w 142"/>
                  <a:gd name="T9" fmla="*/ 1 h 45"/>
                  <a:gd name="T10" fmla="*/ 22 w 142"/>
                  <a:gd name="T11" fmla="*/ 0 h 45"/>
                  <a:gd name="T12" fmla="*/ 141 w 142"/>
                  <a:gd name="T13" fmla="*/ 42 h 45"/>
                  <a:gd name="T14" fmla="*/ 142 w 142"/>
                  <a:gd name="T15" fmla="*/ 44 h 45"/>
                  <a:gd name="T16" fmla="*/ 140 w 142"/>
                  <a:gd name="T17" fmla="*/ 45 h 45"/>
                  <a:gd name="T18" fmla="*/ 4 w 142"/>
                  <a:gd name="T19" fmla="*/ 42 h 45"/>
                  <a:gd name="T20" fmla="*/ 131 w 142"/>
                  <a:gd name="T21" fmla="*/ 42 h 45"/>
                  <a:gd name="T22" fmla="*/ 22 w 142"/>
                  <a:gd name="T23" fmla="*/ 4 h 45"/>
                  <a:gd name="T24" fmla="*/ 4 w 142"/>
                  <a:gd name="T25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2" h="45">
                    <a:moveTo>
                      <a:pt x="140" y="45"/>
                    </a:moveTo>
                    <a:cubicBezTo>
                      <a:pt x="1" y="45"/>
                      <a:pt x="1" y="45"/>
                      <a:pt x="1" y="45"/>
                    </a:cubicBezTo>
                    <a:cubicBezTo>
                      <a:pt x="1" y="45"/>
                      <a:pt x="0" y="45"/>
                      <a:pt x="0" y="45"/>
                    </a:cubicBezTo>
                    <a:cubicBezTo>
                      <a:pt x="0" y="44"/>
                      <a:pt x="0" y="44"/>
                      <a:pt x="0" y="43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2" y="0"/>
                    </a:cubicBezTo>
                    <a:cubicBezTo>
                      <a:pt x="141" y="42"/>
                      <a:pt x="141" y="42"/>
                      <a:pt x="141" y="42"/>
                    </a:cubicBezTo>
                    <a:cubicBezTo>
                      <a:pt x="142" y="42"/>
                      <a:pt x="142" y="43"/>
                      <a:pt x="142" y="44"/>
                    </a:cubicBezTo>
                    <a:cubicBezTo>
                      <a:pt x="142" y="45"/>
                      <a:pt x="141" y="45"/>
                      <a:pt x="140" y="45"/>
                    </a:cubicBezTo>
                    <a:close/>
                    <a:moveTo>
                      <a:pt x="4" y="42"/>
                    </a:moveTo>
                    <a:cubicBezTo>
                      <a:pt x="131" y="42"/>
                      <a:pt x="131" y="42"/>
                      <a:pt x="131" y="42"/>
                    </a:cubicBezTo>
                    <a:cubicBezTo>
                      <a:pt x="22" y="4"/>
                      <a:pt x="22" y="4"/>
                      <a:pt x="22" y="4"/>
                    </a:cubicBezTo>
                    <a:lnTo>
                      <a:pt x="4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2" name="Freeform 1004"/>
              <p:cNvSpPr>
                <a:spLocks noEditPoints="1"/>
              </p:cNvSpPr>
              <p:nvPr userDrawn="1"/>
            </p:nvSpPr>
            <p:spPr bwMode="auto">
              <a:xfrm>
                <a:off x="1545" y="1401"/>
                <a:ext cx="198" cy="85"/>
              </a:xfrm>
              <a:custGeom>
                <a:avLst/>
                <a:gdLst>
                  <a:gd name="T0" fmla="*/ 159 w 160"/>
                  <a:gd name="T1" fmla="*/ 69 h 69"/>
                  <a:gd name="T2" fmla="*/ 1 w 160"/>
                  <a:gd name="T3" fmla="*/ 69 h 69"/>
                  <a:gd name="T4" fmla="*/ 0 w 160"/>
                  <a:gd name="T5" fmla="*/ 68 h 69"/>
                  <a:gd name="T6" fmla="*/ 0 w 160"/>
                  <a:gd name="T7" fmla="*/ 66 h 69"/>
                  <a:gd name="T8" fmla="*/ 96 w 160"/>
                  <a:gd name="T9" fmla="*/ 0 h 69"/>
                  <a:gd name="T10" fmla="*/ 98 w 160"/>
                  <a:gd name="T11" fmla="*/ 1 h 69"/>
                  <a:gd name="T12" fmla="*/ 160 w 160"/>
                  <a:gd name="T13" fmla="*/ 67 h 69"/>
                  <a:gd name="T14" fmla="*/ 160 w 160"/>
                  <a:gd name="T15" fmla="*/ 68 h 69"/>
                  <a:gd name="T16" fmla="*/ 159 w 160"/>
                  <a:gd name="T17" fmla="*/ 69 h 69"/>
                  <a:gd name="T18" fmla="*/ 7 w 160"/>
                  <a:gd name="T19" fmla="*/ 66 h 69"/>
                  <a:gd name="T20" fmla="*/ 155 w 160"/>
                  <a:gd name="T21" fmla="*/ 66 h 69"/>
                  <a:gd name="T22" fmla="*/ 97 w 160"/>
                  <a:gd name="T23" fmla="*/ 4 h 69"/>
                  <a:gd name="T24" fmla="*/ 7 w 160"/>
                  <a:gd name="T25" fmla="*/ 66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69">
                    <a:moveTo>
                      <a:pt x="159" y="69"/>
                    </a:moveTo>
                    <a:cubicBezTo>
                      <a:pt x="1" y="69"/>
                      <a:pt x="1" y="69"/>
                      <a:pt x="1" y="69"/>
                    </a:cubicBezTo>
                    <a:cubicBezTo>
                      <a:pt x="1" y="69"/>
                      <a:pt x="0" y="69"/>
                      <a:pt x="0" y="68"/>
                    </a:cubicBezTo>
                    <a:cubicBezTo>
                      <a:pt x="0" y="68"/>
                      <a:pt x="0" y="67"/>
                      <a:pt x="0" y="66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7" y="0"/>
                      <a:pt x="98" y="0"/>
                      <a:pt x="98" y="1"/>
                    </a:cubicBezTo>
                    <a:cubicBezTo>
                      <a:pt x="160" y="67"/>
                      <a:pt x="160" y="67"/>
                      <a:pt x="160" y="67"/>
                    </a:cubicBezTo>
                    <a:cubicBezTo>
                      <a:pt x="160" y="67"/>
                      <a:pt x="160" y="68"/>
                      <a:pt x="160" y="68"/>
                    </a:cubicBezTo>
                    <a:cubicBezTo>
                      <a:pt x="160" y="69"/>
                      <a:pt x="159" y="69"/>
                      <a:pt x="159" y="69"/>
                    </a:cubicBezTo>
                    <a:close/>
                    <a:moveTo>
                      <a:pt x="7" y="66"/>
                    </a:moveTo>
                    <a:cubicBezTo>
                      <a:pt x="155" y="66"/>
                      <a:pt x="155" y="66"/>
                      <a:pt x="155" y="66"/>
                    </a:cubicBezTo>
                    <a:cubicBezTo>
                      <a:pt x="97" y="4"/>
                      <a:pt x="97" y="4"/>
                      <a:pt x="97" y="4"/>
                    </a:cubicBezTo>
                    <a:lnTo>
                      <a:pt x="7" y="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3" name="Freeform 1005"/>
              <p:cNvSpPr>
                <a:spLocks noEditPoints="1"/>
              </p:cNvSpPr>
              <p:nvPr userDrawn="1"/>
            </p:nvSpPr>
            <p:spPr bwMode="auto">
              <a:xfrm>
                <a:off x="911" y="1442"/>
                <a:ext cx="136" cy="44"/>
              </a:xfrm>
              <a:custGeom>
                <a:avLst/>
                <a:gdLst>
                  <a:gd name="T0" fmla="*/ 108 w 110"/>
                  <a:gd name="T1" fmla="*/ 36 h 36"/>
                  <a:gd name="T2" fmla="*/ 22 w 110"/>
                  <a:gd name="T3" fmla="*/ 36 h 36"/>
                  <a:gd name="T4" fmla="*/ 21 w 110"/>
                  <a:gd name="T5" fmla="*/ 36 h 36"/>
                  <a:gd name="T6" fmla="*/ 0 w 110"/>
                  <a:gd name="T7" fmla="*/ 3 h 36"/>
                  <a:gd name="T8" fmla="*/ 1 w 110"/>
                  <a:gd name="T9" fmla="*/ 1 h 36"/>
                  <a:gd name="T10" fmla="*/ 2 w 110"/>
                  <a:gd name="T11" fmla="*/ 0 h 36"/>
                  <a:gd name="T12" fmla="*/ 109 w 110"/>
                  <a:gd name="T13" fmla="*/ 33 h 36"/>
                  <a:gd name="T14" fmla="*/ 110 w 110"/>
                  <a:gd name="T15" fmla="*/ 35 h 36"/>
                  <a:gd name="T16" fmla="*/ 108 w 110"/>
                  <a:gd name="T17" fmla="*/ 36 h 36"/>
                  <a:gd name="T18" fmla="*/ 23 w 110"/>
                  <a:gd name="T19" fmla="*/ 33 h 36"/>
                  <a:gd name="T20" fmla="*/ 97 w 110"/>
                  <a:gd name="T21" fmla="*/ 33 h 36"/>
                  <a:gd name="T22" fmla="*/ 6 w 110"/>
                  <a:gd name="T23" fmla="*/ 5 h 36"/>
                  <a:gd name="T24" fmla="*/ 23 w 110"/>
                  <a:gd name="T25" fmla="*/ 3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36">
                    <a:moveTo>
                      <a:pt x="108" y="36"/>
                    </a:moveTo>
                    <a:cubicBezTo>
                      <a:pt x="22" y="36"/>
                      <a:pt x="22" y="36"/>
                      <a:pt x="22" y="36"/>
                    </a:cubicBezTo>
                    <a:cubicBezTo>
                      <a:pt x="22" y="36"/>
                      <a:pt x="21" y="36"/>
                      <a:pt x="21" y="36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09" y="33"/>
                      <a:pt x="109" y="33"/>
                      <a:pt x="109" y="33"/>
                    </a:cubicBezTo>
                    <a:cubicBezTo>
                      <a:pt x="110" y="33"/>
                      <a:pt x="110" y="34"/>
                      <a:pt x="110" y="35"/>
                    </a:cubicBezTo>
                    <a:cubicBezTo>
                      <a:pt x="110" y="36"/>
                      <a:pt x="109" y="36"/>
                      <a:pt x="108" y="36"/>
                    </a:cubicBezTo>
                    <a:close/>
                    <a:moveTo>
                      <a:pt x="23" y="33"/>
                    </a:moveTo>
                    <a:cubicBezTo>
                      <a:pt x="97" y="33"/>
                      <a:pt x="97" y="33"/>
                      <a:pt x="97" y="33"/>
                    </a:cubicBezTo>
                    <a:cubicBezTo>
                      <a:pt x="6" y="5"/>
                      <a:pt x="6" y="5"/>
                      <a:pt x="6" y="5"/>
                    </a:cubicBezTo>
                    <a:lnTo>
                      <a:pt x="23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4" name="Freeform 1006"/>
              <p:cNvSpPr>
                <a:spLocks noEditPoints="1"/>
              </p:cNvSpPr>
              <p:nvPr userDrawn="1"/>
            </p:nvSpPr>
            <p:spPr bwMode="auto">
              <a:xfrm>
                <a:off x="828" y="1442"/>
                <a:ext cx="113" cy="44"/>
              </a:xfrm>
              <a:custGeom>
                <a:avLst/>
                <a:gdLst>
                  <a:gd name="T0" fmla="*/ 89 w 91"/>
                  <a:gd name="T1" fmla="*/ 36 h 36"/>
                  <a:gd name="T2" fmla="*/ 89 w 91"/>
                  <a:gd name="T3" fmla="*/ 36 h 36"/>
                  <a:gd name="T4" fmla="*/ 2 w 91"/>
                  <a:gd name="T5" fmla="*/ 35 h 36"/>
                  <a:gd name="T6" fmla="*/ 0 w 91"/>
                  <a:gd name="T7" fmla="*/ 33 h 36"/>
                  <a:gd name="T8" fmla="*/ 1 w 91"/>
                  <a:gd name="T9" fmla="*/ 31 h 36"/>
                  <a:gd name="T10" fmla="*/ 68 w 91"/>
                  <a:gd name="T11" fmla="*/ 0 h 36"/>
                  <a:gd name="T12" fmla="*/ 70 w 91"/>
                  <a:gd name="T13" fmla="*/ 1 h 36"/>
                  <a:gd name="T14" fmla="*/ 91 w 91"/>
                  <a:gd name="T15" fmla="*/ 34 h 36"/>
                  <a:gd name="T16" fmla="*/ 91 w 91"/>
                  <a:gd name="T17" fmla="*/ 36 h 36"/>
                  <a:gd name="T18" fmla="*/ 89 w 91"/>
                  <a:gd name="T19" fmla="*/ 36 h 36"/>
                  <a:gd name="T20" fmla="*/ 9 w 91"/>
                  <a:gd name="T21" fmla="*/ 31 h 36"/>
                  <a:gd name="T22" fmla="*/ 86 w 91"/>
                  <a:gd name="T23" fmla="*/ 33 h 36"/>
                  <a:gd name="T24" fmla="*/ 68 w 91"/>
                  <a:gd name="T25" fmla="*/ 4 h 36"/>
                  <a:gd name="T26" fmla="*/ 9 w 91"/>
                  <a:gd name="T27" fmla="*/ 3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1" h="36">
                    <a:moveTo>
                      <a:pt x="89" y="36"/>
                    </a:moveTo>
                    <a:cubicBezTo>
                      <a:pt x="89" y="36"/>
                      <a:pt x="89" y="36"/>
                      <a:pt x="89" y="36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1" y="35"/>
                      <a:pt x="0" y="34"/>
                      <a:pt x="0" y="33"/>
                    </a:cubicBezTo>
                    <a:cubicBezTo>
                      <a:pt x="0" y="33"/>
                      <a:pt x="0" y="32"/>
                      <a:pt x="1" y="31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9" y="0"/>
                      <a:pt x="70" y="0"/>
                      <a:pt x="70" y="1"/>
                    </a:cubicBezTo>
                    <a:cubicBezTo>
                      <a:pt x="91" y="34"/>
                      <a:pt x="91" y="34"/>
                      <a:pt x="91" y="34"/>
                    </a:cubicBezTo>
                    <a:cubicBezTo>
                      <a:pt x="91" y="34"/>
                      <a:pt x="91" y="35"/>
                      <a:pt x="91" y="36"/>
                    </a:cubicBezTo>
                    <a:cubicBezTo>
                      <a:pt x="90" y="36"/>
                      <a:pt x="90" y="36"/>
                      <a:pt x="89" y="36"/>
                    </a:cubicBezTo>
                    <a:close/>
                    <a:moveTo>
                      <a:pt x="9" y="31"/>
                    </a:moveTo>
                    <a:cubicBezTo>
                      <a:pt x="86" y="33"/>
                      <a:pt x="86" y="33"/>
                      <a:pt x="86" y="33"/>
                    </a:cubicBezTo>
                    <a:cubicBezTo>
                      <a:pt x="68" y="4"/>
                      <a:pt x="68" y="4"/>
                      <a:pt x="68" y="4"/>
                    </a:cubicBezTo>
                    <a:lnTo>
                      <a:pt x="9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5" name="Freeform 1007"/>
              <p:cNvSpPr>
                <a:spLocks noEditPoints="1"/>
              </p:cNvSpPr>
              <p:nvPr userDrawn="1"/>
            </p:nvSpPr>
            <p:spPr bwMode="auto">
              <a:xfrm>
                <a:off x="754" y="1437"/>
                <a:ext cx="104" cy="48"/>
              </a:xfrm>
              <a:custGeom>
                <a:avLst/>
                <a:gdLst>
                  <a:gd name="T0" fmla="*/ 62 w 84"/>
                  <a:gd name="T1" fmla="*/ 39 h 39"/>
                  <a:gd name="T2" fmla="*/ 61 w 84"/>
                  <a:gd name="T3" fmla="*/ 38 h 39"/>
                  <a:gd name="T4" fmla="*/ 1 w 84"/>
                  <a:gd name="T5" fmla="*/ 3 h 39"/>
                  <a:gd name="T6" fmla="*/ 0 w 84"/>
                  <a:gd name="T7" fmla="*/ 2 h 39"/>
                  <a:gd name="T8" fmla="*/ 2 w 84"/>
                  <a:gd name="T9" fmla="*/ 0 h 39"/>
                  <a:gd name="T10" fmla="*/ 82 w 84"/>
                  <a:gd name="T11" fmla="*/ 0 h 39"/>
                  <a:gd name="T12" fmla="*/ 83 w 84"/>
                  <a:gd name="T13" fmla="*/ 1 h 39"/>
                  <a:gd name="T14" fmla="*/ 83 w 84"/>
                  <a:gd name="T15" fmla="*/ 3 h 39"/>
                  <a:gd name="T16" fmla="*/ 63 w 84"/>
                  <a:gd name="T17" fmla="*/ 38 h 39"/>
                  <a:gd name="T18" fmla="*/ 62 w 84"/>
                  <a:gd name="T19" fmla="*/ 39 h 39"/>
                  <a:gd name="T20" fmla="*/ 8 w 84"/>
                  <a:gd name="T21" fmla="*/ 4 h 39"/>
                  <a:gd name="T22" fmla="*/ 61 w 84"/>
                  <a:gd name="T23" fmla="*/ 35 h 39"/>
                  <a:gd name="T24" fmla="*/ 79 w 84"/>
                  <a:gd name="T25" fmla="*/ 4 h 39"/>
                  <a:gd name="T26" fmla="*/ 8 w 84"/>
                  <a:gd name="T27" fmla="*/ 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39">
                    <a:moveTo>
                      <a:pt x="62" y="39"/>
                    </a:moveTo>
                    <a:cubicBezTo>
                      <a:pt x="61" y="38"/>
                      <a:pt x="61" y="38"/>
                      <a:pt x="61" y="38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1" y="1"/>
                      <a:pt x="1" y="0"/>
                      <a:pt x="2" y="0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3" y="1"/>
                      <a:pt x="83" y="1"/>
                    </a:cubicBezTo>
                    <a:cubicBezTo>
                      <a:pt x="84" y="2"/>
                      <a:pt x="84" y="2"/>
                      <a:pt x="83" y="3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3" y="38"/>
                      <a:pt x="62" y="38"/>
                      <a:pt x="62" y="39"/>
                    </a:cubicBezTo>
                    <a:close/>
                    <a:moveTo>
                      <a:pt x="8" y="4"/>
                    </a:moveTo>
                    <a:cubicBezTo>
                      <a:pt x="61" y="35"/>
                      <a:pt x="61" y="35"/>
                      <a:pt x="61" y="35"/>
                    </a:cubicBezTo>
                    <a:cubicBezTo>
                      <a:pt x="79" y="4"/>
                      <a:pt x="79" y="4"/>
                      <a:pt x="79" y="4"/>
                    </a:cubicBezTo>
                    <a:lnTo>
                      <a:pt x="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66" name="Freeform 1008"/>
              <p:cNvSpPr>
                <a:spLocks noEditPoints="1"/>
              </p:cNvSpPr>
              <p:nvPr userDrawn="1"/>
            </p:nvSpPr>
            <p:spPr bwMode="auto">
              <a:xfrm>
                <a:off x="1149" y="1431"/>
                <a:ext cx="164" cy="55"/>
              </a:xfrm>
              <a:custGeom>
                <a:avLst/>
                <a:gdLst>
                  <a:gd name="T0" fmla="*/ 131 w 133"/>
                  <a:gd name="T1" fmla="*/ 45 h 45"/>
                  <a:gd name="T2" fmla="*/ 28 w 133"/>
                  <a:gd name="T3" fmla="*/ 45 h 45"/>
                  <a:gd name="T4" fmla="*/ 26 w 133"/>
                  <a:gd name="T5" fmla="*/ 45 h 45"/>
                  <a:gd name="T6" fmla="*/ 0 w 133"/>
                  <a:gd name="T7" fmla="*/ 3 h 45"/>
                  <a:gd name="T8" fmla="*/ 0 w 133"/>
                  <a:gd name="T9" fmla="*/ 1 h 45"/>
                  <a:gd name="T10" fmla="*/ 2 w 133"/>
                  <a:gd name="T11" fmla="*/ 0 h 45"/>
                  <a:gd name="T12" fmla="*/ 131 w 133"/>
                  <a:gd name="T13" fmla="*/ 42 h 45"/>
                  <a:gd name="T14" fmla="*/ 132 w 133"/>
                  <a:gd name="T15" fmla="*/ 44 h 45"/>
                  <a:gd name="T16" fmla="*/ 131 w 133"/>
                  <a:gd name="T17" fmla="*/ 45 h 45"/>
                  <a:gd name="T18" fmla="*/ 28 w 133"/>
                  <a:gd name="T19" fmla="*/ 42 h 45"/>
                  <a:gd name="T20" fmla="*/ 120 w 133"/>
                  <a:gd name="T21" fmla="*/ 42 h 45"/>
                  <a:gd name="T22" fmla="*/ 6 w 133"/>
                  <a:gd name="T23" fmla="*/ 5 h 45"/>
                  <a:gd name="T24" fmla="*/ 28 w 133"/>
                  <a:gd name="T25" fmla="*/ 4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3" h="45">
                    <a:moveTo>
                      <a:pt x="131" y="45"/>
                    </a:moveTo>
                    <a:cubicBezTo>
                      <a:pt x="28" y="45"/>
                      <a:pt x="28" y="45"/>
                      <a:pt x="28" y="45"/>
                    </a:cubicBezTo>
                    <a:cubicBezTo>
                      <a:pt x="27" y="45"/>
                      <a:pt x="26" y="45"/>
                      <a:pt x="26" y="4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31" y="42"/>
                      <a:pt x="131" y="42"/>
                      <a:pt x="131" y="42"/>
                    </a:cubicBezTo>
                    <a:cubicBezTo>
                      <a:pt x="132" y="42"/>
                      <a:pt x="133" y="43"/>
                      <a:pt x="132" y="44"/>
                    </a:cubicBezTo>
                    <a:cubicBezTo>
                      <a:pt x="132" y="45"/>
                      <a:pt x="132" y="45"/>
                      <a:pt x="131" y="45"/>
                    </a:cubicBezTo>
                    <a:close/>
                    <a:moveTo>
                      <a:pt x="28" y="42"/>
                    </a:moveTo>
                    <a:cubicBezTo>
                      <a:pt x="120" y="42"/>
                      <a:pt x="120" y="42"/>
                      <a:pt x="120" y="42"/>
                    </a:cubicBezTo>
                    <a:cubicBezTo>
                      <a:pt x="6" y="5"/>
                      <a:pt x="6" y="5"/>
                      <a:pt x="6" y="5"/>
                    </a:cubicBezTo>
                    <a:lnTo>
                      <a:pt x="28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14" name="Group 1210"/>
            <p:cNvGrpSpPr>
              <a:grpSpLocks/>
            </p:cNvGrpSpPr>
            <p:nvPr userDrawn="1"/>
          </p:nvGrpSpPr>
          <p:grpSpPr bwMode="auto">
            <a:xfrm>
              <a:off x="749301" y="-328613"/>
              <a:ext cx="4781550" cy="2687638"/>
              <a:chOff x="472" y="-207"/>
              <a:chExt cx="3012" cy="1693"/>
            </a:xfrm>
          </p:grpSpPr>
          <p:sp>
            <p:nvSpPr>
              <p:cNvPr id="167" name="Freeform 1010"/>
              <p:cNvSpPr>
                <a:spLocks noEditPoints="1"/>
              </p:cNvSpPr>
              <p:nvPr userDrawn="1"/>
            </p:nvSpPr>
            <p:spPr bwMode="auto">
              <a:xfrm>
                <a:off x="709" y="1348"/>
                <a:ext cx="62" cy="94"/>
              </a:xfrm>
              <a:custGeom>
                <a:avLst/>
                <a:gdLst>
                  <a:gd name="T0" fmla="*/ 38 w 50"/>
                  <a:gd name="T1" fmla="*/ 76 h 76"/>
                  <a:gd name="T2" fmla="*/ 37 w 50"/>
                  <a:gd name="T3" fmla="*/ 75 h 76"/>
                  <a:gd name="T4" fmla="*/ 0 w 50"/>
                  <a:gd name="T5" fmla="*/ 3 h 76"/>
                  <a:gd name="T6" fmla="*/ 0 w 50"/>
                  <a:gd name="T7" fmla="*/ 1 h 76"/>
                  <a:gd name="T8" fmla="*/ 2 w 50"/>
                  <a:gd name="T9" fmla="*/ 1 h 76"/>
                  <a:gd name="T10" fmla="*/ 49 w 50"/>
                  <a:gd name="T11" fmla="*/ 36 h 76"/>
                  <a:gd name="T12" fmla="*/ 50 w 50"/>
                  <a:gd name="T13" fmla="*/ 38 h 76"/>
                  <a:gd name="T14" fmla="*/ 40 w 50"/>
                  <a:gd name="T15" fmla="*/ 74 h 76"/>
                  <a:gd name="T16" fmla="*/ 38 w 50"/>
                  <a:gd name="T17" fmla="*/ 76 h 76"/>
                  <a:gd name="T18" fmla="*/ 6 w 50"/>
                  <a:gd name="T19" fmla="*/ 8 h 76"/>
                  <a:gd name="T20" fmla="*/ 38 w 50"/>
                  <a:gd name="T21" fmla="*/ 69 h 76"/>
                  <a:gd name="T22" fmla="*/ 46 w 50"/>
                  <a:gd name="T23" fmla="*/ 38 h 76"/>
                  <a:gd name="T24" fmla="*/ 6 w 50"/>
                  <a:gd name="T25" fmla="*/ 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76">
                    <a:moveTo>
                      <a:pt x="38" y="76"/>
                    </a:moveTo>
                    <a:cubicBezTo>
                      <a:pt x="37" y="76"/>
                      <a:pt x="37" y="75"/>
                      <a:pt x="37" y="7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0" y="36"/>
                      <a:pt x="50" y="37"/>
                      <a:pt x="50" y="38"/>
                    </a:cubicBezTo>
                    <a:cubicBezTo>
                      <a:pt x="40" y="74"/>
                      <a:pt x="40" y="74"/>
                      <a:pt x="40" y="74"/>
                    </a:cubicBezTo>
                    <a:cubicBezTo>
                      <a:pt x="40" y="75"/>
                      <a:pt x="39" y="76"/>
                      <a:pt x="38" y="76"/>
                    </a:cubicBezTo>
                    <a:close/>
                    <a:moveTo>
                      <a:pt x="6" y="8"/>
                    </a:moveTo>
                    <a:cubicBezTo>
                      <a:pt x="38" y="69"/>
                      <a:pt x="38" y="69"/>
                      <a:pt x="38" y="69"/>
                    </a:cubicBezTo>
                    <a:cubicBezTo>
                      <a:pt x="46" y="38"/>
                      <a:pt x="46" y="38"/>
                      <a:pt x="46" y="38"/>
                    </a:cubicBezTo>
                    <a:lnTo>
                      <a:pt x="6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8" name="Freeform 1011"/>
              <p:cNvSpPr>
                <a:spLocks noEditPoints="1"/>
              </p:cNvSpPr>
              <p:nvPr userDrawn="1"/>
            </p:nvSpPr>
            <p:spPr bwMode="auto">
              <a:xfrm>
                <a:off x="697" y="1250"/>
                <a:ext cx="41" cy="103"/>
              </a:xfrm>
              <a:custGeom>
                <a:avLst/>
                <a:gdLst>
                  <a:gd name="T0" fmla="*/ 11 w 33"/>
                  <a:gd name="T1" fmla="*/ 83 h 83"/>
                  <a:gd name="T2" fmla="*/ 11 w 33"/>
                  <a:gd name="T3" fmla="*/ 83 h 83"/>
                  <a:gd name="T4" fmla="*/ 10 w 33"/>
                  <a:gd name="T5" fmla="*/ 81 h 83"/>
                  <a:gd name="T6" fmla="*/ 1 w 33"/>
                  <a:gd name="T7" fmla="*/ 2 h 83"/>
                  <a:gd name="T8" fmla="*/ 2 w 33"/>
                  <a:gd name="T9" fmla="*/ 0 h 83"/>
                  <a:gd name="T10" fmla="*/ 4 w 33"/>
                  <a:gd name="T11" fmla="*/ 1 h 83"/>
                  <a:gd name="T12" fmla="*/ 33 w 33"/>
                  <a:gd name="T13" fmla="*/ 41 h 83"/>
                  <a:gd name="T14" fmla="*/ 33 w 33"/>
                  <a:gd name="T15" fmla="*/ 42 h 83"/>
                  <a:gd name="T16" fmla="*/ 13 w 33"/>
                  <a:gd name="T17" fmla="*/ 82 h 83"/>
                  <a:gd name="T18" fmla="*/ 11 w 33"/>
                  <a:gd name="T19" fmla="*/ 83 h 83"/>
                  <a:gd name="T20" fmla="*/ 5 w 33"/>
                  <a:gd name="T21" fmla="*/ 8 h 83"/>
                  <a:gd name="T22" fmla="*/ 12 w 33"/>
                  <a:gd name="T23" fmla="*/ 76 h 83"/>
                  <a:gd name="T24" fmla="*/ 29 w 33"/>
                  <a:gd name="T25" fmla="*/ 42 h 83"/>
                  <a:gd name="T26" fmla="*/ 5 w 33"/>
                  <a:gd name="T27" fmla="*/ 8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83">
                    <a:moveTo>
                      <a:pt x="11" y="83"/>
                    </a:moveTo>
                    <a:cubicBezTo>
                      <a:pt x="11" y="83"/>
                      <a:pt x="11" y="83"/>
                      <a:pt x="11" y="83"/>
                    </a:cubicBezTo>
                    <a:cubicBezTo>
                      <a:pt x="10" y="83"/>
                      <a:pt x="10" y="82"/>
                      <a:pt x="10" y="8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1"/>
                      <a:pt x="33" y="42"/>
                      <a:pt x="33" y="4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3"/>
                      <a:pt x="12" y="83"/>
                      <a:pt x="11" y="83"/>
                    </a:cubicBezTo>
                    <a:close/>
                    <a:moveTo>
                      <a:pt x="5" y="8"/>
                    </a:moveTo>
                    <a:cubicBezTo>
                      <a:pt x="12" y="76"/>
                      <a:pt x="12" y="76"/>
                      <a:pt x="12" y="76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5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9" name="Freeform 1012"/>
              <p:cNvSpPr>
                <a:spLocks noEditPoints="1"/>
              </p:cNvSpPr>
              <p:nvPr userDrawn="1"/>
            </p:nvSpPr>
            <p:spPr bwMode="auto">
              <a:xfrm>
                <a:off x="697" y="1131"/>
                <a:ext cx="41" cy="172"/>
              </a:xfrm>
              <a:custGeom>
                <a:avLst/>
                <a:gdLst>
                  <a:gd name="T0" fmla="*/ 31 w 33"/>
                  <a:gd name="T1" fmla="*/ 139 h 139"/>
                  <a:gd name="T2" fmla="*/ 30 w 33"/>
                  <a:gd name="T3" fmla="*/ 139 h 139"/>
                  <a:gd name="T4" fmla="*/ 1 w 33"/>
                  <a:gd name="T5" fmla="*/ 99 h 139"/>
                  <a:gd name="T6" fmla="*/ 1 w 33"/>
                  <a:gd name="T7" fmla="*/ 98 h 139"/>
                  <a:gd name="T8" fmla="*/ 15 w 33"/>
                  <a:gd name="T9" fmla="*/ 1 h 139"/>
                  <a:gd name="T10" fmla="*/ 17 w 33"/>
                  <a:gd name="T11" fmla="*/ 0 h 139"/>
                  <a:gd name="T12" fmla="*/ 18 w 33"/>
                  <a:gd name="T13" fmla="*/ 1 h 139"/>
                  <a:gd name="T14" fmla="*/ 33 w 33"/>
                  <a:gd name="T15" fmla="*/ 137 h 139"/>
                  <a:gd name="T16" fmla="*/ 32 w 33"/>
                  <a:gd name="T17" fmla="*/ 139 h 139"/>
                  <a:gd name="T18" fmla="*/ 31 w 33"/>
                  <a:gd name="T19" fmla="*/ 139 h 139"/>
                  <a:gd name="T20" fmla="*/ 4 w 33"/>
                  <a:gd name="T21" fmla="*/ 98 h 139"/>
                  <a:gd name="T22" fmla="*/ 29 w 33"/>
                  <a:gd name="T23" fmla="*/ 132 h 139"/>
                  <a:gd name="T24" fmla="*/ 16 w 33"/>
                  <a:gd name="T25" fmla="*/ 14 h 139"/>
                  <a:gd name="T26" fmla="*/ 4 w 33"/>
                  <a:gd name="T27" fmla="*/ 98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139">
                    <a:moveTo>
                      <a:pt x="31" y="139"/>
                    </a:moveTo>
                    <a:cubicBezTo>
                      <a:pt x="31" y="139"/>
                      <a:pt x="30" y="139"/>
                      <a:pt x="30" y="139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1" y="99"/>
                      <a:pt x="0" y="98"/>
                      <a:pt x="1" y="98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5" y="0"/>
                      <a:pt x="16" y="0"/>
                      <a:pt x="17" y="0"/>
                    </a:cubicBezTo>
                    <a:cubicBezTo>
                      <a:pt x="18" y="0"/>
                      <a:pt x="18" y="0"/>
                      <a:pt x="18" y="1"/>
                    </a:cubicBezTo>
                    <a:cubicBezTo>
                      <a:pt x="33" y="137"/>
                      <a:pt x="33" y="137"/>
                      <a:pt x="33" y="137"/>
                    </a:cubicBezTo>
                    <a:cubicBezTo>
                      <a:pt x="33" y="138"/>
                      <a:pt x="33" y="139"/>
                      <a:pt x="32" y="139"/>
                    </a:cubicBezTo>
                    <a:lnTo>
                      <a:pt x="31" y="139"/>
                    </a:lnTo>
                    <a:close/>
                    <a:moveTo>
                      <a:pt x="4" y="98"/>
                    </a:moveTo>
                    <a:cubicBezTo>
                      <a:pt x="29" y="132"/>
                      <a:pt x="29" y="132"/>
                      <a:pt x="29" y="132"/>
                    </a:cubicBezTo>
                    <a:cubicBezTo>
                      <a:pt x="16" y="14"/>
                      <a:pt x="16" y="14"/>
                      <a:pt x="16" y="14"/>
                    </a:cubicBezTo>
                    <a:lnTo>
                      <a:pt x="4" y="9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0" name="Freeform 1013"/>
              <p:cNvSpPr>
                <a:spLocks noEditPoints="1"/>
              </p:cNvSpPr>
              <p:nvPr userDrawn="1"/>
            </p:nvSpPr>
            <p:spPr bwMode="auto">
              <a:xfrm>
                <a:off x="715" y="1036"/>
                <a:ext cx="56" cy="99"/>
              </a:xfrm>
              <a:custGeom>
                <a:avLst/>
                <a:gdLst>
                  <a:gd name="T0" fmla="*/ 2 w 45"/>
                  <a:gd name="T1" fmla="*/ 80 h 80"/>
                  <a:gd name="T2" fmla="*/ 1 w 45"/>
                  <a:gd name="T3" fmla="*/ 79 h 80"/>
                  <a:gd name="T4" fmla="*/ 0 w 45"/>
                  <a:gd name="T5" fmla="*/ 78 h 80"/>
                  <a:gd name="T6" fmla="*/ 35 w 45"/>
                  <a:gd name="T7" fmla="*/ 1 h 80"/>
                  <a:gd name="T8" fmla="*/ 37 w 45"/>
                  <a:gd name="T9" fmla="*/ 0 h 80"/>
                  <a:gd name="T10" fmla="*/ 38 w 45"/>
                  <a:gd name="T11" fmla="*/ 1 h 80"/>
                  <a:gd name="T12" fmla="*/ 45 w 45"/>
                  <a:gd name="T13" fmla="*/ 63 h 80"/>
                  <a:gd name="T14" fmla="*/ 44 w 45"/>
                  <a:gd name="T15" fmla="*/ 65 h 80"/>
                  <a:gd name="T16" fmla="*/ 2 w 45"/>
                  <a:gd name="T17" fmla="*/ 80 h 80"/>
                  <a:gd name="T18" fmla="*/ 36 w 45"/>
                  <a:gd name="T19" fmla="*/ 8 h 80"/>
                  <a:gd name="T20" fmla="*/ 5 w 45"/>
                  <a:gd name="T21" fmla="*/ 75 h 80"/>
                  <a:gd name="T22" fmla="*/ 41 w 45"/>
                  <a:gd name="T23" fmla="*/ 62 h 80"/>
                  <a:gd name="T24" fmla="*/ 36 w 45"/>
                  <a:gd name="T25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80">
                    <a:moveTo>
                      <a:pt x="2" y="80"/>
                    </a:moveTo>
                    <a:cubicBezTo>
                      <a:pt x="1" y="80"/>
                      <a:pt x="1" y="80"/>
                      <a:pt x="1" y="79"/>
                    </a:cubicBezTo>
                    <a:cubicBezTo>
                      <a:pt x="0" y="79"/>
                      <a:pt x="0" y="78"/>
                      <a:pt x="0" y="78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5" y="0"/>
                      <a:pt x="36" y="0"/>
                      <a:pt x="37" y="0"/>
                    </a:cubicBezTo>
                    <a:cubicBezTo>
                      <a:pt x="38" y="0"/>
                      <a:pt x="38" y="1"/>
                      <a:pt x="38" y="1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4"/>
                      <a:pt x="45" y="65"/>
                      <a:pt x="44" y="65"/>
                    </a:cubicBezTo>
                    <a:cubicBezTo>
                      <a:pt x="2" y="80"/>
                      <a:pt x="2" y="80"/>
                      <a:pt x="2" y="80"/>
                    </a:cubicBezTo>
                    <a:close/>
                    <a:moveTo>
                      <a:pt x="36" y="8"/>
                    </a:moveTo>
                    <a:cubicBezTo>
                      <a:pt x="5" y="75"/>
                      <a:pt x="5" y="75"/>
                      <a:pt x="5" y="75"/>
                    </a:cubicBezTo>
                    <a:cubicBezTo>
                      <a:pt x="41" y="62"/>
                      <a:pt x="41" y="62"/>
                      <a:pt x="41" y="62"/>
                    </a:cubicBezTo>
                    <a:lnTo>
                      <a:pt x="36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1" name="Freeform 1014"/>
              <p:cNvSpPr>
                <a:spLocks noEditPoints="1"/>
              </p:cNvSpPr>
              <p:nvPr userDrawn="1"/>
            </p:nvSpPr>
            <p:spPr bwMode="auto">
              <a:xfrm>
                <a:off x="3364" y="1151"/>
                <a:ext cx="55" cy="99"/>
              </a:xfrm>
              <a:custGeom>
                <a:avLst/>
                <a:gdLst>
                  <a:gd name="T0" fmla="*/ 2 w 45"/>
                  <a:gd name="T1" fmla="*/ 80 h 80"/>
                  <a:gd name="T2" fmla="*/ 1 w 45"/>
                  <a:gd name="T3" fmla="*/ 80 h 80"/>
                  <a:gd name="T4" fmla="*/ 1 w 45"/>
                  <a:gd name="T5" fmla="*/ 78 h 80"/>
                  <a:gd name="T6" fmla="*/ 35 w 45"/>
                  <a:gd name="T7" fmla="*/ 1 h 80"/>
                  <a:gd name="T8" fmla="*/ 37 w 45"/>
                  <a:gd name="T9" fmla="*/ 0 h 80"/>
                  <a:gd name="T10" fmla="*/ 38 w 45"/>
                  <a:gd name="T11" fmla="*/ 2 h 80"/>
                  <a:gd name="T12" fmla="*/ 45 w 45"/>
                  <a:gd name="T13" fmla="*/ 63 h 80"/>
                  <a:gd name="T14" fmla="*/ 44 w 45"/>
                  <a:gd name="T15" fmla="*/ 65 h 80"/>
                  <a:gd name="T16" fmla="*/ 3 w 45"/>
                  <a:gd name="T17" fmla="*/ 80 h 80"/>
                  <a:gd name="T18" fmla="*/ 2 w 45"/>
                  <a:gd name="T19" fmla="*/ 80 h 80"/>
                  <a:gd name="T20" fmla="*/ 36 w 45"/>
                  <a:gd name="T21" fmla="*/ 8 h 80"/>
                  <a:gd name="T22" fmla="*/ 5 w 45"/>
                  <a:gd name="T23" fmla="*/ 76 h 80"/>
                  <a:gd name="T24" fmla="*/ 42 w 45"/>
                  <a:gd name="T25" fmla="*/ 62 h 80"/>
                  <a:gd name="T26" fmla="*/ 36 w 45"/>
                  <a:gd name="T27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5" h="80">
                    <a:moveTo>
                      <a:pt x="2" y="80"/>
                    </a:moveTo>
                    <a:cubicBezTo>
                      <a:pt x="2" y="80"/>
                      <a:pt x="1" y="80"/>
                      <a:pt x="1" y="80"/>
                    </a:cubicBezTo>
                    <a:cubicBezTo>
                      <a:pt x="0" y="79"/>
                      <a:pt x="0" y="78"/>
                      <a:pt x="1" y="78"/>
                    </a:cubicBezTo>
                    <a:cubicBezTo>
                      <a:pt x="35" y="1"/>
                      <a:pt x="35" y="1"/>
                      <a:pt x="35" y="1"/>
                    </a:cubicBezTo>
                    <a:cubicBezTo>
                      <a:pt x="36" y="0"/>
                      <a:pt x="36" y="0"/>
                      <a:pt x="37" y="0"/>
                    </a:cubicBezTo>
                    <a:cubicBezTo>
                      <a:pt x="38" y="0"/>
                      <a:pt x="38" y="1"/>
                      <a:pt x="38" y="2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4"/>
                      <a:pt x="45" y="65"/>
                      <a:pt x="44" y="65"/>
                    </a:cubicBezTo>
                    <a:cubicBezTo>
                      <a:pt x="3" y="80"/>
                      <a:pt x="3" y="80"/>
                      <a:pt x="3" y="80"/>
                    </a:cubicBezTo>
                    <a:lnTo>
                      <a:pt x="2" y="80"/>
                    </a:lnTo>
                    <a:close/>
                    <a:moveTo>
                      <a:pt x="36" y="8"/>
                    </a:moveTo>
                    <a:cubicBezTo>
                      <a:pt x="5" y="76"/>
                      <a:pt x="5" y="76"/>
                      <a:pt x="5" y="76"/>
                    </a:cubicBezTo>
                    <a:cubicBezTo>
                      <a:pt x="42" y="62"/>
                      <a:pt x="42" y="62"/>
                      <a:pt x="42" y="62"/>
                    </a:cubicBezTo>
                    <a:lnTo>
                      <a:pt x="36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2" name="Freeform 1015"/>
              <p:cNvSpPr>
                <a:spLocks noEditPoints="1"/>
              </p:cNvSpPr>
              <p:nvPr userDrawn="1"/>
            </p:nvSpPr>
            <p:spPr bwMode="auto">
              <a:xfrm>
                <a:off x="759" y="959"/>
                <a:ext cx="73" cy="157"/>
              </a:xfrm>
              <a:custGeom>
                <a:avLst/>
                <a:gdLst>
                  <a:gd name="T0" fmla="*/ 8 w 59"/>
                  <a:gd name="T1" fmla="*/ 127 h 127"/>
                  <a:gd name="T2" fmla="*/ 8 w 59"/>
                  <a:gd name="T3" fmla="*/ 127 h 127"/>
                  <a:gd name="T4" fmla="*/ 7 w 59"/>
                  <a:gd name="T5" fmla="*/ 126 h 127"/>
                  <a:gd name="T6" fmla="*/ 0 w 59"/>
                  <a:gd name="T7" fmla="*/ 64 h 127"/>
                  <a:gd name="T8" fmla="*/ 0 w 59"/>
                  <a:gd name="T9" fmla="*/ 63 h 127"/>
                  <a:gd name="T10" fmla="*/ 56 w 59"/>
                  <a:gd name="T11" fmla="*/ 0 h 127"/>
                  <a:gd name="T12" fmla="*/ 58 w 59"/>
                  <a:gd name="T13" fmla="*/ 0 h 127"/>
                  <a:gd name="T14" fmla="*/ 59 w 59"/>
                  <a:gd name="T15" fmla="*/ 2 h 127"/>
                  <a:gd name="T16" fmla="*/ 10 w 59"/>
                  <a:gd name="T17" fmla="*/ 126 h 127"/>
                  <a:gd name="T18" fmla="*/ 8 w 59"/>
                  <a:gd name="T19" fmla="*/ 127 h 127"/>
                  <a:gd name="T20" fmla="*/ 3 w 59"/>
                  <a:gd name="T21" fmla="*/ 64 h 127"/>
                  <a:gd name="T22" fmla="*/ 9 w 59"/>
                  <a:gd name="T23" fmla="*/ 118 h 127"/>
                  <a:gd name="T24" fmla="*/ 53 w 59"/>
                  <a:gd name="T25" fmla="*/ 10 h 127"/>
                  <a:gd name="T26" fmla="*/ 3 w 59"/>
                  <a:gd name="T27" fmla="*/ 64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9" h="127">
                    <a:moveTo>
                      <a:pt x="8" y="127"/>
                    </a:moveTo>
                    <a:cubicBezTo>
                      <a:pt x="8" y="127"/>
                      <a:pt x="8" y="127"/>
                      <a:pt x="8" y="127"/>
                    </a:cubicBezTo>
                    <a:cubicBezTo>
                      <a:pt x="7" y="127"/>
                      <a:pt x="7" y="126"/>
                      <a:pt x="7" y="12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0"/>
                      <a:pt x="58" y="0"/>
                    </a:cubicBezTo>
                    <a:cubicBezTo>
                      <a:pt x="59" y="1"/>
                      <a:pt x="59" y="1"/>
                      <a:pt x="59" y="2"/>
                    </a:cubicBezTo>
                    <a:cubicBezTo>
                      <a:pt x="10" y="126"/>
                      <a:pt x="10" y="126"/>
                      <a:pt x="10" y="126"/>
                    </a:cubicBezTo>
                    <a:cubicBezTo>
                      <a:pt x="10" y="127"/>
                      <a:pt x="9" y="127"/>
                      <a:pt x="8" y="127"/>
                    </a:cubicBezTo>
                    <a:close/>
                    <a:moveTo>
                      <a:pt x="3" y="64"/>
                    </a:moveTo>
                    <a:cubicBezTo>
                      <a:pt x="9" y="118"/>
                      <a:pt x="9" y="118"/>
                      <a:pt x="9" y="118"/>
                    </a:cubicBezTo>
                    <a:cubicBezTo>
                      <a:pt x="53" y="10"/>
                      <a:pt x="53" y="10"/>
                      <a:pt x="53" y="10"/>
                    </a:cubicBezTo>
                    <a:lnTo>
                      <a:pt x="3" y="6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3" name="Freeform 1016"/>
              <p:cNvSpPr>
                <a:spLocks noEditPoints="1"/>
              </p:cNvSpPr>
              <p:nvPr userDrawn="1"/>
            </p:nvSpPr>
            <p:spPr bwMode="auto">
              <a:xfrm>
                <a:off x="828" y="902"/>
                <a:ext cx="97" cy="61"/>
              </a:xfrm>
              <a:custGeom>
                <a:avLst/>
                <a:gdLst>
                  <a:gd name="T0" fmla="*/ 2 w 78"/>
                  <a:gd name="T1" fmla="*/ 49 h 49"/>
                  <a:gd name="T2" fmla="*/ 0 w 78"/>
                  <a:gd name="T3" fmla="*/ 48 h 49"/>
                  <a:gd name="T4" fmla="*/ 1 w 78"/>
                  <a:gd name="T5" fmla="*/ 46 h 49"/>
                  <a:gd name="T6" fmla="*/ 76 w 78"/>
                  <a:gd name="T7" fmla="*/ 0 h 49"/>
                  <a:gd name="T8" fmla="*/ 77 w 78"/>
                  <a:gd name="T9" fmla="*/ 0 h 49"/>
                  <a:gd name="T10" fmla="*/ 78 w 78"/>
                  <a:gd name="T11" fmla="*/ 2 h 49"/>
                  <a:gd name="T12" fmla="*/ 78 w 78"/>
                  <a:gd name="T13" fmla="*/ 32 h 49"/>
                  <a:gd name="T14" fmla="*/ 77 w 78"/>
                  <a:gd name="T15" fmla="*/ 34 h 49"/>
                  <a:gd name="T16" fmla="*/ 2 w 78"/>
                  <a:gd name="T17" fmla="*/ 49 h 49"/>
                  <a:gd name="T18" fmla="*/ 75 w 78"/>
                  <a:gd name="T19" fmla="*/ 5 h 49"/>
                  <a:gd name="T20" fmla="*/ 11 w 78"/>
                  <a:gd name="T21" fmla="*/ 44 h 49"/>
                  <a:gd name="T22" fmla="*/ 75 w 78"/>
                  <a:gd name="T23" fmla="*/ 31 h 49"/>
                  <a:gd name="T24" fmla="*/ 75 w 78"/>
                  <a:gd name="T25" fmla="*/ 5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8" h="49">
                    <a:moveTo>
                      <a:pt x="2" y="49"/>
                    </a:moveTo>
                    <a:cubicBezTo>
                      <a:pt x="1" y="49"/>
                      <a:pt x="0" y="49"/>
                      <a:pt x="0" y="48"/>
                    </a:cubicBezTo>
                    <a:cubicBezTo>
                      <a:pt x="0" y="47"/>
                      <a:pt x="0" y="47"/>
                      <a:pt x="1" y="46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77" y="0"/>
                      <a:pt x="77" y="0"/>
                    </a:cubicBezTo>
                    <a:cubicBezTo>
                      <a:pt x="78" y="1"/>
                      <a:pt x="78" y="1"/>
                      <a:pt x="78" y="2"/>
                    </a:cubicBezTo>
                    <a:cubicBezTo>
                      <a:pt x="78" y="32"/>
                      <a:pt x="78" y="32"/>
                      <a:pt x="78" y="32"/>
                    </a:cubicBezTo>
                    <a:cubicBezTo>
                      <a:pt x="78" y="33"/>
                      <a:pt x="78" y="34"/>
                      <a:pt x="77" y="34"/>
                    </a:cubicBezTo>
                    <a:cubicBezTo>
                      <a:pt x="2" y="49"/>
                      <a:pt x="2" y="49"/>
                      <a:pt x="2" y="49"/>
                    </a:cubicBezTo>
                    <a:close/>
                    <a:moveTo>
                      <a:pt x="75" y="5"/>
                    </a:moveTo>
                    <a:cubicBezTo>
                      <a:pt x="11" y="44"/>
                      <a:pt x="11" y="44"/>
                      <a:pt x="11" y="44"/>
                    </a:cubicBezTo>
                    <a:cubicBezTo>
                      <a:pt x="75" y="31"/>
                      <a:pt x="75" y="31"/>
                      <a:pt x="75" y="31"/>
                    </a:cubicBez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4" name="Freeform 1017"/>
              <p:cNvSpPr>
                <a:spLocks noEditPoints="1"/>
              </p:cNvSpPr>
              <p:nvPr userDrawn="1"/>
            </p:nvSpPr>
            <p:spPr bwMode="auto">
              <a:xfrm>
                <a:off x="921" y="869"/>
                <a:ext cx="119" cy="75"/>
              </a:xfrm>
              <a:custGeom>
                <a:avLst/>
                <a:gdLst>
                  <a:gd name="T0" fmla="*/ 2 w 96"/>
                  <a:gd name="T1" fmla="*/ 61 h 61"/>
                  <a:gd name="T2" fmla="*/ 1 w 96"/>
                  <a:gd name="T3" fmla="*/ 61 h 61"/>
                  <a:gd name="T4" fmla="*/ 0 w 96"/>
                  <a:gd name="T5" fmla="*/ 59 h 61"/>
                  <a:gd name="T6" fmla="*/ 0 w 96"/>
                  <a:gd name="T7" fmla="*/ 29 h 61"/>
                  <a:gd name="T8" fmla="*/ 1 w 96"/>
                  <a:gd name="T9" fmla="*/ 27 h 61"/>
                  <a:gd name="T10" fmla="*/ 93 w 96"/>
                  <a:gd name="T11" fmla="*/ 0 h 61"/>
                  <a:gd name="T12" fmla="*/ 95 w 96"/>
                  <a:gd name="T13" fmla="*/ 1 h 61"/>
                  <a:gd name="T14" fmla="*/ 95 w 96"/>
                  <a:gd name="T15" fmla="*/ 4 h 61"/>
                  <a:gd name="T16" fmla="*/ 3 w 96"/>
                  <a:gd name="T17" fmla="*/ 61 h 61"/>
                  <a:gd name="T18" fmla="*/ 2 w 96"/>
                  <a:gd name="T19" fmla="*/ 61 h 61"/>
                  <a:gd name="T20" fmla="*/ 3 w 96"/>
                  <a:gd name="T21" fmla="*/ 30 h 61"/>
                  <a:gd name="T22" fmla="*/ 3 w 96"/>
                  <a:gd name="T23" fmla="*/ 56 h 61"/>
                  <a:gd name="T24" fmla="*/ 82 w 96"/>
                  <a:gd name="T25" fmla="*/ 7 h 61"/>
                  <a:gd name="T26" fmla="*/ 3 w 96"/>
                  <a:gd name="T27" fmla="*/ 3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61">
                    <a:moveTo>
                      <a:pt x="2" y="61"/>
                    </a:moveTo>
                    <a:cubicBezTo>
                      <a:pt x="1" y="61"/>
                      <a:pt x="1" y="61"/>
                      <a:pt x="1" y="61"/>
                    </a:cubicBezTo>
                    <a:cubicBezTo>
                      <a:pt x="0" y="60"/>
                      <a:pt x="0" y="60"/>
                      <a:pt x="0" y="5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94" y="0"/>
                      <a:pt x="95" y="1"/>
                      <a:pt x="95" y="1"/>
                    </a:cubicBezTo>
                    <a:cubicBezTo>
                      <a:pt x="96" y="2"/>
                      <a:pt x="95" y="3"/>
                      <a:pt x="95" y="4"/>
                    </a:cubicBezTo>
                    <a:cubicBezTo>
                      <a:pt x="3" y="61"/>
                      <a:pt x="3" y="61"/>
                      <a:pt x="3" y="61"/>
                    </a:cubicBezTo>
                    <a:lnTo>
                      <a:pt x="2" y="61"/>
                    </a:lnTo>
                    <a:close/>
                    <a:moveTo>
                      <a:pt x="3" y="30"/>
                    </a:moveTo>
                    <a:cubicBezTo>
                      <a:pt x="3" y="56"/>
                      <a:pt x="3" y="56"/>
                      <a:pt x="3" y="56"/>
                    </a:cubicBezTo>
                    <a:cubicBezTo>
                      <a:pt x="82" y="7"/>
                      <a:pt x="82" y="7"/>
                      <a:pt x="82" y="7"/>
                    </a:cubicBezTo>
                    <a:lnTo>
                      <a:pt x="3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5" name="Freeform 1018"/>
              <p:cNvSpPr>
                <a:spLocks noEditPoints="1"/>
              </p:cNvSpPr>
              <p:nvPr userDrawn="1"/>
            </p:nvSpPr>
            <p:spPr bwMode="auto">
              <a:xfrm>
                <a:off x="3280" y="861"/>
                <a:ext cx="117" cy="74"/>
              </a:xfrm>
              <a:custGeom>
                <a:avLst/>
                <a:gdLst>
                  <a:gd name="T0" fmla="*/ 1 w 95"/>
                  <a:gd name="T1" fmla="*/ 60 h 60"/>
                  <a:gd name="T2" fmla="*/ 0 w 95"/>
                  <a:gd name="T3" fmla="*/ 60 h 60"/>
                  <a:gd name="T4" fmla="*/ 0 w 95"/>
                  <a:gd name="T5" fmla="*/ 59 h 60"/>
                  <a:gd name="T6" fmla="*/ 0 w 95"/>
                  <a:gd name="T7" fmla="*/ 28 h 60"/>
                  <a:gd name="T8" fmla="*/ 1 w 95"/>
                  <a:gd name="T9" fmla="*/ 27 h 60"/>
                  <a:gd name="T10" fmla="*/ 93 w 95"/>
                  <a:gd name="T11" fmla="*/ 0 h 60"/>
                  <a:gd name="T12" fmla="*/ 95 w 95"/>
                  <a:gd name="T13" fmla="*/ 1 h 60"/>
                  <a:gd name="T14" fmla="*/ 94 w 95"/>
                  <a:gd name="T15" fmla="*/ 3 h 60"/>
                  <a:gd name="T16" fmla="*/ 2 w 95"/>
                  <a:gd name="T17" fmla="*/ 60 h 60"/>
                  <a:gd name="T18" fmla="*/ 1 w 95"/>
                  <a:gd name="T19" fmla="*/ 60 h 60"/>
                  <a:gd name="T20" fmla="*/ 3 w 95"/>
                  <a:gd name="T21" fmla="*/ 30 h 60"/>
                  <a:gd name="T22" fmla="*/ 3 w 95"/>
                  <a:gd name="T23" fmla="*/ 56 h 60"/>
                  <a:gd name="T24" fmla="*/ 82 w 95"/>
                  <a:gd name="T25" fmla="*/ 7 h 60"/>
                  <a:gd name="T26" fmla="*/ 3 w 95"/>
                  <a:gd name="T27" fmla="*/ 3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5" h="60">
                    <a:moveTo>
                      <a:pt x="1" y="6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0" y="60"/>
                      <a:pt x="0" y="59"/>
                      <a:pt x="0" y="5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94" y="0"/>
                      <a:pt x="95" y="0"/>
                      <a:pt x="95" y="1"/>
                    </a:cubicBezTo>
                    <a:cubicBezTo>
                      <a:pt x="95" y="2"/>
                      <a:pt x="95" y="3"/>
                      <a:pt x="94" y="3"/>
                    </a:cubicBezTo>
                    <a:cubicBezTo>
                      <a:pt x="2" y="60"/>
                      <a:pt x="2" y="60"/>
                      <a:pt x="2" y="60"/>
                    </a:cubicBezTo>
                    <a:lnTo>
                      <a:pt x="1" y="60"/>
                    </a:lnTo>
                    <a:close/>
                    <a:moveTo>
                      <a:pt x="3" y="30"/>
                    </a:moveTo>
                    <a:cubicBezTo>
                      <a:pt x="3" y="56"/>
                      <a:pt x="3" y="56"/>
                      <a:pt x="3" y="56"/>
                    </a:cubicBezTo>
                    <a:cubicBezTo>
                      <a:pt x="82" y="7"/>
                      <a:pt x="82" y="7"/>
                      <a:pt x="82" y="7"/>
                    </a:cubicBezTo>
                    <a:lnTo>
                      <a:pt x="3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6" name="Freeform 1019"/>
              <p:cNvSpPr>
                <a:spLocks noEditPoints="1"/>
              </p:cNvSpPr>
              <p:nvPr userDrawn="1"/>
            </p:nvSpPr>
            <p:spPr bwMode="auto">
              <a:xfrm>
                <a:off x="1035" y="865"/>
                <a:ext cx="136" cy="43"/>
              </a:xfrm>
              <a:custGeom>
                <a:avLst/>
                <a:gdLst>
                  <a:gd name="T0" fmla="*/ 55 w 110"/>
                  <a:gd name="T1" fmla="*/ 35 h 35"/>
                  <a:gd name="T2" fmla="*/ 54 w 110"/>
                  <a:gd name="T3" fmla="*/ 35 h 35"/>
                  <a:gd name="T4" fmla="*/ 1 w 110"/>
                  <a:gd name="T5" fmla="*/ 7 h 35"/>
                  <a:gd name="T6" fmla="*/ 0 w 110"/>
                  <a:gd name="T7" fmla="*/ 5 h 35"/>
                  <a:gd name="T8" fmla="*/ 2 w 110"/>
                  <a:gd name="T9" fmla="*/ 3 h 35"/>
                  <a:gd name="T10" fmla="*/ 108 w 110"/>
                  <a:gd name="T11" fmla="*/ 0 h 35"/>
                  <a:gd name="T12" fmla="*/ 110 w 110"/>
                  <a:gd name="T13" fmla="*/ 2 h 35"/>
                  <a:gd name="T14" fmla="*/ 109 w 110"/>
                  <a:gd name="T15" fmla="*/ 4 h 35"/>
                  <a:gd name="T16" fmla="*/ 56 w 110"/>
                  <a:gd name="T17" fmla="*/ 35 h 35"/>
                  <a:gd name="T18" fmla="*/ 55 w 110"/>
                  <a:gd name="T19" fmla="*/ 35 h 35"/>
                  <a:gd name="T20" fmla="*/ 8 w 110"/>
                  <a:gd name="T21" fmla="*/ 7 h 35"/>
                  <a:gd name="T22" fmla="*/ 55 w 110"/>
                  <a:gd name="T23" fmla="*/ 32 h 35"/>
                  <a:gd name="T24" fmla="*/ 102 w 110"/>
                  <a:gd name="T25" fmla="*/ 4 h 35"/>
                  <a:gd name="T26" fmla="*/ 8 w 110"/>
                  <a:gd name="T27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35">
                    <a:moveTo>
                      <a:pt x="55" y="35"/>
                    </a:moveTo>
                    <a:cubicBezTo>
                      <a:pt x="54" y="35"/>
                      <a:pt x="54" y="35"/>
                      <a:pt x="54" y="3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6"/>
                      <a:pt x="0" y="5"/>
                      <a:pt x="0" y="5"/>
                    </a:cubicBezTo>
                    <a:cubicBezTo>
                      <a:pt x="0" y="4"/>
                      <a:pt x="1" y="3"/>
                      <a:pt x="2" y="3"/>
                    </a:cubicBezTo>
                    <a:cubicBezTo>
                      <a:pt x="108" y="0"/>
                      <a:pt x="108" y="0"/>
                      <a:pt x="108" y="0"/>
                    </a:cubicBezTo>
                    <a:cubicBezTo>
                      <a:pt x="109" y="0"/>
                      <a:pt x="109" y="1"/>
                      <a:pt x="110" y="2"/>
                    </a:cubicBezTo>
                    <a:cubicBezTo>
                      <a:pt x="110" y="2"/>
                      <a:pt x="110" y="3"/>
                      <a:pt x="109" y="4"/>
                    </a:cubicBezTo>
                    <a:cubicBezTo>
                      <a:pt x="56" y="35"/>
                      <a:pt x="56" y="35"/>
                      <a:pt x="56" y="35"/>
                    </a:cubicBezTo>
                    <a:lnTo>
                      <a:pt x="55" y="35"/>
                    </a:lnTo>
                    <a:close/>
                    <a:moveTo>
                      <a:pt x="8" y="7"/>
                    </a:moveTo>
                    <a:cubicBezTo>
                      <a:pt x="55" y="32"/>
                      <a:pt x="55" y="32"/>
                      <a:pt x="55" y="32"/>
                    </a:cubicBezTo>
                    <a:cubicBezTo>
                      <a:pt x="102" y="4"/>
                      <a:pt x="102" y="4"/>
                      <a:pt x="102" y="4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7" name="Freeform 1020"/>
              <p:cNvSpPr>
                <a:spLocks noEditPoints="1"/>
              </p:cNvSpPr>
              <p:nvPr userDrawn="1"/>
            </p:nvSpPr>
            <p:spPr bwMode="auto">
              <a:xfrm>
                <a:off x="1425" y="370"/>
                <a:ext cx="117" cy="32"/>
              </a:xfrm>
              <a:custGeom>
                <a:avLst/>
                <a:gdLst>
                  <a:gd name="T0" fmla="*/ 2 w 95"/>
                  <a:gd name="T1" fmla="*/ 26 h 26"/>
                  <a:gd name="T2" fmla="*/ 0 w 95"/>
                  <a:gd name="T3" fmla="*/ 24 h 26"/>
                  <a:gd name="T4" fmla="*/ 1 w 95"/>
                  <a:gd name="T5" fmla="*/ 22 h 26"/>
                  <a:gd name="T6" fmla="*/ 69 w 95"/>
                  <a:gd name="T7" fmla="*/ 1 h 26"/>
                  <a:gd name="T8" fmla="*/ 70 w 95"/>
                  <a:gd name="T9" fmla="*/ 1 h 26"/>
                  <a:gd name="T10" fmla="*/ 94 w 95"/>
                  <a:gd name="T11" fmla="*/ 17 h 26"/>
                  <a:gd name="T12" fmla="*/ 94 w 95"/>
                  <a:gd name="T13" fmla="*/ 19 h 26"/>
                  <a:gd name="T14" fmla="*/ 93 w 95"/>
                  <a:gd name="T15" fmla="*/ 20 h 26"/>
                  <a:gd name="T16" fmla="*/ 2 w 95"/>
                  <a:gd name="T17" fmla="*/ 26 h 26"/>
                  <a:gd name="T18" fmla="*/ 69 w 95"/>
                  <a:gd name="T19" fmla="*/ 4 h 26"/>
                  <a:gd name="T20" fmla="*/ 15 w 95"/>
                  <a:gd name="T21" fmla="*/ 21 h 26"/>
                  <a:gd name="T22" fmla="*/ 88 w 95"/>
                  <a:gd name="T23" fmla="*/ 17 h 26"/>
                  <a:gd name="T24" fmla="*/ 69 w 95"/>
                  <a:gd name="T25" fmla="*/ 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5" h="26">
                    <a:moveTo>
                      <a:pt x="2" y="26"/>
                    </a:moveTo>
                    <a:cubicBezTo>
                      <a:pt x="1" y="26"/>
                      <a:pt x="0" y="25"/>
                      <a:pt x="0" y="24"/>
                    </a:cubicBezTo>
                    <a:cubicBezTo>
                      <a:pt x="0" y="23"/>
                      <a:pt x="0" y="23"/>
                      <a:pt x="1" y="22"/>
                    </a:cubicBezTo>
                    <a:cubicBezTo>
                      <a:pt x="69" y="1"/>
                      <a:pt x="69" y="1"/>
                      <a:pt x="69" y="1"/>
                    </a:cubicBezTo>
                    <a:cubicBezTo>
                      <a:pt x="69" y="0"/>
                      <a:pt x="70" y="1"/>
                      <a:pt x="70" y="1"/>
                    </a:cubicBezTo>
                    <a:cubicBezTo>
                      <a:pt x="94" y="17"/>
                      <a:pt x="94" y="17"/>
                      <a:pt x="94" y="17"/>
                    </a:cubicBezTo>
                    <a:cubicBezTo>
                      <a:pt x="94" y="17"/>
                      <a:pt x="95" y="18"/>
                      <a:pt x="94" y="19"/>
                    </a:cubicBezTo>
                    <a:cubicBezTo>
                      <a:pt x="94" y="19"/>
                      <a:pt x="94" y="20"/>
                      <a:pt x="93" y="20"/>
                    </a:cubicBezTo>
                    <a:cubicBezTo>
                      <a:pt x="2" y="26"/>
                      <a:pt x="2" y="26"/>
                      <a:pt x="2" y="26"/>
                    </a:cubicBezTo>
                    <a:close/>
                    <a:moveTo>
                      <a:pt x="69" y="4"/>
                    </a:moveTo>
                    <a:cubicBezTo>
                      <a:pt x="15" y="21"/>
                      <a:pt x="15" y="21"/>
                      <a:pt x="15" y="21"/>
                    </a:cubicBezTo>
                    <a:cubicBezTo>
                      <a:pt x="88" y="17"/>
                      <a:pt x="88" y="17"/>
                      <a:pt x="88" y="17"/>
                    </a:cubicBezTo>
                    <a:lnTo>
                      <a:pt x="69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8" name="Freeform 1021"/>
              <p:cNvSpPr>
                <a:spLocks noEditPoints="1"/>
              </p:cNvSpPr>
              <p:nvPr userDrawn="1"/>
            </p:nvSpPr>
            <p:spPr bwMode="auto">
              <a:xfrm>
                <a:off x="1358" y="397"/>
                <a:ext cx="70" cy="68"/>
              </a:xfrm>
              <a:custGeom>
                <a:avLst/>
                <a:gdLst>
                  <a:gd name="T0" fmla="*/ 13 w 57"/>
                  <a:gd name="T1" fmla="*/ 55 h 55"/>
                  <a:gd name="T2" fmla="*/ 13 w 57"/>
                  <a:gd name="T3" fmla="*/ 55 h 55"/>
                  <a:gd name="T4" fmla="*/ 12 w 57"/>
                  <a:gd name="T5" fmla="*/ 55 h 55"/>
                  <a:gd name="T6" fmla="*/ 0 w 57"/>
                  <a:gd name="T7" fmla="*/ 32 h 55"/>
                  <a:gd name="T8" fmla="*/ 1 w 57"/>
                  <a:gd name="T9" fmla="*/ 30 h 55"/>
                  <a:gd name="T10" fmla="*/ 55 w 57"/>
                  <a:gd name="T11" fmla="*/ 1 h 55"/>
                  <a:gd name="T12" fmla="*/ 57 w 57"/>
                  <a:gd name="T13" fmla="*/ 1 h 55"/>
                  <a:gd name="T14" fmla="*/ 57 w 57"/>
                  <a:gd name="T15" fmla="*/ 3 h 55"/>
                  <a:gd name="T16" fmla="*/ 15 w 57"/>
                  <a:gd name="T17" fmla="*/ 55 h 55"/>
                  <a:gd name="T18" fmla="*/ 13 w 57"/>
                  <a:gd name="T19" fmla="*/ 55 h 55"/>
                  <a:gd name="T20" fmla="*/ 4 w 57"/>
                  <a:gd name="T21" fmla="*/ 32 h 55"/>
                  <a:gd name="T22" fmla="*/ 14 w 57"/>
                  <a:gd name="T23" fmla="*/ 51 h 55"/>
                  <a:gd name="T24" fmla="*/ 49 w 57"/>
                  <a:gd name="T25" fmla="*/ 8 h 55"/>
                  <a:gd name="T26" fmla="*/ 4 w 57"/>
                  <a:gd name="T27" fmla="*/ 32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7" h="55">
                    <a:moveTo>
                      <a:pt x="13" y="55"/>
                    </a:moveTo>
                    <a:cubicBezTo>
                      <a:pt x="13" y="55"/>
                      <a:pt x="13" y="55"/>
                      <a:pt x="13" y="55"/>
                    </a:cubicBezTo>
                    <a:cubicBezTo>
                      <a:pt x="13" y="55"/>
                      <a:pt x="12" y="55"/>
                      <a:pt x="12" y="55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2"/>
                      <a:pt x="0" y="31"/>
                      <a:pt x="1" y="30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0"/>
                      <a:pt x="56" y="0"/>
                      <a:pt x="57" y="1"/>
                    </a:cubicBezTo>
                    <a:cubicBezTo>
                      <a:pt x="57" y="2"/>
                      <a:pt x="57" y="2"/>
                      <a:pt x="57" y="3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14" y="55"/>
                      <a:pt x="14" y="55"/>
                      <a:pt x="13" y="55"/>
                    </a:cubicBezTo>
                    <a:close/>
                    <a:moveTo>
                      <a:pt x="4" y="32"/>
                    </a:moveTo>
                    <a:cubicBezTo>
                      <a:pt x="14" y="51"/>
                      <a:pt x="14" y="51"/>
                      <a:pt x="14" y="51"/>
                    </a:cubicBezTo>
                    <a:cubicBezTo>
                      <a:pt x="49" y="8"/>
                      <a:pt x="49" y="8"/>
                      <a:pt x="49" y="8"/>
                    </a:cubicBezTo>
                    <a:lnTo>
                      <a:pt x="4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9" name="Freeform 1022"/>
              <p:cNvSpPr>
                <a:spLocks noEditPoints="1"/>
              </p:cNvSpPr>
              <p:nvPr userDrawn="1"/>
            </p:nvSpPr>
            <p:spPr bwMode="auto">
              <a:xfrm>
                <a:off x="1762" y="12"/>
                <a:ext cx="148" cy="68"/>
              </a:xfrm>
              <a:custGeom>
                <a:avLst/>
                <a:gdLst>
                  <a:gd name="T0" fmla="*/ 27 w 119"/>
                  <a:gd name="T1" fmla="*/ 55 h 55"/>
                  <a:gd name="T2" fmla="*/ 25 w 119"/>
                  <a:gd name="T3" fmla="*/ 55 h 55"/>
                  <a:gd name="T4" fmla="*/ 1 w 119"/>
                  <a:gd name="T5" fmla="*/ 32 h 55"/>
                  <a:gd name="T6" fmla="*/ 0 w 119"/>
                  <a:gd name="T7" fmla="*/ 31 h 55"/>
                  <a:gd name="T8" fmla="*/ 2 w 119"/>
                  <a:gd name="T9" fmla="*/ 30 h 55"/>
                  <a:gd name="T10" fmla="*/ 117 w 119"/>
                  <a:gd name="T11" fmla="*/ 0 h 55"/>
                  <a:gd name="T12" fmla="*/ 119 w 119"/>
                  <a:gd name="T13" fmla="*/ 1 h 55"/>
                  <a:gd name="T14" fmla="*/ 118 w 119"/>
                  <a:gd name="T15" fmla="*/ 3 h 55"/>
                  <a:gd name="T16" fmla="*/ 27 w 119"/>
                  <a:gd name="T17" fmla="*/ 55 h 55"/>
                  <a:gd name="T18" fmla="*/ 6 w 119"/>
                  <a:gd name="T19" fmla="*/ 32 h 55"/>
                  <a:gd name="T20" fmla="*/ 27 w 119"/>
                  <a:gd name="T21" fmla="*/ 51 h 55"/>
                  <a:gd name="T22" fmla="*/ 106 w 119"/>
                  <a:gd name="T23" fmla="*/ 6 h 55"/>
                  <a:gd name="T24" fmla="*/ 6 w 119"/>
                  <a:gd name="T25" fmla="*/ 32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" h="55">
                    <a:moveTo>
                      <a:pt x="27" y="55"/>
                    </a:moveTo>
                    <a:cubicBezTo>
                      <a:pt x="26" y="55"/>
                      <a:pt x="26" y="55"/>
                      <a:pt x="25" y="55"/>
                    </a:cubicBezTo>
                    <a:cubicBezTo>
                      <a:pt x="1" y="32"/>
                      <a:pt x="1" y="32"/>
                      <a:pt x="1" y="32"/>
                    </a:cubicBezTo>
                    <a:cubicBezTo>
                      <a:pt x="1" y="32"/>
                      <a:pt x="0" y="31"/>
                      <a:pt x="0" y="31"/>
                    </a:cubicBezTo>
                    <a:cubicBezTo>
                      <a:pt x="1" y="30"/>
                      <a:pt x="1" y="30"/>
                      <a:pt x="2" y="3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118" y="0"/>
                      <a:pt x="119" y="0"/>
                      <a:pt x="119" y="1"/>
                    </a:cubicBezTo>
                    <a:cubicBezTo>
                      <a:pt x="119" y="2"/>
                      <a:pt x="119" y="3"/>
                      <a:pt x="118" y="3"/>
                    </a:cubicBezTo>
                    <a:cubicBezTo>
                      <a:pt x="27" y="55"/>
                      <a:pt x="27" y="55"/>
                      <a:pt x="27" y="55"/>
                    </a:cubicBezTo>
                    <a:close/>
                    <a:moveTo>
                      <a:pt x="6" y="32"/>
                    </a:moveTo>
                    <a:cubicBezTo>
                      <a:pt x="27" y="51"/>
                      <a:pt x="27" y="51"/>
                      <a:pt x="27" y="51"/>
                    </a:cubicBezTo>
                    <a:cubicBezTo>
                      <a:pt x="106" y="6"/>
                      <a:pt x="106" y="6"/>
                      <a:pt x="106" y="6"/>
                    </a:cubicBezTo>
                    <a:lnTo>
                      <a:pt x="6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0" name="Freeform 1023"/>
              <p:cNvSpPr>
                <a:spLocks noEditPoints="1"/>
              </p:cNvSpPr>
              <p:nvPr userDrawn="1"/>
            </p:nvSpPr>
            <p:spPr bwMode="auto">
              <a:xfrm>
                <a:off x="1300" y="434"/>
                <a:ext cx="76" cy="51"/>
              </a:xfrm>
              <a:custGeom>
                <a:avLst/>
                <a:gdLst>
                  <a:gd name="T0" fmla="*/ 2 w 62"/>
                  <a:gd name="T1" fmla="*/ 41 h 41"/>
                  <a:gd name="T2" fmla="*/ 1 w 62"/>
                  <a:gd name="T3" fmla="*/ 40 h 41"/>
                  <a:gd name="T4" fmla="*/ 1 w 62"/>
                  <a:gd name="T5" fmla="*/ 38 h 41"/>
                  <a:gd name="T6" fmla="*/ 48 w 62"/>
                  <a:gd name="T7" fmla="*/ 0 h 41"/>
                  <a:gd name="T8" fmla="*/ 49 w 62"/>
                  <a:gd name="T9" fmla="*/ 0 h 41"/>
                  <a:gd name="T10" fmla="*/ 50 w 62"/>
                  <a:gd name="T11" fmla="*/ 1 h 41"/>
                  <a:gd name="T12" fmla="*/ 62 w 62"/>
                  <a:gd name="T13" fmla="*/ 23 h 41"/>
                  <a:gd name="T14" fmla="*/ 62 w 62"/>
                  <a:gd name="T15" fmla="*/ 24 h 41"/>
                  <a:gd name="T16" fmla="*/ 61 w 62"/>
                  <a:gd name="T17" fmla="*/ 25 h 41"/>
                  <a:gd name="T18" fmla="*/ 3 w 62"/>
                  <a:gd name="T19" fmla="*/ 41 h 41"/>
                  <a:gd name="T20" fmla="*/ 2 w 62"/>
                  <a:gd name="T21" fmla="*/ 41 h 41"/>
                  <a:gd name="T22" fmla="*/ 48 w 62"/>
                  <a:gd name="T23" fmla="*/ 4 h 41"/>
                  <a:gd name="T24" fmla="*/ 9 w 62"/>
                  <a:gd name="T25" fmla="*/ 36 h 41"/>
                  <a:gd name="T26" fmla="*/ 58 w 62"/>
                  <a:gd name="T27" fmla="*/ 23 h 41"/>
                  <a:gd name="T28" fmla="*/ 48 w 62"/>
                  <a:gd name="T29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2" h="41">
                    <a:moveTo>
                      <a:pt x="2" y="41"/>
                    </a:moveTo>
                    <a:cubicBezTo>
                      <a:pt x="2" y="41"/>
                      <a:pt x="1" y="41"/>
                      <a:pt x="1" y="40"/>
                    </a:cubicBezTo>
                    <a:cubicBezTo>
                      <a:pt x="0" y="40"/>
                      <a:pt x="1" y="39"/>
                      <a:pt x="1" y="38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9" y="0"/>
                      <a:pt x="49" y="0"/>
                    </a:cubicBezTo>
                    <a:cubicBezTo>
                      <a:pt x="50" y="0"/>
                      <a:pt x="50" y="0"/>
                      <a:pt x="50" y="1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62" y="23"/>
                      <a:pt x="62" y="24"/>
                      <a:pt x="62" y="24"/>
                    </a:cubicBezTo>
                    <a:cubicBezTo>
                      <a:pt x="62" y="25"/>
                      <a:pt x="61" y="25"/>
                      <a:pt x="61" y="25"/>
                    </a:cubicBezTo>
                    <a:cubicBezTo>
                      <a:pt x="3" y="41"/>
                      <a:pt x="3" y="41"/>
                      <a:pt x="3" y="41"/>
                    </a:cubicBezTo>
                    <a:lnTo>
                      <a:pt x="2" y="41"/>
                    </a:lnTo>
                    <a:close/>
                    <a:moveTo>
                      <a:pt x="48" y="4"/>
                    </a:moveTo>
                    <a:cubicBezTo>
                      <a:pt x="9" y="36"/>
                      <a:pt x="9" y="36"/>
                      <a:pt x="9" y="36"/>
                    </a:cubicBezTo>
                    <a:cubicBezTo>
                      <a:pt x="58" y="23"/>
                      <a:pt x="58" y="23"/>
                      <a:pt x="58" y="23"/>
                    </a:cubicBezTo>
                    <a:lnTo>
                      <a:pt x="4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1" name="Freeform 1024"/>
              <p:cNvSpPr>
                <a:spLocks noEditPoints="1"/>
              </p:cNvSpPr>
              <p:nvPr userDrawn="1"/>
            </p:nvSpPr>
            <p:spPr bwMode="auto">
              <a:xfrm>
                <a:off x="1231" y="481"/>
                <a:ext cx="82" cy="91"/>
              </a:xfrm>
              <a:custGeom>
                <a:avLst/>
                <a:gdLst>
                  <a:gd name="T0" fmla="*/ 2 w 66"/>
                  <a:gd name="T1" fmla="*/ 73 h 73"/>
                  <a:gd name="T2" fmla="*/ 1 w 66"/>
                  <a:gd name="T3" fmla="*/ 72 h 73"/>
                  <a:gd name="T4" fmla="*/ 1 w 66"/>
                  <a:gd name="T5" fmla="*/ 70 h 73"/>
                  <a:gd name="T6" fmla="*/ 56 w 66"/>
                  <a:gd name="T7" fmla="*/ 1 h 73"/>
                  <a:gd name="T8" fmla="*/ 58 w 66"/>
                  <a:gd name="T9" fmla="*/ 0 h 73"/>
                  <a:gd name="T10" fmla="*/ 59 w 66"/>
                  <a:gd name="T11" fmla="*/ 1 h 73"/>
                  <a:gd name="T12" fmla="*/ 65 w 66"/>
                  <a:gd name="T13" fmla="*/ 46 h 73"/>
                  <a:gd name="T14" fmla="*/ 64 w 66"/>
                  <a:gd name="T15" fmla="*/ 48 h 73"/>
                  <a:gd name="T16" fmla="*/ 3 w 66"/>
                  <a:gd name="T17" fmla="*/ 72 h 73"/>
                  <a:gd name="T18" fmla="*/ 2 w 66"/>
                  <a:gd name="T19" fmla="*/ 73 h 73"/>
                  <a:gd name="T20" fmla="*/ 56 w 66"/>
                  <a:gd name="T21" fmla="*/ 6 h 73"/>
                  <a:gd name="T22" fmla="*/ 7 w 66"/>
                  <a:gd name="T23" fmla="*/ 67 h 73"/>
                  <a:gd name="T24" fmla="*/ 62 w 66"/>
                  <a:gd name="T25" fmla="*/ 45 h 73"/>
                  <a:gd name="T26" fmla="*/ 56 w 66"/>
                  <a:gd name="T27" fmla="*/ 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6" h="73">
                    <a:moveTo>
                      <a:pt x="2" y="73"/>
                    </a:moveTo>
                    <a:cubicBezTo>
                      <a:pt x="1" y="73"/>
                      <a:pt x="1" y="72"/>
                      <a:pt x="1" y="72"/>
                    </a:cubicBezTo>
                    <a:cubicBezTo>
                      <a:pt x="0" y="71"/>
                      <a:pt x="0" y="70"/>
                      <a:pt x="1" y="70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56" y="0"/>
                      <a:pt x="57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6" y="47"/>
                      <a:pt x="65" y="48"/>
                      <a:pt x="64" y="48"/>
                    </a:cubicBezTo>
                    <a:cubicBezTo>
                      <a:pt x="3" y="72"/>
                      <a:pt x="3" y="72"/>
                      <a:pt x="3" y="72"/>
                    </a:cubicBezTo>
                    <a:lnTo>
                      <a:pt x="2" y="73"/>
                    </a:lnTo>
                    <a:close/>
                    <a:moveTo>
                      <a:pt x="56" y="6"/>
                    </a:moveTo>
                    <a:cubicBezTo>
                      <a:pt x="7" y="67"/>
                      <a:pt x="7" y="67"/>
                      <a:pt x="7" y="67"/>
                    </a:cubicBezTo>
                    <a:cubicBezTo>
                      <a:pt x="62" y="45"/>
                      <a:pt x="62" y="45"/>
                      <a:pt x="62" y="45"/>
                    </a:cubicBezTo>
                    <a:lnTo>
                      <a:pt x="56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2" name="Freeform 1025"/>
              <p:cNvSpPr>
                <a:spLocks noEditPoints="1"/>
              </p:cNvSpPr>
              <p:nvPr userDrawn="1"/>
            </p:nvSpPr>
            <p:spPr bwMode="auto">
              <a:xfrm>
                <a:off x="1186" y="567"/>
                <a:ext cx="50" cy="128"/>
              </a:xfrm>
              <a:custGeom>
                <a:avLst/>
                <a:gdLst>
                  <a:gd name="T0" fmla="*/ 27 w 41"/>
                  <a:gd name="T1" fmla="*/ 104 h 104"/>
                  <a:gd name="T2" fmla="*/ 26 w 41"/>
                  <a:gd name="T3" fmla="*/ 104 h 104"/>
                  <a:gd name="T4" fmla="*/ 1 w 41"/>
                  <a:gd name="T5" fmla="*/ 85 h 104"/>
                  <a:gd name="T6" fmla="*/ 0 w 41"/>
                  <a:gd name="T7" fmla="*/ 83 h 104"/>
                  <a:gd name="T8" fmla="*/ 37 w 41"/>
                  <a:gd name="T9" fmla="*/ 1 h 104"/>
                  <a:gd name="T10" fmla="*/ 39 w 41"/>
                  <a:gd name="T11" fmla="*/ 0 h 104"/>
                  <a:gd name="T12" fmla="*/ 41 w 41"/>
                  <a:gd name="T13" fmla="*/ 2 h 104"/>
                  <a:gd name="T14" fmla="*/ 28 w 41"/>
                  <a:gd name="T15" fmla="*/ 103 h 104"/>
                  <a:gd name="T16" fmla="*/ 27 w 41"/>
                  <a:gd name="T17" fmla="*/ 104 h 104"/>
                  <a:gd name="T18" fmla="*/ 4 w 41"/>
                  <a:gd name="T19" fmla="*/ 83 h 104"/>
                  <a:gd name="T20" fmla="*/ 25 w 41"/>
                  <a:gd name="T21" fmla="*/ 99 h 104"/>
                  <a:gd name="T22" fmla="*/ 36 w 41"/>
                  <a:gd name="T23" fmla="*/ 12 h 104"/>
                  <a:gd name="T24" fmla="*/ 4 w 41"/>
                  <a:gd name="T25" fmla="*/ 8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1" h="104">
                    <a:moveTo>
                      <a:pt x="27" y="104"/>
                    </a:moveTo>
                    <a:cubicBezTo>
                      <a:pt x="26" y="104"/>
                      <a:pt x="26" y="104"/>
                      <a:pt x="26" y="104"/>
                    </a:cubicBezTo>
                    <a:cubicBezTo>
                      <a:pt x="1" y="85"/>
                      <a:pt x="1" y="85"/>
                      <a:pt x="1" y="85"/>
                    </a:cubicBezTo>
                    <a:cubicBezTo>
                      <a:pt x="0" y="85"/>
                      <a:pt x="0" y="84"/>
                      <a:pt x="0" y="83"/>
                    </a:cubicBezTo>
                    <a:cubicBezTo>
                      <a:pt x="2" y="79"/>
                      <a:pt x="36" y="4"/>
                      <a:pt x="37" y="1"/>
                    </a:cubicBezTo>
                    <a:cubicBezTo>
                      <a:pt x="38" y="0"/>
                      <a:pt x="39" y="0"/>
                      <a:pt x="39" y="0"/>
                    </a:cubicBezTo>
                    <a:cubicBezTo>
                      <a:pt x="40" y="1"/>
                      <a:pt x="41" y="1"/>
                      <a:pt x="41" y="2"/>
                    </a:cubicBezTo>
                    <a:cubicBezTo>
                      <a:pt x="28" y="103"/>
                      <a:pt x="28" y="103"/>
                      <a:pt x="28" y="103"/>
                    </a:cubicBezTo>
                    <a:cubicBezTo>
                      <a:pt x="28" y="103"/>
                      <a:pt x="28" y="104"/>
                      <a:pt x="27" y="104"/>
                    </a:cubicBezTo>
                    <a:close/>
                    <a:moveTo>
                      <a:pt x="4" y="83"/>
                    </a:moveTo>
                    <a:cubicBezTo>
                      <a:pt x="25" y="99"/>
                      <a:pt x="25" y="99"/>
                      <a:pt x="25" y="99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24" y="38"/>
                      <a:pt x="7" y="76"/>
                      <a:pt x="4" y="8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3" name="Freeform 1026"/>
              <p:cNvSpPr>
                <a:spLocks noEditPoints="1"/>
              </p:cNvSpPr>
              <p:nvPr userDrawn="1"/>
            </p:nvSpPr>
            <p:spPr bwMode="auto">
              <a:xfrm>
                <a:off x="1167" y="668"/>
                <a:ext cx="53" cy="87"/>
              </a:xfrm>
              <a:custGeom>
                <a:avLst/>
                <a:gdLst>
                  <a:gd name="T0" fmla="*/ 2 w 43"/>
                  <a:gd name="T1" fmla="*/ 70 h 70"/>
                  <a:gd name="T2" fmla="*/ 1 w 43"/>
                  <a:gd name="T3" fmla="*/ 70 h 70"/>
                  <a:gd name="T4" fmla="*/ 0 w 43"/>
                  <a:gd name="T5" fmla="*/ 68 h 70"/>
                  <a:gd name="T6" fmla="*/ 15 w 43"/>
                  <a:gd name="T7" fmla="*/ 1 h 70"/>
                  <a:gd name="T8" fmla="*/ 16 w 43"/>
                  <a:gd name="T9" fmla="*/ 0 h 70"/>
                  <a:gd name="T10" fmla="*/ 18 w 43"/>
                  <a:gd name="T11" fmla="*/ 0 h 70"/>
                  <a:gd name="T12" fmla="*/ 43 w 43"/>
                  <a:gd name="T13" fmla="*/ 19 h 70"/>
                  <a:gd name="T14" fmla="*/ 43 w 43"/>
                  <a:gd name="T15" fmla="*/ 20 h 70"/>
                  <a:gd name="T16" fmla="*/ 43 w 43"/>
                  <a:gd name="T17" fmla="*/ 22 h 70"/>
                  <a:gd name="T18" fmla="*/ 3 w 43"/>
                  <a:gd name="T19" fmla="*/ 70 h 70"/>
                  <a:gd name="T20" fmla="*/ 2 w 43"/>
                  <a:gd name="T21" fmla="*/ 70 h 70"/>
                  <a:gd name="T22" fmla="*/ 18 w 43"/>
                  <a:gd name="T23" fmla="*/ 5 h 70"/>
                  <a:gd name="T24" fmla="*/ 5 w 43"/>
                  <a:gd name="T25" fmla="*/ 62 h 70"/>
                  <a:gd name="T26" fmla="*/ 39 w 43"/>
                  <a:gd name="T27" fmla="*/ 21 h 70"/>
                  <a:gd name="T28" fmla="*/ 18 w 43"/>
                  <a:gd name="T29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70">
                    <a:moveTo>
                      <a:pt x="2" y="70"/>
                    </a:moveTo>
                    <a:cubicBezTo>
                      <a:pt x="1" y="70"/>
                      <a:pt x="1" y="70"/>
                      <a:pt x="1" y="70"/>
                    </a:cubicBezTo>
                    <a:cubicBezTo>
                      <a:pt x="0" y="70"/>
                      <a:pt x="0" y="69"/>
                      <a:pt x="0" y="68"/>
                    </a:cubicBezTo>
                    <a:cubicBezTo>
                      <a:pt x="1" y="65"/>
                      <a:pt x="14" y="4"/>
                      <a:pt x="15" y="1"/>
                    </a:cubicBezTo>
                    <a:cubicBezTo>
                      <a:pt x="15" y="1"/>
                      <a:pt x="16" y="0"/>
                      <a:pt x="16" y="0"/>
                    </a:cubicBezTo>
                    <a:cubicBezTo>
                      <a:pt x="17" y="0"/>
                      <a:pt x="17" y="0"/>
                      <a:pt x="18" y="0"/>
                    </a:cubicBezTo>
                    <a:cubicBezTo>
                      <a:pt x="43" y="19"/>
                      <a:pt x="43" y="19"/>
                      <a:pt x="43" y="19"/>
                    </a:cubicBezTo>
                    <a:cubicBezTo>
                      <a:pt x="43" y="19"/>
                      <a:pt x="43" y="20"/>
                      <a:pt x="43" y="20"/>
                    </a:cubicBezTo>
                    <a:cubicBezTo>
                      <a:pt x="43" y="21"/>
                      <a:pt x="43" y="21"/>
                      <a:pt x="43" y="22"/>
                    </a:cubicBezTo>
                    <a:cubicBezTo>
                      <a:pt x="3" y="70"/>
                      <a:pt x="3" y="70"/>
                      <a:pt x="3" y="70"/>
                    </a:cubicBezTo>
                    <a:cubicBezTo>
                      <a:pt x="3" y="70"/>
                      <a:pt x="2" y="70"/>
                      <a:pt x="2" y="70"/>
                    </a:cubicBezTo>
                    <a:close/>
                    <a:moveTo>
                      <a:pt x="18" y="5"/>
                    </a:moveTo>
                    <a:cubicBezTo>
                      <a:pt x="14" y="22"/>
                      <a:pt x="8" y="50"/>
                      <a:pt x="5" y="62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18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4" name="Freeform 1027"/>
              <p:cNvSpPr>
                <a:spLocks noEditPoints="1"/>
              </p:cNvSpPr>
              <p:nvPr userDrawn="1"/>
            </p:nvSpPr>
            <p:spPr bwMode="auto">
              <a:xfrm>
                <a:off x="1166" y="751"/>
                <a:ext cx="31" cy="119"/>
              </a:xfrm>
              <a:custGeom>
                <a:avLst/>
                <a:gdLst>
                  <a:gd name="T0" fmla="*/ 2 w 25"/>
                  <a:gd name="T1" fmla="*/ 96 h 96"/>
                  <a:gd name="T2" fmla="*/ 1 w 25"/>
                  <a:gd name="T3" fmla="*/ 96 h 96"/>
                  <a:gd name="T4" fmla="*/ 0 w 25"/>
                  <a:gd name="T5" fmla="*/ 94 h 96"/>
                  <a:gd name="T6" fmla="*/ 1 w 25"/>
                  <a:gd name="T7" fmla="*/ 2 h 96"/>
                  <a:gd name="T8" fmla="*/ 3 w 25"/>
                  <a:gd name="T9" fmla="*/ 0 h 96"/>
                  <a:gd name="T10" fmla="*/ 4 w 25"/>
                  <a:gd name="T11" fmla="*/ 1 h 96"/>
                  <a:gd name="T12" fmla="*/ 24 w 25"/>
                  <a:gd name="T13" fmla="*/ 70 h 96"/>
                  <a:gd name="T14" fmla="*/ 24 w 25"/>
                  <a:gd name="T15" fmla="*/ 71 h 96"/>
                  <a:gd name="T16" fmla="*/ 3 w 25"/>
                  <a:gd name="T17" fmla="*/ 95 h 96"/>
                  <a:gd name="T18" fmla="*/ 2 w 25"/>
                  <a:gd name="T19" fmla="*/ 96 h 96"/>
                  <a:gd name="T20" fmla="*/ 4 w 25"/>
                  <a:gd name="T21" fmla="*/ 13 h 96"/>
                  <a:gd name="T22" fmla="*/ 4 w 25"/>
                  <a:gd name="T23" fmla="*/ 90 h 96"/>
                  <a:gd name="T24" fmla="*/ 21 w 25"/>
                  <a:gd name="T25" fmla="*/ 70 h 96"/>
                  <a:gd name="T26" fmla="*/ 4 w 25"/>
                  <a:gd name="T27" fmla="*/ 13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" h="96">
                    <a:moveTo>
                      <a:pt x="2" y="96"/>
                    </a:moveTo>
                    <a:cubicBezTo>
                      <a:pt x="1" y="96"/>
                      <a:pt x="1" y="96"/>
                      <a:pt x="1" y="96"/>
                    </a:cubicBezTo>
                    <a:cubicBezTo>
                      <a:pt x="1" y="95"/>
                      <a:pt x="0" y="95"/>
                      <a:pt x="0" y="94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3" y="0"/>
                      <a:pt x="4" y="0"/>
                      <a:pt x="4" y="1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4" y="71"/>
                      <a:pt x="24" y="71"/>
                    </a:cubicBezTo>
                    <a:cubicBezTo>
                      <a:pt x="3" y="95"/>
                      <a:pt x="3" y="95"/>
                      <a:pt x="3" y="95"/>
                    </a:cubicBezTo>
                    <a:cubicBezTo>
                      <a:pt x="3" y="96"/>
                      <a:pt x="2" y="96"/>
                      <a:pt x="2" y="96"/>
                    </a:cubicBezTo>
                    <a:close/>
                    <a:moveTo>
                      <a:pt x="4" y="13"/>
                    </a:moveTo>
                    <a:cubicBezTo>
                      <a:pt x="4" y="90"/>
                      <a:pt x="4" y="90"/>
                      <a:pt x="4" y="90"/>
                    </a:cubicBezTo>
                    <a:cubicBezTo>
                      <a:pt x="21" y="70"/>
                      <a:pt x="21" y="70"/>
                      <a:pt x="21" y="70"/>
                    </a:cubicBezTo>
                    <a:lnTo>
                      <a:pt x="4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5" name="Freeform 1028"/>
              <p:cNvSpPr>
                <a:spLocks noEditPoints="1"/>
              </p:cNvSpPr>
              <p:nvPr userDrawn="1"/>
            </p:nvSpPr>
            <p:spPr bwMode="auto">
              <a:xfrm>
                <a:off x="1655" y="366"/>
                <a:ext cx="115" cy="82"/>
              </a:xfrm>
              <a:custGeom>
                <a:avLst/>
                <a:gdLst>
                  <a:gd name="T0" fmla="*/ 81 w 93"/>
                  <a:gd name="T1" fmla="*/ 66 h 66"/>
                  <a:gd name="T2" fmla="*/ 80 w 93"/>
                  <a:gd name="T3" fmla="*/ 65 h 66"/>
                  <a:gd name="T4" fmla="*/ 1 w 93"/>
                  <a:gd name="T5" fmla="*/ 3 h 66"/>
                  <a:gd name="T6" fmla="*/ 0 w 93"/>
                  <a:gd name="T7" fmla="*/ 1 h 66"/>
                  <a:gd name="T8" fmla="*/ 2 w 93"/>
                  <a:gd name="T9" fmla="*/ 0 h 66"/>
                  <a:gd name="T10" fmla="*/ 91 w 93"/>
                  <a:gd name="T11" fmla="*/ 23 h 66"/>
                  <a:gd name="T12" fmla="*/ 92 w 93"/>
                  <a:gd name="T13" fmla="*/ 25 h 66"/>
                  <a:gd name="T14" fmla="*/ 82 w 93"/>
                  <a:gd name="T15" fmla="*/ 64 h 66"/>
                  <a:gd name="T16" fmla="*/ 81 w 93"/>
                  <a:gd name="T17" fmla="*/ 65 h 66"/>
                  <a:gd name="T18" fmla="*/ 81 w 93"/>
                  <a:gd name="T19" fmla="*/ 66 h 66"/>
                  <a:gd name="T20" fmla="*/ 9 w 93"/>
                  <a:gd name="T21" fmla="*/ 5 h 66"/>
                  <a:gd name="T22" fmla="*/ 80 w 93"/>
                  <a:gd name="T23" fmla="*/ 61 h 66"/>
                  <a:gd name="T24" fmla="*/ 89 w 93"/>
                  <a:gd name="T25" fmla="*/ 26 h 66"/>
                  <a:gd name="T26" fmla="*/ 9 w 93"/>
                  <a:gd name="T27" fmla="*/ 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3" h="66">
                    <a:moveTo>
                      <a:pt x="81" y="66"/>
                    </a:moveTo>
                    <a:cubicBezTo>
                      <a:pt x="80" y="66"/>
                      <a:pt x="80" y="65"/>
                      <a:pt x="80" y="6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2" y="23"/>
                      <a:pt x="93" y="24"/>
                      <a:pt x="92" y="25"/>
                    </a:cubicBezTo>
                    <a:cubicBezTo>
                      <a:pt x="82" y="64"/>
                      <a:pt x="82" y="64"/>
                      <a:pt x="82" y="64"/>
                    </a:cubicBezTo>
                    <a:cubicBezTo>
                      <a:pt x="82" y="65"/>
                      <a:pt x="82" y="65"/>
                      <a:pt x="81" y="65"/>
                    </a:cubicBezTo>
                    <a:lnTo>
                      <a:pt x="81" y="66"/>
                    </a:lnTo>
                    <a:close/>
                    <a:moveTo>
                      <a:pt x="9" y="5"/>
                    </a:moveTo>
                    <a:cubicBezTo>
                      <a:pt x="80" y="61"/>
                      <a:pt x="80" y="61"/>
                      <a:pt x="80" y="61"/>
                    </a:cubicBezTo>
                    <a:cubicBezTo>
                      <a:pt x="89" y="26"/>
                      <a:pt x="89" y="26"/>
                      <a:pt x="89" y="26"/>
                    </a:cubicBezTo>
                    <a:lnTo>
                      <a:pt x="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6" name="Freeform 1029"/>
              <p:cNvSpPr>
                <a:spLocks noEditPoints="1"/>
              </p:cNvSpPr>
              <p:nvPr userDrawn="1"/>
            </p:nvSpPr>
            <p:spPr bwMode="auto">
              <a:xfrm>
                <a:off x="1537" y="359"/>
                <a:ext cx="109" cy="47"/>
              </a:xfrm>
              <a:custGeom>
                <a:avLst/>
                <a:gdLst>
                  <a:gd name="T0" fmla="*/ 86 w 88"/>
                  <a:gd name="T1" fmla="*/ 38 h 38"/>
                  <a:gd name="T2" fmla="*/ 86 w 88"/>
                  <a:gd name="T3" fmla="*/ 38 h 38"/>
                  <a:gd name="T4" fmla="*/ 2 w 88"/>
                  <a:gd name="T5" fmla="*/ 29 h 38"/>
                  <a:gd name="T6" fmla="*/ 0 w 88"/>
                  <a:gd name="T7" fmla="*/ 27 h 38"/>
                  <a:gd name="T8" fmla="*/ 1 w 88"/>
                  <a:gd name="T9" fmla="*/ 26 h 38"/>
                  <a:gd name="T10" fmla="*/ 57 w 88"/>
                  <a:gd name="T11" fmla="*/ 0 h 38"/>
                  <a:gd name="T12" fmla="*/ 59 w 88"/>
                  <a:gd name="T13" fmla="*/ 1 h 38"/>
                  <a:gd name="T14" fmla="*/ 87 w 88"/>
                  <a:gd name="T15" fmla="*/ 35 h 38"/>
                  <a:gd name="T16" fmla="*/ 87 w 88"/>
                  <a:gd name="T17" fmla="*/ 37 h 38"/>
                  <a:gd name="T18" fmla="*/ 86 w 88"/>
                  <a:gd name="T19" fmla="*/ 38 h 38"/>
                  <a:gd name="T20" fmla="*/ 8 w 88"/>
                  <a:gd name="T21" fmla="*/ 26 h 38"/>
                  <a:gd name="T22" fmla="*/ 82 w 88"/>
                  <a:gd name="T23" fmla="*/ 34 h 38"/>
                  <a:gd name="T24" fmla="*/ 57 w 88"/>
                  <a:gd name="T25" fmla="*/ 4 h 38"/>
                  <a:gd name="T26" fmla="*/ 8 w 88"/>
                  <a:gd name="T27" fmla="*/ 2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38">
                    <a:moveTo>
                      <a:pt x="86" y="38"/>
                    </a:moveTo>
                    <a:cubicBezTo>
                      <a:pt x="86" y="38"/>
                      <a:pt x="86" y="38"/>
                      <a:pt x="86" y="38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1" y="29"/>
                      <a:pt x="0" y="28"/>
                      <a:pt x="0" y="27"/>
                    </a:cubicBezTo>
                    <a:cubicBezTo>
                      <a:pt x="0" y="27"/>
                      <a:pt x="0" y="26"/>
                      <a:pt x="1" y="26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9" y="0"/>
                      <a:pt x="59" y="1"/>
                    </a:cubicBezTo>
                    <a:cubicBezTo>
                      <a:pt x="87" y="35"/>
                      <a:pt x="87" y="35"/>
                      <a:pt x="87" y="35"/>
                    </a:cubicBezTo>
                    <a:cubicBezTo>
                      <a:pt x="88" y="35"/>
                      <a:pt x="88" y="36"/>
                      <a:pt x="87" y="37"/>
                    </a:cubicBezTo>
                    <a:cubicBezTo>
                      <a:pt x="87" y="37"/>
                      <a:pt x="87" y="38"/>
                      <a:pt x="86" y="38"/>
                    </a:cubicBezTo>
                    <a:close/>
                    <a:moveTo>
                      <a:pt x="8" y="26"/>
                    </a:moveTo>
                    <a:cubicBezTo>
                      <a:pt x="82" y="34"/>
                      <a:pt x="82" y="34"/>
                      <a:pt x="82" y="34"/>
                    </a:cubicBezTo>
                    <a:cubicBezTo>
                      <a:pt x="57" y="4"/>
                      <a:pt x="57" y="4"/>
                      <a:pt x="57" y="4"/>
                    </a:cubicBezTo>
                    <a:lnTo>
                      <a:pt x="8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7" name="Freeform 1030"/>
              <p:cNvSpPr>
                <a:spLocks noEditPoints="1"/>
              </p:cNvSpPr>
              <p:nvPr userDrawn="1"/>
            </p:nvSpPr>
            <p:spPr bwMode="auto">
              <a:xfrm>
                <a:off x="1853" y="461"/>
                <a:ext cx="79" cy="97"/>
              </a:xfrm>
              <a:custGeom>
                <a:avLst/>
                <a:gdLst>
                  <a:gd name="T0" fmla="*/ 62 w 64"/>
                  <a:gd name="T1" fmla="*/ 78 h 78"/>
                  <a:gd name="T2" fmla="*/ 61 w 64"/>
                  <a:gd name="T3" fmla="*/ 78 h 78"/>
                  <a:gd name="T4" fmla="*/ 1 w 64"/>
                  <a:gd name="T5" fmla="*/ 54 h 78"/>
                  <a:gd name="T6" fmla="*/ 0 w 64"/>
                  <a:gd name="T7" fmla="*/ 53 h 78"/>
                  <a:gd name="T8" fmla="*/ 0 w 64"/>
                  <a:gd name="T9" fmla="*/ 51 h 78"/>
                  <a:gd name="T10" fmla="*/ 30 w 64"/>
                  <a:gd name="T11" fmla="*/ 1 h 78"/>
                  <a:gd name="T12" fmla="*/ 31 w 64"/>
                  <a:gd name="T13" fmla="*/ 0 h 78"/>
                  <a:gd name="T14" fmla="*/ 33 w 64"/>
                  <a:gd name="T15" fmla="*/ 1 h 78"/>
                  <a:gd name="T16" fmla="*/ 64 w 64"/>
                  <a:gd name="T17" fmla="*/ 76 h 78"/>
                  <a:gd name="T18" fmla="*/ 63 w 64"/>
                  <a:gd name="T19" fmla="*/ 78 h 78"/>
                  <a:gd name="T20" fmla="*/ 62 w 64"/>
                  <a:gd name="T21" fmla="*/ 78 h 78"/>
                  <a:gd name="T22" fmla="*/ 4 w 64"/>
                  <a:gd name="T23" fmla="*/ 51 h 78"/>
                  <a:gd name="T24" fmla="*/ 59 w 64"/>
                  <a:gd name="T25" fmla="*/ 73 h 78"/>
                  <a:gd name="T26" fmla="*/ 31 w 64"/>
                  <a:gd name="T27" fmla="*/ 6 h 78"/>
                  <a:gd name="T28" fmla="*/ 4 w 64"/>
                  <a:gd name="T29" fmla="*/ 5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78">
                    <a:moveTo>
                      <a:pt x="62" y="78"/>
                    </a:moveTo>
                    <a:cubicBezTo>
                      <a:pt x="61" y="78"/>
                      <a:pt x="61" y="78"/>
                      <a:pt x="61" y="78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0" y="54"/>
                      <a:pt x="0" y="53"/>
                      <a:pt x="0" y="53"/>
                    </a:cubicBezTo>
                    <a:cubicBezTo>
                      <a:pt x="0" y="52"/>
                      <a:pt x="0" y="52"/>
                      <a:pt x="0" y="51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32" y="0"/>
                      <a:pt x="32" y="1"/>
                      <a:pt x="33" y="1"/>
                    </a:cubicBezTo>
                    <a:cubicBezTo>
                      <a:pt x="64" y="76"/>
                      <a:pt x="64" y="76"/>
                      <a:pt x="64" y="76"/>
                    </a:cubicBezTo>
                    <a:cubicBezTo>
                      <a:pt x="64" y="76"/>
                      <a:pt x="64" y="77"/>
                      <a:pt x="63" y="78"/>
                    </a:cubicBezTo>
                    <a:cubicBezTo>
                      <a:pt x="63" y="78"/>
                      <a:pt x="62" y="78"/>
                      <a:pt x="62" y="78"/>
                    </a:cubicBezTo>
                    <a:close/>
                    <a:moveTo>
                      <a:pt x="4" y="51"/>
                    </a:moveTo>
                    <a:cubicBezTo>
                      <a:pt x="59" y="73"/>
                      <a:pt x="59" y="73"/>
                      <a:pt x="59" y="73"/>
                    </a:cubicBezTo>
                    <a:cubicBezTo>
                      <a:pt x="31" y="6"/>
                      <a:pt x="31" y="6"/>
                      <a:pt x="31" y="6"/>
                    </a:cubicBezTo>
                    <a:lnTo>
                      <a:pt x="4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8" name="Freeform 1031"/>
              <p:cNvSpPr>
                <a:spLocks noEditPoints="1"/>
              </p:cNvSpPr>
              <p:nvPr userDrawn="1"/>
            </p:nvSpPr>
            <p:spPr bwMode="auto">
              <a:xfrm>
                <a:off x="472" y="904"/>
                <a:ext cx="79" cy="97"/>
              </a:xfrm>
              <a:custGeom>
                <a:avLst/>
                <a:gdLst>
                  <a:gd name="T0" fmla="*/ 63 w 64"/>
                  <a:gd name="T1" fmla="*/ 78 h 78"/>
                  <a:gd name="T2" fmla="*/ 62 w 64"/>
                  <a:gd name="T3" fmla="*/ 78 h 78"/>
                  <a:gd name="T4" fmla="*/ 1 w 64"/>
                  <a:gd name="T5" fmla="*/ 54 h 78"/>
                  <a:gd name="T6" fmla="*/ 0 w 64"/>
                  <a:gd name="T7" fmla="*/ 53 h 78"/>
                  <a:gd name="T8" fmla="*/ 1 w 64"/>
                  <a:gd name="T9" fmla="*/ 52 h 78"/>
                  <a:gd name="T10" fmla="*/ 30 w 64"/>
                  <a:gd name="T11" fmla="*/ 1 h 78"/>
                  <a:gd name="T12" fmla="*/ 32 w 64"/>
                  <a:gd name="T13" fmla="*/ 0 h 78"/>
                  <a:gd name="T14" fmla="*/ 33 w 64"/>
                  <a:gd name="T15" fmla="*/ 1 h 78"/>
                  <a:gd name="T16" fmla="*/ 64 w 64"/>
                  <a:gd name="T17" fmla="*/ 76 h 78"/>
                  <a:gd name="T18" fmla="*/ 64 w 64"/>
                  <a:gd name="T19" fmla="*/ 78 h 78"/>
                  <a:gd name="T20" fmla="*/ 63 w 64"/>
                  <a:gd name="T21" fmla="*/ 78 h 78"/>
                  <a:gd name="T22" fmla="*/ 4 w 64"/>
                  <a:gd name="T23" fmla="*/ 52 h 78"/>
                  <a:gd name="T24" fmla="*/ 60 w 64"/>
                  <a:gd name="T25" fmla="*/ 74 h 78"/>
                  <a:gd name="T26" fmla="*/ 31 w 64"/>
                  <a:gd name="T27" fmla="*/ 6 h 78"/>
                  <a:gd name="T28" fmla="*/ 4 w 64"/>
                  <a:gd name="T29" fmla="*/ 5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78">
                    <a:moveTo>
                      <a:pt x="63" y="78"/>
                    </a:moveTo>
                    <a:cubicBezTo>
                      <a:pt x="62" y="78"/>
                      <a:pt x="62" y="78"/>
                      <a:pt x="62" y="78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1" y="54"/>
                      <a:pt x="1" y="53"/>
                      <a:pt x="0" y="53"/>
                    </a:cubicBezTo>
                    <a:cubicBezTo>
                      <a:pt x="0" y="53"/>
                      <a:pt x="0" y="52"/>
                      <a:pt x="1" y="52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1" y="1"/>
                      <a:pt x="31" y="0"/>
                      <a:pt x="32" y="0"/>
                    </a:cubicBezTo>
                    <a:cubicBezTo>
                      <a:pt x="32" y="0"/>
                      <a:pt x="33" y="1"/>
                      <a:pt x="33" y="1"/>
                    </a:cubicBezTo>
                    <a:cubicBezTo>
                      <a:pt x="64" y="76"/>
                      <a:pt x="64" y="76"/>
                      <a:pt x="64" y="76"/>
                    </a:cubicBezTo>
                    <a:cubicBezTo>
                      <a:pt x="64" y="77"/>
                      <a:pt x="64" y="77"/>
                      <a:pt x="64" y="78"/>
                    </a:cubicBezTo>
                    <a:cubicBezTo>
                      <a:pt x="63" y="78"/>
                      <a:pt x="63" y="78"/>
                      <a:pt x="63" y="78"/>
                    </a:cubicBezTo>
                    <a:close/>
                    <a:moveTo>
                      <a:pt x="4" y="52"/>
                    </a:moveTo>
                    <a:cubicBezTo>
                      <a:pt x="60" y="74"/>
                      <a:pt x="60" y="74"/>
                      <a:pt x="60" y="74"/>
                    </a:cubicBezTo>
                    <a:cubicBezTo>
                      <a:pt x="31" y="6"/>
                      <a:pt x="31" y="6"/>
                      <a:pt x="31" y="6"/>
                    </a:cubicBezTo>
                    <a:lnTo>
                      <a:pt x="4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89" name="Freeform 1032"/>
              <p:cNvSpPr>
                <a:spLocks noEditPoints="1"/>
              </p:cNvSpPr>
              <p:nvPr userDrawn="1"/>
            </p:nvSpPr>
            <p:spPr bwMode="auto">
              <a:xfrm>
                <a:off x="1425" y="390"/>
                <a:ext cx="146" cy="58"/>
              </a:xfrm>
              <a:custGeom>
                <a:avLst/>
                <a:gdLst>
                  <a:gd name="T0" fmla="*/ 116 w 118"/>
                  <a:gd name="T1" fmla="*/ 47 h 47"/>
                  <a:gd name="T2" fmla="*/ 116 w 118"/>
                  <a:gd name="T3" fmla="*/ 46 h 47"/>
                  <a:gd name="T4" fmla="*/ 1 w 118"/>
                  <a:gd name="T5" fmla="*/ 10 h 47"/>
                  <a:gd name="T6" fmla="*/ 0 w 118"/>
                  <a:gd name="T7" fmla="*/ 8 h 47"/>
                  <a:gd name="T8" fmla="*/ 1 w 118"/>
                  <a:gd name="T9" fmla="*/ 6 h 47"/>
                  <a:gd name="T10" fmla="*/ 93 w 118"/>
                  <a:gd name="T11" fmla="*/ 0 h 47"/>
                  <a:gd name="T12" fmla="*/ 94 w 118"/>
                  <a:gd name="T13" fmla="*/ 1 h 47"/>
                  <a:gd name="T14" fmla="*/ 118 w 118"/>
                  <a:gd name="T15" fmla="*/ 44 h 47"/>
                  <a:gd name="T16" fmla="*/ 118 w 118"/>
                  <a:gd name="T17" fmla="*/ 46 h 47"/>
                  <a:gd name="T18" fmla="*/ 116 w 118"/>
                  <a:gd name="T19" fmla="*/ 47 h 47"/>
                  <a:gd name="T20" fmla="*/ 11 w 118"/>
                  <a:gd name="T21" fmla="*/ 9 h 47"/>
                  <a:gd name="T22" fmla="*/ 113 w 118"/>
                  <a:gd name="T23" fmla="*/ 42 h 47"/>
                  <a:gd name="T24" fmla="*/ 92 w 118"/>
                  <a:gd name="T25" fmla="*/ 4 h 47"/>
                  <a:gd name="T26" fmla="*/ 11 w 118"/>
                  <a:gd name="T27" fmla="*/ 9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8" h="47">
                    <a:moveTo>
                      <a:pt x="116" y="47"/>
                    </a:moveTo>
                    <a:cubicBezTo>
                      <a:pt x="116" y="46"/>
                      <a:pt x="116" y="46"/>
                      <a:pt x="116" y="46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0" y="7"/>
                      <a:pt x="1" y="6"/>
                      <a:pt x="1" y="6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93" y="0"/>
                      <a:pt x="94" y="1"/>
                      <a:pt x="94" y="1"/>
                    </a:cubicBezTo>
                    <a:cubicBezTo>
                      <a:pt x="118" y="44"/>
                      <a:pt x="118" y="44"/>
                      <a:pt x="118" y="44"/>
                    </a:cubicBezTo>
                    <a:cubicBezTo>
                      <a:pt x="118" y="45"/>
                      <a:pt x="118" y="45"/>
                      <a:pt x="118" y="46"/>
                    </a:cubicBezTo>
                    <a:cubicBezTo>
                      <a:pt x="117" y="46"/>
                      <a:pt x="117" y="47"/>
                      <a:pt x="116" y="47"/>
                    </a:cubicBezTo>
                    <a:close/>
                    <a:moveTo>
                      <a:pt x="11" y="9"/>
                    </a:moveTo>
                    <a:cubicBezTo>
                      <a:pt x="113" y="42"/>
                      <a:pt x="113" y="42"/>
                      <a:pt x="113" y="42"/>
                    </a:cubicBezTo>
                    <a:cubicBezTo>
                      <a:pt x="92" y="4"/>
                      <a:pt x="92" y="4"/>
                      <a:pt x="92" y="4"/>
                    </a:cubicBezTo>
                    <a:lnTo>
                      <a:pt x="11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0" name="Freeform 1033"/>
              <p:cNvSpPr>
                <a:spLocks noEditPoints="1"/>
              </p:cNvSpPr>
              <p:nvPr userDrawn="1"/>
            </p:nvSpPr>
            <p:spPr bwMode="auto">
              <a:xfrm>
                <a:off x="1300" y="461"/>
                <a:ext cx="76" cy="80"/>
              </a:xfrm>
              <a:custGeom>
                <a:avLst/>
                <a:gdLst>
                  <a:gd name="T0" fmla="*/ 9 w 62"/>
                  <a:gd name="T1" fmla="*/ 64 h 64"/>
                  <a:gd name="T2" fmla="*/ 8 w 62"/>
                  <a:gd name="T3" fmla="*/ 64 h 64"/>
                  <a:gd name="T4" fmla="*/ 7 w 62"/>
                  <a:gd name="T5" fmla="*/ 63 h 64"/>
                  <a:gd name="T6" fmla="*/ 1 w 62"/>
                  <a:gd name="T7" fmla="*/ 18 h 64"/>
                  <a:gd name="T8" fmla="*/ 2 w 62"/>
                  <a:gd name="T9" fmla="*/ 16 h 64"/>
                  <a:gd name="T10" fmla="*/ 60 w 62"/>
                  <a:gd name="T11" fmla="*/ 0 h 64"/>
                  <a:gd name="T12" fmla="*/ 62 w 62"/>
                  <a:gd name="T13" fmla="*/ 1 h 64"/>
                  <a:gd name="T14" fmla="*/ 62 w 62"/>
                  <a:gd name="T15" fmla="*/ 3 h 64"/>
                  <a:gd name="T16" fmla="*/ 10 w 62"/>
                  <a:gd name="T17" fmla="*/ 64 h 64"/>
                  <a:gd name="T18" fmla="*/ 9 w 62"/>
                  <a:gd name="T19" fmla="*/ 64 h 64"/>
                  <a:gd name="T20" fmla="*/ 4 w 62"/>
                  <a:gd name="T21" fmla="*/ 19 h 64"/>
                  <a:gd name="T22" fmla="*/ 10 w 62"/>
                  <a:gd name="T23" fmla="*/ 59 h 64"/>
                  <a:gd name="T24" fmla="*/ 56 w 62"/>
                  <a:gd name="T25" fmla="*/ 5 h 64"/>
                  <a:gd name="T26" fmla="*/ 4 w 62"/>
                  <a:gd name="T27" fmla="*/ 19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64">
                    <a:moveTo>
                      <a:pt x="9" y="64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8" y="64"/>
                      <a:pt x="7" y="63"/>
                      <a:pt x="7" y="63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0" y="17"/>
                      <a:pt x="1" y="16"/>
                      <a:pt x="2" y="16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1" y="0"/>
                      <a:pt x="61" y="0"/>
                      <a:pt x="62" y="1"/>
                    </a:cubicBezTo>
                    <a:cubicBezTo>
                      <a:pt x="62" y="1"/>
                      <a:pt x="62" y="2"/>
                      <a:pt x="62" y="3"/>
                    </a:cubicBezTo>
                    <a:cubicBezTo>
                      <a:pt x="10" y="64"/>
                      <a:pt x="10" y="64"/>
                      <a:pt x="10" y="64"/>
                    </a:cubicBezTo>
                    <a:cubicBezTo>
                      <a:pt x="10" y="64"/>
                      <a:pt x="9" y="64"/>
                      <a:pt x="9" y="64"/>
                    </a:cubicBezTo>
                    <a:close/>
                    <a:moveTo>
                      <a:pt x="4" y="19"/>
                    </a:moveTo>
                    <a:cubicBezTo>
                      <a:pt x="10" y="59"/>
                      <a:pt x="10" y="59"/>
                      <a:pt x="10" y="59"/>
                    </a:cubicBezTo>
                    <a:cubicBezTo>
                      <a:pt x="56" y="5"/>
                      <a:pt x="56" y="5"/>
                      <a:pt x="56" y="5"/>
                    </a:cubicBezTo>
                    <a:lnTo>
                      <a:pt x="4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1" name="Freeform 1034"/>
              <p:cNvSpPr>
                <a:spLocks noEditPoints="1"/>
              </p:cNvSpPr>
              <p:nvPr userDrawn="1"/>
            </p:nvSpPr>
            <p:spPr bwMode="auto">
              <a:xfrm>
                <a:off x="1231" y="537"/>
                <a:ext cx="82" cy="122"/>
              </a:xfrm>
              <a:custGeom>
                <a:avLst/>
                <a:gdLst>
                  <a:gd name="T0" fmla="*/ 33 w 66"/>
                  <a:gd name="T1" fmla="*/ 99 h 99"/>
                  <a:gd name="T2" fmla="*/ 31 w 66"/>
                  <a:gd name="T3" fmla="*/ 98 h 99"/>
                  <a:gd name="T4" fmla="*/ 0 w 66"/>
                  <a:gd name="T5" fmla="*/ 27 h 99"/>
                  <a:gd name="T6" fmla="*/ 0 w 66"/>
                  <a:gd name="T7" fmla="*/ 25 h 99"/>
                  <a:gd name="T8" fmla="*/ 1 w 66"/>
                  <a:gd name="T9" fmla="*/ 24 h 99"/>
                  <a:gd name="T10" fmla="*/ 63 w 66"/>
                  <a:gd name="T11" fmla="*/ 0 h 99"/>
                  <a:gd name="T12" fmla="*/ 65 w 66"/>
                  <a:gd name="T13" fmla="*/ 0 h 99"/>
                  <a:gd name="T14" fmla="*/ 65 w 66"/>
                  <a:gd name="T15" fmla="*/ 2 h 99"/>
                  <a:gd name="T16" fmla="*/ 34 w 66"/>
                  <a:gd name="T17" fmla="*/ 98 h 99"/>
                  <a:gd name="T18" fmla="*/ 33 w 66"/>
                  <a:gd name="T19" fmla="*/ 99 h 99"/>
                  <a:gd name="T20" fmla="*/ 4 w 66"/>
                  <a:gd name="T21" fmla="*/ 27 h 99"/>
                  <a:gd name="T22" fmla="*/ 33 w 66"/>
                  <a:gd name="T23" fmla="*/ 93 h 99"/>
                  <a:gd name="T24" fmla="*/ 61 w 66"/>
                  <a:gd name="T25" fmla="*/ 4 h 99"/>
                  <a:gd name="T26" fmla="*/ 4 w 66"/>
                  <a:gd name="T27" fmla="*/ 2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6" h="99">
                    <a:moveTo>
                      <a:pt x="33" y="99"/>
                    </a:moveTo>
                    <a:cubicBezTo>
                      <a:pt x="32" y="99"/>
                      <a:pt x="32" y="99"/>
                      <a:pt x="31" y="98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26"/>
                      <a:pt x="0" y="26"/>
                      <a:pt x="0" y="25"/>
                    </a:cubicBezTo>
                    <a:cubicBezTo>
                      <a:pt x="1" y="25"/>
                      <a:pt x="1" y="25"/>
                      <a:pt x="1" y="24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65" y="1"/>
                      <a:pt x="66" y="1"/>
                      <a:pt x="65" y="2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9"/>
                      <a:pt x="34" y="99"/>
                      <a:pt x="33" y="99"/>
                    </a:cubicBezTo>
                    <a:close/>
                    <a:moveTo>
                      <a:pt x="4" y="27"/>
                    </a:moveTo>
                    <a:cubicBezTo>
                      <a:pt x="33" y="93"/>
                      <a:pt x="33" y="93"/>
                      <a:pt x="33" y="93"/>
                    </a:cubicBezTo>
                    <a:cubicBezTo>
                      <a:pt x="61" y="4"/>
                      <a:pt x="61" y="4"/>
                      <a:pt x="61" y="4"/>
                    </a:cubicBezTo>
                    <a:lnTo>
                      <a:pt x="4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2" name="Freeform 1035"/>
              <p:cNvSpPr>
                <a:spLocks noEditPoints="1"/>
              </p:cNvSpPr>
              <p:nvPr userDrawn="1"/>
            </p:nvSpPr>
            <p:spPr bwMode="auto">
              <a:xfrm>
                <a:off x="1217" y="567"/>
                <a:ext cx="58" cy="128"/>
              </a:xfrm>
              <a:custGeom>
                <a:avLst/>
                <a:gdLst>
                  <a:gd name="T0" fmla="*/ 2 w 47"/>
                  <a:gd name="T1" fmla="*/ 104 h 104"/>
                  <a:gd name="T2" fmla="*/ 1 w 47"/>
                  <a:gd name="T3" fmla="*/ 104 h 104"/>
                  <a:gd name="T4" fmla="*/ 0 w 47"/>
                  <a:gd name="T5" fmla="*/ 102 h 104"/>
                  <a:gd name="T6" fmla="*/ 12 w 47"/>
                  <a:gd name="T7" fmla="*/ 2 h 104"/>
                  <a:gd name="T8" fmla="*/ 14 w 47"/>
                  <a:gd name="T9" fmla="*/ 0 h 104"/>
                  <a:gd name="T10" fmla="*/ 16 w 47"/>
                  <a:gd name="T11" fmla="*/ 1 h 104"/>
                  <a:gd name="T12" fmla="*/ 46 w 47"/>
                  <a:gd name="T13" fmla="*/ 73 h 104"/>
                  <a:gd name="T14" fmla="*/ 46 w 47"/>
                  <a:gd name="T15" fmla="*/ 75 h 104"/>
                  <a:gd name="T16" fmla="*/ 3 w 47"/>
                  <a:gd name="T17" fmla="*/ 104 h 104"/>
                  <a:gd name="T18" fmla="*/ 2 w 47"/>
                  <a:gd name="T19" fmla="*/ 104 h 104"/>
                  <a:gd name="T20" fmla="*/ 15 w 47"/>
                  <a:gd name="T21" fmla="*/ 8 h 104"/>
                  <a:gd name="T22" fmla="*/ 4 w 47"/>
                  <a:gd name="T23" fmla="*/ 99 h 104"/>
                  <a:gd name="T24" fmla="*/ 43 w 47"/>
                  <a:gd name="T25" fmla="*/ 73 h 104"/>
                  <a:gd name="T26" fmla="*/ 15 w 47"/>
                  <a:gd name="T27" fmla="*/ 8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7" h="104">
                    <a:moveTo>
                      <a:pt x="2" y="104"/>
                    </a:moveTo>
                    <a:cubicBezTo>
                      <a:pt x="1" y="104"/>
                      <a:pt x="1" y="104"/>
                      <a:pt x="1" y="104"/>
                    </a:cubicBezTo>
                    <a:cubicBezTo>
                      <a:pt x="0" y="104"/>
                      <a:pt x="0" y="103"/>
                      <a:pt x="0" y="10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3" y="0"/>
                      <a:pt x="14" y="0"/>
                    </a:cubicBezTo>
                    <a:cubicBezTo>
                      <a:pt x="14" y="0"/>
                      <a:pt x="15" y="1"/>
                      <a:pt x="16" y="1"/>
                    </a:cubicBezTo>
                    <a:cubicBezTo>
                      <a:pt x="46" y="73"/>
                      <a:pt x="46" y="73"/>
                      <a:pt x="46" y="73"/>
                    </a:cubicBezTo>
                    <a:cubicBezTo>
                      <a:pt x="47" y="73"/>
                      <a:pt x="46" y="74"/>
                      <a:pt x="46" y="75"/>
                    </a:cubicBezTo>
                    <a:cubicBezTo>
                      <a:pt x="3" y="104"/>
                      <a:pt x="3" y="104"/>
                      <a:pt x="3" y="104"/>
                    </a:cubicBezTo>
                    <a:lnTo>
                      <a:pt x="2" y="104"/>
                    </a:lnTo>
                    <a:close/>
                    <a:moveTo>
                      <a:pt x="15" y="8"/>
                    </a:moveTo>
                    <a:cubicBezTo>
                      <a:pt x="4" y="99"/>
                      <a:pt x="4" y="99"/>
                      <a:pt x="4" y="99"/>
                    </a:cubicBezTo>
                    <a:cubicBezTo>
                      <a:pt x="43" y="73"/>
                      <a:pt x="43" y="73"/>
                      <a:pt x="43" y="73"/>
                    </a:cubicBezTo>
                    <a:lnTo>
                      <a:pt x="15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3" name="Freeform 1036"/>
              <p:cNvSpPr>
                <a:spLocks noEditPoints="1"/>
              </p:cNvSpPr>
              <p:nvPr userDrawn="1"/>
            </p:nvSpPr>
            <p:spPr bwMode="auto">
              <a:xfrm>
                <a:off x="1167" y="692"/>
                <a:ext cx="81" cy="63"/>
              </a:xfrm>
              <a:custGeom>
                <a:avLst/>
                <a:gdLst>
                  <a:gd name="T0" fmla="*/ 2 w 65"/>
                  <a:gd name="T1" fmla="*/ 51 h 51"/>
                  <a:gd name="T2" fmla="*/ 0 w 65"/>
                  <a:gd name="T3" fmla="*/ 50 h 51"/>
                  <a:gd name="T4" fmla="*/ 1 w 65"/>
                  <a:gd name="T5" fmla="*/ 49 h 51"/>
                  <a:gd name="T6" fmla="*/ 40 w 65"/>
                  <a:gd name="T7" fmla="*/ 0 h 51"/>
                  <a:gd name="T8" fmla="*/ 42 w 65"/>
                  <a:gd name="T9" fmla="*/ 0 h 51"/>
                  <a:gd name="T10" fmla="*/ 43 w 65"/>
                  <a:gd name="T11" fmla="*/ 1 h 51"/>
                  <a:gd name="T12" fmla="*/ 65 w 65"/>
                  <a:gd name="T13" fmla="*/ 44 h 51"/>
                  <a:gd name="T14" fmla="*/ 65 w 65"/>
                  <a:gd name="T15" fmla="*/ 46 h 51"/>
                  <a:gd name="T16" fmla="*/ 63 w 65"/>
                  <a:gd name="T17" fmla="*/ 47 h 51"/>
                  <a:gd name="T18" fmla="*/ 2 w 65"/>
                  <a:gd name="T19" fmla="*/ 51 h 51"/>
                  <a:gd name="T20" fmla="*/ 41 w 65"/>
                  <a:gd name="T21" fmla="*/ 5 h 51"/>
                  <a:gd name="T22" fmla="*/ 6 w 65"/>
                  <a:gd name="T23" fmla="*/ 48 h 51"/>
                  <a:gd name="T24" fmla="*/ 61 w 65"/>
                  <a:gd name="T25" fmla="*/ 44 h 51"/>
                  <a:gd name="T26" fmla="*/ 41 w 65"/>
                  <a:gd name="T27" fmla="*/ 5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51">
                    <a:moveTo>
                      <a:pt x="2" y="51"/>
                    </a:moveTo>
                    <a:cubicBezTo>
                      <a:pt x="1" y="51"/>
                      <a:pt x="1" y="51"/>
                      <a:pt x="0" y="50"/>
                    </a:cubicBezTo>
                    <a:cubicBezTo>
                      <a:pt x="0" y="50"/>
                      <a:pt x="0" y="49"/>
                      <a:pt x="1" y="49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1" y="0"/>
                      <a:pt x="41" y="0"/>
                      <a:pt x="42" y="0"/>
                    </a:cubicBezTo>
                    <a:cubicBezTo>
                      <a:pt x="42" y="0"/>
                      <a:pt x="43" y="0"/>
                      <a:pt x="43" y="1"/>
                    </a:cubicBezTo>
                    <a:cubicBezTo>
                      <a:pt x="65" y="44"/>
                      <a:pt x="65" y="44"/>
                      <a:pt x="65" y="44"/>
                    </a:cubicBezTo>
                    <a:cubicBezTo>
                      <a:pt x="65" y="45"/>
                      <a:pt x="65" y="46"/>
                      <a:pt x="65" y="46"/>
                    </a:cubicBezTo>
                    <a:cubicBezTo>
                      <a:pt x="64" y="47"/>
                      <a:pt x="64" y="47"/>
                      <a:pt x="63" y="47"/>
                    </a:cubicBezTo>
                    <a:cubicBezTo>
                      <a:pt x="2" y="51"/>
                      <a:pt x="2" y="51"/>
                      <a:pt x="2" y="51"/>
                    </a:cubicBezTo>
                    <a:close/>
                    <a:moveTo>
                      <a:pt x="41" y="5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61" y="44"/>
                      <a:pt x="61" y="44"/>
                      <a:pt x="61" y="44"/>
                    </a:cubicBezTo>
                    <a:lnTo>
                      <a:pt x="41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4" name="Freeform 1037"/>
              <p:cNvSpPr>
                <a:spLocks noEditPoints="1"/>
              </p:cNvSpPr>
              <p:nvPr userDrawn="1"/>
            </p:nvSpPr>
            <p:spPr bwMode="auto">
              <a:xfrm>
                <a:off x="1167" y="746"/>
                <a:ext cx="81" cy="94"/>
              </a:xfrm>
              <a:custGeom>
                <a:avLst/>
                <a:gdLst>
                  <a:gd name="T0" fmla="*/ 22 w 65"/>
                  <a:gd name="T1" fmla="*/ 76 h 76"/>
                  <a:gd name="T2" fmla="*/ 22 w 65"/>
                  <a:gd name="T3" fmla="*/ 76 h 76"/>
                  <a:gd name="T4" fmla="*/ 20 w 65"/>
                  <a:gd name="T5" fmla="*/ 75 h 76"/>
                  <a:gd name="T6" fmla="*/ 0 w 65"/>
                  <a:gd name="T7" fmla="*/ 6 h 76"/>
                  <a:gd name="T8" fmla="*/ 0 w 65"/>
                  <a:gd name="T9" fmla="*/ 5 h 76"/>
                  <a:gd name="T10" fmla="*/ 2 w 65"/>
                  <a:gd name="T11" fmla="*/ 4 h 76"/>
                  <a:gd name="T12" fmla="*/ 63 w 65"/>
                  <a:gd name="T13" fmla="*/ 0 h 76"/>
                  <a:gd name="T14" fmla="*/ 65 w 65"/>
                  <a:gd name="T15" fmla="*/ 0 h 76"/>
                  <a:gd name="T16" fmla="*/ 65 w 65"/>
                  <a:gd name="T17" fmla="*/ 2 h 76"/>
                  <a:gd name="T18" fmla="*/ 23 w 65"/>
                  <a:gd name="T19" fmla="*/ 75 h 76"/>
                  <a:gd name="T20" fmla="*/ 22 w 65"/>
                  <a:gd name="T21" fmla="*/ 76 h 76"/>
                  <a:gd name="T22" fmla="*/ 4 w 65"/>
                  <a:gd name="T23" fmla="*/ 7 h 76"/>
                  <a:gd name="T24" fmla="*/ 22 w 65"/>
                  <a:gd name="T25" fmla="*/ 70 h 76"/>
                  <a:gd name="T26" fmla="*/ 60 w 65"/>
                  <a:gd name="T27" fmla="*/ 3 h 76"/>
                  <a:gd name="T28" fmla="*/ 4 w 65"/>
                  <a:gd name="T29" fmla="*/ 7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5" h="76">
                    <a:moveTo>
                      <a:pt x="22" y="76"/>
                    </a:moveTo>
                    <a:cubicBezTo>
                      <a:pt x="22" y="76"/>
                      <a:pt x="22" y="76"/>
                      <a:pt x="22" y="76"/>
                    </a:cubicBezTo>
                    <a:cubicBezTo>
                      <a:pt x="21" y="76"/>
                      <a:pt x="20" y="75"/>
                      <a:pt x="20" y="7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5"/>
                    </a:cubicBezTo>
                    <a:cubicBezTo>
                      <a:pt x="1" y="4"/>
                      <a:pt x="1" y="4"/>
                      <a:pt x="2" y="4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65" y="1"/>
                      <a:pt x="65" y="2"/>
                      <a:pt x="65" y="2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3" y="75"/>
                      <a:pt x="22" y="76"/>
                      <a:pt x="22" y="76"/>
                    </a:cubicBezTo>
                    <a:close/>
                    <a:moveTo>
                      <a:pt x="4" y="7"/>
                    </a:moveTo>
                    <a:cubicBezTo>
                      <a:pt x="22" y="70"/>
                      <a:pt x="22" y="70"/>
                      <a:pt x="22" y="70"/>
                    </a:cubicBezTo>
                    <a:cubicBezTo>
                      <a:pt x="60" y="3"/>
                      <a:pt x="60" y="3"/>
                      <a:pt x="60" y="3"/>
                    </a:cubicBez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5" name="Freeform 1038"/>
              <p:cNvSpPr>
                <a:spLocks noEditPoints="1"/>
              </p:cNvSpPr>
              <p:nvPr userDrawn="1"/>
            </p:nvSpPr>
            <p:spPr bwMode="auto">
              <a:xfrm>
                <a:off x="1203" y="520"/>
                <a:ext cx="109" cy="113"/>
              </a:xfrm>
              <a:custGeom>
                <a:avLst/>
                <a:gdLst>
                  <a:gd name="T0" fmla="*/ 2 w 88"/>
                  <a:gd name="T1" fmla="*/ 92 h 92"/>
                  <a:gd name="T2" fmla="*/ 1 w 88"/>
                  <a:gd name="T3" fmla="*/ 91 h 92"/>
                  <a:gd name="T4" fmla="*/ 0 w 88"/>
                  <a:gd name="T5" fmla="*/ 89 h 92"/>
                  <a:gd name="T6" fmla="*/ 54 w 88"/>
                  <a:gd name="T7" fmla="*/ 1 h 92"/>
                  <a:gd name="T8" fmla="*/ 57 w 88"/>
                  <a:gd name="T9" fmla="*/ 0 h 92"/>
                  <a:gd name="T10" fmla="*/ 87 w 88"/>
                  <a:gd name="T11" fmla="*/ 14 h 92"/>
                  <a:gd name="T12" fmla="*/ 88 w 88"/>
                  <a:gd name="T13" fmla="*/ 15 h 92"/>
                  <a:gd name="T14" fmla="*/ 88 w 88"/>
                  <a:gd name="T15" fmla="*/ 17 h 92"/>
                  <a:gd name="T16" fmla="*/ 3 w 88"/>
                  <a:gd name="T17" fmla="*/ 91 h 92"/>
                  <a:gd name="T18" fmla="*/ 2 w 88"/>
                  <a:gd name="T19" fmla="*/ 92 h 92"/>
                  <a:gd name="T20" fmla="*/ 57 w 88"/>
                  <a:gd name="T21" fmla="*/ 4 h 92"/>
                  <a:gd name="T22" fmla="*/ 9 w 88"/>
                  <a:gd name="T23" fmla="*/ 82 h 92"/>
                  <a:gd name="T24" fmla="*/ 84 w 88"/>
                  <a:gd name="T25" fmla="*/ 16 h 92"/>
                  <a:gd name="T26" fmla="*/ 57 w 88"/>
                  <a:gd name="T27" fmla="*/ 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92">
                    <a:moveTo>
                      <a:pt x="2" y="92"/>
                    </a:moveTo>
                    <a:cubicBezTo>
                      <a:pt x="1" y="92"/>
                      <a:pt x="1" y="92"/>
                      <a:pt x="1" y="91"/>
                    </a:cubicBezTo>
                    <a:cubicBezTo>
                      <a:pt x="0" y="91"/>
                      <a:pt x="0" y="90"/>
                      <a:pt x="0" y="89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5" y="0"/>
                      <a:pt x="56" y="0"/>
                      <a:pt x="57" y="0"/>
                    </a:cubicBezTo>
                    <a:cubicBezTo>
                      <a:pt x="87" y="14"/>
                      <a:pt x="87" y="14"/>
                      <a:pt x="87" y="14"/>
                    </a:cubicBezTo>
                    <a:cubicBezTo>
                      <a:pt x="88" y="14"/>
                      <a:pt x="88" y="15"/>
                      <a:pt x="88" y="15"/>
                    </a:cubicBezTo>
                    <a:cubicBezTo>
                      <a:pt x="88" y="16"/>
                      <a:pt x="88" y="16"/>
                      <a:pt x="88" y="17"/>
                    </a:cubicBezTo>
                    <a:cubicBezTo>
                      <a:pt x="3" y="91"/>
                      <a:pt x="3" y="91"/>
                      <a:pt x="3" y="91"/>
                    </a:cubicBezTo>
                    <a:cubicBezTo>
                      <a:pt x="3" y="92"/>
                      <a:pt x="2" y="92"/>
                      <a:pt x="2" y="92"/>
                    </a:cubicBezTo>
                    <a:close/>
                    <a:moveTo>
                      <a:pt x="57" y="4"/>
                    </a:moveTo>
                    <a:cubicBezTo>
                      <a:pt x="9" y="82"/>
                      <a:pt x="9" y="82"/>
                      <a:pt x="9" y="82"/>
                    </a:cubicBezTo>
                    <a:cubicBezTo>
                      <a:pt x="84" y="16"/>
                      <a:pt x="84" y="16"/>
                      <a:pt x="84" y="16"/>
                    </a:cubicBezTo>
                    <a:lnTo>
                      <a:pt x="5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6" name="Freeform 1039"/>
              <p:cNvSpPr>
                <a:spLocks noEditPoints="1"/>
              </p:cNvSpPr>
              <p:nvPr userDrawn="1"/>
            </p:nvSpPr>
            <p:spPr bwMode="auto">
              <a:xfrm>
                <a:off x="2384" y="870"/>
                <a:ext cx="50" cy="105"/>
              </a:xfrm>
              <a:custGeom>
                <a:avLst/>
                <a:gdLst>
                  <a:gd name="T0" fmla="*/ 10 w 41"/>
                  <a:gd name="T1" fmla="*/ 85 h 85"/>
                  <a:gd name="T2" fmla="*/ 9 w 41"/>
                  <a:gd name="T3" fmla="*/ 85 h 85"/>
                  <a:gd name="T4" fmla="*/ 8 w 41"/>
                  <a:gd name="T5" fmla="*/ 83 h 85"/>
                  <a:gd name="T6" fmla="*/ 0 w 41"/>
                  <a:gd name="T7" fmla="*/ 2 h 85"/>
                  <a:gd name="T8" fmla="*/ 1 w 41"/>
                  <a:gd name="T9" fmla="*/ 0 h 85"/>
                  <a:gd name="T10" fmla="*/ 3 w 41"/>
                  <a:gd name="T11" fmla="*/ 1 h 85"/>
                  <a:gd name="T12" fmla="*/ 40 w 41"/>
                  <a:gd name="T13" fmla="*/ 63 h 85"/>
                  <a:gd name="T14" fmla="*/ 40 w 41"/>
                  <a:gd name="T15" fmla="*/ 65 h 85"/>
                  <a:gd name="T16" fmla="*/ 10 w 41"/>
                  <a:gd name="T17" fmla="*/ 85 h 85"/>
                  <a:gd name="T18" fmla="*/ 11 w 41"/>
                  <a:gd name="T19" fmla="*/ 84 h 85"/>
                  <a:gd name="T20" fmla="*/ 11 w 41"/>
                  <a:gd name="T21" fmla="*/ 84 h 85"/>
                  <a:gd name="T22" fmla="*/ 4 w 41"/>
                  <a:gd name="T23" fmla="*/ 9 h 85"/>
                  <a:gd name="T24" fmla="*/ 12 w 41"/>
                  <a:gd name="T25" fmla="*/ 81 h 85"/>
                  <a:gd name="T26" fmla="*/ 37 w 41"/>
                  <a:gd name="T27" fmla="*/ 63 h 85"/>
                  <a:gd name="T28" fmla="*/ 4 w 41"/>
                  <a:gd name="T29" fmla="*/ 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" h="85">
                    <a:moveTo>
                      <a:pt x="10" y="85"/>
                    </a:move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8" y="84"/>
                      <a:pt x="8" y="83"/>
                    </a:cubicBezTo>
                    <a:cubicBezTo>
                      <a:pt x="9" y="79"/>
                      <a:pt x="3" y="31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1" y="63"/>
                      <a:pt x="41" y="64"/>
                      <a:pt x="40" y="65"/>
                    </a:cubicBezTo>
                    <a:cubicBezTo>
                      <a:pt x="17" y="83"/>
                      <a:pt x="12" y="85"/>
                      <a:pt x="10" y="85"/>
                    </a:cubicBezTo>
                    <a:close/>
                    <a:moveTo>
                      <a:pt x="11" y="84"/>
                    </a:moveTo>
                    <a:cubicBezTo>
                      <a:pt x="11" y="84"/>
                      <a:pt x="11" y="84"/>
                      <a:pt x="11" y="84"/>
                    </a:cubicBezTo>
                    <a:close/>
                    <a:moveTo>
                      <a:pt x="4" y="9"/>
                    </a:moveTo>
                    <a:cubicBezTo>
                      <a:pt x="6" y="29"/>
                      <a:pt x="12" y="70"/>
                      <a:pt x="12" y="81"/>
                    </a:cubicBezTo>
                    <a:cubicBezTo>
                      <a:pt x="16" y="79"/>
                      <a:pt x="27" y="71"/>
                      <a:pt x="37" y="63"/>
                    </a:cubicBez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7" name="Freeform 1040"/>
              <p:cNvSpPr>
                <a:spLocks noEditPoints="1"/>
              </p:cNvSpPr>
              <p:nvPr userDrawn="1"/>
            </p:nvSpPr>
            <p:spPr bwMode="auto">
              <a:xfrm>
                <a:off x="2275" y="15"/>
                <a:ext cx="50" cy="106"/>
              </a:xfrm>
              <a:custGeom>
                <a:avLst/>
                <a:gdLst>
                  <a:gd name="T0" fmla="*/ 10 w 41"/>
                  <a:gd name="T1" fmla="*/ 86 h 86"/>
                  <a:gd name="T2" fmla="*/ 9 w 41"/>
                  <a:gd name="T3" fmla="*/ 86 h 86"/>
                  <a:gd name="T4" fmla="*/ 8 w 41"/>
                  <a:gd name="T5" fmla="*/ 83 h 86"/>
                  <a:gd name="T6" fmla="*/ 0 w 41"/>
                  <a:gd name="T7" fmla="*/ 2 h 86"/>
                  <a:gd name="T8" fmla="*/ 1 w 41"/>
                  <a:gd name="T9" fmla="*/ 1 h 86"/>
                  <a:gd name="T10" fmla="*/ 3 w 41"/>
                  <a:gd name="T11" fmla="*/ 1 h 86"/>
                  <a:gd name="T12" fmla="*/ 41 w 41"/>
                  <a:gd name="T13" fmla="*/ 64 h 86"/>
                  <a:gd name="T14" fmla="*/ 40 w 41"/>
                  <a:gd name="T15" fmla="*/ 66 h 86"/>
                  <a:gd name="T16" fmla="*/ 10 w 41"/>
                  <a:gd name="T17" fmla="*/ 86 h 86"/>
                  <a:gd name="T18" fmla="*/ 12 w 41"/>
                  <a:gd name="T19" fmla="*/ 85 h 86"/>
                  <a:gd name="T20" fmla="*/ 12 w 41"/>
                  <a:gd name="T21" fmla="*/ 85 h 86"/>
                  <a:gd name="T22" fmla="*/ 4 w 41"/>
                  <a:gd name="T23" fmla="*/ 10 h 86"/>
                  <a:gd name="T24" fmla="*/ 12 w 41"/>
                  <a:gd name="T25" fmla="*/ 82 h 86"/>
                  <a:gd name="T26" fmla="*/ 37 w 41"/>
                  <a:gd name="T27" fmla="*/ 64 h 86"/>
                  <a:gd name="T28" fmla="*/ 4 w 41"/>
                  <a:gd name="T29" fmla="*/ 1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" h="86">
                    <a:moveTo>
                      <a:pt x="10" y="86"/>
                    </a:moveTo>
                    <a:cubicBezTo>
                      <a:pt x="10" y="86"/>
                      <a:pt x="9" y="86"/>
                      <a:pt x="9" y="86"/>
                    </a:cubicBezTo>
                    <a:cubicBezTo>
                      <a:pt x="9" y="85"/>
                      <a:pt x="8" y="85"/>
                      <a:pt x="8" y="83"/>
                    </a:cubicBezTo>
                    <a:cubicBezTo>
                      <a:pt x="9" y="80"/>
                      <a:pt x="4" y="3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41" y="64"/>
                      <a:pt x="41" y="64"/>
                      <a:pt x="41" y="64"/>
                    </a:cubicBezTo>
                    <a:cubicBezTo>
                      <a:pt x="41" y="64"/>
                      <a:pt x="41" y="65"/>
                      <a:pt x="40" y="66"/>
                    </a:cubicBezTo>
                    <a:cubicBezTo>
                      <a:pt x="18" y="83"/>
                      <a:pt x="12" y="86"/>
                      <a:pt x="10" y="86"/>
                    </a:cubicBezTo>
                    <a:close/>
                    <a:moveTo>
                      <a:pt x="12" y="85"/>
                    </a:moveTo>
                    <a:cubicBezTo>
                      <a:pt x="12" y="85"/>
                      <a:pt x="12" y="85"/>
                      <a:pt x="12" y="85"/>
                    </a:cubicBezTo>
                    <a:close/>
                    <a:moveTo>
                      <a:pt x="4" y="10"/>
                    </a:moveTo>
                    <a:cubicBezTo>
                      <a:pt x="7" y="29"/>
                      <a:pt x="12" y="71"/>
                      <a:pt x="12" y="82"/>
                    </a:cubicBezTo>
                    <a:cubicBezTo>
                      <a:pt x="16" y="80"/>
                      <a:pt x="27" y="72"/>
                      <a:pt x="37" y="64"/>
                    </a:cubicBezTo>
                    <a:lnTo>
                      <a:pt x="4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8" name="Freeform 1041"/>
              <p:cNvSpPr>
                <a:spLocks noEditPoints="1"/>
              </p:cNvSpPr>
              <p:nvPr userDrawn="1"/>
            </p:nvSpPr>
            <p:spPr bwMode="auto">
              <a:xfrm>
                <a:off x="2307" y="786"/>
                <a:ext cx="80" cy="88"/>
              </a:xfrm>
              <a:custGeom>
                <a:avLst/>
                <a:gdLst>
                  <a:gd name="T0" fmla="*/ 63 w 65"/>
                  <a:gd name="T1" fmla="*/ 71 h 71"/>
                  <a:gd name="T2" fmla="*/ 63 w 65"/>
                  <a:gd name="T3" fmla="*/ 71 h 71"/>
                  <a:gd name="T4" fmla="*/ 8 w 65"/>
                  <a:gd name="T5" fmla="*/ 47 h 71"/>
                  <a:gd name="T6" fmla="*/ 7 w 65"/>
                  <a:gd name="T7" fmla="*/ 46 h 71"/>
                  <a:gd name="T8" fmla="*/ 1 w 65"/>
                  <a:gd name="T9" fmla="*/ 2 h 71"/>
                  <a:gd name="T10" fmla="*/ 2 w 65"/>
                  <a:gd name="T11" fmla="*/ 0 h 71"/>
                  <a:gd name="T12" fmla="*/ 4 w 65"/>
                  <a:gd name="T13" fmla="*/ 1 h 71"/>
                  <a:gd name="T14" fmla="*/ 65 w 65"/>
                  <a:gd name="T15" fmla="*/ 68 h 71"/>
                  <a:gd name="T16" fmla="*/ 65 w 65"/>
                  <a:gd name="T17" fmla="*/ 70 h 71"/>
                  <a:gd name="T18" fmla="*/ 63 w 65"/>
                  <a:gd name="T19" fmla="*/ 71 h 71"/>
                  <a:gd name="T20" fmla="*/ 11 w 65"/>
                  <a:gd name="T21" fmla="*/ 45 h 71"/>
                  <a:gd name="T22" fmla="*/ 57 w 65"/>
                  <a:gd name="T23" fmla="*/ 65 h 71"/>
                  <a:gd name="T24" fmla="*/ 5 w 65"/>
                  <a:gd name="T25" fmla="*/ 7 h 71"/>
                  <a:gd name="T26" fmla="*/ 11 w 65"/>
                  <a:gd name="T27" fmla="*/ 4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71">
                    <a:moveTo>
                      <a:pt x="63" y="71"/>
                    </a:moveTo>
                    <a:cubicBezTo>
                      <a:pt x="63" y="71"/>
                      <a:pt x="63" y="71"/>
                      <a:pt x="63" y="71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7" y="47"/>
                      <a:pt x="7" y="46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1"/>
                      <a:pt x="1" y="1"/>
                      <a:pt x="2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5" y="68"/>
                      <a:pt x="65" y="68"/>
                      <a:pt x="65" y="68"/>
                    </a:cubicBezTo>
                    <a:cubicBezTo>
                      <a:pt x="65" y="69"/>
                      <a:pt x="65" y="70"/>
                      <a:pt x="65" y="70"/>
                    </a:cubicBezTo>
                    <a:cubicBezTo>
                      <a:pt x="64" y="71"/>
                      <a:pt x="64" y="71"/>
                      <a:pt x="63" y="71"/>
                    </a:cubicBezTo>
                    <a:close/>
                    <a:moveTo>
                      <a:pt x="11" y="45"/>
                    </a:moveTo>
                    <a:cubicBezTo>
                      <a:pt x="57" y="65"/>
                      <a:pt x="57" y="65"/>
                      <a:pt x="57" y="65"/>
                    </a:cubicBezTo>
                    <a:cubicBezTo>
                      <a:pt x="5" y="7"/>
                      <a:pt x="5" y="7"/>
                      <a:pt x="5" y="7"/>
                    </a:cubicBezTo>
                    <a:lnTo>
                      <a:pt x="11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99" name="Freeform 1042"/>
              <p:cNvSpPr>
                <a:spLocks noEditPoints="1"/>
              </p:cNvSpPr>
              <p:nvPr userDrawn="1"/>
            </p:nvSpPr>
            <p:spPr bwMode="auto">
              <a:xfrm>
                <a:off x="2219" y="721"/>
                <a:ext cx="102" cy="123"/>
              </a:xfrm>
              <a:custGeom>
                <a:avLst/>
                <a:gdLst>
                  <a:gd name="T0" fmla="*/ 80 w 82"/>
                  <a:gd name="T1" fmla="*/ 99 h 99"/>
                  <a:gd name="T2" fmla="*/ 79 w 82"/>
                  <a:gd name="T3" fmla="*/ 99 h 99"/>
                  <a:gd name="T4" fmla="*/ 1 w 82"/>
                  <a:gd name="T5" fmla="*/ 3 h 99"/>
                  <a:gd name="T6" fmla="*/ 1 w 82"/>
                  <a:gd name="T7" fmla="*/ 1 h 99"/>
                  <a:gd name="T8" fmla="*/ 3 w 82"/>
                  <a:gd name="T9" fmla="*/ 0 h 99"/>
                  <a:gd name="T10" fmla="*/ 74 w 82"/>
                  <a:gd name="T11" fmla="*/ 53 h 99"/>
                  <a:gd name="T12" fmla="*/ 75 w 82"/>
                  <a:gd name="T13" fmla="*/ 54 h 99"/>
                  <a:gd name="T14" fmla="*/ 82 w 82"/>
                  <a:gd name="T15" fmla="*/ 98 h 99"/>
                  <a:gd name="T16" fmla="*/ 81 w 82"/>
                  <a:gd name="T17" fmla="*/ 99 h 99"/>
                  <a:gd name="T18" fmla="*/ 80 w 82"/>
                  <a:gd name="T19" fmla="*/ 99 h 99"/>
                  <a:gd name="T20" fmla="*/ 12 w 82"/>
                  <a:gd name="T21" fmla="*/ 11 h 99"/>
                  <a:gd name="T22" fmla="*/ 77 w 82"/>
                  <a:gd name="T23" fmla="*/ 92 h 99"/>
                  <a:gd name="T24" fmla="*/ 72 w 82"/>
                  <a:gd name="T25" fmla="*/ 55 h 99"/>
                  <a:gd name="T26" fmla="*/ 12 w 82"/>
                  <a:gd name="T27" fmla="*/ 11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2" h="99">
                    <a:moveTo>
                      <a:pt x="80" y="99"/>
                    </a:moveTo>
                    <a:cubicBezTo>
                      <a:pt x="80" y="99"/>
                      <a:pt x="79" y="99"/>
                      <a:pt x="79" y="9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0"/>
                      <a:pt x="3" y="0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5" y="53"/>
                      <a:pt x="75" y="53"/>
                      <a:pt x="75" y="54"/>
                    </a:cubicBezTo>
                    <a:cubicBezTo>
                      <a:pt x="82" y="98"/>
                      <a:pt x="82" y="98"/>
                      <a:pt x="82" y="98"/>
                    </a:cubicBezTo>
                    <a:cubicBezTo>
                      <a:pt x="82" y="98"/>
                      <a:pt x="81" y="99"/>
                      <a:pt x="81" y="99"/>
                    </a:cubicBezTo>
                    <a:lnTo>
                      <a:pt x="80" y="99"/>
                    </a:lnTo>
                    <a:close/>
                    <a:moveTo>
                      <a:pt x="12" y="11"/>
                    </a:moveTo>
                    <a:cubicBezTo>
                      <a:pt x="77" y="92"/>
                      <a:pt x="77" y="92"/>
                      <a:pt x="77" y="92"/>
                    </a:cubicBezTo>
                    <a:cubicBezTo>
                      <a:pt x="72" y="55"/>
                      <a:pt x="72" y="55"/>
                      <a:pt x="72" y="55"/>
                    </a:cubicBezTo>
                    <a:lnTo>
                      <a:pt x="12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0" name="Freeform 1043"/>
              <p:cNvSpPr>
                <a:spLocks noEditPoints="1"/>
              </p:cNvSpPr>
              <p:nvPr userDrawn="1"/>
            </p:nvSpPr>
            <p:spPr bwMode="auto">
              <a:xfrm>
                <a:off x="2120" y="672"/>
                <a:ext cx="104" cy="55"/>
              </a:xfrm>
              <a:custGeom>
                <a:avLst/>
                <a:gdLst>
                  <a:gd name="T0" fmla="*/ 20 w 84"/>
                  <a:gd name="T1" fmla="*/ 45 h 45"/>
                  <a:gd name="T2" fmla="*/ 18 w 84"/>
                  <a:gd name="T3" fmla="*/ 44 h 45"/>
                  <a:gd name="T4" fmla="*/ 0 w 84"/>
                  <a:gd name="T5" fmla="*/ 2 h 45"/>
                  <a:gd name="T6" fmla="*/ 0 w 84"/>
                  <a:gd name="T7" fmla="*/ 0 h 45"/>
                  <a:gd name="T8" fmla="*/ 2 w 84"/>
                  <a:gd name="T9" fmla="*/ 0 h 45"/>
                  <a:gd name="T10" fmla="*/ 83 w 84"/>
                  <a:gd name="T11" fmla="*/ 40 h 45"/>
                  <a:gd name="T12" fmla="*/ 84 w 84"/>
                  <a:gd name="T13" fmla="*/ 42 h 45"/>
                  <a:gd name="T14" fmla="*/ 82 w 84"/>
                  <a:gd name="T15" fmla="*/ 43 h 45"/>
                  <a:gd name="T16" fmla="*/ 20 w 84"/>
                  <a:gd name="T17" fmla="*/ 45 h 45"/>
                  <a:gd name="T18" fmla="*/ 5 w 84"/>
                  <a:gd name="T19" fmla="*/ 5 h 45"/>
                  <a:gd name="T20" fmla="*/ 21 w 84"/>
                  <a:gd name="T21" fmla="*/ 42 h 45"/>
                  <a:gd name="T22" fmla="*/ 76 w 84"/>
                  <a:gd name="T23" fmla="*/ 40 h 45"/>
                  <a:gd name="T24" fmla="*/ 5 w 84"/>
                  <a:gd name="T25" fmla="*/ 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45">
                    <a:moveTo>
                      <a:pt x="20" y="45"/>
                    </a:moveTo>
                    <a:cubicBezTo>
                      <a:pt x="19" y="45"/>
                      <a:pt x="19" y="45"/>
                      <a:pt x="18" y="4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83" y="40"/>
                      <a:pt x="83" y="40"/>
                      <a:pt x="83" y="40"/>
                    </a:cubicBezTo>
                    <a:cubicBezTo>
                      <a:pt x="84" y="41"/>
                      <a:pt x="84" y="41"/>
                      <a:pt x="84" y="42"/>
                    </a:cubicBezTo>
                    <a:cubicBezTo>
                      <a:pt x="84" y="43"/>
                      <a:pt x="83" y="43"/>
                      <a:pt x="82" y="43"/>
                    </a:cubicBezTo>
                    <a:cubicBezTo>
                      <a:pt x="20" y="45"/>
                      <a:pt x="20" y="45"/>
                      <a:pt x="20" y="45"/>
                    </a:cubicBezTo>
                    <a:close/>
                    <a:moveTo>
                      <a:pt x="5" y="5"/>
                    </a:moveTo>
                    <a:cubicBezTo>
                      <a:pt x="21" y="42"/>
                      <a:pt x="21" y="42"/>
                      <a:pt x="21" y="42"/>
                    </a:cubicBezTo>
                    <a:cubicBezTo>
                      <a:pt x="76" y="40"/>
                      <a:pt x="76" y="40"/>
                      <a:pt x="76" y="40"/>
                    </a:cubicBezTo>
                    <a:lnTo>
                      <a:pt x="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1" name="Freeform 1044"/>
              <p:cNvSpPr>
                <a:spLocks noEditPoints="1"/>
              </p:cNvSpPr>
              <p:nvPr userDrawn="1"/>
            </p:nvSpPr>
            <p:spPr bwMode="auto">
              <a:xfrm>
                <a:off x="2012" y="647"/>
                <a:ext cx="112" cy="33"/>
              </a:xfrm>
              <a:custGeom>
                <a:avLst/>
                <a:gdLst>
                  <a:gd name="T0" fmla="*/ 21 w 90"/>
                  <a:gd name="T1" fmla="*/ 27 h 27"/>
                  <a:gd name="T2" fmla="*/ 20 w 90"/>
                  <a:gd name="T3" fmla="*/ 27 h 27"/>
                  <a:gd name="T4" fmla="*/ 1 w 90"/>
                  <a:gd name="T5" fmla="*/ 3 h 27"/>
                  <a:gd name="T6" fmla="*/ 0 w 90"/>
                  <a:gd name="T7" fmla="*/ 1 h 27"/>
                  <a:gd name="T8" fmla="*/ 2 w 90"/>
                  <a:gd name="T9" fmla="*/ 1 h 27"/>
                  <a:gd name="T10" fmla="*/ 89 w 90"/>
                  <a:gd name="T11" fmla="*/ 20 h 27"/>
                  <a:gd name="T12" fmla="*/ 90 w 90"/>
                  <a:gd name="T13" fmla="*/ 22 h 27"/>
                  <a:gd name="T14" fmla="*/ 89 w 90"/>
                  <a:gd name="T15" fmla="*/ 23 h 27"/>
                  <a:gd name="T16" fmla="*/ 21 w 90"/>
                  <a:gd name="T17" fmla="*/ 27 h 27"/>
                  <a:gd name="T18" fmla="*/ 6 w 90"/>
                  <a:gd name="T19" fmla="*/ 5 h 27"/>
                  <a:gd name="T20" fmla="*/ 22 w 90"/>
                  <a:gd name="T21" fmla="*/ 24 h 27"/>
                  <a:gd name="T22" fmla="*/ 76 w 90"/>
                  <a:gd name="T23" fmla="*/ 20 h 27"/>
                  <a:gd name="T24" fmla="*/ 6 w 90"/>
                  <a:gd name="T25" fmla="*/ 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27">
                    <a:moveTo>
                      <a:pt x="21" y="27"/>
                    </a:moveTo>
                    <a:cubicBezTo>
                      <a:pt x="21" y="27"/>
                      <a:pt x="20" y="27"/>
                      <a:pt x="20" y="2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1"/>
                      <a:pt x="2" y="0"/>
                      <a:pt x="2" y="1"/>
                    </a:cubicBezTo>
                    <a:cubicBezTo>
                      <a:pt x="89" y="20"/>
                      <a:pt x="89" y="20"/>
                      <a:pt x="89" y="20"/>
                    </a:cubicBezTo>
                    <a:cubicBezTo>
                      <a:pt x="90" y="20"/>
                      <a:pt x="90" y="21"/>
                      <a:pt x="90" y="22"/>
                    </a:cubicBezTo>
                    <a:cubicBezTo>
                      <a:pt x="90" y="22"/>
                      <a:pt x="89" y="23"/>
                      <a:pt x="89" y="23"/>
                    </a:cubicBezTo>
                    <a:cubicBezTo>
                      <a:pt x="21" y="27"/>
                      <a:pt x="21" y="27"/>
                      <a:pt x="21" y="27"/>
                    </a:cubicBezTo>
                    <a:close/>
                    <a:moveTo>
                      <a:pt x="6" y="5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76" y="20"/>
                      <a:pt x="76" y="20"/>
                      <a:pt x="76" y="20"/>
                    </a:cubicBezTo>
                    <a:lnTo>
                      <a:pt x="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2" name="Freeform 1045"/>
              <p:cNvSpPr>
                <a:spLocks noEditPoints="1"/>
              </p:cNvSpPr>
              <p:nvPr userDrawn="1"/>
            </p:nvSpPr>
            <p:spPr bwMode="auto">
              <a:xfrm>
                <a:off x="1916" y="643"/>
                <a:ext cx="125" cy="37"/>
              </a:xfrm>
              <a:custGeom>
                <a:avLst/>
                <a:gdLst>
                  <a:gd name="T0" fmla="*/ 99 w 101"/>
                  <a:gd name="T1" fmla="*/ 30 h 30"/>
                  <a:gd name="T2" fmla="*/ 99 w 101"/>
                  <a:gd name="T3" fmla="*/ 30 h 30"/>
                  <a:gd name="T4" fmla="*/ 1 w 101"/>
                  <a:gd name="T5" fmla="*/ 3 h 30"/>
                  <a:gd name="T6" fmla="*/ 0 w 101"/>
                  <a:gd name="T7" fmla="*/ 1 h 30"/>
                  <a:gd name="T8" fmla="*/ 2 w 101"/>
                  <a:gd name="T9" fmla="*/ 0 h 30"/>
                  <a:gd name="T10" fmla="*/ 80 w 101"/>
                  <a:gd name="T11" fmla="*/ 3 h 30"/>
                  <a:gd name="T12" fmla="*/ 81 w 101"/>
                  <a:gd name="T13" fmla="*/ 4 h 30"/>
                  <a:gd name="T14" fmla="*/ 101 w 101"/>
                  <a:gd name="T15" fmla="*/ 27 h 30"/>
                  <a:gd name="T16" fmla="*/ 101 w 101"/>
                  <a:gd name="T17" fmla="*/ 29 h 30"/>
                  <a:gd name="T18" fmla="*/ 99 w 101"/>
                  <a:gd name="T19" fmla="*/ 30 h 30"/>
                  <a:gd name="T20" fmla="*/ 17 w 101"/>
                  <a:gd name="T21" fmla="*/ 4 h 30"/>
                  <a:gd name="T22" fmla="*/ 95 w 101"/>
                  <a:gd name="T23" fmla="*/ 25 h 30"/>
                  <a:gd name="T24" fmla="*/ 79 w 101"/>
                  <a:gd name="T25" fmla="*/ 7 h 30"/>
                  <a:gd name="T26" fmla="*/ 17 w 101"/>
                  <a:gd name="T27" fmla="*/ 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30">
                    <a:moveTo>
                      <a:pt x="99" y="30"/>
                    </a:moveTo>
                    <a:cubicBezTo>
                      <a:pt x="99" y="30"/>
                      <a:pt x="99" y="30"/>
                      <a:pt x="99" y="30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80" y="3"/>
                      <a:pt x="80" y="3"/>
                      <a:pt x="80" y="3"/>
                    </a:cubicBezTo>
                    <a:cubicBezTo>
                      <a:pt x="80" y="3"/>
                      <a:pt x="81" y="4"/>
                      <a:pt x="81" y="4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8"/>
                      <a:pt x="101" y="29"/>
                      <a:pt x="101" y="29"/>
                    </a:cubicBezTo>
                    <a:cubicBezTo>
                      <a:pt x="100" y="30"/>
                      <a:pt x="100" y="30"/>
                      <a:pt x="99" y="30"/>
                    </a:cubicBezTo>
                    <a:close/>
                    <a:moveTo>
                      <a:pt x="17" y="4"/>
                    </a:moveTo>
                    <a:cubicBezTo>
                      <a:pt x="95" y="25"/>
                      <a:pt x="95" y="25"/>
                      <a:pt x="95" y="25"/>
                    </a:cubicBezTo>
                    <a:cubicBezTo>
                      <a:pt x="79" y="7"/>
                      <a:pt x="79" y="7"/>
                      <a:pt x="79" y="7"/>
                    </a:cubicBezTo>
                    <a:lnTo>
                      <a:pt x="1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3" name="Freeform 1046"/>
              <p:cNvSpPr>
                <a:spLocks noEditPoints="1"/>
              </p:cNvSpPr>
              <p:nvPr userDrawn="1"/>
            </p:nvSpPr>
            <p:spPr bwMode="auto">
              <a:xfrm>
                <a:off x="1834" y="643"/>
                <a:ext cx="86" cy="46"/>
              </a:xfrm>
              <a:custGeom>
                <a:avLst/>
                <a:gdLst>
                  <a:gd name="T0" fmla="*/ 7 w 69"/>
                  <a:gd name="T1" fmla="*/ 37 h 37"/>
                  <a:gd name="T2" fmla="*/ 6 w 69"/>
                  <a:gd name="T3" fmla="*/ 37 h 37"/>
                  <a:gd name="T4" fmla="*/ 5 w 69"/>
                  <a:gd name="T5" fmla="*/ 36 h 37"/>
                  <a:gd name="T6" fmla="*/ 0 w 69"/>
                  <a:gd name="T7" fmla="*/ 11 h 37"/>
                  <a:gd name="T8" fmla="*/ 0 w 69"/>
                  <a:gd name="T9" fmla="*/ 9 h 37"/>
                  <a:gd name="T10" fmla="*/ 2 w 69"/>
                  <a:gd name="T11" fmla="*/ 9 h 37"/>
                  <a:gd name="T12" fmla="*/ 67 w 69"/>
                  <a:gd name="T13" fmla="*/ 0 h 37"/>
                  <a:gd name="T14" fmla="*/ 69 w 69"/>
                  <a:gd name="T15" fmla="*/ 1 h 37"/>
                  <a:gd name="T16" fmla="*/ 68 w 69"/>
                  <a:gd name="T17" fmla="*/ 3 h 37"/>
                  <a:gd name="T18" fmla="*/ 7 w 69"/>
                  <a:gd name="T19" fmla="*/ 37 h 37"/>
                  <a:gd name="T20" fmla="*/ 4 w 69"/>
                  <a:gd name="T21" fmla="*/ 12 h 37"/>
                  <a:gd name="T22" fmla="*/ 8 w 69"/>
                  <a:gd name="T23" fmla="*/ 33 h 37"/>
                  <a:gd name="T24" fmla="*/ 59 w 69"/>
                  <a:gd name="T25" fmla="*/ 4 h 37"/>
                  <a:gd name="T26" fmla="*/ 4 w 69"/>
                  <a:gd name="T27" fmla="*/ 1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37">
                    <a:moveTo>
                      <a:pt x="7" y="37"/>
                    </a:move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6"/>
                      <a:pt x="5" y="36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0"/>
                      <a:pt x="0" y="10"/>
                      <a:pt x="0" y="9"/>
                    </a:cubicBezTo>
                    <a:cubicBezTo>
                      <a:pt x="1" y="9"/>
                      <a:pt x="1" y="9"/>
                      <a:pt x="2" y="9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8" y="0"/>
                      <a:pt x="69" y="0"/>
                      <a:pt x="69" y="1"/>
                    </a:cubicBezTo>
                    <a:cubicBezTo>
                      <a:pt x="69" y="2"/>
                      <a:pt x="69" y="3"/>
                      <a:pt x="68" y="3"/>
                    </a:cubicBezTo>
                    <a:cubicBezTo>
                      <a:pt x="7" y="37"/>
                      <a:pt x="7" y="37"/>
                      <a:pt x="7" y="37"/>
                    </a:cubicBezTo>
                    <a:close/>
                    <a:moveTo>
                      <a:pt x="4" y="12"/>
                    </a:moveTo>
                    <a:cubicBezTo>
                      <a:pt x="8" y="33"/>
                      <a:pt x="8" y="33"/>
                      <a:pt x="8" y="33"/>
                    </a:cubicBezTo>
                    <a:cubicBezTo>
                      <a:pt x="59" y="4"/>
                      <a:pt x="59" y="4"/>
                      <a:pt x="59" y="4"/>
                    </a:cubicBezTo>
                    <a:lnTo>
                      <a:pt x="4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4" name="Freeform 1047"/>
              <p:cNvSpPr>
                <a:spLocks noEditPoints="1"/>
              </p:cNvSpPr>
              <p:nvPr userDrawn="1"/>
            </p:nvSpPr>
            <p:spPr bwMode="auto">
              <a:xfrm>
                <a:off x="1759" y="654"/>
                <a:ext cx="85" cy="35"/>
              </a:xfrm>
              <a:custGeom>
                <a:avLst/>
                <a:gdLst>
                  <a:gd name="T0" fmla="*/ 68 w 69"/>
                  <a:gd name="T1" fmla="*/ 28 h 28"/>
                  <a:gd name="T2" fmla="*/ 67 w 69"/>
                  <a:gd name="T3" fmla="*/ 28 h 28"/>
                  <a:gd name="T4" fmla="*/ 1 w 69"/>
                  <a:gd name="T5" fmla="*/ 22 h 28"/>
                  <a:gd name="T6" fmla="*/ 0 w 69"/>
                  <a:gd name="T7" fmla="*/ 21 h 28"/>
                  <a:gd name="T8" fmla="*/ 1 w 69"/>
                  <a:gd name="T9" fmla="*/ 19 h 28"/>
                  <a:gd name="T10" fmla="*/ 62 w 69"/>
                  <a:gd name="T11" fmla="*/ 0 h 28"/>
                  <a:gd name="T12" fmla="*/ 64 w 69"/>
                  <a:gd name="T13" fmla="*/ 0 h 28"/>
                  <a:gd name="T14" fmla="*/ 64 w 69"/>
                  <a:gd name="T15" fmla="*/ 1 h 28"/>
                  <a:gd name="T16" fmla="*/ 69 w 69"/>
                  <a:gd name="T17" fmla="*/ 26 h 28"/>
                  <a:gd name="T18" fmla="*/ 69 w 69"/>
                  <a:gd name="T19" fmla="*/ 28 h 28"/>
                  <a:gd name="T20" fmla="*/ 68 w 69"/>
                  <a:gd name="T21" fmla="*/ 28 h 28"/>
                  <a:gd name="T22" fmla="*/ 10 w 69"/>
                  <a:gd name="T23" fmla="*/ 20 h 28"/>
                  <a:gd name="T24" fmla="*/ 66 w 69"/>
                  <a:gd name="T25" fmla="*/ 25 h 28"/>
                  <a:gd name="T26" fmla="*/ 61 w 69"/>
                  <a:gd name="T27" fmla="*/ 4 h 28"/>
                  <a:gd name="T28" fmla="*/ 10 w 69"/>
                  <a:gd name="T29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28">
                    <a:moveTo>
                      <a:pt x="68" y="28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1" y="22"/>
                      <a:pt x="0" y="22"/>
                      <a:pt x="0" y="21"/>
                    </a:cubicBezTo>
                    <a:cubicBezTo>
                      <a:pt x="0" y="20"/>
                      <a:pt x="0" y="19"/>
                      <a:pt x="1" y="19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3" y="0"/>
                      <a:pt x="63" y="0"/>
                      <a:pt x="64" y="0"/>
                    </a:cubicBezTo>
                    <a:cubicBezTo>
                      <a:pt x="64" y="0"/>
                      <a:pt x="64" y="1"/>
                      <a:pt x="64" y="1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9" y="27"/>
                      <a:pt x="69" y="27"/>
                      <a:pt x="69" y="28"/>
                    </a:cubicBezTo>
                    <a:cubicBezTo>
                      <a:pt x="69" y="28"/>
                      <a:pt x="68" y="28"/>
                      <a:pt x="68" y="28"/>
                    </a:cubicBezTo>
                    <a:close/>
                    <a:moveTo>
                      <a:pt x="10" y="20"/>
                    </a:moveTo>
                    <a:cubicBezTo>
                      <a:pt x="66" y="25"/>
                      <a:pt x="66" y="25"/>
                      <a:pt x="66" y="25"/>
                    </a:cubicBezTo>
                    <a:cubicBezTo>
                      <a:pt x="61" y="4"/>
                      <a:pt x="61" y="4"/>
                      <a:pt x="61" y="4"/>
                    </a:cubicBezTo>
                    <a:lnTo>
                      <a:pt x="10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5" name="Freeform 1048"/>
              <p:cNvSpPr>
                <a:spLocks noEditPoints="1"/>
              </p:cNvSpPr>
              <p:nvPr userDrawn="1"/>
            </p:nvSpPr>
            <p:spPr bwMode="auto">
              <a:xfrm>
                <a:off x="1658" y="678"/>
                <a:ext cx="104" cy="61"/>
              </a:xfrm>
              <a:custGeom>
                <a:avLst/>
                <a:gdLst>
                  <a:gd name="T0" fmla="*/ 2 w 84"/>
                  <a:gd name="T1" fmla="*/ 49 h 49"/>
                  <a:gd name="T2" fmla="*/ 1 w 84"/>
                  <a:gd name="T3" fmla="*/ 48 h 49"/>
                  <a:gd name="T4" fmla="*/ 1 w 84"/>
                  <a:gd name="T5" fmla="*/ 46 h 49"/>
                  <a:gd name="T6" fmla="*/ 82 w 84"/>
                  <a:gd name="T7" fmla="*/ 0 h 49"/>
                  <a:gd name="T8" fmla="*/ 83 w 84"/>
                  <a:gd name="T9" fmla="*/ 0 h 49"/>
                  <a:gd name="T10" fmla="*/ 84 w 84"/>
                  <a:gd name="T11" fmla="*/ 2 h 49"/>
                  <a:gd name="T12" fmla="*/ 77 w 84"/>
                  <a:gd name="T13" fmla="*/ 47 h 49"/>
                  <a:gd name="T14" fmla="*/ 75 w 84"/>
                  <a:gd name="T15" fmla="*/ 48 h 49"/>
                  <a:gd name="T16" fmla="*/ 2 w 84"/>
                  <a:gd name="T17" fmla="*/ 49 h 49"/>
                  <a:gd name="T18" fmla="*/ 80 w 84"/>
                  <a:gd name="T19" fmla="*/ 5 h 49"/>
                  <a:gd name="T20" fmla="*/ 9 w 84"/>
                  <a:gd name="T21" fmla="*/ 46 h 49"/>
                  <a:gd name="T22" fmla="*/ 73 w 84"/>
                  <a:gd name="T23" fmla="*/ 45 h 49"/>
                  <a:gd name="T24" fmla="*/ 80 w 84"/>
                  <a:gd name="T25" fmla="*/ 5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49">
                    <a:moveTo>
                      <a:pt x="2" y="49"/>
                    </a:moveTo>
                    <a:cubicBezTo>
                      <a:pt x="1" y="49"/>
                      <a:pt x="1" y="49"/>
                      <a:pt x="1" y="48"/>
                    </a:cubicBezTo>
                    <a:cubicBezTo>
                      <a:pt x="0" y="47"/>
                      <a:pt x="1" y="47"/>
                      <a:pt x="1" y="46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3" y="0"/>
                      <a:pt x="83" y="0"/>
                    </a:cubicBezTo>
                    <a:cubicBezTo>
                      <a:pt x="84" y="1"/>
                      <a:pt x="84" y="1"/>
                      <a:pt x="84" y="2"/>
                    </a:cubicBezTo>
                    <a:cubicBezTo>
                      <a:pt x="77" y="47"/>
                      <a:pt x="77" y="47"/>
                      <a:pt x="77" y="47"/>
                    </a:cubicBezTo>
                    <a:cubicBezTo>
                      <a:pt x="76" y="48"/>
                      <a:pt x="76" y="48"/>
                      <a:pt x="75" y="48"/>
                    </a:cubicBezTo>
                    <a:cubicBezTo>
                      <a:pt x="2" y="49"/>
                      <a:pt x="2" y="49"/>
                      <a:pt x="2" y="49"/>
                    </a:cubicBezTo>
                    <a:close/>
                    <a:moveTo>
                      <a:pt x="80" y="5"/>
                    </a:moveTo>
                    <a:cubicBezTo>
                      <a:pt x="9" y="46"/>
                      <a:pt x="9" y="46"/>
                      <a:pt x="9" y="46"/>
                    </a:cubicBezTo>
                    <a:cubicBezTo>
                      <a:pt x="73" y="45"/>
                      <a:pt x="73" y="45"/>
                      <a:pt x="73" y="45"/>
                    </a:cubicBezTo>
                    <a:lnTo>
                      <a:pt x="8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6" name="Freeform 1049"/>
              <p:cNvSpPr>
                <a:spLocks noEditPoints="1"/>
              </p:cNvSpPr>
              <p:nvPr userDrawn="1"/>
            </p:nvSpPr>
            <p:spPr bwMode="auto">
              <a:xfrm>
                <a:off x="1578" y="735"/>
                <a:ext cx="85" cy="116"/>
              </a:xfrm>
              <a:custGeom>
                <a:avLst/>
                <a:gdLst>
                  <a:gd name="T0" fmla="*/ 22 w 69"/>
                  <a:gd name="T1" fmla="*/ 94 h 94"/>
                  <a:gd name="T2" fmla="*/ 21 w 69"/>
                  <a:gd name="T3" fmla="*/ 94 h 94"/>
                  <a:gd name="T4" fmla="*/ 0 w 69"/>
                  <a:gd name="T5" fmla="*/ 67 h 94"/>
                  <a:gd name="T6" fmla="*/ 0 w 69"/>
                  <a:gd name="T7" fmla="*/ 65 h 94"/>
                  <a:gd name="T8" fmla="*/ 66 w 69"/>
                  <a:gd name="T9" fmla="*/ 0 h 94"/>
                  <a:gd name="T10" fmla="*/ 68 w 69"/>
                  <a:gd name="T11" fmla="*/ 0 h 94"/>
                  <a:gd name="T12" fmla="*/ 69 w 69"/>
                  <a:gd name="T13" fmla="*/ 2 h 94"/>
                  <a:gd name="T14" fmla="*/ 23 w 69"/>
                  <a:gd name="T15" fmla="*/ 93 h 94"/>
                  <a:gd name="T16" fmla="*/ 22 w 69"/>
                  <a:gd name="T17" fmla="*/ 94 h 94"/>
                  <a:gd name="T18" fmla="*/ 4 w 69"/>
                  <a:gd name="T19" fmla="*/ 66 h 94"/>
                  <a:gd name="T20" fmla="*/ 22 w 69"/>
                  <a:gd name="T21" fmla="*/ 89 h 94"/>
                  <a:gd name="T22" fmla="*/ 61 w 69"/>
                  <a:gd name="T23" fmla="*/ 10 h 94"/>
                  <a:gd name="T24" fmla="*/ 4 w 69"/>
                  <a:gd name="T25" fmla="*/ 66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9" h="94">
                    <a:moveTo>
                      <a:pt x="22" y="94"/>
                    </a:moveTo>
                    <a:cubicBezTo>
                      <a:pt x="21" y="94"/>
                      <a:pt x="21" y="94"/>
                      <a:pt x="21" y="94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66"/>
                      <a:pt x="0" y="65"/>
                      <a:pt x="0" y="65"/>
                    </a:cubicBezTo>
                    <a:cubicBezTo>
                      <a:pt x="3" y="61"/>
                      <a:pt x="63" y="3"/>
                      <a:pt x="66" y="0"/>
                    </a:cubicBezTo>
                    <a:cubicBezTo>
                      <a:pt x="67" y="0"/>
                      <a:pt x="67" y="0"/>
                      <a:pt x="68" y="0"/>
                    </a:cubicBezTo>
                    <a:cubicBezTo>
                      <a:pt x="69" y="1"/>
                      <a:pt x="69" y="2"/>
                      <a:pt x="69" y="2"/>
                    </a:cubicBezTo>
                    <a:cubicBezTo>
                      <a:pt x="23" y="93"/>
                      <a:pt x="23" y="93"/>
                      <a:pt x="23" y="93"/>
                    </a:cubicBezTo>
                    <a:cubicBezTo>
                      <a:pt x="23" y="94"/>
                      <a:pt x="23" y="94"/>
                      <a:pt x="22" y="94"/>
                    </a:cubicBezTo>
                    <a:close/>
                    <a:moveTo>
                      <a:pt x="4" y="66"/>
                    </a:moveTo>
                    <a:cubicBezTo>
                      <a:pt x="22" y="89"/>
                      <a:pt x="22" y="89"/>
                      <a:pt x="22" y="89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40" y="30"/>
                      <a:pt x="10" y="60"/>
                      <a:pt x="4" y="6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7" name="Freeform 1050"/>
              <p:cNvSpPr>
                <a:spLocks noEditPoints="1"/>
              </p:cNvSpPr>
              <p:nvPr userDrawn="1"/>
            </p:nvSpPr>
            <p:spPr bwMode="auto">
              <a:xfrm>
                <a:off x="1532" y="814"/>
                <a:ext cx="76" cy="77"/>
              </a:xfrm>
              <a:custGeom>
                <a:avLst/>
                <a:gdLst>
                  <a:gd name="T0" fmla="*/ 2 w 61"/>
                  <a:gd name="T1" fmla="*/ 62 h 62"/>
                  <a:gd name="T2" fmla="*/ 0 w 61"/>
                  <a:gd name="T3" fmla="*/ 61 h 62"/>
                  <a:gd name="T4" fmla="*/ 0 w 61"/>
                  <a:gd name="T5" fmla="*/ 59 h 62"/>
                  <a:gd name="T6" fmla="*/ 37 w 61"/>
                  <a:gd name="T7" fmla="*/ 1 h 62"/>
                  <a:gd name="T8" fmla="*/ 39 w 61"/>
                  <a:gd name="T9" fmla="*/ 0 h 62"/>
                  <a:gd name="T10" fmla="*/ 40 w 61"/>
                  <a:gd name="T11" fmla="*/ 1 h 62"/>
                  <a:gd name="T12" fmla="*/ 60 w 61"/>
                  <a:gd name="T13" fmla="*/ 27 h 62"/>
                  <a:gd name="T14" fmla="*/ 61 w 61"/>
                  <a:gd name="T15" fmla="*/ 29 h 62"/>
                  <a:gd name="T16" fmla="*/ 60 w 61"/>
                  <a:gd name="T17" fmla="*/ 30 h 62"/>
                  <a:gd name="T18" fmla="*/ 2 w 61"/>
                  <a:gd name="T19" fmla="*/ 61 h 62"/>
                  <a:gd name="T20" fmla="*/ 2 w 61"/>
                  <a:gd name="T21" fmla="*/ 62 h 62"/>
                  <a:gd name="T22" fmla="*/ 39 w 61"/>
                  <a:gd name="T23" fmla="*/ 5 h 62"/>
                  <a:gd name="T24" fmla="*/ 6 w 61"/>
                  <a:gd name="T25" fmla="*/ 55 h 62"/>
                  <a:gd name="T26" fmla="*/ 56 w 61"/>
                  <a:gd name="T27" fmla="*/ 28 h 62"/>
                  <a:gd name="T28" fmla="*/ 39 w 61"/>
                  <a:gd name="T29" fmla="*/ 5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1" h="62">
                    <a:moveTo>
                      <a:pt x="2" y="62"/>
                    </a:moveTo>
                    <a:cubicBezTo>
                      <a:pt x="1" y="62"/>
                      <a:pt x="1" y="61"/>
                      <a:pt x="0" y="61"/>
                    </a:cubicBezTo>
                    <a:cubicBezTo>
                      <a:pt x="0" y="61"/>
                      <a:pt x="0" y="60"/>
                      <a:pt x="0" y="59"/>
                    </a:cubicBezTo>
                    <a:cubicBezTo>
                      <a:pt x="2" y="56"/>
                      <a:pt x="36" y="3"/>
                      <a:pt x="37" y="1"/>
                    </a:cubicBezTo>
                    <a:cubicBezTo>
                      <a:pt x="38" y="0"/>
                      <a:pt x="38" y="0"/>
                      <a:pt x="39" y="0"/>
                    </a:cubicBezTo>
                    <a:cubicBezTo>
                      <a:pt x="39" y="0"/>
                      <a:pt x="40" y="0"/>
                      <a:pt x="40" y="1"/>
                    </a:cubicBezTo>
                    <a:cubicBezTo>
                      <a:pt x="60" y="27"/>
                      <a:pt x="60" y="27"/>
                      <a:pt x="60" y="27"/>
                    </a:cubicBezTo>
                    <a:cubicBezTo>
                      <a:pt x="61" y="28"/>
                      <a:pt x="61" y="28"/>
                      <a:pt x="61" y="29"/>
                    </a:cubicBezTo>
                    <a:cubicBezTo>
                      <a:pt x="60" y="29"/>
                      <a:pt x="60" y="30"/>
                      <a:pt x="60" y="30"/>
                    </a:cubicBezTo>
                    <a:cubicBezTo>
                      <a:pt x="2" y="61"/>
                      <a:pt x="2" y="61"/>
                      <a:pt x="2" y="61"/>
                    </a:cubicBezTo>
                    <a:lnTo>
                      <a:pt x="2" y="62"/>
                    </a:lnTo>
                    <a:close/>
                    <a:moveTo>
                      <a:pt x="39" y="5"/>
                    </a:moveTo>
                    <a:cubicBezTo>
                      <a:pt x="30" y="18"/>
                      <a:pt x="13" y="44"/>
                      <a:pt x="6" y="55"/>
                    </a:cubicBezTo>
                    <a:cubicBezTo>
                      <a:pt x="56" y="28"/>
                      <a:pt x="56" y="28"/>
                      <a:pt x="56" y="28"/>
                    </a:cubicBezTo>
                    <a:lnTo>
                      <a:pt x="3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8" name="Freeform 1051"/>
              <p:cNvSpPr>
                <a:spLocks noEditPoints="1"/>
              </p:cNvSpPr>
              <p:nvPr userDrawn="1"/>
            </p:nvSpPr>
            <p:spPr bwMode="auto">
              <a:xfrm>
                <a:off x="1494" y="886"/>
                <a:ext cx="42" cy="113"/>
              </a:xfrm>
              <a:custGeom>
                <a:avLst/>
                <a:gdLst>
                  <a:gd name="T0" fmla="*/ 2 w 34"/>
                  <a:gd name="T1" fmla="*/ 91 h 91"/>
                  <a:gd name="T2" fmla="*/ 1 w 34"/>
                  <a:gd name="T3" fmla="*/ 90 h 91"/>
                  <a:gd name="T4" fmla="*/ 0 w 34"/>
                  <a:gd name="T5" fmla="*/ 89 h 91"/>
                  <a:gd name="T6" fmla="*/ 31 w 34"/>
                  <a:gd name="T7" fmla="*/ 1 h 91"/>
                  <a:gd name="T8" fmla="*/ 33 w 34"/>
                  <a:gd name="T9" fmla="*/ 0 h 91"/>
                  <a:gd name="T10" fmla="*/ 34 w 34"/>
                  <a:gd name="T11" fmla="*/ 2 h 91"/>
                  <a:gd name="T12" fmla="*/ 33 w 34"/>
                  <a:gd name="T13" fmla="*/ 74 h 91"/>
                  <a:gd name="T14" fmla="*/ 32 w 34"/>
                  <a:gd name="T15" fmla="*/ 75 h 91"/>
                  <a:gd name="T16" fmla="*/ 3 w 34"/>
                  <a:gd name="T17" fmla="*/ 91 h 91"/>
                  <a:gd name="T18" fmla="*/ 2 w 34"/>
                  <a:gd name="T19" fmla="*/ 91 h 91"/>
                  <a:gd name="T20" fmla="*/ 31 w 34"/>
                  <a:gd name="T21" fmla="*/ 12 h 91"/>
                  <a:gd name="T22" fmla="*/ 5 w 34"/>
                  <a:gd name="T23" fmla="*/ 86 h 91"/>
                  <a:gd name="T24" fmla="*/ 30 w 34"/>
                  <a:gd name="T25" fmla="*/ 73 h 91"/>
                  <a:gd name="T26" fmla="*/ 31 w 34"/>
                  <a:gd name="T27" fmla="*/ 12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4" h="91">
                    <a:moveTo>
                      <a:pt x="2" y="91"/>
                    </a:moveTo>
                    <a:cubicBezTo>
                      <a:pt x="2" y="91"/>
                      <a:pt x="1" y="91"/>
                      <a:pt x="1" y="90"/>
                    </a:cubicBezTo>
                    <a:cubicBezTo>
                      <a:pt x="0" y="90"/>
                      <a:pt x="0" y="89"/>
                      <a:pt x="0" y="89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1" y="1"/>
                      <a:pt x="32" y="0"/>
                      <a:pt x="33" y="0"/>
                    </a:cubicBezTo>
                    <a:cubicBezTo>
                      <a:pt x="34" y="0"/>
                      <a:pt x="34" y="1"/>
                      <a:pt x="34" y="2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5"/>
                      <a:pt x="32" y="75"/>
                    </a:cubicBezTo>
                    <a:cubicBezTo>
                      <a:pt x="3" y="91"/>
                      <a:pt x="3" y="91"/>
                      <a:pt x="3" y="91"/>
                    </a:cubicBezTo>
                    <a:lnTo>
                      <a:pt x="2" y="91"/>
                    </a:lnTo>
                    <a:close/>
                    <a:moveTo>
                      <a:pt x="31" y="12"/>
                    </a:moveTo>
                    <a:cubicBezTo>
                      <a:pt x="5" y="86"/>
                      <a:pt x="5" y="86"/>
                      <a:pt x="5" y="86"/>
                    </a:cubicBezTo>
                    <a:cubicBezTo>
                      <a:pt x="30" y="73"/>
                      <a:pt x="30" y="73"/>
                      <a:pt x="30" y="73"/>
                    </a:cubicBezTo>
                    <a:lnTo>
                      <a:pt x="31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09" name="Freeform 1052"/>
              <p:cNvSpPr>
                <a:spLocks noEditPoints="1"/>
              </p:cNvSpPr>
              <p:nvPr userDrawn="1"/>
            </p:nvSpPr>
            <p:spPr bwMode="auto">
              <a:xfrm>
                <a:off x="2168" y="695"/>
                <a:ext cx="110" cy="113"/>
              </a:xfrm>
              <a:custGeom>
                <a:avLst/>
                <a:gdLst>
                  <a:gd name="T0" fmla="*/ 64 w 89"/>
                  <a:gd name="T1" fmla="*/ 91 h 91"/>
                  <a:gd name="T2" fmla="*/ 63 w 89"/>
                  <a:gd name="T3" fmla="*/ 90 h 91"/>
                  <a:gd name="T4" fmla="*/ 0 w 89"/>
                  <a:gd name="T5" fmla="*/ 3 h 91"/>
                  <a:gd name="T6" fmla="*/ 0 w 89"/>
                  <a:gd name="T7" fmla="*/ 1 h 91"/>
                  <a:gd name="T8" fmla="*/ 2 w 89"/>
                  <a:gd name="T9" fmla="*/ 0 h 91"/>
                  <a:gd name="T10" fmla="*/ 88 w 89"/>
                  <a:gd name="T11" fmla="*/ 54 h 91"/>
                  <a:gd name="T12" fmla="*/ 89 w 89"/>
                  <a:gd name="T13" fmla="*/ 55 h 91"/>
                  <a:gd name="T14" fmla="*/ 89 w 89"/>
                  <a:gd name="T15" fmla="*/ 56 h 91"/>
                  <a:gd name="T16" fmla="*/ 66 w 89"/>
                  <a:gd name="T17" fmla="*/ 90 h 91"/>
                  <a:gd name="T18" fmla="*/ 64 w 89"/>
                  <a:gd name="T19" fmla="*/ 91 h 91"/>
                  <a:gd name="T20" fmla="*/ 8 w 89"/>
                  <a:gd name="T21" fmla="*/ 8 h 91"/>
                  <a:gd name="T22" fmla="*/ 64 w 89"/>
                  <a:gd name="T23" fmla="*/ 86 h 91"/>
                  <a:gd name="T24" fmla="*/ 85 w 89"/>
                  <a:gd name="T25" fmla="*/ 56 h 91"/>
                  <a:gd name="T26" fmla="*/ 8 w 89"/>
                  <a:gd name="T27" fmla="*/ 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91">
                    <a:moveTo>
                      <a:pt x="64" y="91"/>
                    </a:moveTo>
                    <a:cubicBezTo>
                      <a:pt x="64" y="91"/>
                      <a:pt x="63" y="90"/>
                      <a:pt x="63" y="9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4"/>
                      <a:pt x="89" y="54"/>
                      <a:pt x="89" y="55"/>
                    </a:cubicBezTo>
                    <a:cubicBezTo>
                      <a:pt x="89" y="55"/>
                      <a:pt x="89" y="56"/>
                      <a:pt x="89" y="56"/>
                    </a:cubicBezTo>
                    <a:cubicBezTo>
                      <a:pt x="66" y="90"/>
                      <a:pt x="66" y="90"/>
                      <a:pt x="66" y="90"/>
                    </a:cubicBezTo>
                    <a:cubicBezTo>
                      <a:pt x="65" y="90"/>
                      <a:pt x="65" y="91"/>
                      <a:pt x="64" y="91"/>
                    </a:cubicBezTo>
                    <a:close/>
                    <a:moveTo>
                      <a:pt x="8" y="8"/>
                    </a:moveTo>
                    <a:cubicBezTo>
                      <a:pt x="64" y="86"/>
                      <a:pt x="64" y="86"/>
                      <a:pt x="64" y="86"/>
                    </a:cubicBezTo>
                    <a:cubicBezTo>
                      <a:pt x="85" y="56"/>
                      <a:pt x="85" y="56"/>
                      <a:pt x="85" y="56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0" name="Freeform 1053"/>
              <p:cNvSpPr>
                <a:spLocks noEditPoints="1"/>
              </p:cNvSpPr>
              <p:nvPr userDrawn="1"/>
            </p:nvSpPr>
            <p:spPr bwMode="auto">
              <a:xfrm>
                <a:off x="2037" y="672"/>
                <a:ext cx="110" cy="55"/>
              </a:xfrm>
              <a:custGeom>
                <a:avLst/>
                <a:gdLst>
                  <a:gd name="T0" fmla="*/ 87 w 89"/>
                  <a:gd name="T1" fmla="*/ 45 h 45"/>
                  <a:gd name="T2" fmla="*/ 86 w 89"/>
                  <a:gd name="T3" fmla="*/ 45 h 45"/>
                  <a:gd name="T4" fmla="*/ 1 w 89"/>
                  <a:gd name="T5" fmla="*/ 7 h 45"/>
                  <a:gd name="T6" fmla="*/ 0 w 89"/>
                  <a:gd name="T7" fmla="*/ 5 h 45"/>
                  <a:gd name="T8" fmla="*/ 1 w 89"/>
                  <a:gd name="T9" fmla="*/ 4 h 45"/>
                  <a:gd name="T10" fmla="*/ 68 w 89"/>
                  <a:gd name="T11" fmla="*/ 0 h 45"/>
                  <a:gd name="T12" fmla="*/ 70 w 89"/>
                  <a:gd name="T13" fmla="*/ 1 h 45"/>
                  <a:gd name="T14" fmla="*/ 88 w 89"/>
                  <a:gd name="T15" fmla="*/ 43 h 45"/>
                  <a:gd name="T16" fmla="*/ 88 w 89"/>
                  <a:gd name="T17" fmla="*/ 45 h 45"/>
                  <a:gd name="T18" fmla="*/ 87 w 89"/>
                  <a:gd name="T19" fmla="*/ 45 h 45"/>
                  <a:gd name="T20" fmla="*/ 8 w 89"/>
                  <a:gd name="T21" fmla="*/ 7 h 45"/>
                  <a:gd name="T22" fmla="*/ 84 w 89"/>
                  <a:gd name="T23" fmla="*/ 40 h 45"/>
                  <a:gd name="T24" fmla="*/ 67 w 89"/>
                  <a:gd name="T25" fmla="*/ 3 h 45"/>
                  <a:gd name="T26" fmla="*/ 8 w 89"/>
                  <a:gd name="T27" fmla="*/ 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45">
                    <a:moveTo>
                      <a:pt x="87" y="45"/>
                    </a:moveTo>
                    <a:cubicBezTo>
                      <a:pt x="86" y="45"/>
                      <a:pt x="86" y="45"/>
                      <a:pt x="86" y="4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7"/>
                      <a:pt x="0" y="6"/>
                      <a:pt x="0" y="5"/>
                    </a:cubicBezTo>
                    <a:cubicBezTo>
                      <a:pt x="0" y="4"/>
                      <a:pt x="0" y="4"/>
                      <a:pt x="1" y="4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9" y="0"/>
                      <a:pt x="70" y="0"/>
                      <a:pt x="70" y="1"/>
                    </a:cubicBezTo>
                    <a:cubicBezTo>
                      <a:pt x="88" y="43"/>
                      <a:pt x="88" y="43"/>
                      <a:pt x="88" y="43"/>
                    </a:cubicBezTo>
                    <a:cubicBezTo>
                      <a:pt x="89" y="44"/>
                      <a:pt x="89" y="45"/>
                      <a:pt x="88" y="45"/>
                    </a:cubicBezTo>
                    <a:cubicBezTo>
                      <a:pt x="88" y="45"/>
                      <a:pt x="87" y="45"/>
                      <a:pt x="87" y="45"/>
                    </a:cubicBezTo>
                    <a:close/>
                    <a:moveTo>
                      <a:pt x="8" y="7"/>
                    </a:moveTo>
                    <a:cubicBezTo>
                      <a:pt x="84" y="40"/>
                      <a:pt x="84" y="40"/>
                      <a:pt x="84" y="40"/>
                    </a:cubicBezTo>
                    <a:cubicBezTo>
                      <a:pt x="67" y="3"/>
                      <a:pt x="67" y="3"/>
                      <a:pt x="67" y="3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1" name="Freeform 1054"/>
              <p:cNvSpPr>
                <a:spLocks noEditPoints="1"/>
              </p:cNvSpPr>
              <p:nvPr userDrawn="1"/>
            </p:nvSpPr>
            <p:spPr bwMode="auto">
              <a:xfrm>
                <a:off x="2324" y="870"/>
                <a:ext cx="74" cy="105"/>
              </a:xfrm>
              <a:custGeom>
                <a:avLst/>
                <a:gdLst>
                  <a:gd name="T0" fmla="*/ 58 w 60"/>
                  <a:gd name="T1" fmla="*/ 85 h 85"/>
                  <a:gd name="T2" fmla="*/ 57 w 60"/>
                  <a:gd name="T3" fmla="*/ 85 h 85"/>
                  <a:gd name="T4" fmla="*/ 1 w 60"/>
                  <a:gd name="T5" fmla="*/ 40 h 85"/>
                  <a:gd name="T6" fmla="*/ 0 w 60"/>
                  <a:gd name="T7" fmla="*/ 39 h 85"/>
                  <a:gd name="T8" fmla="*/ 1 w 60"/>
                  <a:gd name="T9" fmla="*/ 37 h 85"/>
                  <a:gd name="T10" fmla="*/ 48 w 60"/>
                  <a:gd name="T11" fmla="*/ 0 h 85"/>
                  <a:gd name="T12" fmla="*/ 50 w 60"/>
                  <a:gd name="T13" fmla="*/ 0 h 85"/>
                  <a:gd name="T14" fmla="*/ 51 w 60"/>
                  <a:gd name="T15" fmla="*/ 1 h 85"/>
                  <a:gd name="T16" fmla="*/ 59 w 60"/>
                  <a:gd name="T17" fmla="*/ 83 h 85"/>
                  <a:gd name="T18" fmla="*/ 59 w 60"/>
                  <a:gd name="T19" fmla="*/ 85 h 85"/>
                  <a:gd name="T20" fmla="*/ 58 w 60"/>
                  <a:gd name="T21" fmla="*/ 85 h 85"/>
                  <a:gd name="T22" fmla="*/ 5 w 60"/>
                  <a:gd name="T23" fmla="*/ 39 h 85"/>
                  <a:gd name="T24" fmla="*/ 56 w 60"/>
                  <a:gd name="T25" fmla="*/ 79 h 85"/>
                  <a:gd name="T26" fmla="*/ 48 w 60"/>
                  <a:gd name="T27" fmla="*/ 5 h 85"/>
                  <a:gd name="T28" fmla="*/ 5 w 60"/>
                  <a:gd name="T29" fmla="*/ 3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0" h="85">
                    <a:moveTo>
                      <a:pt x="58" y="85"/>
                    </a:moveTo>
                    <a:cubicBezTo>
                      <a:pt x="57" y="85"/>
                      <a:pt x="57" y="85"/>
                      <a:pt x="57" y="85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0" y="38"/>
                      <a:pt x="0" y="38"/>
                      <a:pt x="1" y="37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9" y="0"/>
                      <a:pt x="49" y="0"/>
                      <a:pt x="50" y="0"/>
                    </a:cubicBezTo>
                    <a:cubicBezTo>
                      <a:pt x="51" y="0"/>
                      <a:pt x="51" y="1"/>
                      <a:pt x="51" y="1"/>
                    </a:cubicBezTo>
                    <a:cubicBezTo>
                      <a:pt x="59" y="83"/>
                      <a:pt x="59" y="83"/>
                      <a:pt x="59" y="83"/>
                    </a:cubicBezTo>
                    <a:cubicBezTo>
                      <a:pt x="60" y="84"/>
                      <a:pt x="59" y="84"/>
                      <a:pt x="59" y="85"/>
                    </a:cubicBezTo>
                    <a:lnTo>
                      <a:pt x="58" y="85"/>
                    </a:lnTo>
                    <a:close/>
                    <a:moveTo>
                      <a:pt x="5" y="39"/>
                    </a:moveTo>
                    <a:cubicBezTo>
                      <a:pt x="56" y="79"/>
                      <a:pt x="56" y="79"/>
                      <a:pt x="56" y="79"/>
                    </a:cubicBezTo>
                    <a:cubicBezTo>
                      <a:pt x="48" y="5"/>
                      <a:pt x="48" y="5"/>
                      <a:pt x="48" y="5"/>
                    </a:cubicBezTo>
                    <a:lnTo>
                      <a:pt x="5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2" name="Freeform 1055"/>
              <p:cNvSpPr>
                <a:spLocks noEditPoints="1"/>
              </p:cNvSpPr>
              <p:nvPr userDrawn="1"/>
            </p:nvSpPr>
            <p:spPr bwMode="auto">
              <a:xfrm>
                <a:off x="1916" y="643"/>
                <a:ext cx="138" cy="98"/>
              </a:xfrm>
              <a:custGeom>
                <a:avLst/>
                <a:gdLst>
                  <a:gd name="T0" fmla="*/ 110 w 112"/>
                  <a:gd name="T1" fmla="*/ 79 h 79"/>
                  <a:gd name="T2" fmla="*/ 109 w 112"/>
                  <a:gd name="T3" fmla="*/ 79 h 79"/>
                  <a:gd name="T4" fmla="*/ 1 w 112"/>
                  <a:gd name="T5" fmla="*/ 3 h 79"/>
                  <a:gd name="T6" fmla="*/ 0 w 112"/>
                  <a:gd name="T7" fmla="*/ 1 h 79"/>
                  <a:gd name="T8" fmla="*/ 2 w 112"/>
                  <a:gd name="T9" fmla="*/ 0 h 79"/>
                  <a:gd name="T10" fmla="*/ 100 w 112"/>
                  <a:gd name="T11" fmla="*/ 27 h 79"/>
                  <a:gd name="T12" fmla="*/ 101 w 112"/>
                  <a:gd name="T13" fmla="*/ 28 h 79"/>
                  <a:gd name="T14" fmla="*/ 112 w 112"/>
                  <a:gd name="T15" fmla="*/ 77 h 79"/>
                  <a:gd name="T16" fmla="*/ 111 w 112"/>
                  <a:gd name="T17" fmla="*/ 79 h 79"/>
                  <a:gd name="T18" fmla="*/ 110 w 112"/>
                  <a:gd name="T19" fmla="*/ 79 h 79"/>
                  <a:gd name="T20" fmla="*/ 11 w 112"/>
                  <a:gd name="T21" fmla="*/ 6 h 79"/>
                  <a:gd name="T22" fmla="*/ 108 w 112"/>
                  <a:gd name="T23" fmla="*/ 73 h 79"/>
                  <a:gd name="T24" fmla="*/ 98 w 112"/>
                  <a:gd name="T25" fmla="*/ 30 h 79"/>
                  <a:gd name="T26" fmla="*/ 11 w 112"/>
                  <a:gd name="T27" fmla="*/ 6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2" h="79">
                    <a:moveTo>
                      <a:pt x="110" y="79"/>
                    </a:moveTo>
                    <a:cubicBezTo>
                      <a:pt x="109" y="79"/>
                      <a:pt x="109" y="79"/>
                      <a:pt x="109" y="79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27"/>
                      <a:pt x="101" y="27"/>
                      <a:pt x="101" y="28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8"/>
                      <a:pt x="112" y="78"/>
                      <a:pt x="111" y="79"/>
                    </a:cubicBezTo>
                    <a:lnTo>
                      <a:pt x="110" y="79"/>
                    </a:lnTo>
                    <a:close/>
                    <a:moveTo>
                      <a:pt x="11" y="6"/>
                    </a:moveTo>
                    <a:cubicBezTo>
                      <a:pt x="108" y="73"/>
                      <a:pt x="108" y="73"/>
                      <a:pt x="108" y="73"/>
                    </a:cubicBezTo>
                    <a:cubicBezTo>
                      <a:pt x="98" y="30"/>
                      <a:pt x="98" y="30"/>
                      <a:pt x="98" y="30"/>
                    </a:cubicBez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3" name="Freeform 1056"/>
              <p:cNvSpPr>
                <a:spLocks noEditPoints="1"/>
              </p:cNvSpPr>
              <p:nvPr userDrawn="1"/>
            </p:nvSpPr>
            <p:spPr bwMode="auto">
              <a:xfrm>
                <a:off x="1749" y="678"/>
                <a:ext cx="95" cy="59"/>
              </a:xfrm>
              <a:custGeom>
                <a:avLst/>
                <a:gdLst>
                  <a:gd name="T0" fmla="*/ 2 w 77"/>
                  <a:gd name="T1" fmla="*/ 48 h 48"/>
                  <a:gd name="T2" fmla="*/ 1 w 77"/>
                  <a:gd name="T3" fmla="*/ 48 h 48"/>
                  <a:gd name="T4" fmla="*/ 0 w 77"/>
                  <a:gd name="T5" fmla="*/ 46 h 48"/>
                  <a:gd name="T6" fmla="*/ 8 w 77"/>
                  <a:gd name="T7" fmla="*/ 2 h 48"/>
                  <a:gd name="T8" fmla="*/ 10 w 77"/>
                  <a:gd name="T9" fmla="*/ 0 h 48"/>
                  <a:gd name="T10" fmla="*/ 76 w 77"/>
                  <a:gd name="T11" fmla="*/ 6 h 48"/>
                  <a:gd name="T12" fmla="*/ 77 w 77"/>
                  <a:gd name="T13" fmla="*/ 7 h 48"/>
                  <a:gd name="T14" fmla="*/ 76 w 77"/>
                  <a:gd name="T15" fmla="*/ 9 h 48"/>
                  <a:gd name="T16" fmla="*/ 3 w 77"/>
                  <a:gd name="T17" fmla="*/ 48 h 48"/>
                  <a:gd name="T18" fmla="*/ 2 w 77"/>
                  <a:gd name="T19" fmla="*/ 48 h 48"/>
                  <a:gd name="T20" fmla="*/ 11 w 77"/>
                  <a:gd name="T21" fmla="*/ 4 h 48"/>
                  <a:gd name="T22" fmla="*/ 4 w 77"/>
                  <a:gd name="T23" fmla="*/ 43 h 48"/>
                  <a:gd name="T24" fmla="*/ 70 w 77"/>
                  <a:gd name="T25" fmla="*/ 9 h 48"/>
                  <a:gd name="T26" fmla="*/ 11 w 77"/>
                  <a:gd name="T27" fmla="*/ 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7" h="48">
                    <a:moveTo>
                      <a:pt x="2" y="48"/>
                    </a:moveTo>
                    <a:cubicBezTo>
                      <a:pt x="1" y="48"/>
                      <a:pt x="1" y="48"/>
                      <a:pt x="1" y="48"/>
                    </a:cubicBezTo>
                    <a:cubicBezTo>
                      <a:pt x="0" y="48"/>
                      <a:pt x="0" y="47"/>
                      <a:pt x="0" y="46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9" y="0"/>
                      <a:pt x="10" y="0"/>
                    </a:cubicBezTo>
                    <a:cubicBezTo>
                      <a:pt x="76" y="6"/>
                      <a:pt x="76" y="6"/>
                      <a:pt x="76" y="6"/>
                    </a:cubicBezTo>
                    <a:cubicBezTo>
                      <a:pt x="76" y="6"/>
                      <a:pt x="77" y="6"/>
                      <a:pt x="77" y="7"/>
                    </a:cubicBezTo>
                    <a:cubicBezTo>
                      <a:pt x="77" y="8"/>
                      <a:pt x="77" y="9"/>
                      <a:pt x="76" y="9"/>
                    </a:cubicBezTo>
                    <a:cubicBezTo>
                      <a:pt x="3" y="48"/>
                      <a:pt x="3" y="48"/>
                      <a:pt x="3" y="48"/>
                    </a:cubicBezTo>
                    <a:lnTo>
                      <a:pt x="2" y="48"/>
                    </a:lnTo>
                    <a:close/>
                    <a:moveTo>
                      <a:pt x="11" y="4"/>
                    </a:moveTo>
                    <a:cubicBezTo>
                      <a:pt x="4" y="43"/>
                      <a:pt x="4" y="43"/>
                      <a:pt x="4" y="43"/>
                    </a:cubicBezTo>
                    <a:cubicBezTo>
                      <a:pt x="70" y="9"/>
                      <a:pt x="70" y="9"/>
                      <a:pt x="70" y="9"/>
                    </a:cubicBez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4" name="Freeform 1057"/>
              <p:cNvSpPr>
                <a:spLocks noEditPoints="1"/>
              </p:cNvSpPr>
              <p:nvPr userDrawn="1"/>
            </p:nvSpPr>
            <p:spPr bwMode="auto">
              <a:xfrm>
                <a:off x="1658" y="734"/>
                <a:ext cx="96" cy="102"/>
              </a:xfrm>
              <a:custGeom>
                <a:avLst/>
                <a:gdLst>
                  <a:gd name="T0" fmla="*/ 12 w 77"/>
                  <a:gd name="T1" fmla="*/ 83 h 83"/>
                  <a:gd name="T2" fmla="*/ 11 w 77"/>
                  <a:gd name="T3" fmla="*/ 83 h 83"/>
                  <a:gd name="T4" fmla="*/ 10 w 77"/>
                  <a:gd name="T5" fmla="*/ 81 h 83"/>
                  <a:gd name="T6" fmla="*/ 0 w 77"/>
                  <a:gd name="T7" fmla="*/ 3 h 83"/>
                  <a:gd name="T8" fmla="*/ 1 w 77"/>
                  <a:gd name="T9" fmla="*/ 2 h 83"/>
                  <a:gd name="T10" fmla="*/ 2 w 77"/>
                  <a:gd name="T11" fmla="*/ 1 h 83"/>
                  <a:gd name="T12" fmla="*/ 75 w 77"/>
                  <a:gd name="T13" fmla="*/ 0 h 83"/>
                  <a:gd name="T14" fmla="*/ 76 w 77"/>
                  <a:gd name="T15" fmla="*/ 1 h 83"/>
                  <a:gd name="T16" fmla="*/ 76 w 77"/>
                  <a:gd name="T17" fmla="*/ 3 h 83"/>
                  <a:gd name="T18" fmla="*/ 13 w 77"/>
                  <a:gd name="T19" fmla="*/ 82 h 83"/>
                  <a:gd name="T20" fmla="*/ 12 w 77"/>
                  <a:gd name="T21" fmla="*/ 83 h 83"/>
                  <a:gd name="T22" fmla="*/ 4 w 77"/>
                  <a:gd name="T23" fmla="*/ 4 h 83"/>
                  <a:gd name="T24" fmla="*/ 13 w 77"/>
                  <a:gd name="T25" fmla="*/ 77 h 83"/>
                  <a:gd name="T26" fmla="*/ 71 w 77"/>
                  <a:gd name="T27" fmla="*/ 3 h 83"/>
                  <a:gd name="T28" fmla="*/ 4 w 77"/>
                  <a:gd name="T29" fmla="*/ 4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7" h="83">
                    <a:moveTo>
                      <a:pt x="12" y="83"/>
                    </a:moveTo>
                    <a:cubicBezTo>
                      <a:pt x="11" y="83"/>
                      <a:pt x="11" y="83"/>
                      <a:pt x="11" y="83"/>
                    </a:cubicBezTo>
                    <a:cubicBezTo>
                      <a:pt x="11" y="83"/>
                      <a:pt x="10" y="82"/>
                      <a:pt x="10" y="81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75" y="0"/>
                      <a:pt x="76" y="0"/>
                      <a:pt x="76" y="1"/>
                    </a:cubicBezTo>
                    <a:cubicBezTo>
                      <a:pt x="77" y="1"/>
                      <a:pt x="77" y="2"/>
                      <a:pt x="76" y="3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3" y="83"/>
                      <a:pt x="12" y="83"/>
                      <a:pt x="12" y="83"/>
                    </a:cubicBezTo>
                    <a:close/>
                    <a:moveTo>
                      <a:pt x="4" y="4"/>
                    </a:moveTo>
                    <a:cubicBezTo>
                      <a:pt x="13" y="77"/>
                      <a:pt x="13" y="77"/>
                      <a:pt x="13" y="77"/>
                    </a:cubicBezTo>
                    <a:cubicBezTo>
                      <a:pt x="71" y="3"/>
                      <a:pt x="71" y="3"/>
                      <a:pt x="71" y="3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5" name="Freeform 1058"/>
              <p:cNvSpPr>
                <a:spLocks noEditPoints="1"/>
              </p:cNvSpPr>
              <p:nvPr userDrawn="1"/>
            </p:nvSpPr>
            <p:spPr bwMode="auto">
              <a:xfrm>
                <a:off x="1603" y="735"/>
                <a:ext cx="72" cy="116"/>
              </a:xfrm>
              <a:custGeom>
                <a:avLst/>
                <a:gdLst>
                  <a:gd name="T0" fmla="*/ 2 w 58"/>
                  <a:gd name="T1" fmla="*/ 94 h 94"/>
                  <a:gd name="T2" fmla="*/ 1 w 58"/>
                  <a:gd name="T3" fmla="*/ 94 h 94"/>
                  <a:gd name="T4" fmla="*/ 0 w 58"/>
                  <a:gd name="T5" fmla="*/ 92 h 94"/>
                  <a:gd name="T6" fmla="*/ 46 w 58"/>
                  <a:gd name="T7" fmla="*/ 1 h 94"/>
                  <a:gd name="T8" fmla="*/ 47 w 58"/>
                  <a:gd name="T9" fmla="*/ 0 h 94"/>
                  <a:gd name="T10" fmla="*/ 49 w 58"/>
                  <a:gd name="T11" fmla="*/ 1 h 94"/>
                  <a:gd name="T12" fmla="*/ 58 w 58"/>
                  <a:gd name="T13" fmla="*/ 80 h 94"/>
                  <a:gd name="T14" fmla="*/ 57 w 58"/>
                  <a:gd name="T15" fmla="*/ 82 h 94"/>
                  <a:gd name="T16" fmla="*/ 2 w 58"/>
                  <a:gd name="T17" fmla="*/ 94 h 94"/>
                  <a:gd name="T18" fmla="*/ 46 w 58"/>
                  <a:gd name="T19" fmla="*/ 7 h 94"/>
                  <a:gd name="T20" fmla="*/ 5 w 58"/>
                  <a:gd name="T21" fmla="*/ 90 h 94"/>
                  <a:gd name="T22" fmla="*/ 55 w 58"/>
                  <a:gd name="T23" fmla="*/ 79 h 94"/>
                  <a:gd name="T24" fmla="*/ 46 w 58"/>
                  <a:gd name="T25" fmla="*/ 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8" h="94">
                    <a:moveTo>
                      <a:pt x="2" y="94"/>
                    </a:moveTo>
                    <a:cubicBezTo>
                      <a:pt x="1" y="94"/>
                      <a:pt x="1" y="94"/>
                      <a:pt x="1" y="94"/>
                    </a:cubicBezTo>
                    <a:cubicBezTo>
                      <a:pt x="0" y="93"/>
                      <a:pt x="0" y="92"/>
                      <a:pt x="0" y="9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0"/>
                      <a:pt x="47" y="0"/>
                      <a:pt x="47" y="0"/>
                    </a:cubicBezTo>
                    <a:cubicBezTo>
                      <a:pt x="48" y="0"/>
                      <a:pt x="49" y="1"/>
                      <a:pt x="49" y="1"/>
                    </a:cubicBezTo>
                    <a:cubicBezTo>
                      <a:pt x="58" y="80"/>
                      <a:pt x="58" y="80"/>
                      <a:pt x="58" y="80"/>
                    </a:cubicBezTo>
                    <a:cubicBezTo>
                      <a:pt x="58" y="81"/>
                      <a:pt x="58" y="82"/>
                      <a:pt x="57" y="82"/>
                    </a:cubicBezTo>
                    <a:cubicBezTo>
                      <a:pt x="2" y="94"/>
                      <a:pt x="2" y="94"/>
                      <a:pt x="2" y="94"/>
                    </a:cubicBezTo>
                    <a:close/>
                    <a:moveTo>
                      <a:pt x="46" y="7"/>
                    </a:moveTo>
                    <a:cubicBezTo>
                      <a:pt x="5" y="90"/>
                      <a:pt x="5" y="90"/>
                      <a:pt x="5" y="90"/>
                    </a:cubicBezTo>
                    <a:cubicBezTo>
                      <a:pt x="55" y="79"/>
                      <a:pt x="55" y="79"/>
                      <a:pt x="55" y="79"/>
                    </a:cubicBezTo>
                    <a:lnTo>
                      <a:pt x="46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6" name="Freeform 1059"/>
              <p:cNvSpPr>
                <a:spLocks noEditPoints="1"/>
              </p:cNvSpPr>
              <p:nvPr userDrawn="1"/>
            </p:nvSpPr>
            <p:spPr bwMode="auto">
              <a:xfrm>
                <a:off x="1532" y="848"/>
                <a:ext cx="86" cy="64"/>
              </a:xfrm>
              <a:custGeom>
                <a:avLst/>
                <a:gdLst>
                  <a:gd name="T0" fmla="*/ 68 w 69"/>
                  <a:gd name="T1" fmla="*/ 52 h 52"/>
                  <a:gd name="T2" fmla="*/ 67 w 69"/>
                  <a:gd name="T3" fmla="*/ 52 h 52"/>
                  <a:gd name="T4" fmla="*/ 1 w 69"/>
                  <a:gd name="T5" fmla="*/ 35 h 52"/>
                  <a:gd name="T6" fmla="*/ 0 w 69"/>
                  <a:gd name="T7" fmla="*/ 33 h 52"/>
                  <a:gd name="T8" fmla="*/ 1 w 69"/>
                  <a:gd name="T9" fmla="*/ 31 h 52"/>
                  <a:gd name="T10" fmla="*/ 58 w 69"/>
                  <a:gd name="T11" fmla="*/ 0 h 52"/>
                  <a:gd name="T12" fmla="*/ 60 w 69"/>
                  <a:gd name="T13" fmla="*/ 0 h 52"/>
                  <a:gd name="T14" fmla="*/ 61 w 69"/>
                  <a:gd name="T15" fmla="*/ 1 h 52"/>
                  <a:gd name="T16" fmla="*/ 69 w 69"/>
                  <a:gd name="T17" fmla="*/ 50 h 52"/>
                  <a:gd name="T18" fmla="*/ 69 w 69"/>
                  <a:gd name="T19" fmla="*/ 52 h 52"/>
                  <a:gd name="T20" fmla="*/ 68 w 69"/>
                  <a:gd name="T21" fmla="*/ 52 h 52"/>
                  <a:gd name="T22" fmla="*/ 6 w 69"/>
                  <a:gd name="T23" fmla="*/ 32 h 52"/>
                  <a:gd name="T24" fmla="*/ 65 w 69"/>
                  <a:gd name="T25" fmla="*/ 48 h 52"/>
                  <a:gd name="T26" fmla="*/ 58 w 69"/>
                  <a:gd name="T27" fmla="*/ 4 h 52"/>
                  <a:gd name="T28" fmla="*/ 6 w 69"/>
                  <a:gd name="T29" fmla="*/ 3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52">
                    <a:moveTo>
                      <a:pt x="68" y="52"/>
                    </a:moveTo>
                    <a:cubicBezTo>
                      <a:pt x="67" y="52"/>
                      <a:pt x="67" y="52"/>
                      <a:pt x="67" y="52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34"/>
                      <a:pt x="0" y="34"/>
                      <a:pt x="0" y="33"/>
                    </a:cubicBezTo>
                    <a:cubicBezTo>
                      <a:pt x="0" y="32"/>
                      <a:pt x="0" y="32"/>
                      <a:pt x="1" y="31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9" y="0"/>
                      <a:pt x="59" y="0"/>
                      <a:pt x="60" y="0"/>
                    </a:cubicBezTo>
                    <a:cubicBezTo>
                      <a:pt x="60" y="0"/>
                      <a:pt x="60" y="1"/>
                      <a:pt x="61" y="1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51"/>
                      <a:pt x="69" y="51"/>
                      <a:pt x="69" y="52"/>
                    </a:cubicBezTo>
                    <a:cubicBezTo>
                      <a:pt x="68" y="52"/>
                      <a:pt x="68" y="52"/>
                      <a:pt x="68" y="52"/>
                    </a:cubicBezTo>
                    <a:close/>
                    <a:moveTo>
                      <a:pt x="6" y="32"/>
                    </a:moveTo>
                    <a:cubicBezTo>
                      <a:pt x="65" y="48"/>
                      <a:pt x="65" y="48"/>
                      <a:pt x="65" y="48"/>
                    </a:cubicBezTo>
                    <a:cubicBezTo>
                      <a:pt x="58" y="4"/>
                      <a:pt x="58" y="4"/>
                      <a:pt x="58" y="4"/>
                    </a:cubicBezTo>
                    <a:lnTo>
                      <a:pt x="6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7" name="Freeform 1060"/>
              <p:cNvSpPr>
                <a:spLocks noEditPoints="1"/>
              </p:cNvSpPr>
              <p:nvPr userDrawn="1"/>
            </p:nvSpPr>
            <p:spPr bwMode="auto">
              <a:xfrm>
                <a:off x="1531" y="886"/>
                <a:ext cx="87" cy="94"/>
              </a:xfrm>
              <a:custGeom>
                <a:avLst/>
                <a:gdLst>
                  <a:gd name="T0" fmla="*/ 1 w 70"/>
                  <a:gd name="T1" fmla="*/ 76 h 76"/>
                  <a:gd name="T2" fmla="*/ 1 w 70"/>
                  <a:gd name="T3" fmla="*/ 75 h 76"/>
                  <a:gd name="T4" fmla="*/ 0 w 70"/>
                  <a:gd name="T5" fmla="*/ 74 h 76"/>
                  <a:gd name="T6" fmla="*/ 1 w 70"/>
                  <a:gd name="T7" fmla="*/ 2 h 76"/>
                  <a:gd name="T8" fmla="*/ 2 w 70"/>
                  <a:gd name="T9" fmla="*/ 1 h 76"/>
                  <a:gd name="T10" fmla="*/ 3 w 70"/>
                  <a:gd name="T11" fmla="*/ 0 h 76"/>
                  <a:gd name="T12" fmla="*/ 69 w 70"/>
                  <a:gd name="T13" fmla="*/ 18 h 76"/>
                  <a:gd name="T14" fmla="*/ 70 w 70"/>
                  <a:gd name="T15" fmla="*/ 19 h 76"/>
                  <a:gd name="T16" fmla="*/ 70 w 70"/>
                  <a:gd name="T17" fmla="*/ 21 h 76"/>
                  <a:gd name="T18" fmla="*/ 3 w 70"/>
                  <a:gd name="T19" fmla="*/ 75 h 76"/>
                  <a:gd name="T20" fmla="*/ 1 w 70"/>
                  <a:gd name="T21" fmla="*/ 76 h 76"/>
                  <a:gd name="T22" fmla="*/ 4 w 70"/>
                  <a:gd name="T23" fmla="*/ 4 h 76"/>
                  <a:gd name="T24" fmla="*/ 3 w 70"/>
                  <a:gd name="T25" fmla="*/ 70 h 76"/>
                  <a:gd name="T26" fmla="*/ 65 w 70"/>
                  <a:gd name="T27" fmla="*/ 20 h 76"/>
                  <a:gd name="T28" fmla="*/ 4 w 70"/>
                  <a:gd name="T2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0" h="76">
                    <a:moveTo>
                      <a:pt x="1" y="76"/>
                    </a:moveTo>
                    <a:cubicBezTo>
                      <a:pt x="1" y="75"/>
                      <a:pt x="1" y="75"/>
                      <a:pt x="1" y="75"/>
                    </a:cubicBezTo>
                    <a:cubicBezTo>
                      <a:pt x="0" y="75"/>
                      <a:pt x="0" y="74"/>
                      <a:pt x="0" y="74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69" y="18"/>
                      <a:pt x="69" y="18"/>
                      <a:pt x="69" y="18"/>
                    </a:cubicBezTo>
                    <a:cubicBezTo>
                      <a:pt x="70" y="18"/>
                      <a:pt x="70" y="19"/>
                      <a:pt x="70" y="19"/>
                    </a:cubicBezTo>
                    <a:cubicBezTo>
                      <a:pt x="70" y="20"/>
                      <a:pt x="70" y="21"/>
                      <a:pt x="70" y="21"/>
                    </a:cubicBezTo>
                    <a:cubicBezTo>
                      <a:pt x="3" y="75"/>
                      <a:pt x="3" y="75"/>
                      <a:pt x="3" y="75"/>
                    </a:cubicBezTo>
                    <a:cubicBezTo>
                      <a:pt x="2" y="75"/>
                      <a:pt x="2" y="76"/>
                      <a:pt x="1" y="76"/>
                    </a:cubicBezTo>
                    <a:close/>
                    <a:moveTo>
                      <a:pt x="4" y="4"/>
                    </a:moveTo>
                    <a:cubicBezTo>
                      <a:pt x="3" y="70"/>
                      <a:pt x="3" y="70"/>
                      <a:pt x="3" y="70"/>
                    </a:cubicBezTo>
                    <a:cubicBezTo>
                      <a:pt x="65" y="20"/>
                      <a:pt x="65" y="20"/>
                      <a:pt x="65" y="20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8" name="Freeform 1061"/>
              <p:cNvSpPr>
                <a:spLocks noEditPoints="1"/>
              </p:cNvSpPr>
              <p:nvPr userDrawn="1"/>
            </p:nvSpPr>
            <p:spPr bwMode="auto">
              <a:xfrm>
                <a:off x="1609" y="703"/>
                <a:ext cx="145" cy="85"/>
              </a:xfrm>
              <a:custGeom>
                <a:avLst/>
                <a:gdLst>
                  <a:gd name="T0" fmla="*/ 2 w 117"/>
                  <a:gd name="T1" fmla="*/ 69 h 69"/>
                  <a:gd name="T2" fmla="*/ 0 w 117"/>
                  <a:gd name="T3" fmla="*/ 68 h 69"/>
                  <a:gd name="T4" fmla="*/ 1 w 117"/>
                  <a:gd name="T5" fmla="*/ 66 h 69"/>
                  <a:gd name="T6" fmla="*/ 86 w 117"/>
                  <a:gd name="T7" fmla="*/ 1 h 69"/>
                  <a:gd name="T8" fmla="*/ 88 w 117"/>
                  <a:gd name="T9" fmla="*/ 1 h 69"/>
                  <a:gd name="T10" fmla="*/ 116 w 117"/>
                  <a:gd name="T11" fmla="*/ 25 h 69"/>
                  <a:gd name="T12" fmla="*/ 117 w 117"/>
                  <a:gd name="T13" fmla="*/ 27 h 69"/>
                  <a:gd name="T14" fmla="*/ 115 w 117"/>
                  <a:gd name="T15" fmla="*/ 28 h 69"/>
                  <a:gd name="T16" fmla="*/ 2 w 117"/>
                  <a:gd name="T17" fmla="*/ 69 h 69"/>
                  <a:gd name="T18" fmla="*/ 87 w 117"/>
                  <a:gd name="T19" fmla="*/ 4 h 69"/>
                  <a:gd name="T20" fmla="*/ 11 w 117"/>
                  <a:gd name="T21" fmla="*/ 62 h 69"/>
                  <a:gd name="T22" fmla="*/ 112 w 117"/>
                  <a:gd name="T23" fmla="*/ 26 h 69"/>
                  <a:gd name="T24" fmla="*/ 87 w 117"/>
                  <a:gd name="T25" fmla="*/ 4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7" h="69">
                    <a:moveTo>
                      <a:pt x="2" y="69"/>
                    </a:moveTo>
                    <a:cubicBezTo>
                      <a:pt x="1" y="69"/>
                      <a:pt x="0" y="68"/>
                      <a:pt x="0" y="68"/>
                    </a:cubicBezTo>
                    <a:cubicBezTo>
                      <a:pt x="0" y="67"/>
                      <a:pt x="0" y="66"/>
                      <a:pt x="1" y="66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7" y="0"/>
                      <a:pt x="87" y="0"/>
                      <a:pt x="88" y="1"/>
                    </a:cubicBezTo>
                    <a:cubicBezTo>
                      <a:pt x="116" y="25"/>
                      <a:pt x="116" y="25"/>
                      <a:pt x="116" y="25"/>
                    </a:cubicBezTo>
                    <a:cubicBezTo>
                      <a:pt x="116" y="26"/>
                      <a:pt x="117" y="26"/>
                      <a:pt x="117" y="27"/>
                    </a:cubicBezTo>
                    <a:cubicBezTo>
                      <a:pt x="116" y="27"/>
                      <a:pt x="116" y="28"/>
                      <a:pt x="115" y="28"/>
                    </a:cubicBezTo>
                    <a:cubicBezTo>
                      <a:pt x="2" y="69"/>
                      <a:pt x="2" y="69"/>
                      <a:pt x="2" y="69"/>
                    </a:cubicBezTo>
                    <a:close/>
                    <a:moveTo>
                      <a:pt x="87" y="4"/>
                    </a:moveTo>
                    <a:cubicBezTo>
                      <a:pt x="11" y="62"/>
                      <a:pt x="11" y="62"/>
                      <a:pt x="11" y="62"/>
                    </a:cubicBezTo>
                    <a:cubicBezTo>
                      <a:pt x="112" y="26"/>
                      <a:pt x="112" y="26"/>
                      <a:pt x="112" y="26"/>
                    </a:cubicBezTo>
                    <a:lnTo>
                      <a:pt x="8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19" name="Freeform 1062"/>
              <p:cNvSpPr>
                <a:spLocks noEditPoints="1"/>
              </p:cNvSpPr>
              <p:nvPr userDrawn="1"/>
            </p:nvSpPr>
            <p:spPr bwMode="auto">
              <a:xfrm>
                <a:off x="978" y="865"/>
                <a:ext cx="127" cy="43"/>
              </a:xfrm>
              <a:custGeom>
                <a:avLst/>
                <a:gdLst>
                  <a:gd name="T0" fmla="*/ 101 w 103"/>
                  <a:gd name="T1" fmla="*/ 35 h 35"/>
                  <a:gd name="T2" fmla="*/ 101 w 103"/>
                  <a:gd name="T3" fmla="*/ 35 h 35"/>
                  <a:gd name="T4" fmla="*/ 1 w 103"/>
                  <a:gd name="T5" fmla="*/ 17 h 35"/>
                  <a:gd name="T6" fmla="*/ 0 w 103"/>
                  <a:gd name="T7" fmla="*/ 15 h 35"/>
                  <a:gd name="T8" fmla="*/ 1 w 103"/>
                  <a:gd name="T9" fmla="*/ 14 h 35"/>
                  <a:gd name="T10" fmla="*/ 101 w 103"/>
                  <a:gd name="T11" fmla="*/ 0 h 35"/>
                  <a:gd name="T12" fmla="*/ 102 w 103"/>
                  <a:gd name="T13" fmla="*/ 1 h 35"/>
                  <a:gd name="T14" fmla="*/ 103 w 103"/>
                  <a:gd name="T15" fmla="*/ 2 h 35"/>
                  <a:gd name="T16" fmla="*/ 103 w 103"/>
                  <a:gd name="T17" fmla="*/ 34 h 35"/>
                  <a:gd name="T18" fmla="*/ 102 w 103"/>
                  <a:gd name="T19" fmla="*/ 35 h 35"/>
                  <a:gd name="T20" fmla="*/ 101 w 103"/>
                  <a:gd name="T21" fmla="*/ 35 h 35"/>
                  <a:gd name="T22" fmla="*/ 12 w 103"/>
                  <a:gd name="T23" fmla="*/ 16 h 35"/>
                  <a:gd name="T24" fmla="*/ 99 w 103"/>
                  <a:gd name="T25" fmla="*/ 32 h 35"/>
                  <a:gd name="T26" fmla="*/ 99 w 103"/>
                  <a:gd name="T27" fmla="*/ 4 h 35"/>
                  <a:gd name="T28" fmla="*/ 12 w 103"/>
                  <a:gd name="T29" fmla="*/ 1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3" h="35">
                    <a:moveTo>
                      <a:pt x="101" y="35"/>
                    </a:moveTo>
                    <a:cubicBezTo>
                      <a:pt x="101" y="35"/>
                      <a:pt x="101" y="35"/>
                      <a:pt x="101" y="35"/>
                    </a:cubicBezTo>
                    <a:cubicBezTo>
                      <a:pt x="1" y="17"/>
                      <a:pt x="1" y="17"/>
                      <a:pt x="1" y="17"/>
                    </a:cubicBezTo>
                    <a:cubicBezTo>
                      <a:pt x="1" y="17"/>
                      <a:pt x="0" y="16"/>
                      <a:pt x="0" y="15"/>
                    </a:cubicBezTo>
                    <a:cubicBezTo>
                      <a:pt x="0" y="14"/>
                      <a:pt x="1" y="14"/>
                      <a:pt x="1" y="14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1" y="0"/>
                      <a:pt x="102" y="1"/>
                      <a:pt x="102" y="1"/>
                    </a:cubicBezTo>
                    <a:cubicBezTo>
                      <a:pt x="102" y="1"/>
                      <a:pt x="103" y="2"/>
                      <a:pt x="103" y="2"/>
                    </a:cubicBezTo>
                    <a:cubicBezTo>
                      <a:pt x="103" y="34"/>
                      <a:pt x="103" y="34"/>
                      <a:pt x="103" y="34"/>
                    </a:cubicBezTo>
                    <a:cubicBezTo>
                      <a:pt x="103" y="34"/>
                      <a:pt x="102" y="35"/>
                      <a:pt x="102" y="35"/>
                    </a:cubicBezTo>
                    <a:cubicBezTo>
                      <a:pt x="102" y="35"/>
                      <a:pt x="101" y="35"/>
                      <a:pt x="101" y="35"/>
                    </a:cubicBezTo>
                    <a:close/>
                    <a:moveTo>
                      <a:pt x="12" y="16"/>
                    </a:moveTo>
                    <a:cubicBezTo>
                      <a:pt x="99" y="32"/>
                      <a:pt x="99" y="32"/>
                      <a:pt x="99" y="32"/>
                    </a:cubicBezTo>
                    <a:cubicBezTo>
                      <a:pt x="99" y="4"/>
                      <a:pt x="99" y="4"/>
                      <a:pt x="99" y="4"/>
                    </a:cubicBezTo>
                    <a:lnTo>
                      <a:pt x="12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0" name="Freeform 1063"/>
              <p:cNvSpPr>
                <a:spLocks noEditPoints="1"/>
              </p:cNvSpPr>
              <p:nvPr userDrawn="1"/>
            </p:nvSpPr>
            <p:spPr bwMode="auto">
              <a:xfrm>
                <a:off x="828" y="926"/>
                <a:ext cx="58" cy="113"/>
              </a:xfrm>
              <a:custGeom>
                <a:avLst/>
                <a:gdLst>
                  <a:gd name="T0" fmla="*/ 11 w 47"/>
                  <a:gd name="T1" fmla="*/ 92 h 92"/>
                  <a:gd name="T2" fmla="*/ 10 w 47"/>
                  <a:gd name="T3" fmla="*/ 92 h 92"/>
                  <a:gd name="T4" fmla="*/ 9 w 47"/>
                  <a:gd name="T5" fmla="*/ 91 h 92"/>
                  <a:gd name="T6" fmla="*/ 0 w 47"/>
                  <a:gd name="T7" fmla="*/ 29 h 92"/>
                  <a:gd name="T8" fmla="*/ 1 w 47"/>
                  <a:gd name="T9" fmla="*/ 27 h 92"/>
                  <a:gd name="T10" fmla="*/ 44 w 47"/>
                  <a:gd name="T11" fmla="*/ 0 h 92"/>
                  <a:gd name="T12" fmla="*/ 46 w 47"/>
                  <a:gd name="T13" fmla="*/ 1 h 92"/>
                  <a:gd name="T14" fmla="*/ 47 w 47"/>
                  <a:gd name="T15" fmla="*/ 2 h 92"/>
                  <a:gd name="T16" fmla="*/ 12 w 47"/>
                  <a:gd name="T17" fmla="*/ 91 h 92"/>
                  <a:gd name="T18" fmla="*/ 11 w 47"/>
                  <a:gd name="T19" fmla="*/ 92 h 92"/>
                  <a:gd name="T20" fmla="*/ 3 w 47"/>
                  <a:gd name="T21" fmla="*/ 29 h 92"/>
                  <a:gd name="T22" fmla="*/ 11 w 47"/>
                  <a:gd name="T23" fmla="*/ 84 h 92"/>
                  <a:gd name="T24" fmla="*/ 42 w 47"/>
                  <a:gd name="T25" fmla="*/ 6 h 92"/>
                  <a:gd name="T26" fmla="*/ 3 w 47"/>
                  <a:gd name="T27" fmla="*/ 29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7" h="92">
                    <a:moveTo>
                      <a:pt x="11" y="92"/>
                    </a:move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2"/>
                      <a:pt x="9" y="91"/>
                      <a:pt x="9" y="91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7"/>
                      <a:pt x="1" y="27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5" y="0"/>
                      <a:pt x="46" y="0"/>
                      <a:pt x="46" y="1"/>
                    </a:cubicBezTo>
                    <a:cubicBezTo>
                      <a:pt x="47" y="1"/>
                      <a:pt x="47" y="2"/>
                      <a:pt x="47" y="2"/>
                    </a:cubicBezTo>
                    <a:cubicBezTo>
                      <a:pt x="12" y="91"/>
                      <a:pt x="12" y="91"/>
                      <a:pt x="12" y="91"/>
                    </a:cubicBezTo>
                    <a:cubicBezTo>
                      <a:pt x="12" y="92"/>
                      <a:pt x="11" y="92"/>
                      <a:pt x="11" y="92"/>
                    </a:cubicBezTo>
                    <a:close/>
                    <a:moveTo>
                      <a:pt x="3" y="29"/>
                    </a:moveTo>
                    <a:cubicBezTo>
                      <a:pt x="11" y="84"/>
                      <a:pt x="11" y="84"/>
                      <a:pt x="11" y="84"/>
                    </a:cubicBezTo>
                    <a:cubicBezTo>
                      <a:pt x="42" y="6"/>
                      <a:pt x="42" y="6"/>
                      <a:pt x="42" y="6"/>
                    </a:cubicBezTo>
                    <a:lnTo>
                      <a:pt x="3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1" name="Freeform 1064"/>
              <p:cNvSpPr>
                <a:spLocks noEditPoints="1"/>
              </p:cNvSpPr>
              <p:nvPr userDrawn="1"/>
            </p:nvSpPr>
            <p:spPr bwMode="auto">
              <a:xfrm>
                <a:off x="989" y="1450"/>
                <a:ext cx="127" cy="36"/>
              </a:xfrm>
              <a:custGeom>
                <a:avLst/>
                <a:gdLst>
                  <a:gd name="T0" fmla="*/ 2 w 103"/>
                  <a:gd name="T1" fmla="*/ 29 h 29"/>
                  <a:gd name="T2" fmla="*/ 0 w 103"/>
                  <a:gd name="T3" fmla="*/ 28 h 29"/>
                  <a:gd name="T4" fmla="*/ 1 w 103"/>
                  <a:gd name="T5" fmla="*/ 26 h 29"/>
                  <a:gd name="T6" fmla="*/ 98 w 103"/>
                  <a:gd name="T7" fmla="*/ 0 h 29"/>
                  <a:gd name="T8" fmla="*/ 100 w 103"/>
                  <a:gd name="T9" fmla="*/ 0 h 29"/>
                  <a:gd name="T10" fmla="*/ 101 w 103"/>
                  <a:gd name="T11" fmla="*/ 1 h 29"/>
                  <a:gd name="T12" fmla="*/ 103 w 103"/>
                  <a:gd name="T13" fmla="*/ 26 h 29"/>
                  <a:gd name="T14" fmla="*/ 102 w 103"/>
                  <a:gd name="T15" fmla="*/ 27 h 29"/>
                  <a:gd name="T16" fmla="*/ 101 w 103"/>
                  <a:gd name="T17" fmla="*/ 28 h 29"/>
                  <a:gd name="T18" fmla="*/ 2 w 103"/>
                  <a:gd name="T19" fmla="*/ 29 h 29"/>
                  <a:gd name="T20" fmla="*/ 97 w 103"/>
                  <a:gd name="T21" fmla="*/ 4 h 29"/>
                  <a:gd name="T22" fmla="*/ 15 w 103"/>
                  <a:gd name="T23" fmla="*/ 26 h 29"/>
                  <a:gd name="T24" fmla="*/ 99 w 103"/>
                  <a:gd name="T25" fmla="*/ 24 h 29"/>
                  <a:gd name="T26" fmla="*/ 97 w 103"/>
                  <a:gd name="T27" fmla="*/ 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3" h="29">
                    <a:moveTo>
                      <a:pt x="2" y="29"/>
                    </a:moveTo>
                    <a:cubicBezTo>
                      <a:pt x="1" y="29"/>
                      <a:pt x="0" y="29"/>
                      <a:pt x="0" y="28"/>
                    </a:cubicBezTo>
                    <a:cubicBezTo>
                      <a:pt x="0" y="27"/>
                      <a:pt x="0" y="26"/>
                      <a:pt x="1" y="26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99" y="0"/>
                      <a:pt x="99" y="0"/>
                      <a:pt x="100" y="0"/>
                    </a:cubicBezTo>
                    <a:cubicBezTo>
                      <a:pt x="100" y="0"/>
                      <a:pt x="101" y="1"/>
                      <a:pt x="101" y="1"/>
                    </a:cubicBezTo>
                    <a:cubicBezTo>
                      <a:pt x="103" y="26"/>
                      <a:pt x="103" y="26"/>
                      <a:pt x="103" y="26"/>
                    </a:cubicBezTo>
                    <a:cubicBezTo>
                      <a:pt x="103" y="26"/>
                      <a:pt x="103" y="27"/>
                      <a:pt x="102" y="27"/>
                    </a:cubicBezTo>
                    <a:cubicBezTo>
                      <a:pt x="102" y="27"/>
                      <a:pt x="102" y="28"/>
                      <a:pt x="101" y="28"/>
                    </a:cubicBezTo>
                    <a:cubicBezTo>
                      <a:pt x="2" y="29"/>
                      <a:pt x="2" y="29"/>
                      <a:pt x="2" y="29"/>
                    </a:cubicBezTo>
                    <a:close/>
                    <a:moveTo>
                      <a:pt x="97" y="4"/>
                    </a:moveTo>
                    <a:cubicBezTo>
                      <a:pt x="15" y="26"/>
                      <a:pt x="15" y="26"/>
                      <a:pt x="15" y="26"/>
                    </a:cubicBezTo>
                    <a:cubicBezTo>
                      <a:pt x="99" y="24"/>
                      <a:pt x="99" y="24"/>
                      <a:pt x="99" y="24"/>
                    </a:cubicBezTo>
                    <a:lnTo>
                      <a:pt x="9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2" name="Freeform 1065"/>
              <p:cNvSpPr>
                <a:spLocks noEditPoints="1"/>
              </p:cNvSpPr>
              <p:nvPr userDrawn="1"/>
            </p:nvSpPr>
            <p:spPr bwMode="auto">
              <a:xfrm>
                <a:off x="702" y="1292"/>
                <a:ext cx="36" cy="105"/>
              </a:xfrm>
              <a:custGeom>
                <a:avLst/>
                <a:gdLst>
                  <a:gd name="T0" fmla="*/ 20 w 29"/>
                  <a:gd name="T1" fmla="*/ 85 h 85"/>
                  <a:gd name="T2" fmla="*/ 19 w 29"/>
                  <a:gd name="T3" fmla="*/ 84 h 85"/>
                  <a:gd name="T4" fmla="*/ 1 w 29"/>
                  <a:gd name="T5" fmla="*/ 2 h 85"/>
                  <a:gd name="T6" fmla="*/ 1 w 29"/>
                  <a:gd name="T7" fmla="*/ 1 h 85"/>
                  <a:gd name="T8" fmla="*/ 3 w 29"/>
                  <a:gd name="T9" fmla="*/ 0 h 85"/>
                  <a:gd name="T10" fmla="*/ 28 w 29"/>
                  <a:gd name="T11" fmla="*/ 6 h 85"/>
                  <a:gd name="T12" fmla="*/ 29 w 29"/>
                  <a:gd name="T13" fmla="*/ 8 h 85"/>
                  <a:gd name="T14" fmla="*/ 22 w 29"/>
                  <a:gd name="T15" fmla="*/ 83 h 85"/>
                  <a:gd name="T16" fmla="*/ 21 w 29"/>
                  <a:gd name="T17" fmla="*/ 85 h 85"/>
                  <a:gd name="T18" fmla="*/ 20 w 29"/>
                  <a:gd name="T19" fmla="*/ 85 h 85"/>
                  <a:gd name="T20" fmla="*/ 4 w 29"/>
                  <a:gd name="T21" fmla="*/ 4 h 85"/>
                  <a:gd name="T22" fmla="*/ 20 w 29"/>
                  <a:gd name="T23" fmla="*/ 72 h 85"/>
                  <a:gd name="T24" fmla="*/ 26 w 29"/>
                  <a:gd name="T25" fmla="*/ 9 h 85"/>
                  <a:gd name="T26" fmla="*/ 4 w 29"/>
                  <a:gd name="T27" fmla="*/ 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85">
                    <a:moveTo>
                      <a:pt x="20" y="85"/>
                    </a:moveTo>
                    <a:cubicBezTo>
                      <a:pt x="20" y="85"/>
                      <a:pt x="19" y="84"/>
                      <a:pt x="19" y="84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9" y="6"/>
                      <a:pt x="29" y="7"/>
                      <a:pt x="29" y="8"/>
                    </a:cubicBezTo>
                    <a:cubicBezTo>
                      <a:pt x="22" y="83"/>
                      <a:pt x="22" y="83"/>
                      <a:pt x="22" y="83"/>
                    </a:cubicBezTo>
                    <a:cubicBezTo>
                      <a:pt x="22" y="84"/>
                      <a:pt x="21" y="85"/>
                      <a:pt x="21" y="85"/>
                    </a:cubicBezTo>
                    <a:lnTo>
                      <a:pt x="20" y="85"/>
                    </a:lnTo>
                    <a:close/>
                    <a:moveTo>
                      <a:pt x="4" y="4"/>
                    </a:moveTo>
                    <a:cubicBezTo>
                      <a:pt x="20" y="72"/>
                      <a:pt x="20" y="72"/>
                      <a:pt x="20" y="72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3" name="Freeform 1066"/>
              <p:cNvSpPr>
                <a:spLocks noEditPoints="1"/>
              </p:cNvSpPr>
              <p:nvPr userDrawn="1"/>
            </p:nvSpPr>
            <p:spPr bwMode="auto">
              <a:xfrm>
                <a:off x="510" y="1242"/>
                <a:ext cx="36" cy="104"/>
              </a:xfrm>
              <a:custGeom>
                <a:avLst/>
                <a:gdLst>
                  <a:gd name="T0" fmla="*/ 20 w 29"/>
                  <a:gd name="T1" fmla="*/ 84 h 84"/>
                  <a:gd name="T2" fmla="*/ 19 w 29"/>
                  <a:gd name="T3" fmla="*/ 83 h 84"/>
                  <a:gd name="T4" fmla="*/ 1 w 29"/>
                  <a:gd name="T5" fmla="*/ 2 h 84"/>
                  <a:gd name="T6" fmla="*/ 1 w 29"/>
                  <a:gd name="T7" fmla="*/ 0 h 84"/>
                  <a:gd name="T8" fmla="*/ 3 w 29"/>
                  <a:gd name="T9" fmla="*/ 0 h 84"/>
                  <a:gd name="T10" fmla="*/ 28 w 29"/>
                  <a:gd name="T11" fmla="*/ 5 h 84"/>
                  <a:gd name="T12" fmla="*/ 29 w 29"/>
                  <a:gd name="T13" fmla="*/ 7 h 84"/>
                  <a:gd name="T14" fmla="*/ 22 w 29"/>
                  <a:gd name="T15" fmla="*/ 83 h 84"/>
                  <a:gd name="T16" fmla="*/ 21 w 29"/>
                  <a:gd name="T17" fmla="*/ 84 h 84"/>
                  <a:gd name="T18" fmla="*/ 20 w 29"/>
                  <a:gd name="T19" fmla="*/ 84 h 84"/>
                  <a:gd name="T20" fmla="*/ 4 w 29"/>
                  <a:gd name="T21" fmla="*/ 4 h 84"/>
                  <a:gd name="T22" fmla="*/ 20 w 29"/>
                  <a:gd name="T23" fmla="*/ 72 h 84"/>
                  <a:gd name="T24" fmla="*/ 26 w 29"/>
                  <a:gd name="T25" fmla="*/ 8 h 84"/>
                  <a:gd name="T26" fmla="*/ 4 w 29"/>
                  <a:gd name="T27" fmla="*/ 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84">
                    <a:moveTo>
                      <a:pt x="20" y="84"/>
                    </a:moveTo>
                    <a:cubicBezTo>
                      <a:pt x="20" y="84"/>
                      <a:pt x="19" y="84"/>
                      <a:pt x="19" y="8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29" y="6"/>
                      <a:pt x="29" y="6"/>
                      <a:pt x="29" y="7"/>
                    </a:cubicBezTo>
                    <a:cubicBezTo>
                      <a:pt x="22" y="83"/>
                      <a:pt x="22" y="83"/>
                      <a:pt x="22" y="83"/>
                    </a:cubicBezTo>
                    <a:cubicBezTo>
                      <a:pt x="22" y="84"/>
                      <a:pt x="21" y="84"/>
                      <a:pt x="21" y="84"/>
                    </a:cubicBezTo>
                    <a:lnTo>
                      <a:pt x="20" y="84"/>
                    </a:lnTo>
                    <a:close/>
                    <a:moveTo>
                      <a:pt x="4" y="4"/>
                    </a:moveTo>
                    <a:cubicBezTo>
                      <a:pt x="20" y="72"/>
                      <a:pt x="20" y="72"/>
                      <a:pt x="20" y="72"/>
                    </a:cubicBezTo>
                    <a:cubicBezTo>
                      <a:pt x="26" y="8"/>
                      <a:pt x="26" y="8"/>
                      <a:pt x="26" y="8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4" name="Freeform 1067"/>
              <p:cNvSpPr>
                <a:spLocks noEditPoints="1"/>
              </p:cNvSpPr>
              <p:nvPr userDrawn="1"/>
            </p:nvSpPr>
            <p:spPr bwMode="auto">
              <a:xfrm>
                <a:off x="725" y="1392"/>
                <a:ext cx="133" cy="79"/>
              </a:xfrm>
              <a:custGeom>
                <a:avLst/>
                <a:gdLst>
                  <a:gd name="T0" fmla="*/ 57 w 107"/>
                  <a:gd name="T1" fmla="*/ 64 h 64"/>
                  <a:gd name="T2" fmla="*/ 55 w 107"/>
                  <a:gd name="T3" fmla="*/ 64 h 64"/>
                  <a:gd name="T4" fmla="*/ 0 w 107"/>
                  <a:gd name="T5" fmla="*/ 3 h 64"/>
                  <a:gd name="T6" fmla="*/ 0 w 107"/>
                  <a:gd name="T7" fmla="*/ 1 h 64"/>
                  <a:gd name="T8" fmla="*/ 2 w 107"/>
                  <a:gd name="T9" fmla="*/ 1 h 64"/>
                  <a:gd name="T10" fmla="*/ 105 w 107"/>
                  <a:gd name="T11" fmla="*/ 36 h 64"/>
                  <a:gd name="T12" fmla="*/ 106 w 107"/>
                  <a:gd name="T13" fmla="*/ 38 h 64"/>
                  <a:gd name="T14" fmla="*/ 106 w 107"/>
                  <a:gd name="T15" fmla="*/ 39 h 64"/>
                  <a:gd name="T16" fmla="*/ 57 w 107"/>
                  <a:gd name="T17" fmla="*/ 64 h 64"/>
                  <a:gd name="T18" fmla="*/ 7 w 107"/>
                  <a:gd name="T19" fmla="*/ 6 h 64"/>
                  <a:gd name="T20" fmla="*/ 57 w 107"/>
                  <a:gd name="T21" fmla="*/ 61 h 64"/>
                  <a:gd name="T22" fmla="*/ 101 w 107"/>
                  <a:gd name="T23" fmla="*/ 38 h 64"/>
                  <a:gd name="T24" fmla="*/ 7 w 107"/>
                  <a:gd name="T25" fmla="*/ 6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7" h="64">
                    <a:moveTo>
                      <a:pt x="57" y="64"/>
                    </a:moveTo>
                    <a:cubicBezTo>
                      <a:pt x="56" y="64"/>
                      <a:pt x="56" y="64"/>
                      <a:pt x="55" y="6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1"/>
                      <a:pt x="1" y="0"/>
                      <a:pt x="2" y="1"/>
                    </a:cubicBezTo>
                    <a:cubicBezTo>
                      <a:pt x="105" y="36"/>
                      <a:pt x="105" y="36"/>
                      <a:pt x="105" y="36"/>
                    </a:cubicBezTo>
                    <a:cubicBezTo>
                      <a:pt x="106" y="37"/>
                      <a:pt x="106" y="37"/>
                      <a:pt x="106" y="38"/>
                    </a:cubicBezTo>
                    <a:cubicBezTo>
                      <a:pt x="107" y="39"/>
                      <a:pt x="106" y="39"/>
                      <a:pt x="106" y="39"/>
                    </a:cubicBezTo>
                    <a:cubicBezTo>
                      <a:pt x="57" y="64"/>
                      <a:pt x="57" y="64"/>
                      <a:pt x="57" y="64"/>
                    </a:cubicBezTo>
                    <a:close/>
                    <a:moveTo>
                      <a:pt x="7" y="6"/>
                    </a:moveTo>
                    <a:cubicBezTo>
                      <a:pt x="57" y="61"/>
                      <a:pt x="57" y="61"/>
                      <a:pt x="57" y="61"/>
                    </a:cubicBezTo>
                    <a:cubicBezTo>
                      <a:pt x="101" y="38"/>
                      <a:pt x="101" y="38"/>
                      <a:pt x="101" y="38"/>
                    </a:cubicBezTo>
                    <a:lnTo>
                      <a:pt x="7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5" name="Freeform 1068"/>
              <p:cNvSpPr>
                <a:spLocks noEditPoints="1"/>
              </p:cNvSpPr>
              <p:nvPr userDrawn="1"/>
            </p:nvSpPr>
            <p:spPr bwMode="auto">
              <a:xfrm>
                <a:off x="828" y="1437"/>
                <a:ext cx="88" cy="48"/>
              </a:xfrm>
              <a:custGeom>
                <a:avLst/>
                <a:gdLst>
                  <a:gd name="T0" fmla="*/ 2 w 71"/>
                  <a:gd name="T1" fmla="*/ 39 h 39"/>
                  <a:gd name="T2" fmla="*/ 0 w 71"/>
                  <a:gd name="T3" fmla="*/ 38 h 39"/>
                  <a:gd name="T4" fmla="*/ 0 w 71"/>
                  <a:gd name="T5" fmla="*/ 36 h 39"/>
                  <a:gd name="T6" fmla="*/ 20 w 71"/>
                  <a:gd name="T7" fmla="*/ 1 h 39"/>
                  <a:gd name="T8" fmla="*/ 22 w 71"/>
                  <a:gd name="T9" fmla="*/ 0 h 39"/>
                  <a:gd name="T10" fmla="*/ 69 w 71"/>
                  <a:gd name="T11" fmla="*/ 4 h 39"/>
                  <a:gd name="T12" fmla="*/ 71 w 71"/>
                  <a:gd name="T13" fmla="*/ 5 h 39"/>
                  <a:gd name="T14" fmla="*/ 70 w 71"/>
                  <a:gd name="T15" fmla="*/ 7 h 39"/>
                  <a:gd name="T16" fmla="*/ 2 w 71"/>
                  <a:gd name="T17" fmla="*/ 38 h 39"/>
                  <a:gd name="T18" fmla="*/ 2 w 71"/>
                  <a:gd name="T19" fmla="*/ 39 h 39"/>
                  <a:gd name="T20" fmla="*/ 23 w 71"/>
                  <a:gd name="T21" fmla="*/ 4 h 39"/>
                  <a:gd name="T22" fmla="*/ 6 w 71"/>
                  <a:gd name="T23" fmla="*/ 33 h 39"/>
                  <a:gd name="T24" fmla="*/ 62 w 71"/>
                  <a:gd name="T25" fmla="*/ 7 h 39"/>
                  <a:gd name="T26" fmla="*/ 23 w 71"/>
                  <a:gd name="T27" fmla="*/ 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1" h="39">
                    <a:moveTo>
                      <a:pt x="2" y="39"/>
                    </a:moveTo>
                    <a:cubicBezTo>
                      <a:pt x="1" y="39"/>
                      <a:pt x="1" y="38"/>
                      <a:pt x="0" y="38"/>
                    </a:cubicBezTo>
                    <a:cubicBezTo>
                      <a:pt x="0" y="38"/>
                      <a:pt x="0" y="37"/>
                      <a:pt x="0" y="36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1" y="1"/>
                      <a:pt x="21" y="0"/>
                      <a:pt x="22" y="0"/>
                    </a:cubicBezTo>
                    <a:cubicBezTo>
                      <a:pt x="69" y="4"/>
                      <a:pt x="69" y="4"/>
                      <a:pt x="69" y="4"/>
                    </a:cubicBezTo>
                    <a:cubicBezTo>
                      <a:pt x="70" y="4"/>
                      <a:pt x="70" y="5"/>
                      <a:pt x="71" y="5"/>
                    </a:cubicBezTo>
                    <a:cubicBezTo>
                      <a:pt x="71" y="6"/>
                      <a:pt x="70" y="7"/>
                      <a:pt x="70" y="7"/>
                    </a:cubicBezTo>
                    <a:cubicBezTo>
                      <a:pt x="2" y="38"/>
                      <a:pt x="2" y="38"/>
                      <a:pt x="2" y="38"/>
                    </a:cubicBezTo>
                    <a:lnTo>
                      <a:pt x="2" y="39"/>
                    </a:lnTo>
                    <a:close/>
                    <a:moveTo>
                      <a:pt x="23" y="4"/>
                    </a:moveTo>
                    <a:cubicBezTo>
                      <a:pt x="6" y="33"/>
                      <a:pt x="6" y="33"/>
                      <a:pt x="6" y="33"/>
                    </a:cubicBezTo>
                    <a:cubicBezTo>
                      <a:pt x="62" y="7"/>
                      <a:pt x="62" y="7"/>
                      <a:pt x="62" y="7"/>
                    </a:cubicBezTo>
                    <a:lnTo>
                      <a:pt x="23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6" name="Freeform 1069"/>
              <p:cNvSpPr>
                <a:spLocks noEditPoints="1"/>
              </p:cNvSpPr>
              <p:nvPr userDrawn="1"/>
            </p:nvSpPr>
            <p:spPr bwMode="auto">
              <a:xfrm>
                <a:off x="1484" y="1401"/>
                <a:ext cx="183" cy="65"/>
              </a:xfrm>
              <a:custGeom>
                <a:avLst/>
                <a:gdLst>
                  <a:gd name="T0" fmla="*/ 74 w 148"/>
                  <a:gd name="T1" fmla="*/ 53 h 53"/>
                  <a:gd name="T2" fmla="*/ 74 w 148"/>
                  <a:gd name="T3" fmla="*/ 53 h 53"/>
                  <a:gd name="T4" fmla="*/ 2 w 148"/>
                  <a:gd name="T5" fmla="*/ 43 h 53"/>
                  <a:gd name="T6" fmla="*/ 0 w 148"/>
                  <a:gd name="T7" fmla="*/ 42 h 53"/>
                  <a:gd name="T8" fmla="*/ 2 w 148"/>
                  <a:gd name="T9" fmla="*/ 40 h 53"/>
                  <a:gd name="T10" fmla="*/ 146 w 148"/>
                  <a:gd name="T11" fmla="*/ 0 h 53"/>
                  <a:gd name="T12" fmla="*/ 148 w 148"/>
                  <a:gd name="T13" fmla="*/ 1 h 53"/>
                  <a:gd name="T14" fmla="*/ 147 w 148"/>
                  <a:gd name="T15" fmla="*/ 3 h 53"/>
                  <a:gd name="T16" fmla="*/ 75 w 148"/>
                  <a:gd name="T17" fmla="*/ 53 h 53"/>
                  <a:gd name="T18" fmla="*/ 74 w 148"/>
                  <a:gd name="T19" fmla="*/ 53 h 53"/>
                  <a:gd name="T20" fmla="*/ 11 w 148"/>
                  <a:gd name="T21" fmla="*/ 41 h 53"/>
                  <a:gd name="T22" fmla="*/ 74 w 148"/>
                  <a:gd name="T23" fmla="*/ 49 h 53"/>
                  <a:gd name="T24" fmla="*/ 137 w 148"/>
                  <a:gd name="T25" fmla="*/ 6 h 53"/>
                  <a:gd name="T26" fmla="*/ 11 w 148"/>
                  <a:gd name="T27" fmla="*/ 4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8" h="53">
                    <a:moveTo>
                      <a:pt x="74" y="53"/>
                    </a:moveTo>
                    <a:cubicBezTo>
                      <a:pt x="74" y="53"/>
                      <a:pt x="74" y="53"/>
                      <a:pt x="74" y="5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3"/>
                      <a:pt x="1" y="42"/>
                      <a:pt x="0" y="42"/>
                    </a:cubicBezTo>
                    <a:cubicBezTo>
                      <a:pt x="0" y="41"/>
                      <a:pt x="1" y="40"/>
                      <a:pt x="2" y="4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146" y="0"/>
                      <a:pt x="147" y="0"/>
                      <a:pt x="148" y="1"/>
                    </a:cubicBezTo>
                    <a:cubicBezTo>
                      <a:pt x="148" y="2"/>
                      <a:pt x="148" y="3"/>
                      <a:pt x="147" y="3"/>
                    </a:cubicBezTo>
                    <a:cubicBezTo>
                      <a:pt x="75" y="53"/>
                      <a:pt x="75" y="53"/>
                      <a:pt x="75" y="53"/>
                    </a:cubicBezTo>
                    <a:lnTo>
                      <a:pt x="74" y="53"/>
                    </a:lnTo>
                    <a:close/>
                    <a:moveTo>
                      <a:pt x="11" y="41"/>
                    </a:moveTo>
                    <a:cubicBezTo>
                      <a:pt x="74" y="49"/>
                      <a:pt x="74" y="49"/>
                      <a:pt x="74" y="49"/>
                    </a:cubicBezTo>
                    <a:cubicBezTo>
                      <a:pt x="137" y="6"/>
                      <a:pt x="137" y="6"/>
                      <a:pt x="137" y="6"/>
                    </a:cubicBezTo>
                    <a:lnTo>
                      <a:pt x="11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7" name="Freeform 1070"/>
              <p:cNvSpPr>
                <a:spLocks noEditPoints="1"/>
              </p:cNvSpPr>
              <p:nvPr userDrawn="1"/>
            </p:nvSpPr>
            <p:spPr bwMode="auto">
              <a:xfrm>
                <a:off x="1662" y="1343"/>
                <a:ext cx="81" cy="91"/>
              </a:xfrm>
              <a:custGeom>
                <a:avLst/>
                <a:gdLst>
                  <a:gd name="T0" fmla="*/ 64 w 65"/>
                  <a:gd name="T1" fmla="*/ 74 h 74"/>
                  <a:gd name="T2" fmla="*/ 63 w 65"/>
                  <a:gd name="T3" fmla="*/ 74 h 74"/>
                  <a:gd name="T4" fmla="*/ 1 w 65"/>
                  <a:gd name="T5" fmla="*/ 50 h 74"/>
                  <a:gd name="T6" fmla="*/ 1 w 65"/>
                  <a:gd name="T7" fmla="*/ 49 h 74"/>
                  <a:gd name="T8" fmla="*/ 1 w 65"/>
                  <a:gd name="T9" fmla="*/ 48 h 74"/>
                  <a:gd name="T10" fmla="*/ 23 w 65"/>
                  <a:gd name="T11" fmla="*/ 1 h 74"/>
                  <a:gd name="T12" fmla="*/ 24 w 65"/>
                  <a:gd name="T13" fmla="*/ 0 h 74"/>
                  <a:gd name="T14" fmla="*/ 26 w 65"/>
                  <a:gd name="T15" fmla="*/ 1 h 74"/>
                  <a:gd name="T16" fmla="*/ 65 w 65"/>
                  <a:gd name="T17" fmla="*/ 72 h 74"/>
                  <a:gd name="T18" fmla="*/ 65 w 65"/>
                  <a:gd name="T19" fmla="*/ 74 h 74"/>
                  <a:gd name="T20" fmla="*/ 64 w 65"/>
                  <a:gd name="T21" fmla="*/ 74 h 74"/>
                  <a:gd name="T22" fmla="*/ 4 w 65"/>
                  <a:gd name="T23" fmla="*/ 48 h 74"/>
                  <a:gd name="T24" fmla="*/ 60 w 65"/>
                  <a:gd name="T25" fmla="*/ 69 h 74"/>
                  <a:gd name="T26" fmla="*/ 24 w 65"/>
                  <a:gd name="T27" fmla="*/ 5 h 74"/>
                  <a:gd name="T28" fmla="*/ 4 w 65"/>
                  <a:gd name="T29" fmla="*/ 48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5" h="74">
                    <a:moveTo>
                      <a:pt x="64" y="74"/>
                    </a:moveTo>
                    <a:cubicBezTo>
                      <a:pt x="63" y="74"/>
                      <a:pt x="63" y="74"/>
                      <a:pt x="63" y="74"/>
                    </a:cubicBezTo>
                    <a:cubicBezTo>
                      <a:pt x="1" y="50"/>
                      <a:pt x="1" y="50"/>
                      <a:pt x="1" y="50"/>
                    </a:cubicBezTo>
                    <a:cubicBezTo>
                      <a:pt x="1" y="50"/>
                      <a:pt x="1" y="50"/>
                      <a:pt x="1" y="49"/>
                    </a:cubicBezTo>
                    <a:cubicBezTo>
                      <a:pt x="0" y="49"/>
                      <a:pt x="0" y="48"/>
                      <a:pt x="1" y="48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25" y="0"/>
                      <a:pt x="25" y="0"/>
                      <a:pt x="26" y="1"/>
                    </a:cubicBezTo>
                    <a:cubicBezTo>
                      <a:pt x="65" y="72"/>
                      <a:pt x="65" y="72"/>
                      <a:pt x="65" y="72"/>
                    </a:cubicBezTo>
                    <a:cubicBezTo>
                      <a:pt x="65" y="73"/>
                      <a:pt x="65" y="73"/>
                      <a:pt x="65" y="74"/>
                    </a:cubicBezTo>
                    <a:cubicBezTo>
                      <a:pt x="65" y="74"/>
                      <a:pt x="64" y="74"/>
                      <a:pt x="64" y="74"/>
                    </a:cubicBezTo>
                    <a:close/>
                    <a:moveTo>
                      <a:pt x="4" y="48"/>
                    </a:moveTo>
                    <a:cubicBezTo>
                      <a:pt x="60" y="69"/>
                      <a:pt x="60" y="69"/>
                      <a:pt x="60" y="69"/>
                    </a:cubicBezTo>
                    <a:cubicBezTo>
                      <a:pt x="24" y="5"/>
                      <a:pt x="24" y="5"/>
                      <a:pt x="24" y="5"/>
                    </a:cubicBezTo>
                    <a:lnTo>
                      <a:pt x="4" y="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8" name="Freeform 1071"/>
              <p:cNvSpPr>
                <a:spLocks noEditPoints="1"/>
              </p:cNvSpPr>
              <p:nvPr userDrawn="1"/>
            </p:nvSpPr>
            <p:spPr bwMode="auto">
              <a:xfrm>
                <a:off x="702" y="1090"/>
                <a:ext cx="69" cy="114"/>
              </a:xfrm>
              <a:custGeom>
                <a:avLst/>
                <a:gdLst>
                  <a:gd name="T0" fmla="*/ 2 w 56"/>
                  <a:gd name="T1" fmla="*/ 92 h 92"/>
                  <a:gd name="T2" fmla="*/ 1 w 56"/>
                  <a:gd name="T3" fmla="*/ 92 h 92"/>
                  <a:gd name="T4" fmla="*/ 1 w 56"/>
                  <a:gd name="T5" fmla="*/ 90 h 92"/>
                  <a:gd name="T6" fmla="*/ 26 w 56"/>
                  <a:gd name="T7" fmla="*/ 2 h 92"/>
                  <a:gd name="T8" fmla="*/ 27 w 56"/>
                  <a:gd name="T9" fmla="*/ 1 h 92"/>
                  <a:gd name="T10" fmla="*/ 28 w 56"/>
                  <a:gd name="T11" fmla="*/ 1 h 92"/>
                  <a:gd name="T12" fmla="*/ 55 w 56"/>
                  <a:gd name="T13" fmla="*/ 18 h 92"/>
                  <a:gd name="T14" fmla="*/ 56 w 56"/>
                  <a:gd name="T15" fmla="*/ 19 h 92"/>
                  <a:gd name="T16" fmla="*/ 56 w 56"/>
                  <a:gd name="T17" fmla="*/ 20 h 92"/>
                  <a:gd name="T18" fmla="*/ 4 w 56"/>
                  <a:gd name="T19" fmla="*/ 92 h 92"/>
                  <a:gd name="T20" fmla="*/ 2 w 56"/>
                  <a:gd name="T21" fmla="*/ 92 h 92"/>
                  <a:gd name="T22" fmla="*/ 28 w 56"/>
                  <a:gd name="T23" fmla="*/ 5 h 92"/>
                  <a:gd name="T24" fmla="*/ 6 w 56"/>
                  <a:gd name="T25" fmla="*/ 82 h 92"/>
                  <a:gd name="T26" fmla="*/ 52 w 56"/>
                  <a:gd name="T27" fmla="*/ 20 h 92"/>
                  <a:gd name="T28" fmla="*/ 28 w 56"/>
                  <a:gd name="T29" fmla="*/ 5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6" h="92">
                    <a:moveTo>
                      <a:pt x="2" y="92"/>
                    </a:moveTo>
                    <a:cubicBezTo>
                      <a:pt x="1" y="92"/>
                      <a:pt x="1" y="92"/>
                      <a:pt x="1" y="92"/>
                    </a:cubicBezTo>
                    <a:cubicBezTo>
                      <a:pt x="1" y="92"/>
                      <a:pt x="0" y="91"/>
                      <a:pt x="1" y="90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6" y="1"/>
                      <a:pt x="26" y="1"/>
                      <a:pt x="27" y="1"/>
                    </a:cubicBezTo>
                    <a:cubicBezTo>
                      <a:pt x="27" y="0"/>
                      <a:pt x="28" y="0"/>
                      <a:pt x="28" y="1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6" y="18"/>
                      <a:pt x="56" y="19"/>
                      <a:pt x="56" y="19"/>
                    </a:cubicBezTo>
                    <a:cubicBezTo>
                      <a:pt x="56" y="19"/>
                      <a:pt x="56" y="20"/>
                      <a:pt x="56" y="20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3" y="92"/>
                      <a:pt x="3" y="92"/>
                      <a:pt x="2" y="92"/>
                    </a:cubicBezTo>
                    <a:close/>
                    <a:moveTo>
                      <a:pt x="28" y="5"/>
                    </a:moveTo>
                    <a:cubicBezTo>
                      <a:pt x="6" y="82"/>
                      <a:pt x="6" y="82"/>
                      <a:pt x="6" y="82"/>
                    </a:cubicBezTo>
                    <a:cubicBezTo>
                      <a:pt x="52" y="20"/>
                      <a:pt x="52" y="20"/>
                      <a:pt x="52" y="20"/>
                    </a:cubicBezTo>
                    <a:lnTo>
                      <a:pt x="28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29" name="Freeform 1072"/>
              <p:cNvSpPr>
                <a:spLocks noEditPoints="1"/>
              </p:cNvSpPr>
              <p:nvPr userDrawn="1"/>
            </p:nvSpPr>
            <p:spPr bwMode="auto">
              <a:xfrm>
                <a:off x="2453" y="1015"/>
                <a:ext cx="132" cy="84"/>
              </a:xfrm>
              <a:custGeom>
                <a:avLst/>
                <a:gdLst>
                  <a:gd name="T0" fmla="*/ 2 w 107"/>
                  <a:gd name="T1" fmla="*/ 68 h 68"/>
                  <a:gd name="T2" fmla="*/ 1 w 107"/>
                  <a:gd name="T3" fmla="*/ 68 h 68"/>
                  <a:gd name="T4" fmla="*/ 1 w 107"/>
                  <a:gd name="T5" fmla="*/ 66 h 68"/>
                  <a:gd name="T6" fmla="*/ 21 w 107"/>
                  <a:gd name="T7" fmla="*/ 27 h 68"/>
                  <a:gd name="T8" fmla="*/ 22 w 107"/>
                  <a:gd name="T9" fmla="*/ 26 h 68"/>
                  <a:gd name="T10" fmla="*/ 104 w 107"/>
                  <a:gd name="T11" fmla="*/ 1 h 68"/>
                  <a:gd name="T12" fmla="*/ 106 w 107"/>
                  <a:gd name="T13" fmla="*/ 2 h 68"/>
                  <a:gd name="T14" fmla="*/ 106 w 107"/>
                  <a:gd name="T15" fmla="*/ 4 h 68"/>
                  <a:gd name="T16" fmla="*/ 3 w 107"/>
                  <a:gd name="T17" fmla="*/ 68 h 68"/>
                  <a:gd name="T18" fmla="*/ 2 w 107"/>
                  <a:gd name="T19" fmla="*/ 68 h 68"/>
                  <a:gd name="T20" fmla="*/ 24 w 107"/>
                  <a:gd name="T21" fmla="*/ 29 h 68"/>
                  <a:gd name="T22" fmla="*/ 7 w 107"/>
                  <a:gd name="T23" fmla="*/ 62 h 68"/>
                  <a:gd name="T24" fmla="*/ 93 w 107"/>
                  <a:gd name="T25" fmla="*/ 8 h 68"/>
                  <a:gd name="T26" fmla="*/ 24 w 107"/>
                  <a:gd name="T27" fmla="*/ 29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7" h="68">
                    <a:moveTo>
                      <a:pt x="2" y="68"/>
                    </a:moveTo>
                    <a:cubicBezTo>
                      <a:pt x="2" y="68"/>
                      <a:pt x="1" y="68"/>
                      <a:pt x="1" y="68"/>
                    </a:cubicBezTo>
                    <a:cubicBezTo>
                      <a:pt x="1" y="67"/>
                      <a:pt x="0" y="66"/>
                      <a:pt x="1" y="66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2" y="27"/>
                      <a:pt x="22" y="26"/>
                    </a:cubicBezTo>
                    <a:cubicBezTo>
                      <a:pt x="104" y="1"/>
                      <a:pt x="104" y="1"/>
                      <a:pt x="104" y="1"/>
                    </a:cubicBezTo>
                    <a:cubicBezTo>
                      <a:pt x="105" y="0"/>
                      <a:pt x="106" y="1"/>
                      <a:pt x="106" y="2"/>
                    </a:cubicBezTo>
                    <a:cubicBezTo>
                      <a:pt x="107" y="2"/>
                      <a:pt x="106" y="3"/>
                      <a:pt x="106" y="4"/>
                    </a:cubicBezTo>
                    <a:cubicBezTo>
                      <a:pt x="3" y="68"/>
                      <a:pt x="3" y="68"/>
                      <a:pt x="3" y="68"/>
                    </a:cubicBezTo>
                    <a:lnTo>
                      <a:pt x="2" y="68"/>
                    </a:lnTo>
                    <a:close/>
                    <a:moveTo>
                      <a:pt x="24" y="29"/>
                    </a:moveTo>
                    <a:cubicBezTo>
                      <a:pt x="7" y="62"/>
                      <a:pt x="7" y="62"/>
                      <a:pt x="7" y="62"/>
                    </a:cubicBezTo>
                    <a:cubicBezTo>
                      <a:pt x="93" y="8"/>
                      <a:pt x="93" y="8"/>
                      <a:pt x="93" y="8"/>
                    </a:cubicBezTo>
                    <a:lnTo>
                      <a:pt x="24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0" name="Freeform 1073"/>
              <p:cNvSpPr>
                <a:spLocks noEditPoints="1"/>
              </p:cNvSpPr>
              <p:nvPr userDrawn="1"/>
            </p:nvSpPr>
            <p:spPr bwMode="auto">
              <a:xfrm>
                <a:off x="2580" y="1013"/>
                <a:ext cx="97" cy="40"/>
              </a:xfrm>
              <a:custGeom>
                <a:avLst/>
                <a:gdLst>
                  <a:gd name="T0" fmla="*/ 30 w 78"/>
                  <a:gd name="T1" fmla="*/ 32 h 32"/>
                  <a:gd name="T2" fmla="*/ 28 w 78"/>
                  <a:gd name="T3" fmla="*/ 32 h 32"/>
                  <a:gd name="T4" fmla="*/ 1 w 78"/>
                  <a:gd name="T5" fmla="*/ 4 h 32"/>
                  <a:gd name="T6" fmla="*/ 0 w 78"/>
                  <a:gd name="T7" fmla="*/ 3 h 32"/>
                  <a:gd name="T8" fmla="*/ 2 w 78"/>
                  <a:gd name="T9" fmla="*/ 2 h 32"/>
                  <a:gd name="T10" fmla="*/ 76 w 78"/>
                  <a:gd name="T11" fmla="*/ 0 h 32"/>
                  <a:gd name="T12" fmla="*/ 78 w 78"/>
                  <a:gd name="T13" fmla="*/ 1 h 32"/>
                  <a:gd name="T14" fmla="*/ 77 w 78"/>
                  <a:gd name="T15" fmla="*/ 3 h 32"/>
                  <a:gd name="T16" fmla="*/ 31 w 78"/>
                  <a:gd name="T17" fmla="*/ 32 h 32"/>
                  <a:gd name="T18" fmla="*/ 30 w 78"/>
                  <a:gd name="T19" fmla="*/ 32 h 32"/>
                  <a:gd name="T20" fmla="*/ 6 w 78"/>
                  <a:gd name="T21" fmla="*/ 5 h 32"/>
                  <a:gd name="T22" fmla="*/ 30 w 78"/>
                  <a:gd name="T23" fmla="*/ 28 h 32"/>
                  <a:gd name="T24" fmla="*/ 70 w 78"/>
                  <a:gd name="T25" fmla="*/ 3 h 32"/>
                  <a:gd name="T26" fmla="*/ 6 w 78"/>
                  <a:gd name="T27" fmla="*/ 5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8" h="32">
                    <a:moveTo>
                      <a:pt x="30" y="32"/>
                    </a:moveTo>
                    <a:cubicBezTo>
                      <a:pt x="29" y="32"/>
                      <a:pt x="29" y="32"/>
                      <a:pt x="28" y="32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7" y="0"/>
                      <a:pt x="77" y="0"/>
                      <a:pt x="78" y="1"/>
                    </a:cubicBezTo>
                    <a:cubicBezTo>
                      <a:pt x="78" y="2"/>
                      <a:pt x="78" y="2"/>
                      <a:pt x="77" y="3"/>
                    </a:cubicBezTo>
                    <a:cubicBezTo>
                      <a:pt x="31" y="32"/>
                      <a:pt x="31" y="32"/>
                      <a:pt x="31" y="32"/>
                    </a:cubicBezTo>
                    <a:lnTo>
                      <a:pt x="30" y="32"/>
                    </a:lnTo>
                    <a:close/>
                    <a:moveTo>
                      <a:pt x="6" y="5"/>
                    </a:moveTo>
                    <a:cubicBezTo>
                      <a:pt x="30" y="28"/>
                      <a:pt x="30" y="28"/>
                      <a:pt x="30" y="28"/>
                    </a:cubicBezTo>
                    <a:cubicBezTo>
                      <a:pt x="70" y="3"/>
                      <a:pt x="70" y="3"/>
                      <a:pt x="70" y="3"/>
                    </a:cubicBezTo>
                    <a:lnTo>
                      <a:pt x="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1" name="Freeform 1074"/>
              <p:cNvSpPr>
                <a:spLocks noEditPoints="1"/>
              </p:cNvSpPr>
              <p:nvPr userDrawn="1"/>
            </p:nvSpPr>
            <p:spPr bwMode="auto">
              <a:xfrm>
                <a:off x="2615" y="1013"/>
                <a:ext cx="150" cy="40"/>
              </a:xfrm>
              <a:custGeom>
                <a:avLst/>
                <a:gdLst>
                  <a:gd name="T0" fmla="*/ 2 w 121"/>
                  <a:gd name="T1" fmla="*/ 32 h 32"/>
                  <a:gd name="T2" fmla="*/ 0 w 121"/>
                  <a:gd name="T3" fmla="*/ 31 h 32"/>
                  <a:gd name="T4" fmla="*/ 1 w 121"/>
                  <a:gd name="T5" fmla="*/ 29 h 32"/>
                  <a:gd name="T6" fmla="*/ 47 w 121"/>
                  <a:gd name="T7" fmla="*/ 0 h 32"/>
                  <a:gd name="T8" fmla="*/ 48 w 121"/>
                  <a:gd name="T9" fmla="*/ 0 h 32"/>
                  <a:gd name="T10" fmla="*/ 119 w 121"/>
                  <a:gd name="T11" fmla="*/ 20 h 32"/>
                  <a:gd name="T12" fmla="*/ 121 w 121"/>
                  <a:gd name="T13" fmla="*/ 22 h 32"/>
                  <a:gd name="T14" fmla="*/ 119 w 121"/>
                  <a:gd name="T15" fmla="*/ 23 h 32"/>
                  <a:gd name="T16" fmla="*/ 2 w 121"/>
                  <a:gd name="T17" fmla="*/ 32 h 32"/>
                  <a:gd name="T18" fmla="*/ 48 w 121"/>
                  <a:gd name="T19" fmla="*/ 3 h 32"/>
                  <a:gd name="T20" fmla="*/ 8 w 121"/>
                  <a:gd name="T21" fmla="*/ 28 h 32"/>
                  <a:gd name="T22" fmla="*/ 109 w 121"/>
                  <a:gd name="T23" fmla="*/ 21 h 32"/>
                  <a:gd name="T24" fmla="*/ 48 w 121"/>
                  <a:gd name="T25" fmla="*/ 3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32">
                    <a:moveTo>
                      <a:pt x="2" y="32"/>
                    </a:moveTo>
                    <a:cubicBezTo>
                      <a:pt x="1" y="32"/>
                      <a:pt x="0" y="32"/>
                      <a:pt x="0" y="31"/>
                    </a:cubicBezTo>
                    <a:cubicBezTo>
                      <a:pt x="0" y="30"/>
                      <a:pt x="0" y="29"/>
                      <a:pt x="1" y="29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119" y="20"/>
                      <a:pt x="119" y="20"/>
                      <a:pt x="119" y="20"/>
                    </a:cubicBezTo>
                    <a:cubicBezTo>
                      <a:pt x="120" y="20"/>
                      <a:pt x="121" y="21"/>
                      <a:pt x="121" y="22"/>
                    </a:cubicBezTo>
                    <a:cubicBezTo>
                      <a:pt x="120" y="23"/>
                      <a:pt x="120" y="23"/>
                      <a:pt x="119" y="23"/>
                    </a:cubicBezTo>
                    <a:cubicBezTo>
                      <a:pt x="2" y="32"/>
                      <a:pt x="2" y="32"/>
                      <a:pt x="2" y="32"/>
                    </a:cubicBezTo>
                    <a:close/>
                    <a:moveTo>
                      <a:pt x="48" y="3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109" y="21"/>
                      <a:pt x="109" y="21"/>
                      <a:pt x="109" y="21"/>
                    </a:cubicBezTo>
                    <a:lnTo>
                      <a:pt x="48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2" name="Freeform 1075"/>
              <p:cNvSpPr>
                <a:spLocks noEditPoints="1"/>
              </p:cNvSpPr>
              <p:nvPr userDrawn="1"/>
            </p:nvSpPr>
            <p:spPr bwMode="auto">
              <a:xfrm>
                <a:off x="2760" y="1038"/>
                <a:ext cx="85" cy="71"/>
              </a:xfrm>
              <a:custGeom>
                <a:avLst/>
                <a:gdLst>
                  <a:gd name="T0" fmla="*/ 43 w 69"/>
                  <a:gd name="T1" fmla="*/ 57 h 57"/>
                  <a:gd name="T2" fmla="*/ 42 w 69"/>
                  <a:gd name="T3" fmla="*/ 57 h 57"/>
                  <a:gd name="T4" fmla="*/ 1 w 69"/>
                  <a:gd name="T5" fmla="*/ 3 h 57"/>
                  <a:gd name="T6" fmla="*/ 1 w 69"/>
                  <a:gd name="T7" fmla="*/ 1 h 57"/>
                  <a:gd name="T8" fmla="*/ 3 w 69"/>
                  <a:gd name="T9" fmla="*/ 0 h 57"/>
                  <a:gd name="T10" fmla="*/ 68 w 69"/>
                  <a:gd name="T11" fmla="*/ 42 h 57"/>
                  <a:gd name="T12" fmla="*/ 69 w 69"/>
                  <a:gd name="T13" fmla="*/ 44 h 57"/>
                  <a:gd name="T14" fmla="*/ 68 w 69"/>
                  <a:gd name="T15" fmla="*/ 45 h 57"/>
                  <a:gd name="T16" fmla="*/ 44 w 69"/>
                  <a:gd name="T17" fmla="*/ 57 h 57"/>
                  <a:gd name="T18" fmla="*/ 43 w 69"/>
                  <a:gd name="T19" fmla="*/ 57 h 57"/>
                  <a:gd name="T20" fmla="*/ 9 w 69"/>
                  <a:gd name="T21" fmla="*/ 8 h 57"/>
                  <a:gd name="T22" fmla="*/ 43 w 69"/>
                  <a:gd name="T23" fmla="*/ 53 h 57"/>
                  <a:gd name="T24" fmla="*/ 64 w 69"/>
                  <a:gd name="T25" fmla="*/ 44 h 57"/>
                  <a:gd name="T26" fmla="*/ 9 w 69"/>
                  <a:gd name="T27" fmla="*/ 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" h="57">
                    <a:moveTo>
                      <a:pt x="43" y="57"/>
                    </a:moveTo>
                    <a:cubicBezTo>
                      <a:pt x="42" y="57"/>
                      <a:pt x="42" y="57"/>
                      <a:pt x="42" y="57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68" y="42"/>
                      <a:pt x="68" y="42"/>
                      <a:pt x="68" y="42"/>
                    </a:cubicBezTo>
                    <a:cubicBezTo>
                      <a:pt x="69" y="43"/>
                      <a:pt x="69" y="43"/>
                      <a:pt x="69" y="44"/>
                    </a:cubicBezTo>
                    <a:cubicBezTo>
                      <a:pt x="69" y="44"/>
                      <a:pt x="68" y="45"/>
                      <a:pt x="68" y="45"/>
                    </a:cubicBezTo>
                    <a:cubicBezTo>
                      <a:pt x="44" y="57"/>
                      <a:pt x="44" y="57"/>
                      <a:pt x="44" y="57"/>
                    </a:cubicBezTo>
                    <a:lnTo>
                      <a:pt x="43" y="57"/>
                    </a:lnTo>
                    <a:close/>
                    <a:moveTo>
                      <a:pt x="9" y="8"/>
                    </a:moveTo>
                    <a:cubicBezTo>
                      <a:pt x="43" y="53"/>
                      <a:pt x="43" y="53"/>
                      <a:pt x="43" y="53"/>
                    </a:cubicBezTo>
                    <a:cubicBezTo>
                      <a:pt x="64" y="44"/>
                      <a:pt x="64" y="44"/>
                      <a:pt x="64" y="44"/>
                    </a:cubicBezTo>
                    <a:lnTo>
                      <a:pt x="9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3" name="Freeform 1076"/>
              <p:cNvSpPr>
                <a:spLocks noEditPoints="1"/>
              </p:cNvSpPr>
              <p:nvPr userDrawn="1"/>
            </p:nvSpPr>
            <p:spPr bwMode="auto">
              <a:xfrm>
                <a:off x="2811" y="1090"/>
                <a:ext cx="105" cy="82"/>
              </a:xfrm>
              <a:custGeom>
                <a:avLst/>
                <a:gdLst>
                  <a:gd name="T0" fmla="*/ 83 w 85"/>
                  <a:gd name="T1" fmla="*/ 66 h 66"/>
                  <a:gd name="T2" fmla="*/ 82 w 85"/>
                  <a:gd name="T3" fmla="*/ 66 h 66"/>
                  <a:gd name="T4" fmla="*/ 1 w 85"/>
                  <a:gd name="T5" fmla="*/ 15 h 66"/>
                  <a:gd name="T6" fmla="*/ 0 w 85"/>
                  <a:gd name="T7" fmla="*/ 13 h 66"/>
                  <a:gd name="T8" fmla="*/ 1 w 85"/>
                  <a:gd name="T9" fmla="*/ 12 h 66"/>
                  <a:gd name="T10" fmla="*/ 25 w 85"/>
                  <a:gd name="T11" fmla="*/ 0 h 66"/>
                  <a:gd name="T12" fmla="*/ 27 w 85"/>
                  <a:gd name="T13" fmla="*/ 1 h 66"/>
                  <a:gd name="T14" fmla="*/ 84 w 85"/>
                  <a:gd name="T15" fmla="*/ 63 h 66"/>
                  <a:gd name="T16" fmla="*/ 84 w 85"/>
                  <a:gd name="T17" fmla="*/ 66 h 66"/>
                  <a:gd name="T18" fmla="*/ 83 w 85"/>
                  <a:gd name="T19" fmla="*/ 66 h 66"/>
                  <a:gd name="T20" fmla="*/ 5 w 85"/>
                  <a:gd name="T21" fmla="*/ 14 h 66"/>
                  <a:gd name="T22" fmla="*/ 73 w 85"/>
                  <a:gd name="T23" fmla="*/ 57 h 66"/>
                  <a:gd name="T24" fmla="*/ 26 w 85"/>
                  <a:gd name="T25" fmla="*/ 4 h 66"/>
                  <a:gd name="T26" fmla="*/ 5 w 85"/>
                  <a:gd name="T27" fmla="*/ 1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66">
                    <a:moveTo>
                      <a:pt x="83" y="66"/>
                    </a:moveTo>
                    <a:cubicBezTo>
                      <a:pt x="82" y="66"/>
                      <a:pt x="82" y="66"/>
                      <a:pt x="82" y="66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0" y="14"/>
                      <a:pt x="0" y="13"/>
                    </a:cubicBezTo>
                    <a:cubicBezTo>
                      <a:pt x="0" y="13"/>
                      <a:pt x="1" y="12"/>
                      <a:pt x="1" y="12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6" y="0"/>
                      <a:pt x="27" y="0"/>
                      <a:pt x="27" y="1"/>
                    </a:cubicBezTo>
                    <a:cubicBezTo>
                      <a:pt x="84" y="63"/>
                      <a:pt x="84" y="63"/>
                      <a:pt x="84" y="63"/>
                    </a:cubicBezTo>
                    <a:cubicBezTo>
                      <a:pt x="85" y="64"/>
                      <a:pt x="85" y="65"/>
                      <a:pt x="84" y="66"/>
                    </a:cubicBezTo>
                    <a:cubicBezTo>
                      <a:pt x="84" y="66"/>
                      <a:pt x="83" y="66"/>
                      <a:pt x="83" y="66"/>
                    </a:cubicBezTo>
                    <a:close/>
                    <a:moveTo>
                      <a:pt x="5" y="14"/>
                    </a:moveTo>
                    <a:cubicBezTo>
                      <a:pt x="73" y="57"/>
                      <a:pt x="73" y="57"/>
                      <a:pt x="73" y="57"/>
                    </a:cubicBezTo>
                    <a:cubicBezTo>
                      <a:pt x="26" y="4"/>
                      <a:pt x="26" y="4"/>
                      <a:pt x="26" y="4"/>
                    </a:cubicBezTo>
                    <a:lnTo>
                      <a:pt x="5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4" name="Freeform 1077"/>
              <p:cNvSpPr>
                <a:spLocks noEditPoints="1"/>
              </p:cNvSpPr>
              <p:nvPr userDrawn="1"/>
            </p:nvSpPr>
            <p:spPr bwMode="auto">
              <a:xfrm>
                <a:off x="2908" y="1168"/>
                <a:ext cx="61" cy="107"/>
              </a:xfrm>
              <a:custGeom>
                <a:avLst/>
                <a:gdLst>
                  <a:gd name="T0" fmla="*/ 47 w 49"/>
                  <a:gd name="T1" fmla="*/ 86 h 86"/>
                  <a:gd name="T2" fmla="*/ 46 w 49"/>
                  <a:gd name="T3" fmla="*/ 86 h 86"/>
                  <a:gd name="T4" fmla="*/ 1 w 49"/>
                  <a:gd name="T5" fmla="*/ 56 h 86"/>
                  <a:gd name="T6" fmla="*/ 0 w 49"/>
                  <a:gd name="T7" fmla="*/ 55 h 86"/>
                  <a:gd name="T8" fmla="*/ 2 w 49"/>
                  <a:gd name="T9" fmla="*/ 2 h 86"/>
                  <a:gd name="T10" fmla="*/ 4 w 49"/>
                  <a:gd name="T11" fmla="*/ 0 h 86"/>
                  <a:gd name="T12" fmla="*/ 5 w 49"/>
                  <a:gd name="T13" fmla="*/ 1 h 86"/>
                  <a:gd name="T14" fmla="*/ 49 w 49"/>
                  <a:gd name="T15" fmla="*/ 84 h 86"/>
                  <a:gd name="T16" fmla="*/ 48 w 49"/>
                  <a:gd name="T17" fmla="*/ 86 h 86"/>
                  <a:gd name="T18" fmla="*/ 47 w 49"/>
                  <a:gd name="T19" fmla="*/ 86 h 86"/>
                  <a:gd name="T20" fmla="*/ 3 w 49"/>
                  <a:gd name="T21" fmla="*/ 54 h 86"/>
                  <a:gd name="T22" fmla="*/ 43 w 49"/>
                  <a:gd name="T23" fmla="*/ 80 h 86"/>
                  <a:gd name="T24" fmla="*/ 5 w 49"/>
                  <a:gd name="T25" fmla="*/ 8 h 86"/>
                  <a:gd name="T26" fmla="*/ 3 w 49"/>
                  <a:gd name="T27" fmla="*/ 54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9" h="86">
                    <a:moveTo>
                      <a:pt x="47" y="86"/>
                    </a:moveTo>
                    <a:cubicBezTo>
                      <a:pt x="46" y="86"/>
                      <a:pt x="46" y="86"/>
                      <a:pt x="46" y="86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56"/>
                      <a:pt x="0" y="55"/>
                      <a:pt x="0" y="55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3" y="0"/>
                      <a:pt x="4" y="0"/>
                    </a:cubicBezTo>
                    <a:cubicBezTo>
                      <a:pt x="4" y="0"/>
                      <a:pt x="5" y="0"/>
                      <a:pt x="5" y="1"/>
                    </a:cubicBezTo>
                    <a:cubicBezTo>
                      <a:pt x="49" y="84"/>
                      <a:pt x="49" y="84"/>
                      <a:pt x="49" y="84"/>
                    </a:cubicBezTo>
                    <a:cubicBezTo>
                      <a:pt x="49" y="85"/>
                      <a:pt x="49" y="85"/>
                      <a:pt x="48" y="86"/>
                    </a:cubicBezTo>
                    <a:cubicBezTo>
                      <a:pt x="48" y="86"/>
                      <a:pt x="48" y="86"/>
                      <a:pt x="47" y="86"/>
                    </a:cubicBezTo>
                    <a:close/>
                    <a:moveTo>
                      <a:pt x="3" y="54"/>
                    </a:moveTo>
                    <a:cubicBezTo>
                      <a:pt x="43" y="80"/>
                      <a:pt x="43" y="80"/>
                      <a:pt x="43" y="80"/>
                    </a:cubicBezTo>
                    <a:cubicBezTo>
                      <a:pt x="5" y="8"/>
                      <a:pt x="5" y="8"/>
                      <a:pt x="5" y="8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5" name="Freeform 1078"/>
              <p:cNvSpPr>
                <a:spLocks noEditPoints="1"/>
              </p:cNvSpPr>
              <p:nvPr userDrawn="1"/>
            </p:nvSpPr>
            <p:spPr bwMode="auto">
              <a:xfrm>
                <a:off x="2879" y="1127"/>
                <a:ext cx="64" cy="110"/>
              </a:xfrm>
              <a:custGeom>
                <a:avLst/>
                <a:gdLst>
                  <a:gd name="T0" fmla="*/ 26 w 52"/>
                  <a:gd name="T1" fmla="*/ 89 h 89"/>
                  <a:gd name="T2" fmla="*/ 25 w 52"/>
                  <a:gd name="T3" fmla="*/ 89 h 89"/>
                  <a:gd name="T4" fmla="*/ 24 w 52"/>
                  <a:gd name="T5" fmla="*/ 88 h 89"/>
                  <a:gd name="T6" fmla="*/ 0 w 52"/>
                  <a:gd name="T7" fmla="*/ 2 h 89"/>
                  <a:gd name="T8" fmla="*/ 1 w 52"/>
                  <a:gd name="T9" fmla="*/ 0 h 89"/>
                  <a:gd name="T10" fmla="*/ 3 w 52"/>
                  <a:gd name="T11" fmla="*/ 1 h 89"/>
                  <a:gd name="T12" fmla="*/ 52 w 52"/>
                  <a:gd name="T13" fmla="*/ 75 h 89"/>
                  <a:gd name="T14" fmla="*/ 52 w 52"/>
                  <a:gd name="T15" fmla="*/ 76 h 89"/>
                  <a:gd name="T16" fmla="*/ 51 w 52"/>
                  <a:gd name="T17" fmla="*/ 77 h 89"/>
                  <a:gd name="T18" fmla="*/ 26 w 52"/>
                  <a:gd name="T19" fmla="*/ 89 h 89"/>
                  <a:gd name="T20" fmla="*/ 6 w 52"/>
                  <a:gd name="T21" fmla="*/ 12 h 89"/>
                  <a:gd name="T22" fmla="*/ 27 w 52"/>
                  <a:gd name="T23" fmla="*/ 85 h 89"/>
                  <a:gd name="T24" fmla="*/ 48 w 52"/>
                  <a:gd name="T25" fmla="*/ 75 h 89"/>
                  <a:gd name="T26" fmla="*/ 6 w 52"/>
                  <a:gd name="T27" fmla="*/ 12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" h="89">
                    <a:moveTo>
                      <a:pt x="26" y="89"/>
                    </a:moveTo>
                    <a:cubicBezTo>
                      <a:pt x="25" y="89"/>
                      <a:pt x="25" y="89"/>
                      <a:pt x="25" y="89"/>
                    </a:cubicBezTo>
                    <a:cubicBezTo>
                      <a:pt x="25" y="89"/>
                      <a:pt x="24" y="89"/>
                      <a:pt x="24" y="8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1"/>
                      <a:pt x="1" y="0"/>
                    </a:cubicBezTo>
                    <a:cubicBezTo>
                      <a:pt x="2" y="0"/>
                      <a:pt x="3" y="0"/>
                      <a:pt x="3" y="1"/>
                    </a:cubicBezTo>
                    <a:cubicBezTo>
                      <a:pt x="52" y="75"/>
                      <a:pt x="52" y="75"/>
                      <a:pt x="52" y="75"/>
                    </a:cubicBezTo>
                    <a:cubicBezTo>
                      <a:pt x="52" y="75"/>
                      <a:pt x="52" y="76"/>
                      <a:pt x="52" y="76"/>
                    </a:cubicBezTo>
                    <a:cubicBezTo>
                      <a:pt x="52" y="76"/>
                      <a:pt x="52" y="77"/>
                      <a:pt x="51" y="77"/>
                    </a:cubicBezTo>
                    <a:cubicBezTo>
                      <a:pt x="26" y="89"/>
                      <a:pt x="26" y="89"/>
                      <a:pt x="26" y="89"/>
                    </a:cubicBezTo>
                    <a:close/>
                    <a:moveTo>
                      <a:pt x="6" y="12"/>
                    </a:moveTo>
                    <a:cubicBezTo>
                      <a:pt x="27" y="85"/>
                      <a:pt x="27" y="85"/>
                      <a:pt x="27" y="85"/>
                    </a:cubicBezTo>
                    <a:cubicBezTo>
                      <a:pt x="48" y="75"/>
                      <a:pt x="48" y="75"/>
                      <a:pt x="48" y="75"/>
                    </a:cubicBez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6" name="Freeform 1079"/>
              <p:cNvSpPr>
                <a:spLocks noEditPoints="1"/>
              </p:cNvSpPr>
              <p:nvPr userDrawn="1"/>
            </p:nvSpPr>
            <p:spPr bwMode="auto">
              <a:xfrm>
                <a:off x="2703" y="1038"/>
                <a:ext cx="109" cy="43"/>
              </a:xfrm>
              <a:custGeom>
                <a:avLst/>
                <a:gdLst>
                  <a:gd name="T0" fmla="*/ 2 w 88"/>
                  <a:gd name="T1" fmla="*/ 35 h 35"/>
                  <a:gd name="T2" fmla="*/ 1 w 88"/>
                  <a:gd name="T3" fmla="*/ 33 h 35"/>
                  <a:gd name="T4" fmla="*/ 1 w 88"/>
                  <a:gd name="T5" fmla="*/ 31 h 35"/>
                  <a:gd name="T6" fmla="*/ 47 w 88"/>
                  <a:gd name="T7" fmla="*/ 0 h 35"/>
                  <a:gd name="T8" fmla="*/ 49 w 88"/>
                  <a:gd name="T9" fmla="*/ 0 h 35"/>
                  <a:gd name="T10" fmla="*/ 87 w 88"/>
                  <a:gd name="T11" fmla="*/ 25 h 35"/>
                  <a:gd name="T12" fmla="*/ 88 w 88"/>
                  <a:gd name="T13" fmla="*/ 27 h 35"/>
                  <a:gd name="T14" fmla="*/ 86 w 88"/>
                  <a:gd name="T15" fmla="*/ 28 h 35"/>
                  <a:gd name="T16" fmla="*/ 2 w 88"/>
                  <a:gd name="T17" fmla="*/ 35 h 35"/>
                  <a:gd name="T18" fmla="*/ 48 w 88"/>
                  <a:gd name="T19" fmla="*/ 4 h 35"/>
                  <a:gd name="T20" fmla="*/ 8 w 88"/>
                  <a:gd name="T21" fmla="*/ 31 h 35"/>
                  <a:gd name="T22" fmla="*/ 81 w 88"/>
                  <a:gd name="T23" fmla="*/ 25 h 35"/>
                  <a:gd name="T24" fmla="*/ 48 w 88"/>
                  <a:gd name="T25" fmla="*/ 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8" h="35">
                    <a:moveTo>
                      <a:pt x="2" y="35"/>
                    </a:moveTo>
                    <a:cubicBezTo>
                      <a:pt x="2" y="35"/>
                      <a:pt x="1" y="34"/>
                      <a:pt x="1" y="33"/>
                    </a:cubicBezTo>
                    <a:cubicBezTo>
                      <a:pt x="0" y="33"/>
                      <a:pt x="1" y="32"/>
                      <a:pt x="1" y="31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9" y="0"/>
                    </a:cubicBezTo>
                    <a:cubicBezTo>
                      <a:pt x="87" y="25"/>
                      <a:pt x="87" y="25"/>
                      <a:pt x="87" y="25"/>
                    </a:cubicBezTo>
                    <a:cubicBezTo>
                      <a:pt x="87" y="25"/>
                      <a:pt x="88" y="26"/>
                      <a:pt x="88" y="27"/>
                    </a:cubicBezTo>
                    <a:cubicBezTo>
                      <a:pt x="87" y="27"/>
                      <a:pt x="87" y="28"/>
                      <a:pt x="86" y="28"/>
                    </a:cubicBezTo>
                    <a:cubicBezTo>
                      <a:pt x="2" y="35"/>
                      <a:pt x="2" y="35"/>
                      <a:pt x="2" y="35"/>
                    </a:cubicBezTo>
                    <a:close/>
                    <a:moveTo>
                      <a:pt x="48" y="4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81" y="25"/>
                      <a:pt x="81" y="25"/>
                      <a:pt x="81" y="25"/>
                    </a:cubicBezTo>
                    <a:lnTo>
                      <a:pt x="4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7" name="Freeform 1080"/>
              <p:cNvSpPr>
                <a:spLocks noEditPoints="1"/>
              </p:cNvSpPr>
              <p:nvPr userDrawn="1"/>
            </p:nvSpPr>
            <p:spPr bwMode="auto">
              <a:xfrm>
                <a:off x="2520" y="1015"/>
                <a:ext cx="104" cy="38"/>
              </a:xfrm>
              <a:custGeom>
                <a:avLst/>
                <a:gdLst>
                  <a:gd name="T0" fmla="*/ 79 w 84"/>
                  <a:gd name="T1" fmla="*/ 31 h 31"/>
                  <a:gd name="T2" fmla="*/ 78 w 84"/>
                  <a:gd name="T3" fmla="*/ 31 h 31"/>
                  <a:gd name="T4" fmla="*/ 2 w 84"/>
                  <a:gd name="T5" fmla="*/ 17 h 31"/>
                  <a:gd name="T6" fmla="*/ 0 w 84"/>
                  <a:gd name="T7" fmla="*/ 16 h 31"/>
                  <a:gd name="T8" fmla="*/ 2 w 84"/>
                  <a:gd name="T9" fmla="*/ 14 h 31"/>
                  <a:gd name="T10" fmla="*/ 82 w 84"/>
                  <a:gd name="T11" fmla="*/ 0 h 31"/>
                  <a:gd name="T12" fmla="*/ 83 w 84"/>
                  <a:gd name="T13" fmla="*/ 0 h 31"/>
                  <a:gd name="T14" fmla="*/ 84 w 84"/>
                  <a:gd name="T15" fmla="*/ 2 h 31"/>
                  <a:gd name="T16" fmla="*/ 80 w 84"/>
                  <a:gd name="T17" fmla="*/ 30 h 31"/>
                  <a:gd name="T18" fmla="*/ 80 w 84"/>
                  <a:gd name="T19" fmla="*/ 31 h 31"/>
                  <a:gd name="T20" fmla="*/ 79 w 84"/>
                  <a:gd name="T21" fmla="*/ 31 h 31"/>
                  <a:gd name="T22" fmla="*/ 11 w 84"/>
                  <a:gd name="T23" fmla="*/ 16 h 31"/>
                  <a:gd name="T24" fmla="*/ 77 w 84"/>
                  <a:gd name="T25" fmla="*/ 27 h 31"/>
                  <a:gd name="T26" fmla="*/ 80 w 84"/>
                  <a:gd name="T27" fmla="*/ 4 h 31"/>
                  <a:gd name="T28" fmla="*/ 11 w 84"/>
                  <a:gd name="T29" fmla="*/ 1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4" h="31">
                    <a:moveTo>
                      <a:pt x="79" y="31"/>
                    </a:moveTo>
                    <a:cubicBezTo>
                      <a:pt x="78" y="31"/>
                      <a:pt x="78" y="31"/>
                      <a:pt x="78" y="31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1" y="17"/>
                      <a:pt x="0" y="16"/>
                      <a:pt x="0" y="16"/>
                    </a:cubicBezTo>
                    <a:cubicBezTo>
                      <a:pt x="0" y="15"/>
                      <a:pt x="1" y="14"/>
                      <a:pt x="2" y="14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2" y="0"/>
                      <a:pt x="83" y="0"/>
                      <a:pt x="83" y="0"/>
                    </a:cubicBezTo>
                    <a:cubicBezTo>
                      <a:pt x="84" y="1"/>
                      <a:pt x="84" y="1"/>
                      <a:pt x="84" y="2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80" y="30"/>
                      <a:pt x="80" y="31"/>
                      <a:pt x="80" y="31"/>
                    </a:cubicBezTo>
                    <a:lnTo>
                      <a:pt x="79" y="31"/>
                    </a:lnTo>
                    <a:close/>
                    <a:moveTo>
                      <a:pt x="11" y="16"/>
                    </a:moveTo>
                    <a:cubicBezTo>
                      <a:pt x="77" y="27"/>
                      <a:pt x="77" y="27"/>
                      <a:pt x="77" y="27"/>
                    </a:cubicBezTo>
                    <a:cubicBezTo>
                      <a:pt x="80" y="4"/>
                      <a:pt x="80" y="4"/>
                      <a:pt x="80" y="4"/>
                    </a:cubicBezTo>
                    <a:lnTo>
                      <a:pt x="11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8" name="Freeform 1081"/>
              <p:cNvSpPr>
                <a:spLocks noEditPoints="1"/>
              </p:cNvSpPr>
              <p:nvPr userDrawn="1"/>
            </p:nvSpPr>
            <p:spPr bwMode="auto">
              <a:xfrm>
                <a:off x="1975" y="412"/>
                <a:ext cx="82" cy="80"/>
              </a:xfrm>
              <a:custGeom>
                <a:avLst/>
                <a:gdLst>
                  <a:gd name="T0" fmla="*/ 2 w 66"/>
                  <a:gd name="T1" fmla="*/ 65 h 65"/>
                  <a:gd name="T2" fmla="*/ 1 w 66"/>
                  <a:gd name="T3" fmla="*/ 64 h 65"/>
                  <a:gd name="T4" fmla="*/ 1 w 66"/>
                  <a:gd name="T5" fmla="*/ 62 h 65"/>
                  <a:gd name="T6" fmla="*/ 56 w 66"/>
                  <a:gd name="T7" fmla="*/ 0 h 65"/>
                  <a:gd name="T8" fmla="*/ 57 w 66"/>
                  <a:gd name="T9" fmla="*/ 0 h 65"/>
                  <a:gd name="T10" fmla="*/ 58 w 66"/>
                  <a:gd name="T11" fmla="*/ 1 h 65"/>
                  <a:gd name="T12" fmla="*/ 66 w 66"/>
                  <a:gd name="T13" fmla="*/ 41 h 65"/>
                  <a:gd name="T14" fmla="*/ 64 w 66"/>
                  <a:gd name="T15" fmla="*/ 43 h 65"/>
                  <a:gd name="T16" fmla="*/ 3 w 66"/>
                  <a:gd name="T17" fmla="*/ 65 h 65"/>
                  <a:gd name="T18" fmla="*/ 2 w 66"/>
                  <a:gd name="T19" fmla="*/ 65 h 65"/>
                  <a:gd name="T20" fmla="*/ 56 w 66"/>
                  <a:gd name="T21" fmla="*/ 5 h 65"/>
                  <a:gd name="T22" fmla="*/ 8 w 66"/>
                  <a:gd name="T23" fmla="*/ 59 h 65"/>
                  <a:gd name="T24" fmla="*/ 62 w 66"/>
                  <a:gd name="T25" fmla="*/ 41 h 65"/>
                  <a:gd name="T26" fmla="*/ 56 w 66"/>
                  <a:gd name="T27" fmla="*/ 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6" h="65">
                    <a:moveTo>
                      <a:pt x="2" y="65"/>
                    </a:moveTo>
                    <a:cubicBezTo>
                      <a:pt x="2" y="65"/>
                      <a:pt x="1" y="64"/>
                      <a:pt x="1" y="64"/>
                    </a:cubicBezTo>
                    <a:cubicBezTo>
                      <a:pt x="0" y="63"/>
                      <a:pt x="0" y="63"/>
                      <a:pt x="1" y="62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6" y="0"/>
                      <a:pt x="57" y="0"/>
                      <a:pt x="57" y="0"/>
                    </a:cubicBezTo>
                    <a:cubicBezTo>
                      <a:pt x="58" y="0"/>
                      <a:pt x="58" y="1"/>
                      <a:pt x="58" y="1"/>
                    </a:cubicBezTo>
                    <a:cubicBezTo>
                      <a:pt x="66" y="41"/>
                      <a:pt x="66" y="41"/>
                      <a:pt x="66" y="41"/>
                    </a:cubicBezTo>
                    <a:cubicBezTo>
                      <a:pt x="66" y="42"/>
                      <a:pt x="65" y="43"/>
                      <a:pt x="64" y="43"/>
                    </a:cubicBezTo>
                    <a:cubicBezTo>
                      <a:pt x="3" y="65"/>
                      <a:pt x="3" y="65"/>
                      <a:pt x="3" y="65"/>
                    </a:cubicBezTo>
                    <a:lnTo>
                      <a:pt x="2" y="65"/>
                    </a:lnTo>
                    <a:close/>
                    <a:moveTo>
                      <a:pt x="56" y="5"/>
                    </a:moveTo>
                    <a:cubicBezTo>
                      <a:pt x="8" y="59"/>
                      <a:pt x="8" y="59"/>
                      <a:pt x="8" y="59"/>
                    </a:cubicBezTo>
                    <a:cubicBezTo>
                      <a:pt x="62" y="41"/>
                      <a:pt x="62" y="41"/>
                      <a:pt x="62" y="41"/>
                    </a:cubicBezTo>
                    <a:lnTo>
                      <a:pt x="5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39" name="Freeform 1082"/>
              <p:cNvSpPr>
                <a:spLocks noEditPoints="1"/>
              </p:cNvSpPr>
              <p:nvPr userDrawn="1"/>
            </p:nvSpPr>
            <p:spPr bwMode="auto">
              <a:xfrm>
                <a:off x="1167" y="253"/>
                <a:ext cx="81" cy="81"/>
              </a:xfrm>
              <a:custGeom>
                <a:avLst/>
                <a:gdLst>
                  <a:gd name="T0" fmla="*/ 2 w 65"/>
                  <a:gd name="T1" fmla="*/ 65 h 65"/>
                  <a:gd name="T2" fmla="*/ 0 w 65"/>
                  <a:gd name="T3" fmla="*/ 64 h 65"/>
                  <a:gd name="T4" fmla="*/ 0 w 65"/>
                  <a:gd name="T5" fmla="*/ 62 h 65"/>
                  <a:gd name="T6" fmla="*/ 55 w 65"/>
                  <a:gd name="T7" fmla="*/ 0 h 65"/>
                  <a:gd name="T8" fmla="*/ 57 w 65"/>
                  <a:gd name="T9" fmla="*/ 0 h 65"/>
                  <a:gd name="T10" fmla="*/ 58 w 65"/>
                  <a:gd name="T11" fmla="*/ 1 h 65"/>
                  <a:gd name="T12" fmla="*/ 65 w 65"/>
                  <a:gd name="T13" fmla="*/ 41 h 65"/>
                  <a:gd name="T14" fmla="*/ 64 w 65"/>
                  <a:gd name="T15" fmla="*/ 43 h 65"/>
                  <a:gd name="T16" fmla="*/ 2 w 65"/>
                  <a:gd name="T17" fmla="*/ 64 h 65"/>
                  <a:gd name="T18" fmla="*/ 2 w 65"/>
                  <a:gd name="T19" fmla="*/ 65 h 65"/>
                  <a:gd name="T20" fmla="*/ 55 w 65"/>
                  <a:gd name="T21" fmla="*/ 5 h 65"/>
                  <a:gd name="T22" fmla="*/ 7 w 65"/>
                  <a:gd name="T23" fmla="*/ 59 h 65"/>
                  <a:gd name="T24" fmla="*/ 62 w 65"/>
                  <a:gd name="T25" fmla="*/ 40 h 65"/>
                  <a:gd name="T26" fmla="*/ 55 w 65"/>
                  <a:gd name="T27" fmla="*/ 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5" h="65">
                    <a:moveTo>
                      <a:pt x="2" y="65"/>
                    </a:moveTo>
                    <a:cubicBezTo>
                      <a:pt x="1" y="65"/>
                      <a:pt x="1" y="64"/>
                      <a:pt x="0" y="64"/>
                    </a:cubicBezTo>
                    <a:cubicBezTo>
                      <a:pt x="0" y="63"/>
                      <a:pt x="0" y="62"/>
                      <a:pt x="0" y="62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6" y="0"/>
                      <a:pt x="57" y="0"/>
                    </a:cubicBezTo>
                    <a:cubicBezTo>
                      <a:pt x="57" y="0"/>
                      <a:pt x="58" y="0"/>
                      <a:pt x="58" y="1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2"/>
                      <a:pt x="65" y="43"/>
                      <a:pt x="64" y="43"/>
                    </a:cubicBezTo>
                    <a:cubicBezTo>
                      <a:pt x="2" y="64"/>
                      <a:pt x="2" y="64"/>
                      <a:pt x="2" y="64"/>
                    </a:cubicBezTo>
                    <a:lnTo>
                      <a:pt x="2" y="65"/>
                    </a:lnTo>
                    <a:close/>
                    <a:moveTo>
                      <a:pt x="55" y="5"/>
                    </a:moveTo>
                    <a:cubicBezTo>
                      <a:pt x="7" y="59"/>
                      <a:pt x="7" y="59"/>
                      <a:pt x="7" y="59"/>
                    </a:cubicBezTo>
                    <a:cubicBezTo>
                      <a:pt x="62" y="40"/>
                      <a:pt x="62" y="40"/>
                      <a:pt x="62" y="40"/>
                    </a:cubicBezTo>
                    <a:lnTo>
                      <a:pt x="55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0" name="Freeform 1083"/>
              <p:cNvSpPr>
                <a:spLocks noEditPoints="1"/>
              </p:cNvSpPr>
              <p:nvPr userDrawn="1"/>
            </p:nvSpPr>
            <p:spPr bwMode="auto">
              <a:xfrm>
                <a:off x="2207" y="260"/>
                <a:ext cx="111" cy="79"/>
              </a:xfrm>
              <a:custGeom>
                <a:avLst/>
                <a:gdLst>
                  <a:gd name="T0" fmla="*/ 17 w 90"/>
                  <a:gd name="T1" fmla="*/ 64 h 64"/>
                  <a:gd name="T2" fmla="*/ 17 w 90"/>
                  <a:gd name="T3" fmla="*/ 64 h 64"/>
                  <a:gd name="T4" fmla="*/ 16 w 90"/>
                  <a:gd name="T5" fmla="*/ 63 h 64"/>
                  <a:gd name="T6" fmla="*/ 1 w 90"/>
                  <a:gd name="T7" fmla="*/ 35 h 64"/>
                  <a:gd name="T8" fmla="*/ 1 w 90"/>
                  <a:gd name="T9" fmla="*/ 33 h 64"/>
                  <a:gd name="T10" fmla="*/ 2 w 90"/>
                  <a:gd name="T11" fmla="*/ 32 h 64"/>
                  <a:gd name="T12" fmla="*/ 87 w 90"/>
                  <a:gd name="T13" fmla="*/ 0 h 64"/>
                  <a:gd name="T14" fmla="*/ 89 w 90"/>
                  <a:gd name="T15" fmla="*/ 1 h 64"/>
                  <a:gd name="T16" fmla="*/ 89 w 90"/>
                  <a:gd name="T17" fmla="*/ 3 h 64"/>
                  <a:gd name="T18" fmla="*/ 18 w 90"/>
                  <a:gd name="T19" fmla="*/ 63 h 64"/>
                  <a:gd name="T20" fmla="*/ 17 w 90"/>
                  <a:gd name="T21" fmla="*/ 64 h 64"/>
                  <a:gd name="T22" fmla="*/ 5 w 90"/>
                  <a:gd name="T23" fmla="*/ 35 h 64"/>
                  <a:gd name="T24" fmla="*/ 18 w 90"/>
                  <a:gd name="T25" fmla="*/ 60 h 64"/>
                  <a:gd name="T26" fmla="*/ 80 w 90"/>
                  <a:gd name="T27" fmla="*/ 7 h 64"/>
                  <a:gd name="T28" fmla="*/ 5 w 90"/>
                  <a:gd name="T29" fmla="*/ 35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0" h="64">
                    <a:moveTo>
                      <a:pt x="17" y="64"/>
                    </a:moveTo>
                    <a:cubicBezTo>
                      <a:pt x="17" y="64"/>
                      <a:pt x="17" y="64"/>
                      <a:pt x="17" y="64"/>
                    </a:cubicBezTo>
                    <a:cubicBezTo>
                      <a:pt x="16" y="64"/>
                      <a:pt x="16" y="63"/>
                      <a:pt x="16" y="63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1" y="34"/>
                      <a:pt x="0" y="34"/>
                      <a:pt x="1" y="33"/>
                    </a:cubicBezTo>
                    <a:cubicBezTo>
                      <a:pt x="1" y="33"/>
                      <a:pt x="1" y="33"/>
                      <a:pt x="2" y="32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8" y="0"/>
                      <a:pt x="89" y="0"/>
                      <a:pt x="89" y="1"/>
                    </a:cubicBezTo>
                    <a:cubicBezTo>
                      <a:pt x="90" y="2"/>
                      <a:pt x="90" y="2"/>
                      <a:pt x="89" y="3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8" y="64"/>
                      <a:pt x="18" y="64"/>
                      <a:pt x="17" y="64"/>
                    </a:cubicBezTo>
                    <a:close/>
                    <a:moveTo>
                      <a:pt x="5" y="35"/>
                    </a:moveTo>
                    <a:cubicBezTo>
                      <a:pt x="18" y="60"/>
                      <a:pt x="18" y="60"/>
                      <a:pt x="18" y="60"/>
                    </a:cubicBezTo>
                    <a:cubicBezTo>
                      <a:pt x="80" y="7"/>
                      <a:pt x="80" y="7"/>
                      <a:pt x="80" y="7"/>
                    </a:cubicBezTo>
                    <a:lnTo>
                      <a:pt x="5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1" name="Freeform 1084"/>
              <p:cNvSpPr>
                <a:spLocks noEditPoints="1"/>
              </p:cNvSpPr>
              <p:nvPr userDrawn="1"/>
            </p:nvSpPr>
            <p:spPr bwMode="auto">
              <a:xfrm>
                <a:off x="2392" y="313"/>
                <a:ext cx="145" cy="105"/>
              </a:xfrm>
              <a:custGeom>
                <a:avLst/>
                <a:gdLst>
                  <a:gd name="T0" fmla="*/ 96 w 117"/>
                  <a:gd name="T1" fmla="*/ 85 h 85"/>
                  <a:gd name="T2" fmla="*/ 95 w 117"/>
                  <a:gd name="T3" fmla="*/ 85 h 85"/>
                  <a:gd name="T4" fmla="*/ 1 w 117"/>
                  <a:gd name="T5" fmla="*/ 48 h 85"/>
                  <a:gd name="T6" fmla="*/ 0 w 117"/>
                  <a:gd name="T7" fmla="*/ 46 h 85"/>
                  <a:gd name="T8" fmla="*/ 1 w 117"/>
                  <a:gd name="T9" fmla="*/ 44 h 85"/>
                  <a:gd name="T10" fmla="*/ 114 w 117"/>
                  <a:gd name="T11" fmla="*/ 0 h 85"/>
                  <a:gd name="T12" fmla="*/ 116 w 117"/>
                  <a:gd name="T13" fmla="*/ 0 h 85"/>
                  <a:gd name="T14" fmla="*/ 117 w 117"/>
                  <a:gd name="T15" fmla="*/ 2 h 85"/>
                  <a:gd name="T16" fmla="*/ 98 w 117"/>
                  <a:gd name="T17" fmla="*/ 84 h 85"/>
                  <a:gd name="T18" fmla="*/ 97 w 117"/>
                  <a:gd name="T19" fmla="*/ 85 h 85"/>
                  <a:gd name="T20" fmla="*/ 96 w 117"/>
                  <a:gd name="T21" fmla="*/ 85 h 85"/>
                  <a:gd name="T22" fmla="*/ 6 w 117"/>
                  <a:gd name="T23" fmla="*/ 46 h 85"/>
                  <a:gd name="T24" fmla="*/ 95 w 117"/>
                  <a:gd name="T25" fmla="*/ 82 h 85"/>
                  <a:gd name="T26" fmla="*/ 113 w 117"/>
                  <a:gd name="T27" fmla="*/ 4 h 85"/>
                  <a:gd name="T28" fmla="*/ 6 w 117"/>
                  <a:gd name="T29" fmla="*/ 46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7" h="85">
                    <a:moveTo>
                      <a:pt x="96" y="85"/>
                    </a:moveTo>
                    <a:cubicBezTo>
                      <a:pt x="95" y="85"/>
                      <a:pt x="95" y="85"/>
                      <a:pt x="95" y="85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7"/>
                      <a:pt x="0" y="47"/>
                      <a:pt x="0" y="46"/>
                    </a:cubicBezTo>
                    <a:cubicBezTo>
                      <a:pt x="0" y="45"/>
                      <a:pt x="0" y="45"/>
                      <a:pt x="1" y="44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5" y="0"/>
                      <a:pt x="116" y="0"/>
                      <a:pt x="116" y="0"/>
                    </a:cubicBezTo>
                    <a:cubicBezTo>
                      <a:pt x="117" y="1"/>
                      <a:pt x="117" y="1"/>
                      <a:pt x="117" y="2"/>
                    </a:cubicBezTo>
                    <a:cubicBezTo>
                      <a:pt x="98" y="84"/>
                      <a:pt x="98" y="84"/>
                      <a:pt x="98" y="84"/>
                    </a:cubicBezTo>
                    <a:cubicBezTo>
                      <a:pt x="98" y="85"/>
                      <a:pt x="97" y="85"/>
                      <a:pt x="97" y="85"/>
                    </a:cubicBezTo>
                    <a:lnTo>
                      <a:pt x="96" y="85"/>
                    </a:lnTo>
                    <a:close/>
                    <a:moveTo>
                      <a:pt x="6" y="46"/>
                    </a:moveTo>
                    <a:cubicBezTo>
                      <a:pt x="95" y="82"/>
                      <a:pt x="95" y="82"/>
                      <a:pt x="95" y="82"/>
                    </a:cubicBezTo>
                    <a:cubicBezTo>
                      <a:pt x="113" y="4"/>
                      <a:pt x="113" y="4"/>
                      <a:pt x="113" y="4"/>
                    </a:cubicBezTo>
                    <a:lnTo>
                      <a:pt x="6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2" name="Freeform 1085"/>
              <p:cNvSpPr>
                <a:spLocks noEditPoints="1"/>
              </p:cNvSpPr>
              <p:nvPr userDrawn="1"/>
            </p:nvSpPr>
            <p:spPr bwMode="auto">
              <a:xfrm>
                <a:off x="1918" y="520"/>
                <a:ext cx="72" cy="122"/>
              </a:xfrm>
              <a:custGeom>
                <a:avLst/>
                <a:gdLst>
                  <a:gd name="T0" fmla="*/ 3 w 58"/>
                  <a:gd name="T1" fmla="*/ 99 h 99"/>
                  <a:gd name="T2" fmla="*/ 3 w 58"/>
                  <a:gd name="T3" fmla="*/ 99 h 99"/>
                  <a:gd name="T4" fmla="*/ 7 w 58"/>
                  <a:gd name="T5" fmla="*/ 29 h 99"/>
                  <a:gd name="T6" fmla="*/ 8 w 58"/>
                  <a:gd name="T7" fmla="*/ 28 h 99"/>
                  <a:gd name="T8" fmla="*/ 56 w 58"/>
                  <a:gd name="T9" fmla="*/ 0 h 99"/>
                  <a:gd name="T10" fmla="*/ 58 w 58"/>
                  <a:gd name="T11" fmla="*/ 0 h 99"/>
                  <a:gd name="T12" fmla="*/ 58 w 58"/>
                  <a:gd name="T13" fmla="*/ 2 h 99"/>
                  <a:gd name="T14" fmla="*/ 5 w 58"/>
                  <a:gd name="T15" fmla="*/ 97 h 99"/>
                  <a:gd name="T16" fmla="*/ 3 w 58"/>
                  <a:gd name="T17" fmla="*/ 99 h 99"/>
                  <a:gd name="T18" fmla="*/ 11 w 58"/>
                  <a:gd name="T19" fmla="*/ 30 h 99"/>
                  <a:gd name="T20" fmla="*/ 5 w 58"/>
                  <a:gd name="T21" fmla="*/ 89 h 99"/>
                  <a:gd name="T22" fmla="*/ 52 w 58"/>
                  <a:gd name="T23" fmla="*/ 6 h 99"/>
                  <a:gd name="T24" fmla="*/ 11 w 58"/>
                  <a:gd name="T25" fmla="*/ 3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8" h="99">
                    <a:moveTo>
                      <a:pt x="3" y="99"/>
                    </a:moveTo>
                    <a:cubicBezTo>
                      <a:pt x="3" y="99"/>
                      <a:pt x="3" y="99"/>
                      <a:pt x="3" y="99"/>
                    </a:cubicBezTo>
                    <a:cubicBezTo>
                      <a:pt x="1" y="98"/>
                      <a:pt x="0" y="98"/>
                      <a:pt x="7" y="29"/>
                    </a:cubicBezTo>
                    <a:cubicBezTo>
                      <a:pt x="7" y="29"/>
                      <a:pt x="8" y="28"/>
                      <a:pt x="8" y="28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6" y="0"/>
                      <a:pt x="57" y="0"/>
                      <a:pt x="58" y="0"/>
                    </a:cubicBezTo>
                    <a:cubicBezTo>
                      <a:pt x="58" y="1"/>
                      <a:pt x="58" y="2"/>
                      <a:pt x="58" y="2"/>
                    </a:cubicBezTo>
                    <a:cubicBezTo>
                      <a:pt x="37" y="39"/>
                      <a:pt x="6" y="94"/>
                      <a:pt x="5" y="97"/>
                    </a:cubicBezTo>
                    <a:cubicBezTo>
                      <a:pt x="5" y="98"/>
                      <a:pt x="4" y="99"/>
                      <a:pt x="3" y="99"/>
                    </a:cubicBezTo>
                    <a:close/>
                    <a:moveTo>
                      <a:pt x="11" y="30"/>
                    </a:moveTo>
                    <a:cubicBezTo>
                      <a:pt x="9" y="50"/>
                      <a:pt x="6" y="76"/>
                      <a:pt x="5" y="89"/>
                    </a:cubicBezTo>
                    <a:cubicBezTo>
                      <a:pt x="15" y="71"/>
                      <a:pt x="42" y="23"/>
                      <a:pt x="52" y="6"/>
                    </a:cubicBezTo>
                    <a:lnTo>
                      <a:pt x="11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3" name="Freeform 1086"/>
              <p:cNvSpPr>
                <a:spLocks noEditPoints="1"/>
              </p:cNvSpPr>
              <p:nvPr userDrawn="1"/>
            </p:nvSpPr>
            <p:spPr bwMode="auto">
              <a:xfrm>
                <a:off x="2394" y="947"/>
                <a:ext cx="87" cy="101"/>
              </a:xfrm>
              <a:custGeom>
                <a:avLst/>
                <a:gdLst>
                  <a:gd name="T0" fmla="*/ 69 w 71"/>
                  <a:gd name="T1" fmla="*/ 82 h 82"/>
                  <a:gd name="T2" fmla="*/ 68 w 71"/>
                  <a:gd name="T3" fmla="*/ 81 h 82"/>
                  <a:gd name="T4" fmla="*/ 1 w 71"/>
                  <a:gd name="T5" fmla="*/ 22 h 82"/>
                  <a:gd name="T6" fmla="*/ 0 w 71"/>
                  <a:gd name="T7" fmla="*/ 21 h 82"/>
                  <a:gd name="T8" fmla="*/ 1 w 71"/>
                  <a:gd name="T9" fmla="*/ 20 h 82"/>
                  <a:gd name="T10" fmla="*/ 30 w 71"/>
                  <a:gd name="T11" fmla="*/ 0 h 82"/>
                  <a:gd name="T12" fmla="*/ 31 w 71"/>
                  <a:gd name="T13" fmla="*/ 0 h 82"/>
                  <a:gd name="T14" fmla="*/ 33 w 71"/>
                  <a:gd name="T15" fmla="*/ 1 h 82"/>
                  <a:gd name="T16" fmla="*/ 71 w 71"/>
                  <a:gd name="T17" fmla="*/ 79 h 82"/>
                  <a:gd name="T18" fmla="*/ 70 w 71"/>
                  <a:gd name="T19" fmla="*/ 81 h 82"/>
                  <a:gd name="T20" fmla="*/ 69 w 71"/>
                  <a:gd name="T21" fmla="*/ 82 h 82"/>
                  <a:gd name="T22" fmla="*/ 5 w 71"/>
                  <a:gd name="T23" fmla="*/ 21 h 82"/>
                  <a:gd name="T24" fmla="*/ 64 w 71"/>
                  <a:gd name="T25" fmla="*/ 73 h 82"/>
                  <a:gd name="T26" fmla="*/ 30 w 71"/>
                  <a:gd name="T27" fmla="*/ 4 h 82"/>
                  <a:gd name="T28" fmla="*/ 5 w 71"/>
                  <a:gd name="T29" fmla="*/ 2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1" h="82">
                    <a:moveTo>
                      <a:pt x="69" y="82"/>
                    </a:moveTo>
                    <a:cubicBezTo>
                      <a:pt x="69" y="82"/>
                      <a:pt x="68" y="82"/>
                      <a:pt x="68" y="8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2"/>
                      <a:pt x="0" y="22"/>
                      <a:pt x="0" y="21"/>
                    </a:cubicBezTo>
                    <a:cubicBezTo>
                      <a:pt x="0" y="21"/>
                      <a:pt x="0" y="20"/>
                      <a:pt x="1" y="2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0"/>
                      <a:pt x="32" y="0"/>
                      <a:pt x="33" y="1"/>
                    </a:cubicBezTo>
                    <a:cubicBezTo>
                      <a:pt x="71" y="79"/>
                      <a:pt x="71" y="79"/>
                      <a:pt x="71" y="79"/>
                    </a:cubicBezTo>
                    <a:cubicBezTo>
                      <a:pt x="71" y="80"/>
                      <a:pt x="71" y="81"/>
                      <a:pt x="70" y="81"/>
                    </a:cubicBezTo>
                    <a:lnTo>
                      <a:pt x="69" y="82"/>
                    </a:lnTo>
                    <a:close/>
                    <a:moveTo>
                      <a:pt x="5" y="21"/>
                    </a:moveTo>
                    <a:cubicBezTo>
                      <a:pt x="64" y="73"/>
                      <a:pt x="64" y="73"/>
                      <a:pt x="64" y="73"/>
                    </a:cubicBezTo>
                    <a:cubicBezTo>
                      <a:pt x="30" y="4"/>
                      <a:pt x="30" y="4"/>
                      <a:pt x="30" y="4"/>
                    </a:cubicBezTo>
                    <a:lnTo>
                      <a:pt x="5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4" name="Freeform 1087"/>
              <p:cNvSpPr>
                <a:spLocks noEditPoints="1"/>
              </p:cNvSpPr>
              <p:nvPr userDrawn="1"/>
            </p:nvSpPr>
            <p:spPr bwMode="auto">
              <a:xfrm>
                <a:off x="1035" y="1047"/>
                <a:ext cx="76" cy="95"/>
              </a:xfrm>
              <a:custGeom>
                <a:avLst/>
                <a:gdLst>
                  <a:gd name="T0" fmla="*/ 2 w 62"/>
                  <a:gd name="T1" fmla="*/ 77 h 77"/>
                  <a:gd name="T2" fmla="*/ 1 w 62"/>
                  <a:gd name="T3" fmla="*/ 76 h 77"/>
                  <a:gd name="T4" fmla="*/ 0 w 62"/>
                  <a:gd name="T5" fmla="*/ 74 h 77"/>
                  <a:gd name="T6" fmla="*/ 51 w 62"/>
                  <a:gd name="T7" fmla="*/ 1 h 77"/>
                  <a:gd name="T8" fmla="*/ 53 w 62"/>
                  <a:gd name="T9" fmla="*/ 0 h 77"/>
                  <a:gd name="T10" fmla="*/ 54 w 62"/>
                  <a:gd name="T11" fmla="*/ 2 h 77"/>
                  <a:gd name="T12" fmla="*/ 62 w 62"/>
                  <a:gd name="T13" fmla="*/ 44 h 77"/>
                  <a:gd name="T14" fmla="*/ 61 w 62"/>
                  <a:gd name="T15" fmla="*/ 46 h 77"/>
                  <a:gd name="T16" fmla="*/ 3 w 62"/>
                  <a:gd name="T17" fmla="*/ 77 h 77"/>
                  <a:gd name="T18" fmla="*/ 2 w 62"/>
                  <a:gd name="T19" fmla="*/ 77 h 77"/>
                  <a:gd name="T20" fmla="*/ 52 w 62"/>
                  <a:gd name="T21" fmla="*/ 6 h 77"/>
                  <a:gd name="T22" fmla="*/ 7 w 62"/>
                  <a:gd name="T23" fmla="*/ 70 h 77"/>
                  <a:gd name="T24" fmla="*/ 58 w 62"/>
                  <a:gd name="T25" fmla="*/ 44 h 77"/>
                  <a:gd name="T26" fmla="*/ 52 w 62"/>
                  <a:gd name="T27" fmla="*/ 6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77">
                    <a:moveTo>
                      <a:pt x="2" y="77"/>
                    </a:moveTo>
                    <a:cubicBezTo>
                      <a:pt x="1" y="77"/>
                      <a:pt x="1" y="77"/>
                      <a:pt x="1" y="76"/>
                    </a:cubicBezTo>
                    <a:cubicBezTo>
                      <a:pt x="0" y="76"/>
                      <a:pt x="0" y="75"/>
                      <a:pt x="0" y="74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51" y="0"/>
                      <a:pt x="52" y="0"/>
                      <a:pt x="53" y="0"/>
                    </a:cubicBezTo>
                    <a:cubicBezTo>
                      <a:pt x="53" y="0"/>
                      <a:pt x="54" y="1"/>
                      <a:pt x="54" y="2"/>
                    </a:cubicBezTo>
                    <a:cubicBezTo>
                      <a:pt x="62" y="44"/>
                      <a:pt x="62" y="44"/>
                      <a:pt x="62" y="44"/>
                    </a:cubicBezTo>
                    <a:cubicBezTo>
                      <a:pt x="62" y="45"/>
                      <a:pt x="61" y="46"/>
                      <a:pt x="61" y="46"/>
                    </a:cubicBezTo>
                    <a:cubicBezTo>
                      <a:pt x="3" y="77"/>
                      <a:pt x="3" y="77"/>
                      <a:pt x="3" y="77"/>
                    </a:cubicBezTo>
                    <a:lnTo>
                      <a:pt x="2" y="77"/>
                    </a:lnTo>
                    <a:close/>
                    <a:moveTo>
                      <a:pt x="52" y="6"/>
                    </a:moveTo>
                    <a:cubicBezTo>
                      <a:pt x="7" y="70"/>
                      <a:pt x="7" y="70"/>
                      <a:pt x="7" y="70"/>
                    </a:cubicBezTo>
                    <a:cubicBezTo>
                      <a:pt x="58" y="44"/>
                      <a:pt x="58" y="44"/>
                      <a:pt x="58" y="44"/>
                    </a:cubicBezTo>
                    <a:lnTo>
                      <a:pt x="52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5" name="Freeform 1088"/>
              <p:cNvSpPr>
                <a:spLocks noEditPoints="1"/>
              </p:cNvSpPr>
              <p:nvPr userDrawn="1"/>
            </p:nvSpPr>
            <p:spPr bwMode="auto">
              <a:xfrm>
                <a:off x="1620" y="401"/>
                <a:ext cx="136" cy="102"/>
              </a:xfrm>
              <a:custGeom>
                <a:avLst/>
                <a:gdLst>
                  <a:gd name="T0" fmla="*/ 2 w 110"/>
                  <a:gd name="T1" fmla="*/ 83 h 83"/>
                  <a:gd name="T2" fmla="*/ 1 w 110"/>
                  <a:gd name="T3" fmla="*/ 82 h 83"/>
                  <a:gd name="T4" fmla="*/ 0 w 110"/>
                  <a:gd name="T5" fmla="*/ 81 h 83"/>
                  <a:gd name="T6" fmla="*/ 17 w 110"/>
                  <a:gd name="T7" fmla="*/ 2 h 83"/>
                  <a:gd name="T8" fmla="*/ 18 w 110"/>
                  <a:gd name="T9" fmla="*/ 0 h 83"/>
                  <a:gd name="T10" fmla="*/ 20 w 110"/>
                  <a:gd name="T11" fmla="*/ 0 h 83"/>
                  <a:gd name="T12" fmla="*/ 109 w 110"/>
                  <a:gd name="T13" fmla="*/ 34 h 83"/>
                  <a:gd name="T14" fmla="*/ 110 w 110"/>
                  <a:gd name="T15" fmla="*/ 36 h 83"/>
                  <a:gd name="T16" fmla="*/ 109 w 110"/>
                  <a:gd name="T17" fmla="*/ 37 h 83"/>
                  <a:gd name="T18" fmla="*/ 2 w 110"/>
                  <a:gd name="T19" fmla="*/ 83 h 83"/>
                  <a:gd name="T20" fmla="*/ 20 w 110"/>
                  <a:gd name="T21" fmla="*/ 4 h 83"/>
                  <a:gd name="T22" fmla="*/ 4 w 110"/>
                  <a:gd name="T23" fmla="*/ 78 h 83"/>
                  <a:gd name="T24" fmla="*/ 104 w 110"/>
                  <a:gd name="T25" fmla="*/ 36 h 83"/>
                  <a:gd name="T26" fmla="*/ 20 w 110"/>
                  <a:gd name="T27" fmla="*/ 4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0" h="83">
                    <a:moveTo>
                      <a:pt x="2" y="83"/>
                    </a:moveTo>
                    <a:cubicBezTo>
                      <a:pt x="1" y="83"/>
                      <a:pt x="1" y="83"/>
                      <a:pt x="1" y="82"/>
                    </a:cubicBezTo>
                    <a:cubicBezTo>
                      <a:pt x="0" y="82"/>
                      <a:pt x="0" y="81"/>
                      <a:pt x="0" y="81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1"/>
                      <a:pt x="18" y="1"/>
                      <a:pt x="18" y="0"/>
                    </a:cubicBezTo>
                    <a:cubicBezTo>
                      <a:pt x="19" y="0"/>
                      <a:pt x="19" y="0"/>
                      <a:pt x="20" y="0"/>
                    </a:cubicBezTo>
                    <a:cubicBezTo>
                      <a:pt x="109" y="34"/>
                      <a:pt x="109" y="34"/>
                      <a:pt x="109" y="34"/>
                    </a:cubicBezTo>
                    <a:cubicBezTo>
                      <a:pt x="110" y="35"/>
                      <a:pt x="110" y="35"/>
                      <a:pt x="110" y="36"/>
                    </a:cubicBezTo>
                    <a:cubicBezTo>
                      <a:pt x="110" y="37"/>
                      <a:pt x="110" y="37"/>
                      <a:pt x="109" y="37"/>
                    </a:cubicBezTo>
                    <a:cubicBezTo>
                      <a:pt x="2" y="83"/>
                      <a:pt x="2" y="83"/>
                      <a:pt x="2" y="83"/>
                    </a:cubicBezTo>
                    <a:close/>
                    <a:moveTo>
                      <a:pt x="20" y="4"/>
                    </a:moveTo>
                    <a:cubicBezTo>
                      <a:pt x="4" y="78"/>
                      <a:pt x="4" y="78"/>
                      <a:pt x="4" y="78"/>
                    </a:cubicBezTo>
                    <a:cubicBezTo>
                      <a:pt x="104" y="36"/>
                      <a:pt x="104" y="36"/>
                      <a:pt x="104" y="36"/>
                    </a:cubicBezTo>
                    <a:lnTo>
                      <a:pt x="2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6" name="Freeform 1089"/>
              <p:cNvSpPr>
                <a:spLocks noEditPoints="1"/>
              </p:cNvSpPr>
              <p:nvPr userDrawn="1"/>
            </p:nvSpPr>
            <p:spPr bwMode="auto">
              <a:xfrm>
                <a:off x="1526" y="-9"/>
                <a:ext cx="137" cy="102"/>
              </a:xfrm>
              <a:custGeom>
                <a:avLst/>
                <a:gdLst>
                  <a:gd name="T0" fmla="*/ 2 w 111"/>
                  <a:gd name="T1" fmla="*/ 82 h 82"/>
                  <a:gd name="T2" fmla="*/ 1 w 111"/>
                  <a:gd name="T3" fmla="*/ 82 h 82"/>
                  <a:gd name="T4" fmla="*/ 1 w 111"/>
                  <a:gd name="T5" fmla="*/ 80 h 82"/>
                  <a:gd name="T6" fmla="*/ 18 w 111"/>
                  <a:gd name="T7" fmla="*/ 1 h 82"/>
                  <a:gd name="T8" fmla="*/ 19 w 111"/>
                  <a:gd name="T9" fmla="*/ 0 h 82"/>
                  <a:gd name="T10" fmla="*/ 20 w 111"/>
                  <a:gd name="T11" fmla="*/ 0 h 82"/>
                  <a:gd name="T12" fmla="*/ 110 w 111"/>
                  <a:gd name="T13" fmla="*/ 34 h 82"/>
                  <a:gd name="T14" fmla="*/ 111 w 111"/>
                  <a:gd name="T15" fmla="*/ 35 h 82"/>
                  <a:gd name="T16" fmla="*/ 110 w 111"/>
                  <a:gd name="T17" fmla="*/ 37 h 82"/>
                  <a:gd name="T18" fmla="*/ 3 w 111"/>
                  <a:gd name="T19" fmla="*/ 82 h 82"/>
                  <a:gd name="T20" fmla="*/ 2 w 111"/>
                  <a:gd name="T21" fmla="*/ 82 h 82"/>
                  <a:gd name="T22" fmla="*/ 21 w 111"/>
                  <a:gd name="T23" fmla="*/ 4 h 82"/>
                  <a:gd name="T24" fmla="*/ 5 w 111"/>
                  <a:gd name="T25" fmla="*/ 78 h 82"/>
                  <a:gd name="T26" fmla="*/ 105 w 111"/>
                  <a:gd name="T27" fmla="*/ 36 h 82"/>
                  <a:gd name="T28" fmla="*/ 21 w 111"/>
                  <a:gd name="T29" fmla="*/ 4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1" h="82">
                    <a:moveTo>
                      <a:pt x="2" y="82"/>
                    </a:moveTo>
                    <a:cubicBezTo>
                      <a:pt x="2" y="82"/>
                      <a:pt x="1" y="82"/>
                      <a:pt x="1" y="82"/>
                    </a:cubicBezTo>
                    <a:cubicBezTo>
                      <a:pt x="1" y="82"/>
                      <a:pt x="0" y="81"/>
                      <a:pt x="1" y="80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18" y="1"/>
                      <a:pt x="18" y="0"/>
                      <a:pt x="19" y="0"/>
                    </a:cubicBezTo>
                    <a:cubicBezTo>
                      <a:pt x="19" y="0"/>
                      <a:pt x="19" y="0"/>
                      <a:pt x="20" y="0"/>
                    </a:cubicBezTo>
                    <a:cubicBezTo>
                      <a:pt x="110" y="34"/>
                      <a:pt x="110" y="34"/>
                      <a:pt x="110" y="34"/>
                    </a:cubicBezTo>
                    <a:cubicBezTo>
                      <a:pt x="110" y="34"/>
                      <a:pt x="111" y="35"/>
                      <a:pt x="111" y="35"/>
                    </a:cubicBezTo>
                    <a:cubicBezTo>
                      <a:pt x="111" y="36"/>
                      <a:pt x="110" y="37"/>
                      <a:pt x="110" y="37"/>
                    </a:cubicBezTo>
                    <a:cubicBezTo>
                      <a:pt x="3" y="82"/>
                      <a:pt x="3" y="82"/>
                      <a:pt x="3" y="82"/>
                    </a:cubicBezTo>
                    <a:lnTo>
                      <a:pt x="2" y="82"/>
                    </a:lnTo>
                    <a:close/>
                    <a:moveTo>
                      <a:pt x="21" y="4"/>
                    </a:moveTo>
                    <a:cubicBezTo>
                      <a:pt x="5" y="78"/>
                      <a:pt x="5" y="78"/>
                      <a:pt x="5" y="78"/>
                    </a:cubicBezTo>
                    <a:cubicBezTo>
                      <a:pt x="105" y="36"/>
                      <a:pt x="105" y="36"/>
                      <a:pt x="105" y="36"/>
                    </a:cubicBezTo>
                    <a:lnTo>
                      <a:pt x="2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7" name="Freeform 1090"/>
              <p:cNvSpPr>
                <a:spLocks noEditPoints="1"/>
              </p:cNvSpPr>
              <p:nvPr userDrawn="1"/>
            </p:nvSpPr>
            <p:spPr bwMode="auto">
              <a:xfrm>
                <a:off x="1823" y="455"/>
                <a:ext cx="71" cy="73"/>
              </a:xfrm>
              <a:custGeom>
                <a:avLst/>
                <a:gdLst>
                  <a:gd name="T0" fmla="*/ 25 w 57"/>
                  <a:gd name="T1" fmla="*/ 59 h 59"/>
                  <a:gd name="T2" fmla="*/ 25 w 57"/>
                  <a:gd name="T3" fmla="*/ 59 h 59"/>
                  <a:gd name="T4" fmla="*/ 24 w 57"/>
                  <a:gd name="T5" fmla="*/ 58 h 59"/>
                  <a:gd name="T6" fmla="*/ 0 w 57"/>
                  <a:gd name="T7" fmla="*/ 2 h 59"/>
                  <a:gd name="T8" fmla="*/ 1 w 57"/>
                  <a:gd name="T9" fmla="*/ 1 h 59"/>
                  <a:gd name="T10" fmla="*/ 2 w 57"/>
                  <a:gd name="T11" fmla="*/ 0 h 59"/>
                  <a:gd name="T12" fmla="*/ 55 w 57"/>
                  <a:gd name="T13" fmla="*/ 5 h 59"/>
                  <a:gd name="T14" fmla="*/ 57 w 57"/>
                  <a:gd name="T15" fmla="*/ 6 h 59"/>
                  <a:gd name="T16" fmla="*/ 57 w 57"/>
                  <a:gd name="T17" fmla="*/ 8 h 59"/>
                  <a:gd name="T18" fmla="*/ 27 w 57"/>
                  <a:gd name="T19" fmla="*/ 58 h 59"/>
                  <a:gd name="T20" fmla="*/ 25 w 57"/>
                  <a:gd name="T21" fmla="*/ 59 h 59"/>
                  <a:gd name="T22" fmla="*/ 5 w 57"/>
                  <a:gd name="T23" fmla="*/ 4 h 59"/>
                  <a:gd name="T24" fmla="*/ 26 w 57"/>
                  <a:gd name="T25" fmla="*/ 54 h 59"/>
                  <a:gd name="T26" fmla="*/ 52 w 57"/>
                  <a:gd name="T27" fmla="*/ 8 h 59"/>
                  <a:gd name="T28" fmla="*/ 5 w 57"/>
                  <a:gd name="T29" fmla="*/ 4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" h="59">
                    <a:moveTo>
                      <a:pt x="25" y="59"/>
                    </a:move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9"/>
                      <a:pt x="24" y="59"/>
                      <a:pt x="24" y="5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6" y="5"/>
                      <a:pt x="56" y="5"/>
                      <a:pt x="57" y="6"/>
                    </a:cubicBezTo>
                    <a:cubicBezTo>
                      <a:pt x="57" y="6"/>
                      <a:pt x="57" y="7"/>
                      <a:pt x="57" y="8"/>
                    </a:cubicBezTo>
                    <a:cubicBezTo>
                      <a:pt x="27" y="58"/>
                      <a:pt x="27" y="58"/>
                      <a:pt x="27" y="58"/>
                    </a:cubicBezTo>
                    <a:cubicBezTo>
                      <a:pt x="27" y="59"/>
                      <a:pt x="26" y="59"/>
                      <a:pt x="25" y="59"/>
                    </a:cubicBezTo>
                    <a:close/>
                    <a:moveTo>
                      <a:pt x="5" y="4"/>
                    </a:moveTo>
                    <a:cubicBezTo>
                      <a:pt x="26" y="54"/>
                      <a:pt x="26" y="54"/>
                      <a:pt x="26" y="54"/>
                    </a:cubicBezTo>
                    <a:cubicBezTo>
                      <a:pt x="52" y="8"/>
                      <a:pt x="52" y="8"/>
                      <a:pt x="52" y="8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8" name="Freeform 1091"/>
              <p:cNvSpPr>
                <a:spLocks noEditPoints="1"/>
              </p:cNvSpPr>
              <p:nvPr userDrawn="1"/>
            </p:nvSpPr>
            <p:spPr bwMode="auto">
              <a:xfrm>
                <a:off x="1796" y="81"/>
                <a:ext cx="69" cy="72"/>
              </a:xfrm>
              <a:custGeom>
                <a:avLst/>
                <a:gdLst>
                  <a:gd name="T0" fmla="*/ 25 w 56"/>
                  <a:gd name="T1" fmla="*/ 58 h 58"/>
                  <a:gd name="T2" fmla="*/ 25 w 56"/>
                  <a:gd name="T3" fmla="*/ 58 h 58"/>
                  <a:gd name="T4" fmla="*/ 23 w 56"/>
                  <a:gd name="T5" fmla="*/ 57 h 58"/>
                  <a:gd name="T6" fmla="*/ 0 w 56"/>
                  <a:gd name="T7" fmla="*/ 2 h 58"/>
                  <a:gd name="T8" fmla="*/ 0 w 56"/>
                  <a:gd name="T9" fmla="*/ 0 h 58"/>
                  <a:gd name="T10" fmla="*/ 1 w 56"/>
                  <a:gd name="T11" fmla="*/ 0 h 58"/>
                  <a:gd name="T12" fmla="*/ 55 w 56"/>
                  <a:gd name="T13" fmla="*/ 5 h 58"/>
                  <a:gd name="T14" fmla="*/ 56 w 56"/>
                  <a:gd name="T15" fmla="*/ 5 h 58"/>
                  <a:gd name="T16" fmla="*/ 56 w 56"/>
                  <a:gd name="T17" fmla="*/ 7 h 58"/>
                  <a:gd name="T18" fmla="*/ 26 w 56"/>
                  <a:gd name="T19" fmla="*/ 58 h 58"/>
                  <a:gd name="T20" fmla="*/ 25 w 56"/>
                  <a:gd name="T21" fmla="*/ 58 h 58"/>
                  <a:gd name="T22" fmla="*/ 4 w 56"/>
                  <a:gd name="T23" fmla="*/ 3 h 58"/>
                  <a:gd name="T24" fmla="*/ 25 w 56"/>
                  <a:gd name="T25" fmla="*/ 53 h 58"/>
                  <a:gd name="T26" fmla="*/ 52 w 56"/>
                  <a:gd name="T27" fmla="*/ 8 h 58"/>
                  <a:gd name="T28" fmla="*/ 4 w 56"/>
                  <a:gd name="T29" fmla="*/ 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6" h="58">
                    <a:moveTo>
                      <a:pt x="25" y="58"/>
                    </a:moveTo>
                    <a:cubicBezTo>
                      <a:pt x="25" y="58"/>
                      <a:pt x="25" y="58"/>
                      <a:pt x="25" y="58"/>
                    </a:cubicBezTo>
                    <a:cubicBezTo>
                      <a:pt x="24" y="58"/>
                      <a:pt x="24" y="58"/>
                      <a:pt x="23" y="57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5" y="5"/>
                      <a:pt x="56" y="5"/>
                      <a:pt x="56" y="5"/>
                    </a:cubicBezTo>
                    <a:cubicBezTo>
                      <a:pt x="56" y="6"/>
                      <a:pt x="56" y="7"/>
                      <a:pt x="56" y="7"/>
                    </a:cubicBezTo>
                    <a:cubicBezTo>
                      <a:pt x="26" y="58"/>
                      <a:pt x="26" y="58"/>
                      <a:pt x="26" y="58"/>
                    </a:cubicBezTo>
                    <a:cubicBezTo>
                      <a:pt x="26" y="58"/>
                      <a:pt x="25" y="58"/>
                      <a:pt x="25" y="58"/>
                    </a:cubicBezTo>
                    <a:close/>
                    <a:moveTo>
                      <a:pt x="4" y="3"/>
                    </a:moveTo>
                    <a:cubicBezTo>
                      <a:pt x="25" y="53"/>
                      <a:pt x="25" y="53"/>
                      <a:pt x="25" y="53"/>
                    </a:cubicBezTo>
                    <a:cubicBezTo>
                      <a:pt x="52" y="8"/>
                      <a:pt x="52" y="8"/>
                      <a:pt x="52" y="8"/>
                    </a:cubicBezTo>
                    <a:lnTo>
                      <a:pt x="4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49" name="Freeform 1092"/>
              <p:cNvSpPr>
                <a:spLocks noEditPoints="1"/>
              </p:cNvSpPr>
              <p:nvPr userDrawn="1"/>
            </p:nvSpPr>
            <p:spPr bwMode="auto">
              <a:xfrm>
                <a:off x="1373" y="397"/>
                <a:ext cx="198" cy="68"/>
              </a:xfrm>
              <a:custGeom>
                <a:avLst/>
                <a:gdLst>
                  <a:gd name="T0" fmla="*/ 1 w 160"/>
                  <a:gd name="T1" fmla="*/ 55 h 55"/>
                  <a:gd name="T2" fmla="*/ 0 w 160"/>
                  <a:gd name="T3" fmla="*/ 55 h 55"/>
                  <a:gd name="T4" fmla="*/ 0 w 160"/>
                  <a:gd name="T5" fmla="*/ 53 h 55"/>
                  <a:gd name="T6" fmla="*/ 42 w 160"/>
                  <a:gd name="T7" fmla="*/ 1 h 55"/>
                  <a:gd name="T8" fmla="*/ 44 w 160"/>
                  <a:gd name="T9" fmla="*/ 0 h 55"/>
                  <a:gd name="T10" fmla="*/ 159 w 160"/>
                  <a:gd name="T11" fmla="*/ 37 h 55"/>
                  <a:gd name="T12" fmla="*/ 160 w 160"/>
                  <a:gd name="T13" fmla="*/ 39 h 55"/>
                  <a:gd name="T14" fmla="*/ 159 w 160"/>
                  <a:gd name="T15" fmla="*/ 41 h 55"/>
                  <a:gd name="T16" fmla="*/ 1 w 160"/>
                  <a:gd name="T17" fmla="*/ 55 h 55"/>
                  <a:gd name="T18" fmla="*/ 44 w 160"/>
                  <a:gd name="T19" fmla="*/ 4 h 55"/>
                  <a:gd name="T20" fmla="*/ 5 w 160"/>
                  <a:gd name="T21" fmla="*/ 52 h 55"/>
                  <a:gd name="T22" fmla="*/ 150 w 160"/>
                  <a:gd name="T23" fmla="*/ 38 h 55"/>
                  <a:gd name="T24" fmla="*/ 44 w 160"/>
                  <a:gd name="T25" fmla="*/ 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55">
                    <a:moveTo>
                      <a:pt x="1" y="55"/>
                    </a:moveTo>
                    <a:cubicBezTo>
                      <a:pt x="1" y="55"/>
                      <a:pt x="0" y="55"/>
                      <a:pt x="0" y="55"/>
                    </a:cubicBezTo>
                    <a:cubicBezTo>
                      <a:pt x="0" y="54"/>
                      <a:pt x="0" y="53"/>
                      <a:pt x="0" y="53"/>
                    </a:cubicBezTo>
                    <a:cubicBezTo>
                      <a:pt x="42" y="1"/>
                      <a:pt x="42" y="1"/>
                      <a:pt x="42" y="1"/>
                    </a:cubicBezTo>
                    <a:cubicBezTo>
                      <a:pt x="43" y="0"/>
                      <a:pt x="43" y="0"/>
                      <a:pt x="44" y="0"/>
                    </a:cubicBezTo>
                    <a:cubicBezTo>
                      <a:pt x="159" y="37"/>
                      <a:pt x="159" y="37"/>
                      <a:pt x="159" y="37"/>
                    </a:cubicBezTo>
                    <a:cubicBezTo>
                      <a:pt x="160" y="37"/>
                      <a:pt x="160" y="38"/>
                      <a:pt x="160" y="39"/>
                    </a:cubicBezTo>
                    <a:cubicBezTo>
                      <a:pt x="160" y="40"/>
                      <a:pt x="159" y="40"/>
                      <a:pt x="159" y="41"/>
                    </a:cubicBezTo>
                    <a:cubicBezTo>
                      <a:pt x="1" y="55"/>
                      <a:pt x="1" y="55"/>
                      <a:pt x="1" y="55"/>
                    </a:cubicBezTo>
                    <a:close/>
                    <a:moveTo>
                      <a:pt x="44" y="4"/>
                    </a:moveTo>
                    <a:cubicBezTo>
                      <a:pt x="5" y="52"/>
                      <a:pt x="5" y="52"/>
                      <a:pt x="5" y="52"/>
                    </a:cubicBezTo>
                    <a:cubicBezTo>
                      <a:pt x="150" y="38"/>
                      <a:pt x="150" y="38"/>
                      <a:pt x="150" y="38"/>
                    </a:cubicBezTo>
                    <a:lnTo>
                      <a:pt x="4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0" name="Freeform 1093"/>
              <p:cNvSpPr>
                <a:spLocks noEditPoints="1"/>
              </p:cNvSpPr>
              <p:nvPr userDrawn="1"/>
            </p:nvSpPr>
            <p:spPr bwMode="auto">
              <a:xfrm>
                <a:off x="1308" y="461"/>
                <a:ext cx="145" cy="80"/>
              </a:xfrm>
              <a:custGeom>
                <a:avLst/>
                <a:gdLst>
                  <a:gd name="T0" fmla="*/ 2 w 117"/>
                  <a:gd name="T1" fmla="*/ 64 h 64"/>
                  <a:gd name="T2" fmla="*/ 0 w 117"/>
                  <a:gd name="T3" fmla="*/ 63 h 64"/>
                  <a:gd name="T4" fmla="*/ 0 w 117"/>
                  <a:gd name="T5" fmla="*/ 61 h 64"/>
                  <a:gd name="T6" fmla="*/ 52 w 117"/>
                  <a:gd name="T7" fmla="*/ 1 h 64"/>
                  <a:gd name="T8" fmla="*/ 54 w 117"/>
                  <a:gd name="T9" fmla="*/ 0 h 64"/>
                  <a:gd name="T10" fmla="*/ 116 w 117"/>
                  <a:gd name="T11" fmla="*/ 38 h 64"/>
                  <a:gd name="T12" fmla="*/ 117 w 117"/>
                  <a:gd name="T13" fmla="*/ 40 h 64"/>
                  <a:gd name="T14" fmla="*/ 116 w 117"/>
                  <a:gd name="T15" fmla="*/ 41 h 64"/>
                  <a:gd name="T16" fmla="*/ 2 w 117"/>
                  <a:gd name="T17" fmla="*/ 64 h 64"/>
                  <a:gd name="T18" fmla="*/ 54 w 117"/>
                  <a:gd name="T19" fmla="*/ 4 h 64"/>
                  <a:gd name="T20" fmla="*/ 6 w 117"/>
                  <a:gd name="T21" fmla="*/ 60 h 64"/>
                  <a:gd name="T22" fmla="*/ 111 w 117"/>
                  <a:gd name="T23" fmla="*/ 39 h 64"/>
                  <a:gd name="T24" fmla="*/ 54 w 117"/>
                  <a:gd name="T25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7" h="64">
                    <a:moveTo>
                      <a:pt x="2" y="64"/>
                    </a:moveTo>
                    <a:cubicBezTo>
                      <a:pt x="1" y="64"/>
                      <a:pt x="1" y="64"/>
                      <a:pt x="0" y="63"/>
                    </a:cubicBezTo>
                    <a:cubicBezTo>
                      <a:pt x="0" y="63"/>
                      <a:pt x="0" y="62"/>
                      <a:pt x="0" y="61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3" y="0"/>
                      <a:pt x="53" y="0"/>
                      <a:pt x="54" y="0"/>
                    </a:cubicBezTo>
                    <a:cubicBezTo>
                      <a:pt x="116" y="38"/>
                      <a:pt x="116" y="38"/>
                      <a:pt x="116" y="38"/>
                    </a:cubicBezTo>
                    <a:cubicBezTo>
                      <a:pt x="117" y="38"/>
                      <a:pt x="117" y="39"/>
                      <a:pt x="117" y="40"/>
                    </a:cubicBezTo>
                    <a:cubicBezTo>
                      <a:pt x="117" y="40"/>
                      <a:pt x="116" y="41"/>
                      <a:pt x="116" y="41"/>
                    </a:cubicBezTo>
                    <a:cubicBezTo>
                      <a:pt x="2" y="64"/>
                      <a:pt x="2" y="64"/>
                      <a:pt x="2" y="64"/>
                    </a:cubicBezTo>
                    <a:close/>
                    <a:moveTo>
                      <a:pt x="54" y="4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111" y="39"/>
                      <a:pt x="111" y="39"/>
                      <a:pt x="111" y="39"/>
                    </a:cubicBezTo>
                    <a:lnTo>
                      <a:pt x="5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1" name="Freeform 1094"/>
              <p:cNvSpPr>
                <a:spLocks noEditPoints="1"/>
              </p:cNvSpPr>
              <p:nvPr userDrawn="1"/>
            </p:nvSpPr>
            <p:spPr bwMode="auto">
              <a:xfrm>
                <a:off x="1243" y="656"/>
                <a:ext cx="90" cy="94"/>
              </a:xfrm>
              <a:custGeom>
                <a:avLst/>
                <a:gdLst>
                  <a:gd name="T0" fmla="*/ 2 w 73"/>
                  <a:gd name="T1" fmla="*/ 76 h 76"/>
                  <a:gd name="T2" fmla="*/ 1 w 73"/>
                  <a:gd name="T3" fmla="*/ 76 h 76"/>
                  <a:gd name="T4" fmla="*/ 1 w 73"/>
                  <a:gd name="T5" fmla="*/ 74 h 76"/>
                  <a:gd name="T6" fmla="*/ 22 w 73"/>
                  <a:gd name="T7" fmla="*/ 1 h 76"/>
                  <a:gd name="T8" fmla="*/ 23 w 73"/>
                  <a:gd name="T9" fmla="*/ 0 h 76"/>
                  <a:gd name="T10" fmla="*/ 25 w 73"/>
                  <a:gd name="T11" fmla="*/ 0 h 76"/>
                  <a:gd name="T12" fmla="*/ 72 w 73"/>
                  <a:gd name="T13" fmla="*/ 33 h 76"/>
                  <a:gd name="T14" fmla="*/ 73 w 73"/>
                  <a:gd name="T15" fmla="*/ 34 h 76"/>
                  <a:gd name="T16" fmla="*/ 72 w 73"/>
                  <a:gd name="T17" fmla="*/ 35 h 76"/>
                  <a:gd name="T18" fmla="*/ 3 w 73"/>
                  <a:gd name="T19" fmla="*/ 76 h 76"/>
                  <a:gd name="T20" fmla="*/ 2 w 73"/>
                  <a:gd name="T21" fmla="*/ 76 h 76"/>
                  <a:gd name="T22" fmla="*/ 25 w 73"/>
                  <a:gd name="T23" fmla="*/ 4 h 76"/>
                  <a:gd name="T24" fmla="*/ 5 w 73"/>
                  <a:gd name="T25" fmla="*/ 71 h 76"/>
                  <a:gd name="T26" fmla="*/ 68 w 73"/>
                  <a:gd name="T27" fmla="*/ 34 h 76"/>
                  <a:gd name="T28" fmla="*/ 25 w 73"/>
                  <a:gd name="T29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3" h="76">
                    <a:moveTo>
                      <a:pt x="2" y="76"/>
                    </a:moveTo>
                    <a:cubicBezTo>
                      <a:pt x="2" y="76"/>
                      <a:pt x="2" y="76"/>
                      <a:pt x="1" y="76"/>
                    </a:cubicBezTo>
                    <a:cubicBezTo>
                      <a:pt x="1" y="75"/>
                      <a:pt x="0" y="74"/>
                      <a:pt x="1" y="74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2" y="0"/>
                      <a:pt x="23" y="0"/>
                      <a:pt x="23" y="0"/>
                    </a:cubicBezTo>
                    <a:cubicBezTo>
                      <a:pt x="24" y="0"/>
                      <a:pt x="24" y="0"/>
                      <a:pt x="25" y="0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73" y="33"/>
                      <a:pt x="73" y="33"/>
                      <a:pt x="73" y="34"/>
                    </a:cubicBezTo>
                    <a:cubicBezTo>
                      <a:pt x="73" y="35"/>
                      <a:pt x="73" y="35"/>
                      <a:pt x="72" y="35"/>
                    </a:cubicBezTo>
                    <a:cubicBezTo>
                      <a:pt x="3" y="76"/>
                      <a:pt x="3" y="76"/>
                      <a:pt x="3" y="76"/>
                    </a:cubicBezTo>
                    <a:lnTo>
                      <a:pt x="2" y="76"/>
                    </a:lnTo>
                    <a:close/>
                    <a:moveTo>
                      <a:pt x="25" y="4"/>
                    </a:moveTo>
                    <a:cubicBezTo>
                      <a:pt x="5" y="71"/>
                      <a:pt x="5" y="71"/>
                      <a:pt x="5" y="71"/>
                    </a:cubicBezTo>
                    <a:cubicBezTo>
                      <a:pt x="68" y="34"/>
                      <a:pt x="68" y="34"/>
                      <a:pt x="68" y="34"/>
                    </a:cubicBezTo>
                    <a:lnTo>
                      <a:pt x="2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2" name="Freeform 1095"/>
              <p:cNvSpPr>
                <a:spLocks noEditPoints="1"/>
              </p:cNvSpPr>
              <p:nvPr userDrawn="1"/>
            </p:nvSpPr>
            <p:spPr bwMode="auto">
              <a:xfrm>
                <a:off x="978" y="882"/>
                <a:ext cx="127" cy="115"/>
              </a:xfrm>
              <a:custGeom>
                <a:avLst/>
                <a:gdLst>
                  <a:gd name="T0" fmla="*/ 1 w 103"/>
                  <a:gd name="T1" fmla="*/ 93 h 93"/>
                  <a:gd name="T2" fmla="*/ 0 w 103"/>
                  <a:gd name="T3" fmla="*/ 93 h 93"/>
                  <a:gd name="T4" fmla="*/ 0 w 103"/>
                  <a:gd name="T5" fmla="*/ 91 h 93"/>
                  <a:gd name="T6" fmla="*/ 0 w 103"/>
                  <a:gd name="T7" fmla="*/ 1 h 93"/>
                  <a:gd name="T8" fmla="*/ 1 w 103"/>
                  <a:gd name="T9" fmla="*/ 0 h 93"/>
                  <a:gd name="T10" fmla="*/ 2 w 103"/>
                  <a:gd name="T11" fmla="*/ 0 h 93"/>
                  <a:gd name="T12" fmla="*/ 101 w 103"/>
                  <a:gd name="T13" fmla="*/ 18 h 93"/>
                  <a:gd name="T14" fmla="*/ 103 w 103"/>
                  <a:gd name="T15" fmla="*/ 19 h 93"/>
                  <a:gd name="T16" fmla="*/ 102 w 103"/>
                  <a:gd name="T17" fmla="*/ 21 h 93"/>
                  <a:gd name="T18" fmla="*/ 2 w 103"/>
                  <a:gd name="T19" fmla="*/ 93 h 93"/>
                  <a:gd name="T20" fmla="*/ 1 w 103"/>
                  <a:gd name="T21" fmla="*/ 93 h 93"/>
                  <a:gd name="T22" fmla="*/ 3 w 103"/>
                  <a:gd name="T23" fmla="*/ 3 h 93"/>
                  <a:gd name="T24" fmla="*/ 3 w 103"/>
                  <a:gd name="T25" fmla="*/ 88 h 93"/>
                  <a:gd name="T26" fmla="*/ 97 w 103"/>
                  <a:gd name="T27" fmla="*/ 21 h 93"/>
                  <a:gd name="T28" fmla="*/ 3 w 103"/>
                  <a:gd name="T29" fmla="*/ 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3" h="93">
                    <a:moveTo>
                      <a:pt x="1" y="93"/>
                    </a:moveTo>
                    <a:cubicBezTo>
                      <a:pt x="0" y="93"/>
                      <a:pt x="0" y="93"/>
                      <a:pt x="0" y="93"/>
                    </a:cubicBezTo>
                    <a:cubicBezTo>
                      <a:pt x="0" y="93"/>
                      <a:pt x="0" y="92"/>
                      <a:pt x="0" y="9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01" y="18"/>
                      <a:pt x="101" y="18"/>
                      <a:pt x="101" y="18"/>
                    </a:cubicBezTo>
                    <a:cubicBezTo>
                      <a:pt x="102" y="18"/>
                      <a:pt x="102" y="19"/>
                      <a:pt x="103" y="19"/>
                    </a:cubicBezTo>
                    <a:cubicBezTo>
                      <a:pt x="103" y="20"/>
                      <a:pt x="102" y="21"/>
                      <a:pt x="102" y="21"/>
                    </a:cubicBezTo>
                    <a:cubicBezTo>
                      <a:pt x="2" y="93"/>
                      <a:pt x="2" y="93"/>
                      <a:pt x="2" y="93"/>
                    </a:cubicBezTo>
                    <a:lnTo>
                      <a:pt x="1" y="93"/>
                    </a:lnTo>
                    <a:close/>
                    <a:moveTo>
                      <a:pt x="3" y="3"/>
                    </a:moveTo>
                    <a:cubicBezTo>
                      <a:pt x="3" y="88"/>
                      <a:pt x="3" y="88"/>
                      <a:pt x="3" y="88"/>
                    </a:cubicBezTo>
                    <a:cubicBezTo>
                      <a:pt x="97" y="21"/>
                      <a:pt x="97" y="21"/>
                      <a:pt x="97" y="21"/>
                    </a:cubicBezTo>
                    <a:lnTo>
                      <a:pt x="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3" name="Freeform 1096"/>
              <p:cNvSpPr>
                <a:spLocks noEditPoints="1"/>
              </p:cNvSpPr>
              <p:nvPr userDrawn="1"/>
            </p:nvSpPr>
            <p:spPr bwMode="auto">
              <a:xfrm>
                <a:off x="766" y="959"/>
                <a:ext cx="77" cy="157"/>
              </a:xfrm>
              <a:custGeom>
                <a:avLst/>
                <a:gdLst>
                  <a:gd name="T0" fmla="*/ 2 w 62"/>
                  <a:gd name="T1" fmla="*/ 127 h 127"/>
                  <a:gd name="T2" fmla="*/ 1 w 62"/>
                  <a:gd name="T3" fmla="*/ 127 h 127"/>
                  <a:gd name="T4" fmla="*/ 1 w 62"/>
                  <a:gd name="T5" fmla="*/ 125 h 127"/>
                  <a:gd name="T6" fmla="*/ 50 w 62"/>
                  <a:gd name="T7" fmla="*/ 1 h 127"/>
                  <a:gd name="T8" fmla="*/ 52 w 62"/>
                  <a:gd name="T9" fmla="*/ 0 h 127"/>
                  <a:gd name="T10" fmla="*/ 53 w 62"/>
                  <a:gd name="T11" fmla="*/ 1 h 127"/>
                  <a:gd name="T12" fmla="*/ 62 w 62"/>
                  <a:gd name="T13" fmla="*/ 63 h 127"/>
                  <a:gd name="T14" fmla="*/ 62 w 62"/>
                  <a:gd name="T15" fmla="*/ 65 h 127"/>
                  <a:gd name="T16" fmla="*/ 3 w 62"/>
                  <a:gd name="T17" fmla="*/ 127 h 127"/>
                  <a:gd name="T18" fmla="*/ 2 w 62"/>
                  <a:gd name="T19" fmla="*/ 127 h 127"/>
                  <a:gd name="T20" fmla="*/ 51 w 62"/>
                  <a:gd name="T21" fmla="*/ 8 h 127"/>
                  <a:gd name="T22" fmla="*/ 7 w 62"/>
                  <a:gd name="T23" fmla="*/ 118 h 127"/>
                  <a:gd name="T24" fmla="*/ 59 w 62"/>
                  <a:gd name="T25" fmla="*/ 63 h 127"/>
                  <a:gd name="T26" fmla="*/ 51 w 62"/>
                  <a:gd name="T27" fmla="*/ 8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127">
                    <a:moveTo>
                      <a:pt x="2" y="127"/>
                    </a:moveTo>
                    <a:cubicBezTo>
                      <a:pt x="1" y="127"/>
                      <a:pt x="1" y="127"/>
                      <a:pt x="1" y="127"/>
                    </a:cubicBezTo>
                    <a:cubicBezTo>
                      <a:pt x="1" y="126"/>
                      <a:pt x="0" y="125"/>
                      <a:pt x="1" y="125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0"/>
                      <a:pt x="51" y="0"/>
                      <a:pt x="52" y="0"/>
                    </a:cubicBezTo>
                    <a:cubicBezTo>
                      <a:pt x="52" y="0"/>
                      <a:pt x="53" y="1"/>
                      <a:pt x="53" y="1"/>
                    </a:cubicBezTo>
                    <a:cubicBezTo>
                      <a:pt x="62" y="63"/>
                      <a:pt x="62" y="63"/>
                      <a:pt x="62" y="63"/>
                    </a:cubicBezTo>
                    <a:cubicBezTo>
                      <a:pt x="62" y="64"/>
                      <a:pt x="62" y="64"/>
                      <a:pt x="62" y="65"/>
                    </a:cubicBezTo>
                    <a:cubicBezTo>
                      <a:pt x="3" y="127"/>
                      <a:pt x="3" y="127"/>
                      <a:pt x="3" y="127"/>
                    </a:cubicBezTo>
                    <a:cubicBezTo>
                      <a:pt x="3" y="127"/>
                      <a:pt x="3" y="127"/>
                      <a:pt x="2" y="127"/>
                    </a:cubicBezTo>
                    <a:close/>
                    <a:moveTo>
                      <a:pt x="51" y="8"/>
                    </a:moveTo>
                    <a:cubicBezTo>
                      <a:pt x="7" y="118"/>
                      <a:pt x="7" y="118"/>
                      <a:pt x="7" y="118"/>
                    </a:cubicBezTo>
                    <a:cubicBezTo>
                      <a:pt x="59" y="63"/>
                      <a:pt x="59" y="63"/>
                      <a:pt x="59" y="63"/>
                    </a:cubicBezTo>
                    <a:lnTo>
                      <a:pt x="51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4" name="Freeform 1097"/>
              <p:cNvSpPr>
                <a:spLocks noEditPoints="1"/>
              </p:cNvSpPr>
              <p:nvPr userDrawn="1"/>
            </p:nvSpPr>
            <p:spPr bwMode="auto">
              <a:xfrm>
                <a:off x="911" y="1379"/>
                <a:ext cx="136" cy="107"/>
              </a:xfrm>
              <a:custGeom>
                <a:avLst/>
                <a:gdLst>
                  <a:gd name="T0" fmla="*/ 108 w 110"/>
                  <a:gd name="T1" fmla="*/ 87 h 87"/>
                  <a:gd name="T2" fmla="*/ 108 w 110"/>
                  <a:gd name="T3" fmla="*/ 87 h 87"/>
                  <a:gd name="T4" fmla="*/ 1 w 110"/>
                  <a:gd name="T5" fmla="*/ 54 h 87"/>
                  <a:gd name="T6" fmla="*/ 0 w 110"/>
                  <a:gd name="T7" fmla="*/ 53 h 87"/>
                  <a:gd name="T8" fmla="*/ 1 w 110"/>
                  <a:gd name="T9" fmla="*/ 51 h 87"/>
                  <a:gd name="T10" fmla="*/ 55 w 110"/>
                  <a:gd name="T11" fmla="*/ 0 h 87"/>
                  <a:gd name="T12" fmla="*/ 56 w 110"/>
                  <a:gd name="T13" fmla="*/ 0 h 87"/>
                  <a:gd name="T14" fmla="*/ 57 w 110"/>
                  <a:gd name="T15" fmla="*/ 1 h 87"/>
                  <a:gd name="T16" fmla="*/ 110 w 110"/>
                  <a:gd name="T17" fmla="*/ 85 h 87"/>
                  <a:gd name="T18" fmla="*/ 110 w 110"/>
                  <a:gd name="T19" fmla="*/ 87 h 87"/>
                  <a:gd name="T20" fmla="*/ 108 w 110"/>
                  <a:gd name="T21" fmla="*/ 87 h 87"/>
                  <a:gd name="T22" fmla="*/ 5 w 110"/>
                  <a:gd name="T23" fmla="*/ 52 h 87"/>
                  <a:gd name="T24" fmla="*/ 105 w 110"/>
                  <a:gd name="T25" fmla="*/ 83 h 87"/>
                  <a:gd name="T26" fmla="*/ 55 w 110"/>
                  <a:gd name="T27" fmla="*/ 4 h 87"/>
                  <a:gd name="T28" fmla="*/ 5 w 110"/>
                  <a:gd name="T29" fmla="*/ 52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" h="87">
                    <a:moveTo>
                      <a:pt x="108" y="87"/>
                    </a:moveTo>
                    <a:cubicBezTo>
                      <a:pt x="108" y="87"/>
                      <a:pt x="108" y="87"/>
                      <a:pt x="108" y="87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1" y="54"/>
                      <a:pt x="0" y="54"/>
                      <a:pt x="0" y="53"/>
                    </a:cubicBezTo>
                    <a:cubicBezTo>
                      <a:pt x="0" y="53"/>
                      <a:pt x="0" y="52"/>
                      <a:pt x="1" y="5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5" y="0"/>
                      <a:pt x="56" y="0"/>
                    </a:cubicBezTo>
                    <a:cubicBezTo>
                      <a:pt x="56" y="0"/>
                      <a:pt x="57" y="0"/>
                      <a:pt x="57" y="1"/>
                    </a:cubicBezTo>
                    <a:cubicBezTo>
                      <a:pt x="110" y="85"/>
                      <a:pt x="110" y="85"/>
                      <a:pt x="110" y="85"/>
                    </a:cubicBezTo>
                    <a:cubicBezTo>
                      <a:pt x="110" y="85"/>
                      <a:pt x="110" y="86"/>
                      <a:pt x="110" y="87"/>
                    </a:cubicBezTo>
                    <a:cubicBezTo>
                      <a:pt x="109" y="87"/>
                      <a:pt x="109" y="87"/>
                      <a:pt x="108" y="87"/>
                    </a:cubicBezTo>
                    <a:close/>
                    <a:moveTo>
                      <a:pt x="5" y="52"/>
                    </a:moveTo>
                    <a:cubicBezTo>
                      <a:pt x="105" y="83"/>
                      <a:pt x="105" y="83"/>
                      <a:pt x="105" y="83"/>
                    </a:cubicBezTo>
                    <a:cubicBezTo>
                      <a:pt x="55" y="4"/>
                      <a:pt x="55" y="4"/>
                      <a:pt x="55" y="4"/>
                    </a:cubicBezTo>
                    <a:lnTo>
                      <a:pt x="5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5" name="Freeform 1098"/>
              <p:cNvSpPr>
                <a:spLocks noEditPoints="1"/>
              </p:cNvSpPr>
              <p:nvPr userDrawn="1"/>
            </p:nvSpPr>
            <p:spPr bwMode="auto">
              <a:xfrm>
                <a:off x="715" y="1130"/>
                <a:ext cx="93" cy="173"/>
              </a:xfrm>
              <a:custGeom>
                <a:avLst/>
                <a:gdLst>
                  <a:gd name="T0" fmla="*/ 16 w 75"/>
                  <a:gd name="T1" fmla="*/ 140 h 140"/>
                  <a:gd name="T2" fmla="*/ 16 w 75"/>
                  <a:gd name="T3" fmla="*/ 140 h 140"/>
                  <a:gd name="T4" fmla="*/ 15 w 75"/>
                  <a:gd name="T5" fmla="*/ 139 h 140"/>
                  <a:gd name="T6" fmla="*/ 0 w 75"/>
                  <a:gd name="T7" fmla="*/ 2 h 140"/>
                  <a:gd name="T8" fmla="*/ 1 w 75"/>
                  <a:gd name="T9" fmla="*/ 1 h 140"/>
                  <a:gd name="T10" fmla="*/ 3 w 75"/>
                  <a:gd name="T11" fmla="*/ 1 h 140"/>
                  <a:gd name="T12" fmla="*/ 74 w 75"/>
                  <a:gd name="T13" fmla="*/ 82 h 140"/>
                  <a:gd name="T14" fmla="*/ 74 w 75"/>
                  <a:gd name="T15" fmla="*/ 84 h 140"/>
                  <a:gd name="T16" fmla="*/ 18 w 75"/>
                  <a:gd name="T17" fmla="*/ 140 h 140"/>
                  <a:gd name="T18" fmla="*/ 16 w 75"/>
                  <a:gd name="T19" fmla="*/ 140 h 140"/>
                  <a:gd name="T20" fmla="*/ 4 w 75"/>
                  <a:gd name="T21" fmla="*/ 7 h 140"/>
                  <a:gd name="T22" fmla="*/ 18 w 75"/>
                  <a:gd name="T23" fmla="*/ 135 h 140"/>
                  <a:gd name="T24" fmla="*/ 71 w 75"/>
                  <a:gd name="T25" fmla="*/ 83 h 140"/>
                  <a:gd name="T26" fmla="*/ 4 w 75"/>
                  <a:gd name="T27" fmla="*/ 7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140">
                    <a:moveTo>
                      <a:pt x="16" y="140"/>
                    </a:moveTo>
                    <a:cubicBezTo>
                      <a:pt x="16" y="140"/>
                      <a:pt x="16" y="140"/>
                      <a:pt x="16" y="140"/>
                    </a:cubicBezTo>
                    <a:cubicBezTo>
                      <a:pt x="15" y="140"/>
                      <a:pt x="15" y="139"/>
                      <a:pt x="15" y="13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74" y="82"/>
                      <a:pt x="74" y="82"/>
                      <a:pt x="74" y="82"/>
                    </a:cubicBezTo>
                    <a:cubicBezTo>
                      <a:pt x="75" y="83"/>
                      <a:pt x="75" y="84"/>
                      <a:pt x="74" y="84"/>
                    </a:cubicBezTo>
                    <a:cubicBezTo>
                      <a:pt x="18" y="140"/>
                      <a:pt x="18" y="140"/>
                      <a:pt x="18" y="140"/>
                    </a:cubicBezTo>
                    <a:cubicBezTo>
                      <a:pt x="17" y="140"/>
                      <a:pt x="17" y="140"/>
                      <a:pt x="16" y="140"/>
                    </a:cubicBezTo>
                    <a:close/>
                    <a:moveTo>
                      <a:pt x="4" y="7"/>
                    </a:moveTo>
                    <a:cubicBezTo>
                      <a:pt x="18" y="135"/>
                      <a:pt x="18" y="135"/>
                      <a:pt x="18" y="135"/>
                    </a:cubicBezTo>
                    <a:cubicBezTo>
                      <a:pt x="71" y="83"/>
                      <a:pt x="71" y="83"/>
                      <a:pt x="71" y="83"/>
                    </a:cubicBez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6" name="Freeform 1099"/>
              <p:cNvSpPr>
                <a:spLocks noEditPoints="1"/>
              </p:cNvSpPr>
              <p:nvPr userDrawn="1"/>
            </p:nvSpPr>
            <p:spPr bwMode="auto">
              <a:xfrm>
                <a:off x="709" y="1299"/>
                <a:ext cx="62" cy="97"/>
              </a:xfrm>
              <a:custGeom>
                <a:avLst/>
                <a:gdLst>
                  <a:gd name="T0" fmla="*/ 48 w 50"/>
                  <a:gd name="T1" fmla="*/ 78 h 78"/>
                  <a:gd name="T2" fmla="*/ 47 w 50"/>
                  <a:gd name="T3" fmla="*/ 78 h 78"/>
                  <a:gd name="T4" fmla="*/ 0 w 50"/>
                  <a:gd name="T5" fmla="*/ 43 h 78"/>
                  <a:gd name="T6" fmla="*/ 0 w 50"/>
                  <a:gd name="T7" fmla="*/ 41 h 78"/>
                  <a:gd name="T8" fmla="*/ 20 w 50"/>
                  <a:gd name="T9" fmla="*/ 1 h 78"/>
                  <a:gd name="T10" fmla="*/ 21 w 50"/>
                  <a:gd name="T11" fmla="*/ 0 h 78"/>
                  <a:gd name="T12" fmla="*/ 23 w 50"/>
                  <a:gd name="T13" fmla="*/ 1 h 78"/>
                  <a:gd name="T14" fmla="*/ 50 w 50"/>
                  <a:gd name="T15" fmla="*/ 76 h 78"/>
                  <a:gd name="T16" fmla="*/ 49 w 50"/>
                  <a:gd name="T17" fmla="*/ 78 h 78"/>
                  <a:gd name="T18" fmla="*/ 48 w 50"/>
                  <a:gd name="T19" fmla="*/ 78 h 78"/>
                  <a:gd name="T20" fmla="*/ 4 w 50"/>
                  <a:gd name="T21" fmla="*/ 41 h 78"/>
                  <a:gd name="T22" fmla="*/ 45 w 50"/>
                  <a:gd name="T23" fmla="*/ 72 h 78"/>
                  <a:gd name="T24" fmla="*/ 21 w 50"/>
                  <a:gd name="T25" fmla="*/ 6 h 78"/>
                  <a:gd name="T26" fmla="*/ 4 w 50"/>
                  <a:gd name="T27" fmla="*/ 4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0" h="78">
                    <a:moveTo>
                      <a:pt x="48" y="78"/>
                    </a:moveTo>
                    <a:cubicBezTo>
                      <a:pt x="47" y="78"/>
                      <a:pt x="47" y="78"/>
                      <a:pt x="47" y="78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2"/>
                      <a:pt x="0" y="41"/>
                      <a:pt x="0" y="4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0"/>
                      <a:pt x="21" y="0"/>
                      <a:pt x="21" y="0"/>
                    </a:cubicBezTo>
                    <a:cubicBezTo>
                      <a:pt x="22" y="0"/>
                      <a:pt x="23" y="0"/>
                      <a:pt x="23" y="1"/>
                    </a:cubicBezTo>
                    <a:cubicBezTo>
                      <a:pt x="50" y="76"/>
                      <a:pt x="50" y="76"/>
                      <a:pt x="50" y="76"/>
                    </a:cubicBezTo>
                    <a:cubicBezTo>
                      <a:pt x="50" y="76"/>
                      <a:pt x="50" y="77"/>
                      <a:pt x="49" y="78"/>
                    </a:cubicBezTo>
                    <a:lnTo>
                      <a:pt x="48" y="78"/>
                    </a:lnTo>
                    <a:close/>
                    <a:moveTo>
                      <a:pt x="4" y="41"/>
                    </a:moveTo>
                    <a:cubicBezTo>
                      <a:pt x="45" y="72"/>
                      <a:pt x="45" y="72"/>
                      <a:pt x="45" y="72"/>
                    </a:cubicBezTo>
                    <a:cubicBezTo>
                      <a:pt x="21" y="6"/>
                      <a:pt x="21" y="6"/>
                      <a:pt x="21" y="6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7" name="Freeform 1100"/>
              <p:cNvSpPr>
                <a:spLocks noEditPoints="1"/>
              </p:cNvSpPr>
              <p:nvPr userDrawn="1"/>
            </p:nvSpPr>
            <p:spPr bwMode="auto">
              <a:xfrm>
                <a:off x="754" y="1391"/>
                <a:ext cx="162" cy="54"/>
              </a:xfrm>
              <a:custGeom>
                <a:avLst/>
                <a:gdLst>
                  <a:gd name="T0" fmla="*/ 129 w 131"/>
                  <a:gd name="T1" fmla="*/ 44 h 44"/>
                  <a:gd name="T2" fmla="*/ 129 w 131"/>
                  <a:gd name="T3" fmla="*/ 44 h 44"/>
                  <a:gd name="T4" fmla="*/ 2 w 131"/>
                  <a:gd name="T5" fmla="*/ 41 h 44"/>
                  <a:gd name="T6" fmla="*/ 1 w 131"/>
                  <a:gd name="T7" fmla="*/ 40 h 44"/>
                  <a:gd name="T8" fmla="*/ 0 w 131"/>
                  <a:gd name="T9" fmla="*/ 39 h 44"/>
                  <a:gd name="T10" fmla="*/ 11 w 131"/>
                  <a:gd name="T11" fmla="*/ 2 h 44"/>
                  <a:gd name="T12" fmla="*/ 11 w 131"/>
                  <a:gd name="T13" fmla="*/ 1 h 44"/>
                  <a:gd name="T14" fmla="*/ 13 w 131"/>
                  <a:gd name="T15" fmla="*/ 1 h 44"/>
                  <a:gd name="T16" fmla="*/ 129 w 131"/>
                  <a:gd name="T17" fmla="*/ 41 h 44"/>
                  <a:gd name="T18" fmla="*/ 131 w 131"/>
                  <a:gd name="T19" fmla="*/ 43 h 44"/>
                  <a:gd name="T20" fmla="*/ 129 w 131"/>
                  <a:gd name="T21" fmla="*/ 44 h 44"/>
                  <a:gd name="T22" fmla="*/ 4 w 131"/>
                  <a:gd name="T23" fmla="*/ 37 h 44"/>
                  <a:gd name="T24" fmla="*/ 118 w 131"/>
                  <a:gd name="T25" fmla="*/ 41 h 44"/>
                  <a:gd name="T26" fmla="*/ 13 w 131"/>
                  <a:gd name="T27" fmla="*/ 4 h 44"/>
                  <a:gd name="T28" fmla="*/ 4 w 131"/>
                  <a:gd name="T29" fmla="*/ 3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1" h="44">
                    <a:moveTo>
                      <a:pt x="129" y="44"/>
                    </a:moveTo>
                    <a:cubicBezTo>
                      <a:pt x="129" y="44"/>
                      <a:pt x="129" y="44"/>
                      <a:pt x="129" y="44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2" y="41"/>
                      <a:pt x="1" y="40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2" y="1"/>
                      <a:pt x="12" y="0"/>
                      <a:pt x="13" y="1"/>
                    </a:cubicBezTo>
                    <a:cubicBezTo>
                      <a:pt x="129" y="41"/>
                      <a:pt x="129" y="41"/>
                      <a:pt x="129" y="41"/>
                    </a:cubicBezTo>
                    <a:cubicBezTo>
                      <a:pt x="130" y="41"/>
                      <a:pt x="131" y="42"/>
                      <a:pt x="131" y="43"/>
                    </a:cubicBezTo>
                    <a:cubicBezTo>
                      <a:pt x="130" y="44"/>
                      <a:pt x="130" y="44"/>
                      <a:pt x="129" y="44"/>
                    </a:cubicBezTo>
                    <a:close/>
                    <a:moveTo>
                      <a:pt x="4" y="37"/>
                    </a:moveTo>
                    <a:cubicBezTo>
                      <a:pt x="118" y="41"/>
                      <a:pt x="118" y="41"/>
                      <a:pt x="118" y="41"/>
                    </a:cubicBezTo>
                    <a:cubicBezTo>
                      <a:pt x="13" y="4"/>
                      <a:pt x="13" y="4"/>
                      <a:pt x="13" y="4"/>
                    </a:cubicBezTo>
                    <a:lnTo>
                      <a:pt x="4" y="3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8" name="Freeform 1101"/>
              <p:cNvSpPr>
                <a:spLocks noEditPoints="1"/>
              </p:cNvSpPr>
              <p:nvPr userDrawn="1"/>
            </p:nvSpPr>
            <p:spPr bwMode="auto">
              <a:xfrm>
                <a:off x="978" y="1320"/>
                <a:ext cx="176" cy="114"/>
              </a:xfrm>
              <a:custGeom>
                <a:avLst/>
                <a:gdLst>
                  <a:gd name="T0" fmla="*/ 140 w 142"/>
                  <a:gd name="T1" fmla="*/ 92 h 92"/>
                  <a:gd name="T2" fmla="*/ 139 w 142"/>
                  <a:gd name="T3" fmla="*/ 92 h 92"/>
                  <a:gd name="T4" fmla="*/ 1 w 142"/>
                  <a:gd name="T5" fmla="*/ 50 h 92"/>
                  <a:gd name="T6" fmla="*/ 0 w 142"/>
                  <a:gd name="T7" fmla="*/ 49 h 92"/>
                  <a:gd name="T8" fmla="*/ 1 w 142"/>
                  <a:gd name="T9" fmla="*/ 47 h 92"/>
                  <a:gd name="T10" fmla="*/ 59 w 142"/>
                  <a:gd name="T11" fmla="*/ 1 h 92"/>
                  <a:gd name="T12" fmla="*/ 62 w 142"/>
                  <a:gd name="T13" fmla="*/ 1 h 92"/>
                  <a:gd name="T14" fmla="*/ 141 w 142"/>
                  <a:gd name="T15" fmla="*/ 90 h 92"/>
                  <a:gd name="T16" fmla="*/ 141 w 142"/>
                  <a:gd name="T17" fmla="*/ 92 h 92"/>
                  <a:gd name="T18" fmla="*/ 140 w 142"/>
                  <a:gd name="T19" fmla="*/ 92 h 92"/>
                  <a:gd name="T20" fmla="*/ 5 w 142"/>
                  <a:gd name="T21" fmla="*/ 48 h 92"/>
                  <a:gd name="T22" fmla="*/ 134 w 142"/>
                  <a:gd name="T23" fmla="*/ 87 h 92"/>
                  <a:gd name="T24" fmla="*/ 60 w 142"/>
                  <a:gd name="T25" fmla="*/ 5 h 92"/>
                  <a:gd name="T26" fmla="*/ 5 w 142"/>
                  <a:gd name="T27" fmla="*/ 4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2" h="92">
                    <a:moveTo>
                      <a:pt x="140" y="92"/>
                    </a:moveTo>
                    <a:cubicBezTo>
                      <a:pt x="139" y="92"/>
                      <a:pt x="139" y="92"/>
                      <a:pt x="139" y="92"/>
                    </a:cubicBezTo>
                    <a:cubicBezTo>
                      <a:pt x="1" y="50"/>
                      <a:pt x="1" y="50"/>
                      <a:pt x="1" y="50"/>
                    </a:cubicBezTo>
                    <a:cubicBezTo>
                      <a:pt x="1" y="50"/>
                      <a:pt x="0" y="50"/>
                      <a:pt x="0" y="49"/>
                    </a:cubicBezTo>
                    <a:cubicBezTo>
                      <a:pt x="0" y="48"/>
                      <a:pt x="0" y="48"/>
                      <a:pt x="1" y="47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60" y="0"/>
                      <a:pt x="61" y="0"/>
                      <a:pt x="62" y="1"/>
                    </a:cubicBezTo>
                    <a:cubicBezTo>
                      <a:pt x="141" y="90"/>
                      <a:pt x="141" y="90"/>
                      <a:pt x="141" y="90"/>
                    </a:cubicBezTo>
                    <a:cubicBezTo>
                      <a:pt x="141" y="90"/>
                      <a:pt x="142" y="91"/>
                      <a:pt x="141" y="92"/>
                    </a:cubicBezTo>
                    <a:cubicBezTo>
                      <a:pt x="141" y="92"/>
                      <a:pt x="140" y="92"/>
                      <a:pt x="140" y="92"/>
                    </a:cubicBezTo>
                    <a:close/>
                    <a:moveTo>
                      <a:pt x="5" y="48"/>
                    </a:moveTo>
                    <a:cubicBezTo>
                      <a:pt x="134" y="87"/>
                      <a:pt x="134" y="87"/>
                      <a:pt x="134" y="87"/>
                    </a:cubicBezTo>
                    <a:cubicBezTo>
                      <a:pt x="60" y="5"/>
                      <a:pt x="60" y="5"/>
                      <a:pt x="60" y="5"/>
                    </a:cubicBezTo>
                    <a:lnTo>
                      <a:pt x="5" y="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59" name="Freeform 1102"/>
              <p:cNvSpPr>
                <a:spLocks noEditPoints="1"/>
              </p:cNvSpPr>
              <p:nvPr userDrawn="1"/>
            </p:nvSpPr>
            <p:spPr bwMode="auto">
              <a:xfrm>
                <a:off x="1255" y="1366"/>
                <a:ext cx="146" cy="120"/>
              </a:xfrm>
              <a:custGeom>
                <a:avLst/>
                <a:gdLst>
                  <a:gd name="T0" fmla="*/ 45 w 118"/>
                  <a:gd name="T1" fmla="*/ 97 h 97"/>
                  <a:gd name="T2" fmla="*/ 44 w 118"/>
                  <a:gd name="T3" fmla="*/ 97 h 97"/>
                  <a:gd name="T4" fmla="*/ 43 w 118"/>
                  <a:gd name="T5" fmla="*/ 96 h 97"/>
                  <a:gd name="T6" fmla="*/ 1 w 118"/>
                  <a:gd name="T7" fmla="*/ 3 h 97"/>
                  <a:gd name="T8" fmla="*/ 1 w 118"/>
                  <a:gd name="T9" fmla="*/ 1 h 97"/>
                  <a:gd name="T10" fmla="*/ 3 w 118"/>
                  <a:gd name="T11" fmla="*/ 1 h 97"/>
                  <a:gd name="T12" fmla="*/ 117 w 118"/>
                  <a:gd name="T13" fmla="*/ 52 h 97"/>
                  <a:gd name="T14" fmla="*/ 118 w 118"/>
                  <a:gd name="T15" fmla="*/ 54 h 97"/>
                  <a:gd name="T16" fmla="*/ 117 w 118"/>
                  <a:gd name="T17" fmla="*/ 55 h 97"/>
                  <a:gd name="T18" fmla="*/ 46 w 118"/>
                  <a:gd name="T19" fmla="*/ 97 h 97"/>
                  <a:gd name="T20" fmla="*/ 45 w 118"/>
                  <a:gd name="T21" fmla="*/ 97 h 97"/>
                  <a:gd name="T22" fmla="*/ 6 w 118"/>
                  <a:gd name="T23" fmla="*/ 6 h 97"/>
                  <a:gd name="T24" fmla="*/ 45 w 118"/>
                  <a:gd name="T25" fmla="*/ 93 h 97"/>
                  <a:gd name="T26" fmla="*/ 113 w 118"/>
                  <a:gd name="T27" fmla="*/ 54 h 97"/>
                  <a:gd name="T28" fmla="*/ 6 w 118"/>
                  <a:gd name="T29" fmla="*/ 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8" h="97">
                    <a:moveTo>
                      <a:pt x="45" y="97"/>
                    </a:moveTo>
                    <a:cubicBezTo>
                      <a:pt x="44" y="97"/>
                      <a:pt x="44" y="97"/>
                      <a:pt x="44" y="97"/>
                    </a:cubicBezTo>
                    <a:cubicBezTo>
                      <a:pt x="44" y="97"/>
                      <a:pt x="43" y="97"/>
                      <a:pt x="43" y="96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117" y="52"/>
                      <a:pt x="117" y="52"/>
                      <a:pt x="117" y="52"/>
                    </a:cubicBezTo>
                    <a:cubicBezTo>
                      <a:pt x="118" y="52"/>
                      <a:pt x="118" y="53"/>
                      <a:pt x="118" y="54"/>
                    </a:cubicBezTo>
                    <a:cubicBezTo>
                      <a:pt x="118" y="54"/>
                      <a:pt x="118" y="55"/>
                      <a:pt x="117" y="55"/>
                    </a:cubicBezTo>
                    <a:cubicBezTo>
                      <a:pt x="46" y="97"/>
                      <a:pt x="46" y="97"/>
                      <a:pt x="46" y="97"/>
                    </a:cubicBezTo>
                    <a:lnTo>
                      <a:pt x="45" y="97"/>
                    </a:lnTo>
                    <a:close/>
                    <a:moveTo>
                      <a:pt x="6" y="6"/>
                    </a:moveTo>
                    <a:cubicBezTo>
                      <a:pt x="45" y="93"/>
                      <a:pt x="45" y="93"/>
                      <a:pt x="45" y="93"/>
                    </a:cubicBezTo>
                    <a:cubicBezTo>
                      <a:pt x="113" y="54"/>
                      <a:pt x="113" y="54"/>
                      <a:pt x="113" y="54"/>
                    </a:cubicBezTo>
                    <a:lnTo>
                      <a:pt x="6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0" name="Freeform 1103"/>
              <p:cNvSpPr>
                <a:spLocks noEditPoints="1"/>
              </p:cNvSpPr>
              <p:nvPr userDrawn="1"/>
            </p:nvSpPr>
            <p:spPr bwMode="auto">
              <a:xfrm>
                <a:off x="766" y="1379"/>
                <a:ext cx="217" cy="66"/>
              </a:xfrm>
              <a:custGeom>
                <a:avLst/>
                <a:gdLst>
                  <a:gd name="T0" fmla="*/ 119 w 175"/>
                  <a:gd name="T1" fmla="*/ 54 h 54"/>
                  <a:gd name="T2" fmla="*/ 118 w 175"/>
                  <a:gd name="T3" fmla="*/ 54 h 54"/>
                  <a:gd name="T4" fmla="*/ 2 w 175"/>
                  <a:gd name="T5" fmla="*/ 14 h 54"/>
                  <a:gd name="T6" fmla="*/ 1 w 175"/>
                  <a:gd name="T7" fmla="*/ 12 h 54"/>
                  <a:gd name="T8" fmla="*/ 2 w 175"/>
                  <a:gd name="T9" fmla="*/ 11 h 54"/>
                  <a:gd name="T10" fmla="*/ 173 w 175"/>
                  <a:gd name="T11" fmla="*/ 0 h 54"/>
                  <a:gd name="T12" fmla="*/ 174 w 175"/>
                  <a:gd name="T13" fmla="*/ 1 h 54"/>
                  <a:gd name="T14" fmla="*/ 174 w 175"/>
                  <a:gd name="T15" fmla="*/ 3 h 54"/>
                  <a:gd name="T16" fmla="*/ 120 w 175"/>
                  <a:gd name="T17" fmla="*/ 54 h 54"/>
                  <a:gd name="T18" fmla="*/ 119 w 175"/>
                  <a:gd name="T19" fmla="*/ 54 h 54"/>
                  <a:gd name="T20" fmla="*/ 11 w 175"/>
                  <a:gd name="T21" fmla="*/ 13 h 54"/>
                  <a:gd name="T22" fmla="*/ 119 w 175"/>
                  <a:gd name="T23" fmla="*/ 51 h 54"/>
                  <a:gd name="T24" fmla="*/ 168 w 175"/>
                  <a:gd name="T25" fmla="*/ 4 h 54"/>
                  <a:gd name="T26" fmla="*/ 11 w 175"/>
                  <a:gd name="T27" fmla="*/ 13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5" h="54">
                    <a:moveTo>
                      <a:pt x="119" y="54"/>
                    </a:moveTo>
                    <a:cubicBezTo>
                      <a:pt x="118" y="54"/>
                      <a:pt x="118" y="54"/>
                      <a:pt x="118" y="5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4"/>
                      <a:pt x="0" y="13"/>
                      <a:pt x="1" y="12"/>
                    </a:cubicBezTo>
                    <a:cubicBezTo>
                      <a:pt x="1" y="11"/>
                      <a:pt x="1" y="11"/>
                      <a:pt x="2" y="11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73" y="0"/>
                      <a:pt x="174" y="0"/>
                      <a:pt x="174" y="1"/>
                    </a:cubicBezTo>
                    <a:cubicBezTo>
                      <a:pt x="175" y="2"/>
                      <a:pt x="174" y="2"/>
                      <a:pt x="174" y="3"/>
                    </a:cubicBezTo>
                    <a:cubicBezTo>
                      <a:pt x="120" y="54"/>
                      <a:pt x="120" y="54"/>
                      <a:pt x="120" y="54"/>
                    </a:cubicBezTo>
                    <a:cubicBezTo>
                      <a:pt x="120" y="54"/>
                      <a:pt x="119" y="54"/>
                      <a:pt x="119" y="54"/>
                    </a:cubicBezTo>
                    <a:close/>
                    <a:moveTo>
                      <a:pt x="11" y="13"/>
                    </a:moveTo>
                    <a:cubicBezTo>
                      <a:pt x="119" y="51"/>
                      <a:pt x="119" y="51"/>
                      <a:pt x="119" y="51"/>
                    </a:cubicBezTo>
                    <a:cubicBezTo>
                      <a:pt x="168" y="4"/>
                      <a:pt x="168" y="4"/>
                      <a:pt x="168" y="4"/>
                    </a:cubicBezTo>
                    <a:lnTo>
                      <a:pt x="11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1" name="Freeform 1104"/>
              <p:cNvSpPr>
                <a:spLocks noEditPoints="1"/>
              </p:cNvSpPr>
              <p:nvPr userDrawn="1"/>
            </p:nvSpPr>
            <p:spPr bwMode="auto">
              <a:xfrm>
                <a:off x="1567" y="1343"/>
                <a:ext cx="127" cy="62"/>
              </a:xfrm>
              <a:custGeom>
                <a:avLst/>
                <a:gdLst>
                  <a:gd name="T0" fmla="*/ 79 w 103"/>
                  <a:gd name="T1" fmla="*/ 50 h 50"/>
                  <a:gd name="T2" fmla="*/ 78 w 103"/>
                  <a:gd name="T3" fmla="*/ 50 h 50"/>
                  <a:gd name="T4" fmla="*/ 1 w 103"/>
                  <a:gd name="T5" fmla="*/ 10 h 50"/>
                  <a:gd name="T6" fmla="*/ 0 w 103"/>
                  <a:gd name="T7" fmla="*/ 8 h 50"/>
                  <a:gd name="T8" fmla="*/ 1 w 103"/>
                  <a:gd name="T9" fmla="*/ 7 h 50"/>
                  <a:gd name="T10" fmla="*/ 101 w 103"/>
                  <a:gd name="T11" fmla="*/ 0 h 50"/>
                  <a:gd name="T12" fmla="*/ 103 w 103"/>
                  <a:gd name="T13" fmla="*/ 1 h 50"/>
                  <a:gd name="T14" fmla="*/ 103 w 103"/>
                  <a:gd name="T15" fmla="*/ 2 h 50"/>
                  <a:gd name="T16" fmla="*/ 81 w 103"/>
                  <a:gd name="T17" fmla="*/ 49 h 50"/>
                  <a:gd name="T18" fmla="*/ 80 w 103"/>
                  <a:gd name="T19" fmla="*/ 50 h 50"/>
                  <a:gd name="T20" fmla="*/ 79 w 103"/>
                  <a:gd name="T21" fmla="*/ 50 h 50"/>
                  <a:gd name="T22" fmla="*/ 7 w 103"/>
                  <a:gd name="T23" fmla="*/ 10 h 50"/>
                  <a:gd name="T24" fmla="*/ 78 w 103"/>
                  <a:gd name="T25" fmla="*/ 46 h 50"/>
                  <a:gd name="T26" fmla="*/ 98 w 103"/>
                  <a:gd name="T27" fmla="*/ 3 h 50"/>
                  <a:gd name="T28" fmla="*/ 7 w 103"/>
                  <a:gd name="T29" fmla="*/ 1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3" h="50">
                    <a:moveTo>
                      <a:pt x="79" y="50"/>
                    </a:moveTo>
                    <a:cubicBezTo>
                      <a:pt x="78" y="50"/>
                      <a:pt x="78" y="50"/>
                      <a:pt x="78" y="5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0"/>
                      <a:pt x="0" y="9"/>
                      <a:pt x="0" y="8"/>
                    </a:cubicBezTo>
                    <a:cubicBezTo>
                      <a:pt x="0" y="7"/>
                      <a:pt x="0" y="7"/>
                      <a:pt x="1" y="7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2" y="0"/>
                      <a:pt x="102" y="0"/>
                      <a:pt x="103" y="1"/>
                    </a:cubicBezTo>
                    <a:cubicBezTo>
                      <a:pt x="103" y="1"/>
                      <a:pt x="103" y="2"/>
                      <a:pt x="103" y="2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0" y="50"/>
                      <a:pt x="80" y="50"/>
                      <a:pt x="80" y="50"/>
                    </a:cubicBezTo>
                    <a:lnTo>
                      <a:pt x="79" y="50"/>
                    </a:lnTo>
                    <a:close/>
                    <a:moveTo>
                      <a:pt x="7" y="10"/>
                    </a:moveTo>
                    <a:cubicBezTo>
                      <a:pt x="78" y="46"/>
                      <a:pt x="78" y="46"/>
                      <a:pt x="78" y="46"/>
                    </a:cubicBezTo>
                    <a:cubicBezTo>
                      <a:pt x="98" y="3"/>
                      <a:pt x="98" y="3"/>
                      <a:pt x="98" y="3"/>
                    </a:cubicBezTo>
                    <a:lnTo>
                      <a:pt x="7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2" name="Freeform 1105"/>
              <p:cNvSpPr>
                <a:spLocks noEditPoints="1"/>
              </p:cNvSpPr>
              <p:nvPr userDrawn="1"/>
            </p:nvSpPr>
            <p:spPr bwMode="auto">
              <a:xfrm>
                <a:off x="2313" y="1173"/>
                <a:ext cx="109" cy="77"/>
              </a:xfrm>
              <a:custGeom>
                <a:avLst/>
                <a:gdLst>
                  <a:gd name="T0" fmla="*/ 86 w 88"/>
                  <a:gd name="T1" fmla="*/ 62 h 62"/>
                  <a:gd name="T2" fmla="*/ 2 w 88"/>
                  <a:gd name="T3" fmla="*/ 62 h 62"/>
                  <a:gd name="T4" fmla="*/ 1 w 88"/>
                  <a:gd name="T5" fmla="*/ 61 h 62"/>
                  <a:gd name="T6" fmla="*/ 0 w 88"/>
                  <a:gd name="T7" fmla="*/ 59 h 62"/>
                  <a:gd name="T8" fmla="*/ 19 w 88"/>
                  <a:gd name="T9" fmla="*/ 1 h 62"/>
                  <a:gd name="T10" fmla="*/ 20 w 88"/>
                  <a:gd name="T11" fmla="*/ 0 h 62"/>
                  <a:gd name="T12" fmla="*/ 22 w 88"/>
                  <a:gd name="T13" fmla="*/ 0 h 62"/>
                  <a:gd name="T14" fmla="*/ 87 w 88"/>
                  <a:gd name="T15" fmla="*/ 59 h 62"/>
                  <a:gd name="T16" fmla="*/ 88 w 88"/>
                  <a:gd name="T17" fmla="*/ 60 h 62"/>
                  <a:gd name="T18" fmla="*/ 86 w 88"/>
                  <a:gd name="T19" fmla="*/ 62 h 62"/>
                  <a:gd name="T20" fmla="*/ 4 w 88"/>
                  <a:gd name="T21" fmla="*/ 58 h 62"/>
                  <a:gd name="T22" fmla="*/ 82 w 88"/>
                  <a:gd name="T23" fmla="*/ 58 h 62"/>
                  <a:gd name="T24" fmla="*/ 22 w 88"/>
                  <a:gd name="T25" fmla="*/ 5 h 62"/>
                  <a:gd name="T26" fmla="*/ 4 w 88"/>
                  <a:gd name="T27" fmla="*/ 5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62">
                    <a:moveTo>
                      <a:pt x="86" y="62"/>
                    </a:moveTo>
                    <a:cubicBezTo>
                      <a:pt x="2" y="62"/>
                      <a:pt x="2" y="62"/>
                      <a:pt x="2" y="62"/>
                    </a:cubicBezTo>
                    <a:cubicBezTo>
                      <a:pt x="1" y="62"/>
                      <a:pt x="1" y="61"/>
                      <a:pt x="1" y="61"/>
                    </a:cubicBezTo>
                    <a:cubicBezTo>
                      <a:pt x="0" y="60"/>
                      <a:pt x="0" y="60"/>
                      <a:pt x="0" y="59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1"/>
                      <a:pt x="20" y="0"/>
                      <a:pt x="20" y="0"/>
                    </a:cubicBezTo>
                    <a:cubicBezTo>
                      <a:pt x="21" y="0"/>
                      <a:pt x="22" y="0"/>
                      <a:pt x="22" y="0"/>
                    </a:cubicBezTo>
                    <a:cubicBezTo>
                      <a:pt x="87" y="59"/>
                      <a:pt x="87" y="59"/>
                      <a:pt x="87" y="59"/>
                    </a:cubicBezTo>
                    <a:cubicBezTo>
                      <a:pt x="88" y="59"/>
                      <a:pt x="88" y="60"/>
                      <a:pt x="88" y="60"/>
                    </a:cubicBezTo>
                    <a:cubicBezTo>
                      <a:pt x="87" y="61"/>
                      <a:pt x="87" y="62"/>
                      <a:pt x="86" y="62"/>
                    </a:cubicBezTo>
                    <a:close/>
                    <a:moveTo>
                      <a:pt x="4" y="58"/>
                    </a:moveTo>
                    <a:cubicBezTo>
                      <a:pt x="82" y="58"/>
                      <a:pt x="82" y="58"/>
                      <a:pt x="82" y="58"/>
                    </a:cubicBezTo>
                    <a:cubicBezTo>
                      <a:pt x="22" y="5"/>
                      <a:pt x="22" y="5"/>
                      <a:pt x="22" y="5"/>
                    </a:cubicBezTo>
                    <a:lnTo>
                      <a:pt x="4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3" name="Freeform 1106"/>
              <p:cNvSpPr>
                <a:spLocks noEditPoints="1"/>
              </p:cNvSpPr>
              <p:nvPr userDrawn="1"/>
            </p:nvSpPr>
            <p:spPr bwMode="auto">
              <a:xfrm>
                <a:off x="1707" y="943"/>
                <a:ext cx="115" cy="182"/>
              </a:xfrm>
              <a:custGeom>
                <a:avLst/>
                <a:gdLst>
                  <a:gd name="T0" fmla="*/ 31 w 93"/>
                  <a:gd name="T1" fmla="*/ 147 h 147"/>
                  <a:gd name="T2" fmla="*/ 31 w 93"/>
                  <a:gd name="T3" fmla="*/ 147 h 147"/>
                  <a:gd name="T4" fmla="*/ 30 w 93"/>
                  <a:gd name="T5" fmla="*/ 145 h 147"/>
                  <a:gd name="T6" fmla="*/ 0 w 93"/>
                  <a:gd name="T7" fmla="*/ 2 h 147"/>
                  <a:gd name="T8" fmla="*/ 0 w 93"/>
                  <a:gd name="T9" fmla="*/ 0 h 147"/>
                  <a:gd name="T10" fmla="*/ 2 w 93"/>
                  <a:gd name="T11" fmla="*/ 0 h 147"/>
                  <a:gd name="T12" fmla="*/ 92 w 93"/>
                  <a:gd name="T13" fmla="*/ 25 h 147"/>
                  <a:gd name="T14" fmla="*/ 93 w 93"/>
                  <a:gd name="T15" fmla="*/ 25 h 147"/>
                  <a:gd name="T16" fmla="*/ 93 w 93"/>
                  <a:gd name="T17" fmla="*/ 27 h 147"/>
                  <a:gd name="T18" fmla="*/ 64 w 93"/>
                  <a:gd name="T19" fmla="*/ 87 h 147"/>
                  <a:gd name="T20" fmla="*/ 31 w 93"/>
                  <a:gd name="T21" fmla="*/ 147 h 147"/>
                  <a:gd name="T22" fmla="*/ 4 w 93"/>
                  <a:gd name="T23" fmla="*/ 4 h 147"/>
                  <a:gd name="T24" fmla="*/ 33 w 93"/>
                  <a:gd name="T25" fmla="*/ 140 h 147"/>
                  <a:gd name="T26" fmla="*/ 89 w 93"/>
                  <a:gd name="T27" fmla="*/ 27 h 147"/>
                  <a:gd name="T28" fmla="*/ 4 w 93"/>
                  <a:gd name="T29" fmla="*/ 4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147">
                    <a:moveTo>
                      <a:pt x="31" y="147"/>
                    </a:moveTo>
                    <a:cubicBezTo>
                      <a:pt x="31" y="147"/>
                      <a:pt x="31" y="147"/>
                      <a:pt x="31" y="147"/>
                    </a:cubicBezTo>
                    <a:cubicBezTo>
                      <a:pt x="30" y="147"/>
                      <a:pt x="29" y="146"/>
                      <a:pt x="30" y="145"/>
                    </a:cubicBezTo>
                    <a:cubicBezTo>
                      <a:pt x="32" y="135"/>
                      <a:pt x="9" y="38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92" y="25"/>
                      <a:pt x="92" y="25"/>
                      <a:pt x="92" y="25"/>
                    </a:cubicBezTo>
                    <a:cubicBezTo>
                      <a:pt x="92" y="25"/>
                      <a:pt x="93" y="25"/>
                      <a:pt x="93" y="25"/>
                    </a:cubicBezTo>
                    <a:cubicBezTo>
                      <a:pt x="93" y="26"/>
                      <a:pt x="93" y="26"/>
                      <a:pt x="93" y="27"/>
                    </a:cubicBezTo>
                    <a:cubicBezTo>
                      <a:pt x="93" y="27"/>
                      <a:pt x="78" y="57"/>
                      <a:pt x="64" y="87"/>
                    </a:cubicBezTo>
                    <a:cubicBezTo>
                      <a:pt x="37" y="142"/>
                      <a:pt x="33" y="147"/>
                      <a:pt x="31" y="147"/>
                    </a:cubicBezTo>
                    <a:close/>
                    <a:moveTo>
                      <a:pt x="4" y="4"/>
                    </a:moveTo>
                    <a:cubicBezTo>
                      <a:pt x="8" y="22"/>
                      <a:pt x="31" y="115"/>
                      <a:pt x="33" y="140"/>
                    </a:cubicBezTo>
                    <a:cubicBezTo>
                      <a:pt x="42" y="124"/>
                      <a:pt x="70" y="67"/>
                      <a:pt x="89" y="27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4" name="Freeform 1107"/>
              <p:cNvSpPr>
                <a:spLocks noEditPoints="1"/>
              </p:cNvSpPr>
              <p:nvPr userDrawn="1"/>
            </p:nvSpPr>
            <p:spPr bwMode="auto">
              <a:xfrm>
                <a:off x="2260" y="1366"/>
                <a:ext cx="126" cy="79"/>
              </a:xfrm>
              <a:custGeom>
                <a:avLst/>
                <a:gdLst>
                  <a:gd name="T0" fmla="*/ 2 w 102"/>
                  <a:gd name="T1" fmla="*/ 64 h 64"/>
                  <a:gd name="T2" fmla="*/ 1 w 102"/>
                  <a:gd name="T3" fmla="*/ 64 h 64"/>
                  <a:gd name="T4" fmla="*/ 0 w 102"/>
                  <a:gd name="T5" fmla="*/ 62 h 64"/>
                  <a:gd name="T6" fmla="*/ 7 w 102"/>
                  <a:gd name="T7" fmla="*/ 2 h 64"/>
                  <a:gd name="T8" fmla="*/ 8 w 102"/>
                  <a:gd name="T9" fmla="*/ 1 h 64"/>
                  <a:gd name="T10" fmla="*/ 9 w 102"/>
                  <a:gd name="T11" fmla="*/ 1 h 64"/>
                  <a:gd name="T12" fmla="*/ 100 w 102"/>
                  <a:gd name="T13" fmla="*/ 21 h 64"/>
                  <a:gd name="T14" fmla="*/ 101 w 102"/>
                  <a:gd name="T15" fmla="*/ 22 h 64"/>
                  <a:gd name="T16" fmla="*/ 100 w 102"/>
                  <a:gd name="T17" fmla="*/ 24 h 64"/>
                  <a:gd name="T18" fmla="*/ 3 w 102"/>
                  <a:gd name="T19" fmla="*/ 64 h 64"/>
                  <a:gd name="T20" fmla="*/ 2 w 102"/>
                  <a:gd name="T21" fmla="*/ 64 h 64"/>
                  <a:gd name="T22" fmla="*/ 10 w 102"/>
                  <a:gd name="T23" fmla="*/ 4 h 64"/>
                  <a:gd name="T24" fmla="*/ 4 w 102"/>
                  <a:gd name="T25" fmla="*/ 60 h 64"/>
                  <a:gd name="T26" fmla="*/ 94 w 102"/>
                  <a:gd name="T27" fmla="*/ 23 h 64"/>
                  <a:gd name="T28" fmla="*/ 10 w 102"/>
                  <a:gd name="T29" fmla="*/ 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64">
                    <a:moveTo>
                      <a:pt x="2" y="64"/>
                    </a:moveTo>
                    <a:cubicBezTo>
                      <a:pt x="2" y="64"/>
                      <a:pt x="1" y="64"/>
                      <a:pt x="1" y="64"/>
                    </a:cubicBezTo>
                    <a:cubicBezTo>
                      <a:pt x="1" y="63"/>
                      <a:pt x="0" y="63"/>
                      <a:pt x="0" y="6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8" y="1"/>
                      <a:pt x="8" y="1"/>
                    </a:cubicBezTo>
                    <a:cubicBezTo>
                      <a:pt x="8" y="1"/>
                      <a:pt x="9" y="0"/>
                      <a:pt x="9" y="1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1"/>
                      <a:pt x="101" y="21"/>
                      <a:pt x="101" y="22"/>
                    </a:cubicBezTo>
                    <a:cubicBezTo>
                      <a:pt x="102" y="23"/>
                      <a:pt x="101" y="23"/>
                      <a:pt x="100" y="24"/>
                    </a:cubicBezTo>
                    <a:cubicBezTo>
                      <a:pt x="3" y="64"/>
                      <a:pt x="3" y="64"/>
                      <a:pt x="3" y="64"/>
                    </a:cubicBezTo>
                    <a:lnTo>
                      <a:pt x="2" y="64"/>
                    </a:lnTo>
                    <a:close/>
                    <a:moveTo>
                      <a:pt x="10" y="4"/>
                    </a:moveTo>
                    <a:cubicBezTo>
                      <a:pt x="4" y="60"/>
                      <a:pt x="4" y="60"/>
                      <a:pt x="4" y="60"/>
                    </a:cubicBezTo>
                    <a:cubicBezTo>
                      <a:pt x="94" y="23"/>
                      <a:pt x="94" y="23"/>
                      <a:pt x="94" y="23"/>
                    </a:cubicBez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5" name="Freeform 1108"/>
              <p:cNvSpPr>
                <a:spLocks noEditPoints="1"/>
              </p:cNvSpPr>
              <p:nvPr userDrawn="1"/>
            </p:nvSpPr>
            <p:spPr bwMode="auto">
              <a:xfrm>
                <a:off x="2281" y="1284"/>
                <a:ext cx="105" cy="112"/>
              </a:xfrm>
              <a:custGeom>
                <a:avLst/>
                <a:gdLst>
                  <a:gd name="T0" fmla="*/ 83 w 85"/>
                  <a:gd name="T1" fmla="*/ 90 h 90"/>
                  <a:gd name="T2" fmla="*/ 82 w 85"/>
                  <a:gd name="T3" fmla="*/ 90 h 90"/>
                  <a:gd name="T4" fmla="*/ 1 w 85"/>
                  <a:gd name="T5" fmla="*/ 45 h 90"/>
                  <a:gd name="T6" fmla="*/ 0 w 85"/>
                  <a:gd name="T7" fmla="*/ 44 h 90"/>
                  <a:gd name="T8" fmla="*/ 1 w 85"/>
                  <a:gd name="T9" fmla="*/ 42 h 90"/>
                  <a:gd name="T10" fmla="*/ 46 w 85"/>
                  <a:gd name="T11" fmla="*/ 1 h 90"/>
                  <a:gd name="T12" fmla="*/ 47 w 85"/>
                  <a:gd name="T13" fmla="*/ 0 h 90"/>
                  <a:gd name="T14" fmla="*/ 48 w 85"/>
                  <a:gd name="T15" fmla="*/ 1 h 90"/>
                  <a:gd name="T16" fmla="*/ 84 w 85"/>
                  <a:gd name="T17" fmla="*/ 88 h 90"/>
                  <a:gd name="T18" fmla="*/ 84 w 85"/>
                  <a:gd name="T19" fmla="*/ 89 h 90"/>
                  <a:gd name="T20" fmla="*/ 83 w 85"/>
                  <a:gd name="T21" fmla="*/ 90 h 90"/>
                  <a:gd name="T22" fmla="*/ 5 w 85"/>
                  <a:gd name="T23" fmla="*/ 43 h 90"/>
                  <a:gd name="T24" fmla="*/ 79 w 85"/>
                  <a:gd name="T25" fmla="*/ 84 h 90"/>
                  <a:gd name="T26" fmla="*/ 46 w 85"/>
                  <a:gd name="T27" fmla="*/ 5 h 90"/>
                  <a:gd name="T28" fmla="*/ 5 w 85"/>
                  <a:gd name="T29" fmla="*/ 4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5" h="90">
                    <a:moveTo>
                      <a:pt x="83" y="90"/>
                    </a:moveTo>
                    <a:cubicBezTo>
                      <a:pt x="82" y="90"/>
                      <a:pt x="82" y="90"/>
                      <a:pt x="82" y="90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1" y="45"/>
                      <a:pt x="0" y="44"/>
                      <a:pt x="0" y="44"/>
                    </a:cubicBezTo>
                    <a:cubicBezTo>
                      <a:pt x="0" y="43"/>
                      <a:pt x="0" y="43"/>
                      <a:pt x="1" y="4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0"/>
                      <a:pt x="47" y="0"/>
                      <a:pt x="47" y="0"/>
                    </a:cubicBezTo>
                    <a:cubicBezTo>
                      <a:pt x="48" y="0"/>
                      <a:pt x="48" y="1"/>
                      <a:pt x="48" y="1"/>
                    </a:cubicBezTo>
                    <a:cubicBezTo>
                      <a:pt x="84" y="88"/>
                      <a:pt x="84" y="88"/>
                      <a:pt x="84" y="88"/>
                    </a:cubicBezTo>
                    <a:cubicBezTo>
                      <a:pt x="85" y="88"/>
                      <a:pt x="84" y="89"/>
                      <a:pt x="84" y="89"/>
                    </a:cubicBezTo>
                    <a:cubicBezTo>
                      <a:pt x="84" y="90"/>
                      <a:pt x="83" y="90"/>
                      <a:pt x="83" y="90"/>
                    </a:cubicBezTo>
                    <a:close/>
                    <a:moveTo>
                      <a:pt x="5" y="43"/>
                    </a:moveTo>
                    <a:cubicBezTo>
                      <a:pt x="79" y="84"/>
                      <a:pt x="79" y="84"/>
                      <a:pt x="79" y="84"/>
                    </a:cubicBezTo>
                    <a:cubicBezTo>
                      <a:pt x="46" y="5"/>
                      <a:pt x="46" y="5"/>
                      <a:pt x="46" y="5"/>
                    </a:cubicBezTo>
                    <a:lnTo>
                      <a:pt x="5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6" name="Freeform 1109"/>
              <p:cNvSpPr>
                <a:spLocks noEditPoints="1"/>
              </p:cNvSpPr>
              <p:nvPr userDrawn="1"/>
            </p:nvSpPr>
            <p:spPr bwMode="auto">
              <a:xfrm>
                <a:off x="1840" y="798"/>
                <a:ext cx="115" cy="108"/>
              </a:xfrm>
              <a:custGeom>
                <a:avLst/>
                <a:gdLst>
                  <a:gd name="T0" fmla="*/ 21 w 93"/>
                  <a:gd name="T1" fmla="*/ 87 h 87"/>
                  <a:gd name="T2" fmla="*/ 20 w 93"/>
                  <a:gd name="T3" fmla="*/ 87 h 87"/>
                  <a:gd name="T4" fmla="*/ 19 w 93"/>
                  <a:gd name="T5" fmla="*/ 86 h 87"/>
                  <a:gd name="T6" fmla="*/ 0 w 93"/>
                  <a:gd name="T7" fmla="*/ 2 h 87"/>
                  <a:gd name="T8" fmla="*/ 0 w 93"/>
                  <a:gd name="T9" fmla="*/ 1 h 87"/>
                  <a:gd name="T10" fmla="*/ 2 w 93"/>
                  <a:gd name="T11" fmla="*/ 0 h 87"/>
                  <a:gd name="T12" fmla="*/ 92 w 93"/>
                  <a:gd name="T13" fmla="*/ 31 h 87"/>
                  <a:gd name="T14" fmla="*/ 93 w 93"/>
                  <a:gd name="T15" fmla="*/ 32 h 87"/>
                  <a:gd name="T16" fmla="*/ 92 w 93"/>
                  <a:gd name="T17" fmla="*/ 33 h 87"/>
                  <a:gd name="T18" fmla="*/ 22 w 93"/>
                  <a:gd name="T19" fmla="*/ 87 h 87"/>
                  <a:gd name="T20" fmla="*/ 21 w 93"/>
                  <a:gd name="T21" fmla="*/ 87 h 87"/>
                  <a:gd name="T22" fmla="*/ 4 w 93"/>
                  <a:gd name="T23" fmla="*/ 4 h 87"/>
                  <a:gd name="T24" fmla="*/ 22 w 93"/>
                  <a:gd name="T25" fmla="*/ 83 h 87"/>
                  <a:gd name="T26" fmla="*/ 88 w 93"/>
                  <a:gd name="T27" fmla="*/ 33 h 87"/>
                  <a:gd name="T28" fmla="*/ 4 w 93"/>
                  <a:gd name="T29" fmla="*/ 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87">
                    <a:moveTo>
                      <a:pt x="21" y="87"/>
                    </a:moveTo>
                    <a:cubicBezTo>
                      <a:pt x="20" y="87"/>
                      <a:pt x="20" y="87"/>
                      <a:pt x="20" y="87"/>
                    </a:cubicBezTo>
                    <a:cubicBezTo>
                      <a:pt x="20" y="87"/>
                      <a:pt x="19" y="87"/>
                      <a:pt x="19" y="8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92" y="31"/>
                      <a:pt x="92" y="31"/>
                      <a:pt x="92" y="31"/>
                    </a:cubicBezTo>
                    <a:cubicBezTo>
                      <a:pt x="92" y="31"/>
                      <a:pt x="93" y="31"/>
                      <a:pt x="93" y="32"/>
                    </a:cubicBezTo>
                    <a:cubicBezTo>
                      <a:pt x="93" y="32"/>
                      <a:pt x="93" y="33"/>
                      <a:pt x="92" y="33"/>
                    </a:cubicBezTo>
                    <a:cubicBezTo>
                      <a:pt x="22" y="87"/>
                      <a:pt x="22" y="87"/>
                      <a:pt x="22" y="87"/>
                    </a:cubicBezTo>
                    <a:lnTo>
                      <a:pt x="21" y="87"/>
                    </a:lnTo>
                    <a:close/>
                    <a:moveTo>
                      <a:pt x="4" y="4"/>
                    </a:moveTo>
                    <a:cubicBezTo>
                      <a:pt x="22" y="83"/>
                      <a:pt x="22" y="83"/>
                      <a:pt x="22" y="83"/>
                    </a:cubicBezTo>
                    <a:cubicBezTo>
                      <a:pt x="88" y="33"/>
                      <a:pt x="88" y="33"/>
                      <a:pt x="88" y="33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7" name="Freeform 1110"/>
              <p:cNvSpPr>
                <a:spLocks noEditPoints="1"/>
              </p:cNvSpPr>
              <p:nvPr userDrawn="1"/>
            </p:nvSpPr>
            <p:spPr bwMode="auto">
              <a:xfrm>
                <a:off x="2031" y="814"/>
                <a:ext cx="116" cy="100"/>
              </a:xfrm>
              <a:custGeom>
                <a:avLst/>
                <a:gdLst>
                  <a:gd name="T0" fmla="*/ 92 w 94"/>
                  <a:gd name="T1" fmla="*/ 81 h 81"/>
                  <a:gd name="T2" fmla="*/ 92 w 94"/>
                  <a:gd name="T3" fmla="*/ 81 h 81"/>
                  <a:gd name="T4" fmla="*/ 2 w 94"/>
                  <a:gd name="T5" fmla="*/ 65 h 81"/>
                  <a:gd name="T6" fmla="*/ 1 w 94"/>
                  <a:gd name="T7" fmla="*/ 64 h 81"/>
                  <a:gd name="T8" fmla="*/ 1 w 94"/>
                  <a:gd name="T9" fmla="*/ 62 h 81"/>
                  <a:gd name="T10" fmla="*/ 29 w 94"/>
                  <a:gd name="T11" fmla="*/ 1 h 81"/>
                  <a:gd name="T12" fmla="*/ 30 w 94"/>
                  <a:gd name="T13" fmla="*/ 0 h 81"/>
                  <a:gd name="T14" fmla="*/ 31 w 94"/>
                  <a:gd name="T15" fmla="*/ 1 h 81"/>
                  <a:gd name="T16" fmla="*/ 93 w 94"/>
                  <a:gd name="T17" fmla="*/ 79 h 81"/>
                  <a:gd name="T18" fmla="*/ 93 w 94"/>
                  <a:gd name="T19" fmla="*/ 81 h 81"/>
                  <a:gd name="T20" fmla="*/ 92 w 94"/>
                  <a:gd name="T21" fmla="*/ 81 h 81"/>
                  <a:gd name="T22" fmla="*/ 5 w 94"/>
                  <a:gd name="T23" fmla="*/ 62 h 81"/>
                  <a:gd name="T24" fmla="*/ 88 w 94"/>
                  <a:gd name="T25" fmla="*/ 77 h 81"/>
                  <a:gd name="T26" fmla="*/ 31 w 94"/>
                  <a:gd name="T27" fmla="*/ 5 h 81"/>
                  <a:gd name="T28" fmla="*/ 5 w 94"/>
                  <a:gd name="T29" fmla="*/ 62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81">
                    <a:moveTo>
                      <a:pt x="92" y="81"/>
                    </a:moveTo>
                    <a:cubicBezTo>
                      <a:pt x="92" y="81"/>
                      <a:pt x="92" y="81"/>
                      <a:pt x="92" y="81"/>
                    </a:cubicBezTo>
                    <a:cubicBezTo>
                      <a:pt x="2" y="65"/>
                      <a:pt x="2" y="65"/>
                      <a:pt x="2" y="65"/>
                    </a:cubicBezTo>
                    <a:cubicBezTo>
                      <a:pt x="1" y="64"/>
                      <a:pt x="1" y="64"/>
                      <a:pt x="1" y="64"/>
                    </a:cubicBezTo>
                    <a:cubicBezTo>
                      <a:pt x="0" y="63"/>
                      <a:pt x="0" y="63"/>
                      <a:pt x="1" y="62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29" y="0"/>
                      <a:pt x="30" y="0"/>
                    </a:cubicBezTo>
                    <a:cubicBezTo>
                      <a:pt x="31" y="0"/>
                      <a:pt x="31" y="0"/>
                      <a:pt x="31" y="1"/>
                    </a:cubicBezTo>
                    <a:cubicBezTo>
                      <a:pt x="93" y="79"/>
                      <a:pt x="93" y="79"/>
                      <a:pt x="93" y="79"/>
                    </a:cubicBezTo>
                    <a:cubicBezTo>
                      <a:pt x="94" y="79"/>
                      <a:pt x="94" y="80"/>
                      <a:pt x="93" y="81"/>
                    </a:cubicBezTo>
                    <a:cubicBezTo>
                      <a:pt x="93" y="81"/>
                      <a:pt x="93" y="81"/>
                      <a:pt x="92" y="81"/>
                    </a:cubicBezTo>
                    <a:close/>
                    <a:moveTo>
                      <a:pt x="5" y="62"/>
                    </a:moveTo>
                    <a:cubicBezTo>
                      <a:pt x="88" y="77"/>
                      <a:pt x="88" y="77"/>
                      <a:pt x="88" y="77"/>
                    </a:cubicBezTo>
                    <a:cubicBezTo>
                      <a:pt x="31" y="5"/>
                      <a:pt x="31" y="5"/>
                      <a:pt x="31" y="5"/>
                    </a:cubicBezTo>
                    <a:lnTo>
                      <a:pt x="5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8" name="Freeform 1111"/>
              <p:cNvSpPr>
                <a:spLocks noEditPoints="1"/>
              </p:cNvSpPr>
              <p:nvPr userDrawn="1"/>
            </p:nvSpPr>
            <p:spPr bwMode="auto">
              <a:xfrm>
                <a:off x="2151" y="930"/>
                <a:ext cx="151" cy="150"/>
              </a:xfrm>
              <a:custGeom>
                <a:avLst/>
                <a:gdLst>
                  <a:gd name="T0" fmla="*/ 120 w 122"/>
                  <a:gd name="T1" fmla="*/ 121 h 121"/>
                  <a:gd name="T2" fmla="*/ 120 w 122"/>
                  <a:gd name="T3" fmla="*/ 121 h 121"/>
                  <a:gd name="T4" fmla="*/ 1 w 122"/>
                  <a:gd name="T5" fmla="*/ 119 h 121"/>
                  <a:gd name="T6" fmla="*/ 0 w 122"/>
                  <a:gd name="T7" fmla="*/ 118 h 121"/>
                  <a:gd name="T8" fmla="*/ 0 w 122"/>
                  <a:gd name="T9" fmla="*/ 116 h 121"/>
                  <a:gd name="T10" fmla="*/ 59 w 122"/>
                  <a:gd name="T11" fmla="*/ 1 h 121"/>
                  <a:gd name="T12" fmla="*/ 61 w 122"/>
                  <a:gd name="T13" fmla="*/ 0 h 121"/>
                  <a:gd name="T14" fmla="*/ 61 w 122"/>
                  <a:gd name="T15" fmla="*/ 0 h 121"/>
                  <a:gd name="T16" fmla="*/ 62 w 122"/>
                  <a:gd name="T17" fmla="*/ 1 h 121"/>
                  <a:gd name="T18" fmla="*/ 122 w 122"/>
                  <a:gd name="T19" fmla="*/ 119 h 121"/>
                  <a:gd name="T20" fmla="*/ 122 w 122"/>
                  <a:gd name="T21" fmla="*/ 120 h 121"/>
                  <a:gd name="T22" fmla="*/ 120 w 122"/>
                  <a:gd name="T23" fmla="*/ 121 h 121"/>
                  <a:gd name="T24" fmla="*/ 4 w 122"/>
                  <a:gd name="T25" fmla="*/ 115 h 121"/>
                  <a:gd name="T26" fmla="*/ 118 w 122"/>
                  <a:gd name="T27" fmla="*/ 118 h 121"/>
                  <a:gd name="T28" fmla="*/ 61 w 122"/>
                  <a:gd name="T29" fmla="*/ 6 h 121"/>
                  <a:gd name="T30" fmla="*/ 4 w 122"/>
                  <a:gd name="T31" fmla="*/ 115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21">
                    <a:moveTo>
                      <a:pt x="120" y="121"/>
                    </a:moveTo>
                    <a:cubicBezTo>
                      <a:pt x="120" y="121"/>
                      <a:pt x="120" y="121"/>
                      <a:pt x="120" y="121"/>
                    </a:cubicBezTo>
                    <a:cubicBezTo>
                      <a:pt x="1" y="119"/>
                      <a:pt x="1" y="119"/>
                      <a:pt x="1" y="119"/>
                    </a:cubicBezTo>
                    <a:cubicBezTo>
                      <a:pt x="1" y="119"/>
                      <a:pt x="0" y="118"/>
                      <a:pt x="0" y="118"/>
                    </a:cubicBezTo>
                    <a:cubicBezTo>
                      <a:pt x="0" y="117"/>
                      <a:pt x="0" y="117"/>
                      <a:pt x="0" y="116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60" y="1"/>
                      <a:pt x="60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2" y="0"/>
                      <a:pt x="62" y="1"/>
                      <a:pt x="62" y="1"/>
                    </a:cubicBezTo>
                    <a:cubicBezTo>
                      <a:pt x="122" y="119"/>
                      <a:pt x="122" y="119"/>
                      <a:pt x="122" y="119"/>
                    </a:cubicBezTo>
                    <a:cubicBezTo>
                      <a:pt x="122" y="119"/>
                      <a:pt x="122" y="120"/>
                      <a:pt x="122" y="120"/>
                    </a:cubicBezTo>
                    <a:cubicBezTo>
                      <a:pt x="122" y="121"/>
                      <a:pt x="121" y="121"/>
                      <a:pt x="120" y="121"/>
                    </a:cubicBezTo>
                    <a:close/>
                    <a:moveTo>
                      <a:pt x="4" y="115"/>
                    </a:moveTo>
                    <a:cubicBezTo>
                      <a:pt x="118" y="118"/>
                      <a:pt x="118" y="118"/>
                      <a:pt x="118" y="118"/>
                    </a:cubicBezTo>
                    <a:cubicBezTo>
                      <a:pt x="61" y="6"/>
                      <a:pt x="61" y="6"/>
                      <a:pt x="61" y="6"/>
                    </a:cubicBezTo>
                    <a:lnTo>
                      <a:pt x="4" y="1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69" name="Freeform 1112"/>
              <p:cNvSpPr>
                <a:spLocks noEditPoints="1"/>
              </p:cNvSpPr>
              <p:nvPr userDrawn="1"/>
            </p:nvSpPr>
            <p:spPr bwMode="auto">
              <a:xfrm>
                <a:off x="2298" y="1077"/>
                <a:ext cx="124" cy="100"/>
              </a:xfrm>
              <a:custGeom>
                <a:avLst/>
                <a:gdLst>
                  <a:gd name="T0" fmla="*/ 33 w 100"/>
                  <a:gd name="T1" fmla="*/ 81 h 81"/>
                  <a:gd name="T2" fmla="*/ 33 w 100"/>
                  <a:gd name="T3" fmla="*/ 81 h 81"/>
                  <a:gd name="T4" fmla="*/ 31 w 100"/>
                  <a:gd name="T5" fmla="*/ 80 h 81"/>
                  <a:gd name="T6" fmla="*/ 0 w 100"/>
                  <a:gd name="T7" fmla="*/ 2 h 81"/>
                  <a:gd name="T8" fmla="*/ 0 w 100"/>
                  <a:gd name="T9" fmla="*/ 0 h 81"/>
                  <a:gd name="T10" fmla="*/ 2 w 100"/>
                  <a:gd name="T11" fmla="*/ 0 h 81"/>
                  <a:gd name="T12" fmla="*/ 98 w 100"/>
                  <a:gd name="T13" fmla="*/ 19 h 81"/>
                  <a:gd name="T14" fmla="*/ 100 w 100"/>
                  <a:gd name="T15" fmla="*/ 20 h 81"/>
                  <a:gd name="T16" fmla="*/ 99 w 100"/>
                  <a:gd name="T17" fmla="*/ 22 h 81"/>
                  <a:gd name="T18" fmla="*/ 34 w 100"/>
                  <a:gd name="T19" fmla="*/ 81 h 81"/>
                  <a:gd name="T20" fmla="*/ 33 w 100"/>
                  <a:gd name="T21" fmla="*/ 81 h 81"/>
                  <a:gd name="T22" fmla="*/ 4 w 100"/>
                  <a:gd name="T23" fmla="*/ 4 h 81"/>
                  <a:gd name="T24" fmla="*/ 34 w 100"/>
                  <a:gd name="T25" fmla="*/ 77 h 81"/>
                  <a:gd name="T26" fmla="*/ 94 w 100"/>
                  <a:gd name="T27" fmla="*/ 22 h 81"/>
                  <a:gd name="T28" fmla="*/ 4 w 100"/>
                  <a:gd name="T29" fmla="*/ 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0" h="81">
                    <a:moveTo>
                      <a:pt x="33" y="81"/>
                    </a:moveTo>
                    <a:cubicBezTo>
                      <a:pt x="33" y="81"/>
                      <a:pt x="33" y="81"/>
                      <a:pt x="33" y="81"/>
                    </a:cubicBezTo>
                    <a:cubicBezTo>
                      <a:pt x="32" y="81"/>
                      <a:pt x="32" y="81"/>
                      <a:pt x="31" y="8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98" y="19"/>
                      <a:pt x="98" y="19"/>
                      <a:pt x="98" y="19"/>
                    </a:cubicBezTo>
                    <a:cubicBezTo>
                      <a:pt x="99" y="19"/>
                      <a:pt x="99" y="19"/>
                      <a:pt x="100" y="20"/>
                    </a:cubicBezTo>
                    <a:cubicBezTo>
                      <a:pt x="100" y="21"/>
                      <a:pt x="100" y="21"/>
                      <a:pt x="99" y="22"/>
                    </a:cubicBezTo>
                    <a:cubicBezTo>
                      <a:pt x="34" y="81"/>
                      <a:pt x="34" y="81"/>
                      <a:pt x="34" y="81"/>
                    </a:cubicBezTo>
                    <a:cubicBezTo>
                      <a:pt x="34" y="81"/>
                      <a:pt x="33" y="81"/>
                      <a:pt x="33" y="81"/>
                    </a:cubicBezTo>
                    <a:close/>
                    <a:moveTo>
                      <a:pt x="4" y="4"/>
                    </a:moveTo>
                    <a:cubicBezTo>
                      <a:pt x="34" y="77"/>
                      <a:pt x="34" y="77"/>
                      <a:pt x="34" y="77"/>
                    </a:cubicBezTo>
                    <a:cubicBezTo>
                      <a:pt x="94" y="22"/>
                      <a:pt x="94" y="22"/>
                      <a:pt x="94" y="22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0" name="Freeform 1113"/>
              <p:cNvSpPr>
                <a:spLocks noEditPoints="1"/>
              </p:cNvSpPr>
              <p:nvPr userDrawn="1"/>
            </p:nvSpPr>
            <p:spPr bwMode="auto">
              <a:xfrm>
                <a:off x="2549" y="1338"/>
                <a:ext cx="127" cy="119"/>
              </a:xfrm>
              <a:custGeom>
                <a:avLst/>
                <a:gdLst>
                  <a:gd name="T0" fmla="*/ 1 w 102"/>
                  <a:gd name="T1" fmla="*/ 96 h 96"/>
                  <a:gd name="T2" fmla="*/ 0 w 102"/>
                  <a:gd name="T3" fmla="*/ 96 h 96"/>
                  <a:gd name="T4" fmla="*/ 0 w 102"/>
                  <a:gd name="T5" fmla="*/ 94 h 96"/>
                  <a:gd name="T6" fmla="*/ 47 w 102"/>
                  <a:gd name="T7" fmla="*/ 1 h 96"/>
                  <a:gd name="T8" fmla="*/ 49 w 102"/>
                  <a:gd name="T9" fmla="*/ 0 h 96"/>
                  <a:gd name="T10" fmla="*/ 50 w 102"/>
                  <a:gd name="T11" fmla="*/ 1 h 96"/>
                  <a:gd name="T12" fmla="*/ 102 w 102"/>
                  <a:gd name="T13" fmla="*/ 77 h 96"/>
                  <a:gd name="T14" fmla="*/ 102 w 102"/>
                  <a:gd name="T15" fmla="*/ 79 h 96"/>
                  <a:gd name="T16" fmla="*/ 100 w 102"/>
                  <a:gd name="T17" fmla="*/ 80 h 96"/>
                  <a:gd name="T18" fmla="*/ 2 w 102"/>
                  <a:gd name="T19" fmla="*/ 96 h 96"/>
                  <a:gd name="T20" fmla="*/ 1 w 102"/>
                  <a:gd name="T21" fmla="*/ 96 h 96"/>
                  <a:gd name="T22" fmla="*/ 49 w 102"/>
                  <a:gd name="T23" fmla="*/ 5 h 96"/>
                  <a:gd name="T24" fmla="*/ 5 w 102"/>
                  <a:gd name="T25" fmla="*/ 92 h 96"/>
                  <a:gd name="T26" fmla="*/ 97 w 102"/>
                  <a:gd name="T27" fmla="*/ 77 h 96"/>
                  <a:gd name="T28" fmla="*/ 49 w 102"/>
                  <a:gd name="T29" fmla="*/ 5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96">
                    <a:moveTo>
                      <a:pt x="1" y="96"/>
                    </a:moveTo>
                    <a:cubicBezTo>
                      <a:pt x="1" y="96"/>
                      <a:pt x="0" y="96"/>
                      <a:pt x="0" y="96"/>
                    </a:cubicBezTo>
                    <a:cubicBezTo>
                      <a:pt x="0" y="95"/>
                      <a:pt x="0" y="94"/>
                      <a:pt x="0" y="94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8" y="1"/>
                      <a:pt x="48" y="0"/>
                      <a:pt x="49" y="0"/>
                    </a:cubicBezTo>
                    <a:cubicBezTo>
                      <a:pt x="49" y="0"/>
                      <a:pt x="50" y="1"/>
                      <a:pt x="50" y="1"/>
                    </a:cubicBezTo>
                    <a:cubicBezTo>
                      <a:pt x="102" y="77"/>
                      <a:pt x="102" y="77"/>
                      <a:pt x="102" y="77"/>
                    </a:cubicBezTo>
                    <a:cubicBezTo>
                      <a:pt x="102" y="77"/>
                      <a:pt x="102" y="78"/>
                      <a:pt x="102" y="79"/>
                    </a:cubicBezTo>
                    <a:cubicBezTo>
                      <a:pt x="102" y="79"/>
                      <a:pt x="101" y="79"/>
                      <a:pt x="100" y="80"/>
                    </a:cubicBezTo>
                    <a:cubicBezTo>
                      <a:pt x="2" y="96"/>
                      <a:pt x="2" y="96"/>
                      <a:pt x="2" y="96"/>
                    </a:cubicBezTo>
                    <a:lnTo>
                      <a:pt x="1" y="96"/>
                    </a:lnTo>
                    <a:close/>
                    <a:moveTo>
                      <a:pt x="49" y="5"/>
                    </a:moveTo>
                    <a:cubicBezTo>
                      <a:pt x="5" y="92"/>
                      <a:pt x="5" y="92"/>
                      <a:pt x="5" y="92"/>
                    </a:cubicBezTo>
                    <a:cubicBezTo>
                      <a:pt x="97" y="77"/>
                      <a:pt x="97" y="77"/>
                      <a:pt x="97" y="77"/>
                    </a:cubicBezTo>
                    <a:lnTo>
                      <a:pt x="4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1" name="Freeform 1114"/>
              <p:cNvSpPr>
                <a:spLocks noEditPoints="1"/>
              </p:cNvSpPr>
              <p:nvPr userDrawn="1"/>
            </p:nvSpPr>
            <p:spPr bwMode="auto">
              <a:xfrm>
                <a:off x="725" y="1230"/>
                <a:ext cx="83" cy="166"/>
              </a:xfrm>
              <a:custGeom>
                <a:avLst/>
                <a:gdLst>
                  <a:gd name="T0" fmla="*/ 35 w 67"/>
                  <a:gd name="T1" fmla="*/ 134 h 134"/>
                  <a:gd name="T2" fmla="*/ 34 w 67"/>
                  <a:gd name="T3" fmla="*/ 133 h 134"/>
                  <a:gd name="T4" fmla="*/ 7 w 67"/>
                  <a:gd name="T5" fmla="*/ 56 h 134"/>
                  <a:gd name="T6" fmla="*/ 64 w 67"/>
                  <a:gd name="T7" fmla="*/ 1 h 134"/>
                  <a:gd name="T8" fmla="*/ 66 w 67"/>
                  <a:gd name="T9" fmla="*/ 1 h 134"/>
                  <a:gd name="T10" fmla="*/ 67 w 67"/>
                  <a:gd name="T11" fmla="*/ 3 h 134"/>
                  <a:gd name="T12" fmla="*/ 37 w 67"/>
                  <a:gd name="T13" fmla="*/ 133 h 134"/>
                  <a:gd name="T14" fmla="*/ 35 w 67"/>
                  <a:gd name="T15" fmla="*/ 134 h 134"/>
                  <a:gd name="T16" fmla="*/ 62 w 67"/>
                  <a:gd name="T17" fmla="*/ 7 h 134"/>
                  <a:gd name="T18" fmla="*/ 10 w 67"/>
                  <a:gd name="T19" fmla="*/ 59 h 134"/>
                  <a:gd name="T20" fmla="*/ 35 w 67"/>
                  <a:gd name="T21" fmla="*/ 127 h 134"/>
                  <a:gd name="T22" fmla="*/ 62 w 67"/>
                  <a:gd name="T23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7" h="134">
                    <a:moveTo>
                      <a:pt x="35" y="134"/>
                    </a:moveTo>
                    <a:cubicBezTo>
                      <a:pt x="35" y="134"/>
                      <a:pt x="34" y="134"/>
                      <a:pt x="34" y="133"/>
                    </a:cubicBezTo>
                    <a:cubicBezTo>
                      <a:pt x="26" y="117"/>
                      <a:pt x="0" y="63"/>
                      <a:pt x="7" y="56"/>
                    </a:cubicBezTo>
                    <a:cubicBezTo>
                      <a:pt x="64" y="1"/>
                      <a:pt x="64" y="1"/>
                      <a:pt x="64" y="1"/>
                    </a:cubicBezTo>
                    <a:cubicBezTo>
                      <a:pt x="64" y="1"/>
                      <a:pt x="65" y="0"/>
                      <a:pt x="66" y="1"/>
                    </a:cubicBezTo>
                    <a:cubicBezTo>
                      <a:pt x="66" y="1"/>
                      <a:pt x="67" y="2"/>
                      <a:pt x="67" y="3"/>
                    </a:cubicBezTo>
                    <a:cubicBezTo>
                      <a:pt x="37" y="133"/>
                      <a:pt x="37" y="133"/>
                      <a:pt x="37" y="133"/>
                    </a:cubicBezTo>
                    <a:cubicBezTo>
                      <a:pt x="37" y="133"/>
                      <a:pt x="36" y="134"/>
                      <a:pt x="35" y="134"/>
                    </a:cubicBezTo>
                    <a:close/>
                    <a:moveTo>
                      <a:pt x="62" y="7"/>
                    </a:moveTo>
                    <a:cubicBezTo>
                      <a:pt x="10" y="59"/>
                      <a:pt x="10" y="59"/>
                      <a:pt x="10" y="59"/>
                    </a:cubicBezTo>
                    <a:cubicBezTo>
                      <a:pt x="6" y="62"/>
                      <a:pt x="20" y="96"/>
                      <a:pt x="35" y="127"/>
                    </a:cubicBezTo>
                    <a:lnTo>
                      <a:pt x="62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2" name="Freeform 1115"/>
              <p:cNvSpPr>
                <a:spLocks noEditPoints="1"/>
              </p:cNvSpPr>
              <p:nvPr userDrawn="1"/>
            </p:nvSpPr>
            <p:spPr bwMode="auto">
              <a:xfrm>
                <a:off x="766" y="1320"/>
                <a:ext cx="216" cy="78"/>
              </a:xfrm>
              <a:custGeom>
                <a:avLst/>
                <a:gdLst>
                  <a:gd name="T0" fmla="*/ 13 w 174"/>
                  <a:gd name="T1" fmla="*/ 63 h 63"/>
                  <a:gd name="T2" fmla="*/ 0 w 174"/>
                  <a:gd name="T3" fmla="*/ 61 h 63"/>
                  <a:gd name="T4" fmla="*/ 1 w 174"/>
                  <a:gd name="T5" fmla="*/ 58 h 63"/>
                  <a:gd name="T6" fmla="*/ 59 w 174"/>
                  <a:gd name="T7" fmla="*/ 1 h 63"/>
                  <a:gd name="T8" fmla="*/ 61 w 174"/>
                  <a:gd name="T9" fmla="*/ 1 h 63"/>
                  <a:gd name="T10" fmla="*/ 173 w 174"/>
                  <a:gd name="T11" fmla="*/ 47 h 63"/>
                  <a:gd name="T12" fmla="*/ 174 w 174"/>
                  <a:gd name="T13" fmla="*/ 49 h 63"/>
                  <a:gd name="T14" fmla="*/ 173 w 174"/>
                  <a:gd name="T15" fmla="*/ 50 h 63"/>
                  <a:gd name="T16" fmla="*/ 88 w 174"/>
                  <a:gd name="T17" fmla="*/ 58 h 63"/>
                  <a:gd name="T18" fmla="*/ 13 w 174"/>
                  <a:gd name="T19" fmla="*/ 63 h 63"/>
                  <a:gd name="T20" fmla="*/ 5 w 174"/>
                  <a:gd name="T21" fmla="*/ 59 h 63"/>
                  <a:gd name="T22" fmla="*/ 166 w 174"/>
                  <a:gd name="T23" fmla="*/ 48 h 63"/>
                  <a:gd name="T24" fmla="*/ 61 w 174"/>
                  <a:gd name="T25" fmla="*/ 4 h 63"/>
                  <a:gd name="T26" fmla="*/ 5 w 174"/>
                  <a:gd name="T27" fmla="*/ 59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4" h="63">
                    <a:moveTo>
                      <a:pt x="13" y="63"/>
                    </a:moveTo>
                    <a:cubicBezTo>
                      <a:pt x="1" y="63"/>
                      <a:pt x="1" y="62"/>
                      <a:pt x="0" y="61"/>
                    </a:cubicBezTo>
                    <a:cubicBezTo>
                      <a:pt x="0" y="60"/>
                      <a:pt x="0" y="59"/>
                      <a:pt x="1" y="58"/>
                    </a:cubicBezTo>
                    <a:cubicBezTo>
                      <a:pt x="12" y="50"/>
                      <a:pt x="59" y="2"/>
                      <a:pt x="59" y="1"/>
                    </a:cubicBezTo>
                    <a:cubicBezTo>
                      <a:pt x="60" y="1"/>
                      <a:pt x="61" y="0"/>
                      <a:pt x="61" y="1"/>
                    </a:cubicBezTo>
                    <a:cubicBezTo>
                      <a:pt x="173" y="47"/>
                      <a:pt x="173" y="47"/>
                      <a:pt x="173" y="47"/>
                    </a:cubicBezTo>
                    <a:cubicBezTo>
                      <a:pt x="174" y="47"/>
                      <a:pt x="174" y="48"/>
                      <a:pt x="174" y="49"/>
                    </a:cubicBezTo>
                    <a:cubicBezTo>
                      <a:pt x="174" y="50"/>
                      <a:pt x="174" y="50"/>
                      <a:pt x="173" y="50"/>
                    </a:cubicBezTo>
                    <a:cubicBezTo>
                      <a:pt x="172" y="50"/>
                      <a:pt x="130" y="55"/>
                      <a:pt x="88" y="58"/>
                    </a:cubicBezTo>
                    <a:cubicBezTo>
                      <a:pt x="46" y="62"/>
                      <a:pt x="24" y="63"/>
                      <a:pt x="13" y="63"/>
                    </a:cubicBezTo>
                    <a:close/>
                    <a:moveTo>
                      <a:pt x="5" y="59"/>
                    </a:moveTo>
                    <a:cubicBezTo>
                      <a:pt x="20" y="61"/>
                      <a:pt x="105" y="54"/>
                      <a:pt x="166" y="48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55" y="11"/>
                      <a:pt x="18" y="49"/>
                      <a:pt x="5" y="5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3" name="Freeform 1116"/>
              <p:cNvSpPr>
                <a:spLocks noEditPoints="1"/>
              </p:cNvSpPr>
              <p:nvPr userDrawn="1"/>
            </p:nvSpPr>
            <p:spPr bwMode="auto">
              <a:xfrm>
                <a:off x="1149" y="1332"/>
                <a:ext cx="111" cy="102"/>
              </a:xfrm>
              <a:custGeom>
                <a:avLst/>
                <a:gdLst>
                  <a:gd name="T0" fmla="*/ 2 w 90"/>
                  <a:gd name="T1" fmla="*/ 83 h 83"/>
                  <a:gd name="T2" fmla="*/ 1 w 90"/>
                  <a:gd name="T3" fmla="*/ 83 h 83"/>
                  <a:gd name="T4" fmla="*/ 0 w 90"/>
                  <a:gd name="T5" fmla="*/ 81 h 83"/>
                  <a:gd name="T6" fmla="*/ 22 w 90"/>
                  <a:gd name="T7" fmla="*/ 1 h 83"/>
                  <a:gd name="T8" fmla="*/ 23 w 90"/>
                  <a:gd name="T9" fmla="*/ 0 h 83"/>
                  <a:gd name="T10" fmla="*/ 25 w 90"/>
                  <a:gd name="T11" fmla="*/ 0 h 83"/>
                  <a:gd name="T12" fmla="*/ 89 w 90"/>
                  <a:gd name="T13" fmla="*/ 29 h 83"/>
                  <a:gd name="T14" fmla="*/ 90 w 90"/>
                  <a:gd name="T15" fmla="*/ 30 h 83"/>
                  <a:gd name="T16" fmla="*/ 89 w 90"/>
                  <a:gd name="T17" fmla="*/ 32 h 83"/>
                  <a:gd name="T18" fmla="*/ 3 w 90"/>
                  <a:gd name="T19" fmla="*/ 83 h 83"/>
                  <a:gd name="T20" fmla="*/ 2 w 90"/>
                  <a:gd name="T21" fmla="*/ 83 h 83"/>
                  <a:gd name="T22" fmla="*/ 25 w 90"/>
                  <a:gd name="T23" fmla="*/ 4 h 83"/>
                  <a:gd name="T24" fmla="*/ 4 w 90"/>
                  <a:gd name="T25" fmla="*/ 78 h 83"/>
                  <a:gd name="T26" fmla="*/ 85 w 90"/>
                  <a:gd name="T27" fmla="*/ 30 h 83"/>
                  <a:gd name="T28" fmla="*/ 25 w 90"/>
                  <a:gd name="T29" fmla="*/ 4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0" h="83">
                    <a:moveTo>
                      <a:pt x="2" y="83"/>
                    </a:moveTo>
                    <a:cubicBezTo>
                      <a:pt x="1" y="83"/>
                      <a:pt x="1" y="83"/>
                      <a:pt x="1" y="83"/>
                    </a:cubicBezTo>
                    <a:cubicBezTo>
                      <a:pt x="0" y="83"/>
                      <a:pt x="0" y="82"/>
                      <a:pt x="0" y="81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2" y="1"/>
                      <a:pt x="23" y="0"/>
                      <a:pt x="23" y="0"/>
                    </a:cubicBezTo>
                    <a:cubicBezTo>
                      <a:pt x="24" y="0"/>
                      <a:pt x="24" y="0"/>
                      <a:pt x="25" y="0"/>
                    </a:cubicBezTo>
                    <a:cubicBezTo>
                      <a:pt x="89" y="29"/>
                      <a:pt x="89" y="29"/>
                      <a:pt x="89" y="29"/>
                    </a:cubicBezTo>
                    <a:cubicBezTo>
                      <a:pt x="90" y="29"/>
                      <a:pt x="90" y="29"/>
                      <a:pt x="90" y="30"/>
                    </a:cubicBezTo>
                    <a:cubicBezTo>
                      <a:pt x="90" y="31"/>
                      <a:pt x="90" y="31"/>
                      <a:pt x="89" y="32"/>
                    </a:cubicBezTo>
                    <a:cubicBezTo>
                      <a:pt x="3" y="83"/>
                      <a:pt x="3" y="83"/>
                      <a:pt x="3" y="83"/>
                    </a:cubicBezTo>
                    <a:lnTo>
                      <a:pt x="2" y="83"/>
                    </a:lnTo>
                    <a:close/>
                    <a:moveTo>
                      <a:pt x="25" y="4"/>
                    </a:moveTo>
                    <a:cubicBezTo>
                      <a:pt x="4" y="78"/>
                      <a:pt x="4" y="78"/>
                      <a:pt x="4" y="78"/>
                    </a:cubicBezTo>
                    <a:cubicBezTo>
                      <a:pt x="85" y="30"/>
                      <a:pt x="85" y="30"/>
                      <a:pt x="85" y="30"/>
                    </a:cubicBezTo>
                    <a:lnTo>
                      <a:pt x="2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4" name="Freeform 1117"/>
              <p:cNvSpPr>
                <a:spLocks noEditPoints="1"/>
              </p:cNvSpPr>
              <p:nvPr userDrawn="1"/>
            </p:nvSpPr>
            <p:spPr bwMode="auto">
              <a:xfrm>
                <a:off x="839" y="940"/>
                <a:ext cx="143" cy="99"/>
              </a:xfrm>
              <a:custGeom>
                <a:avLst/>
                <a:gdLst>
                  <a:gd name="T0" fmla="*/ 2 w 115"/>
                  <a:gd name="T1" fmla="*/ 80 h 80"/>
                  <a:gd name="T2" fmla="*/ 0 w 115"/>
                  <a:gd name="T3" fmla="*/ 79 h 80"/>
                  <a:gd name="T4" fmla="*/ 0 w 115"/>
                  <a:gd name="T5" fmla="*/ 77 h 80"/>
                  <a:gd name="T6" fmla="*/ 66 w 115"/>
                  <a:gd name="T7" fmla="*/ 0 h 80"/>
                  <a:gd name="T8" fmla="*/ 68 w 115"/>
                  <a:gd name="T9" fmla="*/ 0 h 80"/>
                  <a:gd name="T10" fmla="*/ 69 w 115"/>
                  <a:gd name="T11" fmla="*/ 0 h 80"/>
                  <a:gd name="T12" fmla="*/ 114 w 115"/>
                  <a:gd name="T13" fmla="*/ 43 h 80"/>
                  <a:gd name="T14" fmla="*/ 115 w 115"/>
                  <a:gd name="T15" fmla="*/ 45 h 80"/>
                  <a:gd name="T16" fmla="*/ 114 w 115"/>
                  <a:gd name="T17" fmla="*/ 46 h 80"/>
                  <a:gd name="T18" fmla="*/ 2 w 115"/>
                  <a:gd name="T19" fmla="*/ 80 h 80"/>
                  <a:gd name="T20" fmla="*/ 68 w 115"/>
                  <a:gd name="T21" fmla="*/ 4 h 80"/>
                  <a:gd name="T22" fmla="*/ 7 w 115"/>
                  <a:gd name="T23" fmla="*/ 75 h 80"/>
                  <a:gd name="T24" fmla="*/ 110 w 115"/>
                  <a:gd name="T25" fmla="*/ 44 h 80"/>
                  <a:gd name="T26" fmla="*/ 68 w 115"/>
                  <a:gd name="T27" fmla="*/ 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5" h="80">
                    <a:moveTo>
                      <a:pt x="2" y="80"/>
                    </a:moveTo>
                    <a:cubicBezTo>
                      <a:pt x="1" y="80"/>
                      <a:pt x="1" y="80"/>
                      <a:pt x="0" y="79"/>
                    </a:cubicBezTo>
                    <a:cubicBezTo>
                      <a:pt x="0" y="79"/>
                      <a:pt x="0" y="78"/>
                      <a:pt x="0" y="77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7" y="0"/>
                      <a:pt x="67" y="0"/>
                      <a:pt x="68" y="0"/>
                    </a:cubicBezTo>
                    <a:cubicBezTo>
                      <a:pt x="68" y="0"/>
                      <a:pt x="68" y="0"/>
                      <a:pt x="69" y="0"/>
                    </a:cubicBezTo>
                    <a:cubicBezTo>
                      <a:pt x="114" y="43"/>
                      <a:pt x="114" y="43"/>
                      <a:pt x="114" y="43"/>
                    </a:cubicBezTo>
                    <a:cubicBezTo>
                      <a:pt x="115" y="44"/>
                      <a:pt x="115" y="44"/>
                      <a:pt x="115" y="45"/>
                    </a:cubicBezTo>
                    <a:cubicBezTo>
                      <a:pt x="115" y="45"/>
                      <a:pt x="114" y="46"/>
                      <a:pt x="114" y="46"/>
                    </a:cubicBezTo>
                    <a:cubicBezTo>
                      <a:pt x="2" y="80"/>
                      <a:pt x="2" y="80"/>
                      <a:pt x="2" y="80"/>
                    </a:cubicBezTo>
                    <a:close/>
                    <a:moveTo>
                      <a:pt x="68" y="4"/>
                    </a:moveTo>
                    <a:cubicBezTo>
                      <a:pt x="7" y="75"/>
                      <a:pt x="7" y="75"/>
                      <a:pt x="7" y="75"/>
                    </a:cubicBezTo>
                    <a:cubicBezTo>
                      <a:pt x="110" y="44"/>
                      <a:pt x="110" y="44"/>
                      <a:pt x="110" y="44"/>
                    </a:cubicBezTo>
                    <a:lnTo>
                      <a:pt x="6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5" name="Freeform 1118"/>
              <p:cNvSpPr>
                <a:spLocks noEditPoints="1"/>
              </p:cNvSpPr>
              <p:nvPr userDrawn="1"/>
            </p:nvSpPr>
            <p:spPr bwMode="auto">
              <a:xfrm>
                <a:off x="803" y="1036"/>
                <a:ext cx="109" cy="199"/>
              </a:xfrm>
              <a:custGeom>
                <a:avLst/>
                <a:gdLst>
                  <a:gd name="T0" fmla="*/ 2 w 88"/>
                  <a:gd name="T1" fmla="*/ 161 h 161"/>
                  <a:gd name="T2" fmla="*/ 1 w 88"/>
                  <a:gd name="T3" fmla="*/ 160 h 161"/>
                  <a:gd name="T4" fmla="*/ 0 w 88"/>
                  <a:gd name="T5" fmla="*/ 159 h 161"/>
                  <a:gd name="T6" fmla="*/ 29 w 88"/>
                  <a:gd name="T7" fmla="*/ 1 h 161"/>
                  <a:gd name="T8" fmla="*/ 30 w 88"/>
                  <a:gd name="T9" fmla="*/ 0 h 161"/>
                  <a:gd name="T10" fmla="*/ 32 w 88"/>
                  <a:gd name="T11" fmla="*/ 1 h 161"/>
                  <a:gd name="T12" fmla="*/ 88 w 88"/>
                  <a:gd name="T13" fmla="*/ 140 h 161"/>
                  <a:gd name="T14" fmla="*/ 88 w 88"/>
                  <a:gd name="T15" fmla="*/ 141 h 161"/>
                  <a:gd name="T16" fmla="*/ 87 w 88"/>
                  <a:gd name="T17" fmla="*/ 142 h 161"/>
                  <a:gd name="T18" fmla="*/ 2 w 88"/>
                  <a:gd name="T19" fmla="*/ 161 h 161"/>
                  <a:gd name="T20" fmla="*/ 31 w 88"/>
                  <a:gd name="T21" fmla="*/ 7 h 161"/>
                  <a:gd name="T22" fmla="*/ 4 w 88"/>
                  <a:gd name="T23" fmla="*/ 157 h 161"/>
                  <a:gd name="T24" fmla="*/ 84 w 88"/>
                  <a:gd name="T25" fmla="*/ 139 h 161"/>
                  <a:gd name="T26" fmla="*/ 31 w 88"/>
                  <a:gd name="T27" fmla="*/ 7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161">
                    <a:moveTo>
                      <a:pt x="2" y="161"/>
                    </a:moveTo>
                    <a:cubicBezTo>
                      <a:pt x="2" y="161"/>
                      <a:pt x="1" y="161"/>
                      <a:pt x="1" y="160"/>
                    </a:cubicBezTo>
                    <a:cubicBezTo>
                      <a:pt x="0" y="160"/>
                      <a:pt x="0" y="160"/>
                      <a:pt x="0" y="159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0"/>
                      <a:pt x="30" y="0"/>
                      <a:pt x="30" y="0"/>
                    </a:cubicBezTo>
                    <a:cubicBezTo>
                      <a:pt x="31" y="0"/>
                      <a:pt x="32" y="0"/>
                      <a:pt x="32" y="1"/>
                    </a:cubicBezTo>
                    <a:cubicBezTo>
                      <a:pt x="88" y="140"/>
                      <a:pt x="88" y="140"/>
                      <a:pt x="88" y="140"/>
                    </a:cubicBezTo>
                    <a:cubicBezTo>
                      <a:pt x="88" y="140"/>
                      <a:pt x="88" y="141"/>
                      <a:pt x="88" y="141"/>
                    </a:cubicBezTo>
                    <a:cubicBezTo>
                      <a:pt x="88" y="141"/>
                      <a:pt x="87" y="142"/>
                      <a:pt x="87" y="142"/>
                    </a:cubicBezTo>
                    <a:cubicBezTo>
                      <a:pt x="2" y="161"/>
                      <a:pt x="2" y="161"/>
                      <a:pt x="2" y="161"/>
                    </a:cubicBezTo>
                    <a:close/>
                    <a:moveTo>
                      <a:pt x="31" y="7"/>
                    </a:moveTo>
                    <a:cubicBezTo>
                      <a:pt x="4" y="157"/>
                      <a:pt x="4" y="157"/>
                      <a:pt x="4" y="157"/>
                    </a:cubicBezTo>
                    <a:cubicBezTo>
                      <a:pt x="84" y="139"/>
                      <a:pt x="84" y="139"/>
                      <a:pt x="84" y="139"/>
                    </a:cubicBezTo>
                    <a:lnTo>
                      <a:pt x="31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6" name="Freeform 1119"/>
              <p:cNvSpPr>
                <a:spLocks noEditPoints="1"/>
              </p:cNvSpPr>
              <p:nvPr userDrawn="1"/>
            </p:nvSpPr>
            <p:spPr bwMode="auto">
              <a:xfrm>
                <a:off x="1256" y="1291"/>
                <a:ext cx="197" cy="143"/>
              </a:xfrm>
              <a:custGeom>
                <a:avLst/>
                <a:gdLst>
                  <a:gd name="T0" fmla="*/ 116 w 159"/>
                  <a:gd name="T1" fmla="*/ 116 h 116"/>
                  <a:gd name="T2" fmla="*/ 115 w 159"/>
                  <a:gd name="T3" fmla="*/ 116 h 116"/>
                  <a:gd name="T4" fmla="*/ 1 w 159"/>
                  <a:gd name="T5" fmla="*/ 65 h 116"/>
                  <a:gd name="T6" fmla="*/ 0 w 159"/>
                  <a:gd name="T7" fmla="*/ 63 h 116"/>
                  <a:gd name="T8" fmla="*/ 1 w 159"/>
                  <a:gd name="T9" fmla="*/ 62 h 116"/>
                  <a:gd name="T10" fmla="*/ 157 w 159"/>
                  <a:gd name="T11" fmla="*/ 1 h 116"/>
                  <a:gd name="T12" fmla="*/ 159 w 159"/>
                  <a:gd name="T13" fmla="*/ 1 h 116"/>
                  <a:gd name="T14" fmla="*/ 159 w 159"/>
                  <a:gd name="T15" fmla="*/ 3 h 116"/>
                  <a:gd name="T16" fmla="*/ 117 w 159"/>
                  <a:gd name="T17" fmla="*/ 115 h 116"/>
                  <a:gd name="T18" fmla="*/ 116 w 159"/>
                  <a:gd name="T19" fmla="*/ 116 h 116"/>
                  <a:gd name="T20" fmla="*/ 6 w 159"/>
                  <a:gd name="T21" fmla="*/ 63 h 116"/>
                  <a:gd name="T22" fmla="*/ 115 w 159"/>
                  <a:gd name="T23" fmla="*/ 112 h 116"/>
                  <a:gd name="T24" fmla="*/ 155 w 159"/>
                  <a:gd name="T25" fmla="*/ 5 h 116"/>
                  <a:gd name="T26" fmla="*/ 6 w 159"/>
                  <a:gd name="T27" fmla="*/ 63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9" h="116">
                    <a:moveTo>
                      <a:pt x="116" y="116"/>
                    </a:moveTo>
                    <a:cubicBezTo>
                      <a:pt x="115" y="116"/>
                      <a:pt x="115" y="116"/>
                      <a:pt x="115" y="116"/>
                    </a:cubicBezTo>
                    <a:cubicBezTo>
                      <a:pt x="1" y="65"/>
                      <a:pt x="1" y="65"/>
                      <a:pt x="1" y="65"/>
                    </a:cubicBezTo>
                    <a:cubicBezTo>
                      <a:pt x="0" y="64"/>
                      <a:pt x="0" y="64"/>
                      <a:pt x="0" y="63"/>
                    </a:cubicBezTo>
                    <a:cubicBezTo>
                      <a:pt x="0" y="62"/>
                      <a:pt x="0" y="62"/>
                      <a:pt x="1" y="62"/>
                    </a:cubicBezTo>
                    <a:cubicBezTo>
                      <a:pt x="157" y="1"/>
                      <a:pt x="157" y="1"/>
                      <a:pt x="157" y="1"/>
                    </a:cubicBezTo>
                    <a:cubicBezTo>
                      <a:pt x="157" y="0"/>
                      <a:pt x="158" y="1"/>
                      <a:pt x="159" y="1"/>
                    </a:cubicBezTo>
                    <a:cubicBezTo>
                      <a:pt x="159" y="1"/>
                      <a:pt x="159" y="2"/>
                      <a:pt x="159" y="3"/>
                    </a:cubicBezTo>
                    <a:cubicBezTo>
                      <a:pt x="117" y="115"/>
                      <a:pt x="117" y="115"/>
                      <a:pt x="117" y="115"/>
                    </a:cubicBezTo>
                    <a:cubicBezTo>
                      <a:pt x="117" y="116"/>
                      <a:pt x="117" y="116"/>
                      <a:pt x="116" y="116"/>
                    </a:cubicBezTo>
                    <a:close/>
                    <a:moveTo>
                      <a:pt x="6" y="63"/>
                    </a:moveTo>
                    <a:cubicBezTo>
                      <a:pt x="115" y="112"/>
                      <a:pt x="115" y="112"/>
                      <a:pt x="115" y="112"/>
                    </a:cubicBezTo>
                    <a:cubicBezTo>
                      <a:pt x="155" y="5"/>
                      <a:pt x="155" y="5"/>
                      <a:pt x="155" y="5"/>
                    </a:cubicBezTo>
                    <a:lnTo>
                      <a:pt x="6" y="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7" name="Freeform 1120"/>
              <p:cNvSpPr>
                <a:spLocks noEditPoints="1"/>
              </p:cNvSpPr>
              <p:nvPr userDrawn="1"/>
            </p:nvSpPr>
            <p:spPr bwMode="auto">
              <a:xfrm>
                <a:off x="1916" y="643"/>
                <a:ext cx="138" cy="141"/>
              </a:xfrm>
              <a:custGeom>
                <a:avLst/>
                <a:gdLst>
                  <a:gd name="T0" fmla="*/ 21 w 112"/>
                  <a:gd name="T1" fmla="*/ 114 h 114"/>
                  <a:gd name="T2" fmla="*/ 20 w 112"/>
                  <a:gd name="T3" fmla="*/ 113 h 114"/>
                  <a:gd name="T4" fmla="*/ 20 w 112"/>
                  <a:gd name="T5" fmla="*/ 112 h 114"/>
                  <a:gd name="T6" fmla="*/ 0 w 112"/>
                  <a:gd name="T7" fmla="*/ 2 h 114"/>
                  <a:gd name="T8" fmla="*/ 1 w 112"/>
                  <a:gd name="T9" fmla="*/ 0 h 114"/>
                  <a:gd name="T10" fmla="*/ 3 w 112"/>
                  <a:gd name="T11" fmla="*/ 0 h 114"/>
                  <a:gd name="T12" fmla="*/ 111 w 112"/>
                  <a:gd name="T13" fmla="*/ 76 h 114"/>
                  <a:gd name="T14" fmla="*/ 112 w 112"/>
                  <a:gd name="T15" fmla="*/ 78 h 114"/>
                  <a:gd name="T16" fmla="*/ 111 w 112"/>
                  <a:gd name="T17" fmla="*/ 79 h 114"/>
                  <a:gd name="T18" fmla="*/ 22 w 112"/>
                  <a:gd name="T19" fmla="*/ 114 h 114"/>
                  <a:gd name="T20" fmla="*/ 21 w 112"/>
                  <a:gd name="T21" fmla="*/ 114 h 114"/>
                  <a:gd name="T22" fmla="*/ 4 w 112"/>
                  <a:gd name="T23" fmla="*/ 5 h 114"/>
                  <a:gd name="T24" fmla="*/ 23 w 112"/>
                  <a:gd name="T25" fmla="*/ 110 h 114"/>
                  <a:gd name="T26" fmla="*/ 107 w 112"/>
                  <a:gd name="T27" fmla="*/ 77 h 114"/>
                  <a:gd name="T28" fmla="*/ 4 w 112"/>
                  <a:gd name="T29" fmla="*/ 5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2" h="114">
                    <a:moveTo>
                      <a:pt x="21" y="114"/>
                    </a:moveTo>
                    <a:cubicBezTo>
                      <a:pt x="20" y="113"/>
                      <a:pt x="20" y="113"/>
                      <a:pt x="20" y="113"/>
                    </a:cubicBezTo>
                    <a:cubicBezTo>
                      <a:pt x="20" y="113"/>
                      <a:pt x="20" y="113"/>
                      <a:pt x="20" y="11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11" y="76"/>
                      <a:pt x="111" y="76"/>
                      <a:pt x="111" y="76"/>
                    </a:cubicBezTo>
                    <a:cubicBezTo>
                      <a:pt x="112" y="76"/>
                      <a:pt x="112" y="77"/>
                      <a:pt x="112" y="78"/>
                    </a:cubicBezTo>
                    <a:cubicBezTo>
                      <a:pt x="112" y="78"/>
                      <a:pt x="111" y="79"/>
                      <a:pt x="111" y="79"/>
                    </a:cubicBezTo>
                    <a:cubicBezTo>
                      <a:pt x="22" y="114"/>
                      <a:pt x="22" y="114"/>
                      <a:pt x="22" y="114"/>
                    </a:cubicBezTo>
                    <a:lnTo>
                      <a:pt x="21" y="114"/>
                    </a:lnTo>
                    <a:close/>
                    <a:moveTo>
                      <a:pt x="4" y="5"/>
                    </a:moveTo>
                    <a:cubicBezTo>
                      <a:pt x="23" y="110"/>
                      <a:pt x="23" y="110"/>
                      <a:pt x="23" y="110"/>
                    </a:cubicBezTo>
                    <a:cubicBezTo>
                      <a:pt x="107" y="77"/>
                      <a:pt x="107" y="77"/>
                      <a:pt x="107" y="77"/>
                    </a:cubicBezTo>
                    <a:lnTo>
                      <a:pt x="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8" name="Freeform 1121"/>
              <p:cNvSpPr>
                <a:spLocks noEditPoints="1"/>
              </p:cNvSpPr>
              <p:nvPr userDrawn="1"/>
            </p:nvSpPr>
            <p:spPr bwMode="auto">
              <a:xfrm>
                <a:off x="1840" y="643"/>
                <a:ext cx="104" cy="141"/>
              </a:xfrm>
              <a:custGeom>
                <a:avLst/>
                <a:gdLst>
                  <a:gd name="T0" fmla="*/ 82 w 84"/>
                  <a:gd name="T1" fmla="*/ 114 h 114"/>
                  <a:gd name="T2" fmla="*/ 81 w 84"/>
                  <a:gd name="T3" fmla="*/ 113 h 114"/>
                  <a:gd name="T4" fmla="*/ 0 w 84"/>
                  <a:gd name="T5" fmla="*/ 37 h 114"/>
                  <a:gd name="T6" fmla="*/ 0 w 84"/>
                  <a:gd name="T7" fmla="*/ 35 h 114"/>
                  <a:gd name="T8" fmla="*/ 1 w 84"/>
                  <a:gd name="T9" fmla="*/ 34 h 114"/>
                  <a:gd name="T10" fmla="*/ 62 w 84"/>
                  <a:gd name="T11" fmla="*/ 0 h 114"/>
                  <a:gd name="T12" fmla="*/ 63 w 84"/>
                  <a:gd name="T13" fmla="*/ 0 h 114"/>
                  <a:gd name="T14" fmla="*/ 64 w 84"/>
                  <a:gd name="T15" fmla="*/ 1 h 114"/>
                  <a:gd name="T16" fmla="*/ 84 w 84"/>
                  <a:gd name="T17" fmla="*/ 112 h 114"/>
                  <a:gd name="T18" fmla="*/ 83 w 84"/>
                  <a:gd name="T19" fmla="*/ 113 h 114"/>
                  <a:gd name="T20" fmla="*/ 82 w 84"/>
                  <a:gd name="T21" fmla="*/ 114 h 114"/>
                  <a:gd name="T22" fmla="*/ 4 w 84"/>
                  <a:gd name="T23" fmla="*/ 36 h 114"/>
                  <a:gd name="T24" fmla="*/ 80 w 84"/>
                  <a:gd name="T25" fmla="*/ 107 h 114"/>
                  <a:gd name="T26" fmla="*/ 61 w 84"/>
                  <a:gd name="T27" fmla="*/ 4 h 114"/>
                  <a:gd name="T28" fmla="*/ 4 w 84"/>
                  <a:gd name="T29" fmla="*/ 36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4" h="114">
                    <a:moveTo>
                      <a:pt x="82" y="114"/>
                    </a:moveTo>
                    <a:cubicBezTo>
                      <a:pt x="82" y="114"/>
                      <a:pt x="81" y="113"/>
                      <a:pt x="81" y="113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6"/>
                      <a:pt x="0" y="36"/>
                      <a:pt x="0" y="35"/>
                    </a:cubicBezTo>
                    <a:cubicBezTo>
                      <a:pt x="0" y="35"/>
                      <a:pt x="0" y="34"/>
                      <a:pt x="1" y="34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2" y="0"/>
                      <a:pt x="63" y="0"/>
                      <a:pt x="63" y="0"/>
                    </a:cubicBezTo>
                    <a:cubicBezTo>
                      <a:pt x="64" y="0"/>
                      <a:pt x="64" y="1"/>
                      <a:pt x="64" y="1"/>
                    </a:cubicBezTo>
                    <a:cubicBezTo>
                      <a:pt x="84" y="112"/>
                      <a:pt x="84" y="112"/>
                      <a:pt x="84" y="112"/>
                    </a:cubicBezTo>
                    <a:cubicBezTo>
                      <a:pt x="84" y="112"/>
                      <a:pt x="84" y="113"/>
                      <a:pt x="83" y="113"/>
                    </a:cubicBezTo>
                    <a:lnTo>
                      <a:pt x="82" y="114"/>
                    </a:lnTo>
                    <a:close/>
                    <a:moveTo>
                      <a:pt x="4" y="36"/>
                    </a:moveTo>
                    <a:cubicBezTo>
                      <a:pt x="80" y="107"/>
                      <a:pt x="80" y="107"/>
                      <a:pt x="80" y="107"/>
                    </a:cubicBezTo>
                    <a:cubicBezTo>
                      <a:pt x="61" y="4"/>
                      <a:pt x="61" y="4"/>
                      <a:pt x="61" y="4"/>
                    </a:cubicBezTo>
                    <a:lnTo>
                      <a:pt x="4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79" name="Freeform 1122"/>
              <p:cNvSpPr>
                <a:spLocks noEditPoints="1"/>
              </p:cNvSpPr>
              <p:nvPr userDrawn="1"/>
            </p:nvSpPr>
            <p:spPr bwMode="auto">
              <a:xfrm>
                <a:off x="2037" y="677"/>
                <a:ext cx="110" cy="64"/>
              </a:xfrm>
              <a:custGeom>
                <a:avLst/>
                <a:gdLst>
                  <a:gd name="T0" fmla="*/ 12 w 89"/>
                  <a:gd name="T1" fmla="*/ 52 h 52"/>
                  <a:gd name="T2" fmla="*/ 11 w 89"/>
                  <a:gd name="T3" fmla="*/ 51 h 52"/>
                  <a:gd name="T4" fmla="*/ 0 w 89"/>
                  <a:gd name="T5" fmla="*/ 2 h 52"/>
                  <a:gd name="T6" fmla="*/ 0 w 89"/>
                  <a:gd name="T7" fmla="*/ 0 h 52"/>
                  <a:gd name="T8" fmla="*/ 2 w 89"/>
                  <a:gd name="T9" fmla="*/ 0 h 52"/>
                  <a:gd name="T10" fmla="*/ 88 w 89"/>
                  <a:gd name="T11" fmla="*/ 38 h 52"/>
                  <a:gd name="T12" fmla="*/ 89 w 89"/>
                  <a:gd name="T13" fmla="*/ 40 h 52"/>
                  <a:gd name="T14" fmla="*/ 87 w 89"/>
                  <a:gd name="T15" fmla="*/ 41 h 52"/>
                  <a:gd name="T16" fmla="*/ 13 w 89"/>
                  <a:gd name="T17" fmla="*/ 52 h 52"/>
                  <a:gd name="T18" fmla="*/ 12 w 89"/>
                  <a:gd name="T19" fmla="*/ 52 h 52"/>
                  <a:gd name="T20" fmla="*/ 4 w 89"/>
                  <a:gd name="T21" fmla="*/ 4 h 52"/>
                  <a:gd name="T22" fmla="*/ 14 w 89"/>
                  <a:gd name="T23" fmla="*/ 48 h 52"/>
                  <a:gd name="T24" fmla="*/ 81 w 89"/>
                  <a:gd name="T25" fmla="*/ 39 h 52"/>
                  <a:gd name="T26" fmla="*/ 4 w 89"/>
                  <a:gd name="T27" fmla="*/ 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9" h="52">
                    <a:moveTo>
                      <a:pt x="12" y="52"/>
                    </a:moveTo>
                    <a:cubicBezTo>
                      <a:pt x="12" y="52"/>
                      <a:pt x="11" y="52"/>
                      <a:pt x="11" y="5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8" y="38"/>
                      <a:pt x="88" y="38"/>
                      <a:pt x="88" y="38"/>
                    </a:cubicBezTo>
                    <a:cubicBezTo>
                      <a:pt x="88" y="39"/>
                      <a:pt x="89" y="39"/>
                      <a:pt x="89" y="40"/>
                    </a:cubicBezTo>
                    <a:cubicBezTo>
                      <a:pt x="88" y="41"/>
                      <a:pt x="88" y="41"/>
                      <a:pt x="87" y="41"/>
                    </a:cubicBezTo>
                    <a:cubicBezTo>
                      <a:pt x="13" y="52"/>
                      <a:pt x="13" y="52"/>
                      <a:pt x="13" y="52"/>
                    </a:cubicBezTo>
                    <a:lnTo>
                      <a:pt x="12" y="52"/>
                    </a:lnTo>
                    <a:close/>
                    <a:moveTo>
                      <a:pt x="4" y="4"/>
                    </a:moveTo>
                    <a:cubicBezTo>
                      <a:pt x="14" y="48"/>
                      <a:pt x="14" y="48"/>
                      <a:pt x="14" y="48"/>
                    </a:cubicBezTo>
                    <a:cubicBezTo>
                      <a:pt x="81" y="39"/>
                      <a:pt x="81" y="39"/>
                      <a:pt x="81" y="39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0" name="Freeform 1123"/>
              <p:cNvSpPr>
                <a:spLocks noEditPoints="1"/>
              </p:cNvSpPr>
              <p:nvPr userDrawn="1"/>
            </p:nvSpPr>
            <p:spPr bwMode="auto">
              <a:xfrm>
                <a:off x="2234" y="803"/>
                <a:ext cx="87" cy="87"/>
              </a:xfrm>
              <a:custGeom>
                <a:avLst/>
                <a:gdLst>
                  <a:gd name="T0" fmla="*/ 2 w 70"/>
                  <a:gd name="T1" fmla="*/ 70 h 70"/>
                  <a:gd name="T2" fmla="*/ 1 w 70"/>
                  <a:gd name="T3" fmla="*/ 69 h 70"/>
                  <a:gd name="T4" fmla="*/ 0 w 70"/>
                  <a:gd name="T5" fmla="*/ 68 h 70"/>
                  <a:gd name="T6" fmla="*/ 9 w 70"/>
                  <a:gd name="T7" fmla="*/ 2 h 70"/>
                  <a:gd name="T8" fmla="*/ 10 w 70"/>
                  <a:gd name="T9" fmla="*/ 0 h 70"/>
                  <a:gd name="T10" fmla="*/ 12 w 70"/>
                  <a:gd name="T11" fmla="*/ 0 h 70"/>
                  <a:gd name="T12" fmla="*/ 69 w 70"/>
                  <a:gd name="T13" fmla="*/ 30 h 70"/>
                  <a:gd name="T14" fmla="*/ 70 w 70"/>
                  <a:gd name="T15" fmla="*/ 32 h 70"/>
                  <a:gd name="T16" fmla="*/ 69 w 70"/>
                  <a:gd name="T17" fmla="*/ 33 h 70"/>
                  <a:gd name="T18" fmla="*/ 2 w 70"/>
                  <a:gd name="T19" fmla="*/ 69 h 70"/>
                  <a:gd name="T20" fmla="*/ 2 w 70"/>
                  <a:gd name="T21" fmla="*/ 70 h 70"/>
                  <a:gd name="T22" fmla="*/ 12 w 70"/>
                  <a:gd name="T23" fmla="*/ 5 h 70"/>
                  <a:gd name="T24" fmla="*/ 4 w 70"/>
                  <a:gd name="T25" fmla="*/ 65 h 70"/>
                  <a:gd name="T26" fmla="*/ 64 w 70"/>
                  <a:gd name="T27" fmla="*/ 32 h 70"/>
                  <a:gd name="T28" fmla="*/ 12 w 70"/>
                  <a:gd name="T29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0" h="70">
                    <a:moveTo>
                      <a:pt x="2" y="70"/>
                    </a:moveTo>
                    <a:cubicBezTo>
                      <a:pt x="1" y="69"/>
                      <a:pt x="1" y="69"/>
                      <a:pt x="1" y="69"/>
                    </a:cubicBezTo>
                    <a:cubicBezTo>
                      <a:pt x="0" y="69"/>
                      <a:pt x="0" y="68"/>
                      <a:pt x="0" y="68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10" y="1"/>
                      <a:pt x="10" y="1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69" y="30"/>
                      <a:pt x="69" y="30"/>
                      <a:pt x="69" y="30"/>
                    </a:cubicBezTo>
                    <a:cubicBezTo>
                      <a:pt x="69" y="31"/>
                      <a:pt x="70" y="31"/>
                      <a:pt x="70" y="32"/>
                    </a:cubicBezTo>
                    <a:cubicBezTo>
                      <a:pt x="70" y="32"/>
                      <a:pt x="69" y="33"/>
                      <a:pt x="69" y="33"/>
                    </a:cubicBezTo>
                    <a:cubicBezTo>
                      <a:pt x="2" y="69"/>
                      <a:pt x="2" y="69"/>
                      <a:pt x="2" y="69"/>
                    </a:cubicBezTo>
                    <a:lnTo>
                      <a:pt x="2" y="70"/>
                    </a:lnTo>
                    <a:close/>
                    <a:moveTo>
                      <a:pt x="12" y="5"/>
                    </a:moveTo>
                    <a:cubicBezTo>
                      <a:pt x="4" y="65"/>
                      <a:pt x="4" y="65"/>
                      <a:pt x="4" y="65"/>
                    </a:cubicBezTo>
                    <a:cubicBezTo>
                      <a:pt x="64" y="32"/>
                      <a:pt x="64" y="32"/>
                      <a:pt x="64" y="32"/>
                    </a:cubicBezTo>
                    <a:lnTo>
                      <a:pt x="12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1" name="Freeform 1124"/>
              <p:cNvSpPr>
                <a:spLocks noEditPoints="1"/>
              </p:cNvSpPr>
              <p:nvPr userDrawn="1"/>
            </p:nvSpPr>
            <p:spPr bwMode="auto">
              <a:xfrm>
                <a:off x="1749" y="734"/>
                <a:ext cx="195" cy="69"/>
              </a:xfrm>
              <a:custGeom>
                <a:avLst/>
                <a:gdLst>
                  <a:gd name="T0" fmla="*/ 76 w 158"/>
                  <a:gd name="T1" fmla="*/ 56 h 56"/>
                  <a:gd name="T2" fmla="*/ 75 w 158"/>
                  <a:gd name="T3" fmla="*/ 55 h 56"/>
                  <a:gd name="T4" fmla="*/ 1 w 158"/>
                  <a:gd name="T5" fmla="*/ 3 h 56"/>
                  <a:gd name="T6" fmla="*/ 0 w 158"/>
                  <a:gd name="T7" fmla="*/ 1 h 56"/>
                  <a:gd name="T8" fmla="*/ 2 w 158"/>
                  <a:gd name="T9" fmla="*/ 0 h 56"/>
                  <a:gd name="T10" fmla="*/ 157 w 158"/>
                  <a:gd name="T11" fmla="*/ 37 h 56"/>
                  <a:gd name="T12" fmla="*/ 158 w 158"/>
                  <a:gd name="T13" fmla="*/ 39 h 56"/>
                  <a:gd name="T14" fmla="*/ 157 w 158"/>
                  <a:gd name="T15" fmla="*/ 41 h 56"/>
                  <a:gd name="T16" fmla="*/ 76 w 158"/>
                  <a:gd name="T17" fmla="*/ 56 h 56"/>
                  <a:gd name="T18" fmla="*/ 10 w 158"/>
                  <a:gd name="T19" fmla="*/ 5 h 56"/>
                  <a:gd name="T20" fmla="*/ 76 w 158"/>
                  <a:gd name="T21" fmla="*/ 52 h 56"/>
                  <a:gd name="T22" fmla="*/ 148 w 158"/>
                  <a:gd name="T23" fmla="*/ 39 h 56"/>
                  <a:gd name="T24" fmla="*/ 10 w 158"/>
                  <a:gd name="T25" fmla="*/ 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8" h="56">
                    <a:moveTo>
                      <a:pt x="76" y="56"/>
                    </a:moveTo>
                    <a:cubicBezTo>
                      <a:pt x="75" y="55"/>
                      <a:pt x="75" y="55"/>
                      <a:pt x="75" y="5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157" y="37"/>
                      <a:pt x="157" y="37"/>
                      <a:pt x="157" y="37"/>
                    </a:cubicBezTo>
                    <a:cubicBezTo>
                      <a:pt x="157" y="38"/>
                      <a:pt x="158" y="38"/>
                      <a:pt x="158" y="39"/>
                    </a:cubicBezTo>
                    <a:cubicBezTo>
                      <a:pt x="158" y="40"/>
                      <a:pt x="157" y="40"/>
                      <a:pt x="157" y="41"/>
                    </a:cubicBezTo>
                    <a:cubicBezTo>
                      <a:pt x="76" y="56"/>
                      <a:pt x="76" y="56"/>
                      <a:pt x="76" y="56"/>
                    </a:cubicBezTo>
                    <a:close/>
                    <a:moveTo>
                      <a:pt x="10" y="5"/>
                    </a:moveTo>
                    <a:cubicBezTo>
                      <a:pt x="76" y="52"/>
                      <a:pt x="76" y="52"/>
                      <a:pt x="76" y="52"/>
                    </a:cubicBezTo>
                    <a:cubicBezTo>
                      <a:pt x="148" y="39"/>
                      <a:pt x="148" y="39"/>
                      <a:pt x="148" y="39"/>
                    </a:cubicBezTo>
                    <a:lnTo>
                      <a:pt x="1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2" name="Freeform 1125"/>
              <p:cNvSpPr>
                <a:spLocks noEditPoints="1"/>
              </p:cNvSpPr>
              <p:nvPr userDrawn="1"/>
            </p:nvSpPr>
            <p:spPr bwMode="auto">
              <a:xfrm>
                <a:off x="1671" y="798"/>
                <a:ext cx="173" cy="149"/>
              </a:xfrm>
              <a:custGeom>
                <a:avLst/>
                <a:gdLst>
                  <a:gd name="T0" fmla="*/ 31 w 140"/>
                  <a:gd name="T1" fmla="*/ 120 h 120"/>
                  <a:gd name="T2" fmla="*/ 30 w 140"/>
                  <a:gd name="T3" fmla="*/ 120 h 120"/>
                  <a:gd name="T4" fmla="*/ 29 w 140"/>
                  <a:gd name="T5" fmla="*/ 119 h 120"/>
                  <a:gd name="T6" fmla="*/ 0 w 140"/>
                  <a:gd name="T7" fmla="*/ 30 h 120"/>
                  <a:gd name="T8" fmla="*/ 0 w 140"/>
                  <a:gd name="T9" fmla="*/ 28 h 120"/>
                  <a:gd name="T10" fmla="*/ 1 w 140"/>
                  <a:gd name="T11" fmla="*/ 28 h 120"/>
                  <a:gd name="T12" fmla="*/ 138 w 140"/>
                  <a:gd name="T13" fmla="*/ 0 h 120"/>
                  <a:gd name="T14" fmla="*/ 140 w 140"/>
                  <a:gd name="T15" fmla="*/ 1 h 120"/>
                  <a:gd name="T16" fmla="*/ 140 w 140"/>
                  <a:gd name="T17" fmla="*/ 3 h 120"/>
                  <a:gd name="T18" fmla="*/ 32 w 140"/>
                  <a:gd name="T19" fmla="*/ 120 h 120"/>
                  <a:gd name="T20" fmla="*/ 31 w 140"/>
                  <a:gd name="T21" fmla="*/ 120 h 120"/>
                  <a:gd name="T22" fmla="*/ 4 w 140"/>
                  <a:gd name="T23" fmla="*/ 31 h 120"/>
                  <a:gd name="T24" fmla="*/ 31 w 140"/>
                  <a:gd name="T25" fmla="*/ 115 h 120"/>
                  <a:gd name="T26" fmla="*/ 134 w 140"/>
                  <a:gd name="T27" fmla="*/ 5 h 120"/>
                  <a:gd name="T28" fmla="*/ 4 w 140"/>
                  <a:gd name="T29" fmla="*/ 31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0" h="120">
                    <a:moveTo>
                      <a:pt x="31" y="120"/>
                    </a:moveTo>
                    <a:cubicBezTo>
                      <a:pt x="30" y="120"/>
                      <a:pt x="30" y="120"/>
                      <a:pt x="30" y="120"/>
                    </a:cubicBezTo>
                    <a:cubicBezTo>
                      <a:pt x="30" y="120"/>
                      <a:pt x="29" y="120"/>
                      <a:pt x="29" y="119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29"/>
                      <a:pt x="0" y="29"/>
                      <a:pt x="0" y="28"/>
                    </a:cubicBezTo>
                    <a:cubicBezTo>
                      <a:pt x="0" y="28"/>
                      <a:pt x="1" y="28"/>
                      <a:pt x="1" y="28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39" y="0"/>
                      <a:pt x="140" y="0"/>
                      <a:pt x="140" y="1"/>
                    </a:cubicBezTo>
                    <a:cubicBezTo>
                      <a:pt x="140" y="2"/>
                      <a:pt x="140" y="3"/>
                      <a:pt x="140" y="3"/>
                    </a:cubicBezTo>
                    <a:cubicBezTo>
                      <a:pt x="32" y="120"/>
                      <a:pt x="32" y="120"/>
                      <a:pt x="32" y="120"/>
                    </a:cubicBezTo>
                    <a:cubicBezTo>
                      <a:pt x="32" y="120"/>
                      <a:pt x="31" y="120"/>
                      <a:pt x="31" y="120"/>
                    </a:cubicBezTo>
                    <a:close/>
                    <a:moveTo>
                      <a:pt x="4" y="31"/>
                    </a:moveTo>
                    <a:cubicBezTo>
                      <a:pt x="31" y="115"/>
                      <a:pt x="31" y="115"/>
                      <a:pt x="31" y="115"/>
                    </a:cubicBezTo>
                    <a:cubicBezTo>
                      <a:pt x="134" y="5"/>
                      <a:pt x="134" y="5"/>
                      <a:pt x="134" y="5"/>
                    </a:cubicBezTo>
                    <a:lnTo>
                      <a:pt x="4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3" name="Freeform 1126"/>
              <p:cNvSpPr>
                <a:spLocks noEditPoints="1"/>
              </p:cNvSpPr>
              <p:nvPr userDrawn="1"/>
            </p:nvSpPr>
            <p:spPr bwMode="auto">
              <a:xfrm>
                <a:off x="2051" y="724"/>
                <a:ext cx="96" cy="94"/>
              </a:xfrm>
              <a:custGeom>
                <a:avLst/>
                <a:gdLst>
                  <a:gd name="T0" fmla="*/ 14 w 78"/>
                  <a:gd name="T1" fmla="*/ 76 h 76"/>
                  <a:gd name="T2" fmla="*/ 14 w 78"/>
                  <a:gd name="T3" fmla="*/ 76 h 76"/>
                  <a:gd name="T4" fmla="*/ 13 w 78"/>
                  <a:gd name="T5" fmla="*/ 75 h 76"/>
                  <a:gd name="T6" fmla="*/ 0 w 78"/>
                  <a:gd name="T7" fmla="*/ 13 h 76"/>
                  <a:gd name="T8" fmla="*/ 0 w 78"/>
                  <a:gd name="T9" fmla="*/ 11 h 76"/>
                  <a:gd name="T10" fmla="*/ 1 w 78"/>
                  <a:gd name="T11" fmla="*/ 11 h 76"/>
                  <a:gd name="T12" fmla="*/ 76 w 78"/>
                  <a:gd name="T13" fmla="*/ 0 h 76"/>
                  <a:gd name="T14" fmla="*/ 77 w 78"/>
                  <a:gd name="T15" fmla="*/ 1 h 76"/>
                  <a:gd name="T16" fmla="*/ 77 w 78"/>
                  <a:gd name="T17" fmla="*/ 3 h 76"/>
                  <a:gd name="T18" fmla="*/ 15 w 78"/>
                  <a:gd name="T19" fmla="*/ 76 h 76"/>
                  <a:gd name="T20" fmla="*/ 14 w 78"/>
                  <a:gd name="T21" fmla="*/ 76 h 76"/>
                  <a:gd name="T22" fmla="*/ 3 w 78"/>
                  <a:gd name="T23" fmla="*/ 14 h 76"/>
                  <a:gd name="T24" fmla="*/ 15 w 78"/>
                  <a:gd name="T25" fmla="*/ 71 h 76"/>
                  <a:gd name="T26" fmla="*/ 72 w 78"/>
                  <a:gd name="T27" fmla="*/ 4 h 76"/>
                  <a:gd name="T28" fmla="*/ 3 w 78"/>
                  <a:gd name="T29" fmla="*/ 1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8" h="76">
                    <a:moveTo>
                      <a:pt x="14" y="76"/>
                    </a:moveTo>
                    <a:cubicBezTo>
                      <a:pt x="14" y="76"/>
                      <a:pt x="14" y="76"/>
                      <a:pt x="14" y="76"/>
                    </a:cubicBezTo>
                    <a:cubicBezTo>
                      <a:pt x="13" y="76"/>
                      <a:pt x="13" y="76"/>
                      <a:pt x="13" y="75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2"/>
                      <a:pt x="0" y="12"/>
                      <a:pt x="0" y="11"/>
                    </a:cubicBezTo>
                    <a:cubicBezTo>
                      <a:pt x="0" y="11"/>
                      <a:pt x="1" y="11"/>
                      <a:pt x="1" y="11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0"/>
                      <a:pt x="77" y="0"/>
                      <a:pt x="77" y="1"/>
                    </a:cubicBezTo>
                    <a:cubicBezTo>
                      <a:pt x="78" y="2"/>
                      <a:pt x="78" y="2"/>
                      <a:pt x="77" y="3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5" y="76"/>
                      <a:pt x="15" y="76"/>
                      <a:pt x="14" y="76"/>
                    </a:cubicBezTo>
                    <a:close/>
                    <a:moveTo>
                      <a:pt x="3" y="14"/>
                    </a:moveTo>
                    <a:cubicBezTo>
                      <a:pt x="15" y="71"/>
                      <a:pt x="15" y="71"/>
                      <a:pt x="15" y="71"/>
                    </a:cubicBezTo>
                    <a:cubicBezTo>
                      <a:pt x="72" y="4"/>
                      <a:pt x="72" y="4"/>
                      <a:pt x="72" y="4"/>
                    </a:cubicBezTo>
                    <a:lnTo>
                      <a:pt x="3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4" name="Freeform 1127"/>
              <p:cNvSpPr>
                <a:spLocks noEditPoints="1"/>
              </p:cNvSpPr>
              <p:nvPr userDrawn="1"/>
            </p:nvSpPr>
            <p:spPr bwMode="auto">
              <a:xfrm>
                <a:off x="2615" y="1038"/>
                <a:ext cx="150" cy="43"/>
              </a:xfrm>
              <a:custGeom>
                <a:avLst/>
                <a:gdLst>
                  <a:gd name="T0" fmla="*/ 73 w 121"/>
                  <a:gd name="T1" fmla="*/ 35 h 35"/>
                  <a:gd name="T2" fmla="*/ 73 w 121"/>
                  <a:gd name="T3" fmla="*/ 34 h 35"/>
                  <a:gd name="T4" fmla="*/ 1 w 121"/>
                  <a:gd name="T5" fmla="*/ 12 h 35"/>
                  <a:gd name="T6" fmla="*/ 0 w 121"/>
                  <a:gd name="T7" fmla="*/ 10 h 35"/>
                  <a:gd name="T8" fmla="*/ 2 w 121"/>
                  <a:gd name="T9" fmla="*/ 9 h 35"/>
                  <a:gd name="T10" fmla="*/ 119 w 121"/>
                  <a:gd name="T11" fmla="*/ 0 h 35"/>
                  <a:gd name="T12" fmla="*/ 120 w 121"/>
                  <a:gd name="T13" fmla="*/ 1 h 35"/>
                  <a:gd name="T14" fmla="*/ 120 w 121"/>
                  <a:gd name="T15" fmla="*/ 3 h 35"/>
                  <a:gd name="T16" fmla="*/ 74 w 121"/>
                  <a:gd name="T17" fmla="*/ 34 h 35"/>
                  <a:gd name="T18" fmla="*/ 73 w 121"/>
                  <a:gd name="T19" fmla="*/ 35 h 35"/>
                  <a:gd name="T20" fmla="*/ 11 w 121"/>
                  <a:gd name="T21" fmla="*/ 11 h 35"/>
                  <a:gd name="T22" fmla="*/ 73 w 121"/>
                  <a:gd name="T23" fmla="*/ 31 h 35"/>
                  <a:gd name="T24" fmla="*/ 113 w 121"/>
                  <a:gd name="T25" fmla="*/ 4 h 35"/>
                  <a:gd name="T26" fmla="*/ 11 w 121"/>
                  <a:gd name="T2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1" h="35">
                    <a:moveTo>
                      <a:pt x="73" y="35"/>
                    </a:moveTo>
                    <a:cubicBezTo>
                      <a:pt x="73" y="34"/>
                      <a:pt x="73" y="34"/>
                      <a:pt x="73" y="34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1"/>
                      <a:pt x="0" y="10"/>
                    </a:cubicBezTo>
                    <a:cubicBezTo>
                      <a:pt x="0" y="9"/>
                      <a:pt x="1" y="9"/>
                      <a:pt x="2" y="9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20" y="0"/>
                      <a:pt x="120" y="1"/>
                      <a:pt x="120" y="1"/>
                    </a:cubicBezTo>
                    <a:cubicBezTo>
                      <a:pt x="121" y="2"/>
                      <a:pt x="120" y="3"/>
                      <a:pt x="120" y="3"/>
                    </a:cubicBezTo>
                    <a:cubicBezTo>
                      <a:pt x="74" y="34"/>
                      <a:pt x="74" y="34"/>
                      <a:pt x="74" y="34"/>
                    </a:cubicBezTo>
                    <a:lnTo>
                      <a:pt x="73" y="35"/>
                    </a:lnTo>
                    <a:close/>
                    <a:moveTo>
                      <a:pt x="11" y="11"/>
                    </a:moveTo>
                    <a:cubicBezTo>
                      <a:pt x="73" y="31"/>
                      <a:pt x="73" y="31"/>
                      <a:pt x="73" y="31"/>
                    </a:cubicBezTo>
                    <a:cubicBezTo>
                      <a:pt x="113" y="4"/>
                      <a:pt x="113" y="4"/>
                      <a:pt x="113" y="4"/>
                    </a:cubicBezTo>
                    <a:lnTo>
                      <a:pt x="11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5" name="Freeform 1128"/>
              <p:cNvSpPr>
                <a:spLocks noEditPoints="1"/>
              </p:cNvSpPr>
              <p:nvPr userDrawn="1"/>
            </p:nvSpPr>
            <p:spPr bwMode="auto">
              <a:xfrm>
                <a:off x="2704" y="1077"/>
                <a:ext cx="112" cy="78"/>
              </a:xfrm>
              <a:custGeom>
                <a:avLst/>
                <a:gdLst>
                  <a:gd name="T0" fmla="*/ 18 w 90"/>
                  <a:gd name="T1" fmla="*/ 63 h 63"/>
                  <a:gd name="T2" fmla="*/ 17 w 90"/>
                  <a:gd name="T3" fmla="*/ 63 h 63"/>
                  <a:gd name="T4" fmla="*/ 16 w 90"/>
                  <a:gd name="T5" fmla="*/ 62 h 63"/>
                  <a:gd name="T6" fmla="*/ 0 w 90"/>
                  <a:gd name="T7" fmla="*/ 2 h 63"/>
                  <a:gd name="T8" fmla="*/ 0 w 90"/>
                  <a:gd name="T9" fmla="*/ 1 h 63"/>
                  <a:gd name="T10" fmla="*/ 2 w 90"/>
                  <a:gd name="T11" fmla="*/ 0 h 63"/>
                  <a:gd name="T12" fmla="*/ 88 w 90"/>
                  <a:gd name="T13" fmla="*/ 23 h 63"/>
                  <a:gd name="T14" fmla="*/ 90 w 90"/>
                  <a:gd name="T15" fmla="*/ 24 h 63"/>
                  <a:gd name="T16" fmla="*/ 89 w 90"/>
                  <a:gd name="T17" fmla="*/ 26 h 63"/>
                  <a:gd name="T18" fmla="*/ 19 w 90"/>
                  <a:gd name="T19" fmla="*/ 63 h 63"/>
                  <a:gd name="T20" fmla="*/ 18 w 90"/>
                  <a:gd name="T21" fmla="*/ 63 h 63"/>
                  <a:gd name="T22" fmla="*/ 4 w 90"/>
                  <a:gd name="T23" fmla="*/ 4 h 63"/>
                  <a:gd name="T24" fmla="*/ 19 w 90"/>
                  <a:gd name="T25" fmla="*/ 59 h 63"/>
                  <a:gd name="T26" fmla="*/ 83 w 90"/>
                  <a:gd name="T27" fmla="*/ 25 h 63"/>
                  <a:gd name="T28" fmla="*/ 4 w 90"/>
                  <a:gd name="T29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0" h="63">
                    <a:moveTo>
                      <a:pt x="18" y="63"/>
                    </a:moveTo>
                    <a:cubicBezTo>
                      <a:pt x="17" y="63"/>
                      <a:pt x="17" y="63"/>
                      <a:pt x="17" y="63"/>
                    </a:cubicBezTo>
                    <a:cubicBezTo>
                      <a:pt x="17" y="63"/>
                      <a:pt x="16" y="63"/>
                      <a:pt x="16" y="6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9" y="23"/>
                      <a:pt x="90" y="24"/>
                      <a:pt x="90" y="24"/>
                    </a:cubicBezTo>
                    <a:cubicBezTo>
                      <a:pt x="90" y="25"/>
                      <a:pt x="89" y="26"/>
                      <a:pt x="89" y="26"/>
                    </a:cubicBezTo>
                    <a:cubicBezTo>
                      <a:pt x="19" y="63"/>
                      <a:pt x="19" y="63"/>
                      <a:pt x="19" y="63"/>
                    </a:cubicBezTo>
                    <a:lnTo>
                      <a:pt x="18" y="63"/>
                    </a:lnTo>
                    <a:close/>
                    <a:moveTo>
                      <a:pt x="4" y="4"/>
                    </a:moveTo>
                    <a:cubicBezTo>
                      <a:pt x="19" y="59"/>
                      <a:pt x="19" y="59"/>
                      <a:pt x="19" y="59"/>
                    </a:cubicBezTo>
                    <a:cubicBezTo>
                      <a:pt x="83" y="25"/>
                      <a:pt x="83" y="25"/>
                      <a:pt x="83" y="25"/>
                    </a:cubicBezTo>
                    <a:lnTo>
                      <a:pt x="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6" name="Freeform 1129"/>
              <p:cNvSpPr>
                <a:spLocks noEditPoints="1"/>
              </p:cNvSpPr>
              <p:nvPr userDrawn="1"/>
            </p:nvSpPr>
            <p:spPr bwMode="auto">
              <a:xfrm>
                <a:off x="2520" y="1032"/>
                <a:ext cx="99" cy="93"/>
              </a:xfrm>
              <a:custGeom>
                <a:avLst/>
                <a:gdLst>
                  <a:gd name="T0" fmla="*/ 40 w 80"/>
                  <a:gd name="T1" fmla="*/ 75 h 75"/>
                  <a:gd name="T2" fmla="*/ 40 w 80"/>
                  <a:gd name="T3" fmla="*/ 75 h 75"/>
                  <a:gd name="T4" fmla="*/ 39 w 80"/>
                  <a:gd name="T5" fmla="*/ 74 h 75"/>
                  <a:gd name="T6" fmla="*/ 0 w 80"/>
                  <a:gd name="T7" fmla="*/ 2 h 75"/>
                  <a:gd name="T8" fmla="*/ 1 w 80"/>
                  <a:gd name="T9" fmla="*/ 1 h 75"/>
                  <a:gd name="T10" fmla="*/ 2 w 80"/>
                  <a:gd name="T11" fmla="*/ 0 h 75"/>
                  <a:gd name="T12" fmla="*/ 79 w 80"/>
                  <a:gd name="T13" fmla="*/ 14 h 75"/>
                  <a:gd name="T14" fmla="*/ 80 w 80"/>
                  <a:gd name="T15" fmla="*/ 15 h 75"/>
                  <a:gd name="T16" fmla="*/ 80 w 80"/>
                  <a:gd name="T17" fmla="*/ 16 h 75"/>
                  <a:gd name="T18" fmla="*/ 42 w 80"/>
                  <a:gd name="T19" fmla="*/ 75 h 75"/>
                  <a:gd name="T20" fmla="*/ 40 w 80"/>
                  <a:gd name="T21" fmla="*/ 75 h 75"/>
                  <a:gd name="T22" fmla="*/ 5 w 80"/>
                  <a:gd name="T23" fmla="*/ 4 h 75"/>
                  <a:gd name="T24" fmla="*/ 40 w 80"/>
                  <a:gd name="T25" fmla="*/ 70 h 75"/>
                  <a:gd name="T26" fmla="*/ 76 w 80"/>
                  <a:gd name="T27" fmla="*/ 17 h 75"/>
                  <a:gd name="T28" fmla="*/ 5 w 80"/>
                  <a:gd name="T29" fmla="*/ 4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75">
                    <a:moveTo>
                      <a:pt x="40" y="75"/>
                    </a:moveTo>
                    <a:cubicBezTo>
                      <a:pt x="40" y="75"/>
                      <a:pt x="40" y="75"/>
                      <a:pt x="40" y="75"/>
                    </a:cubicBezTo>
                    <a:cubicBezTo>
                      <a:pt x="40" y="75"/>
                      <a:pt x="39" y="75"/>
                      <a:pt x="39" y="7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80" y="14"/>
                      <a:pt x="80" y="14"/>
                      <a:pt x="80" y="15"/>
                    </a:cubicBezTo>
                    <a:cubicBezTo>
                      <a:pt x="80" y="15"/>
                      <a:pt x="80" y="16"/>
                      <a:pt x="80" y="16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0" y="75"/>
                    </a:cubicBezTo>
                    <a:close/>
                    <a:moveTo>
                      <a:pt x="5" y="4"/>
                    </a:moveTo>
                    <a:cubicBezTo>
                      <a:pt x="40" y="70"/>
                      <a:pt x="40" y="70"/>
                      <a:pt x="40" y="70"/>
                    </a:cubicBezTo>
                    <a:cubicBezTo>
                      <a:pt x="76" y="17"/>
                      <a:pt x="76" y="17"/>
                      <a:pt x="76" y="17"/>
                    </a:cubicBezTo>
                    <a:lnTo>
                      <a:pt x="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7" name="Freeform 1130"/>
              <p:cNvSpPr>
                <a:spLocks noEditPoints="1"/>
              </p:cNvSpPr>
              <p:nvPr userDrawn="1"/>
            </p:nvSpPr>
            <p:spPr bwMode="auto">
              <a:xfrm>
                <a:off x="2608" y="1077"/>
                <a:ext cx="121" cy="118"/>
              </a:xfrm>
              <a:custGeom>
                <a:avLst/>
                <a:gdLst>
                  <a:gd name="T0" fmla="*/ 2 w 98"/>
                  <a:gd name="T1" fmla="*/ 96 h 96"/>
                  <a:gd name="T2" fmla="*/ 0 w 98"/>
                  <a:gd name="T3" fmla="*/ 95 h 96"/>
                  <a:gd name="T4" fmla="*/ 1 w 98"/>
                  <a:gd name="T5" fmla="*/ 93 h 96"/>
                  <a:gd name="T6" fmla="*/ 78 w 98"/>
                  <a:gd name="T7" fmla="*/ 1 h 96"/>
                  <a:gd name="T8" fmla="*/ 80 w 98"/>
                  <a:gd name="T9" fmla="*/ 0 h 96"/>
                  <a:gd name="T10" fmla="*/ 81 w 98"/>
                  <a:gd name="T11" fmla="*/ 1 h 96"/>
                  <a:gd name="T12" fmla="*/ 98 w 98"/>
                  <a:gd name="T13" fmla="*/ 61 h 96"/>
                  <a:gd name="T14" fmla="*/ 96 w 98"/>
                  <a:gd name="T15" fmla="*/ 63 h 96"/>
                  <a:gd name="T16" fmla="*/ 2 w 98"/>
                  <a:gd name="T17" fmla="*/ 96 h 96"/>
                  <a:gd name="T18" fmla="*/ 79 w 98"/>
                  <a:gd name="T19" fmla="*/ 5 h 96"/>
                  <a:gd name="T20" fmla="*/ 7 w 98"/>
                  <a:gd name="T21" fmla="*/ 91 h 96"/>
                  <a:gd name="T22" fmla="*/ 94 w 98"/>
                  <a:gd name="T23" fmla="*/ 61 h 96"/>
                  <a:gd name="T24" fmla="*/ 79 w 98"/>
                  <a:gd name="T25" fmla="*/ 5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8" h="96">
                    <a:moveTo>
                      <a:pt x="2" y="96"/>
                    </a:moveTo>
                    <a:cubicBezTo>
                      <a:pt x="1" y="96"/>
                      <a:pt x="1" y="96"/>
                      <a:pt x="0" y="95"/>
                    </a:cubicBezTo>
                    <a:cubicBezTo>
                      <a:pt x="0" y="94"/>
                      <a:pt x="0" y="94"/>
                      <a:pt x="1" y="93"/>
                    </a:cubicBezTo>
                    <a:cubicBezTo>
                      <a:pt x="78" y="1"/>
                      <a:pt x="78" y="1"/>
                      <a:pt x="78" y="1"/>
                    </a:cubicBezTo>
                    <a:cubicBezTo>
                      <a:pt x="78" y="0"/>
                      <a:pt x="79" y="0"/>
                      <a:pt x="80" y="0"/>
                    </a:cubicBezTo>
                    <a:cubicBezTo>
                      <a:pt x="80" y="0"/>
                      <a:pt x="81" y="1"/>
                      <a:pt x="81" y="1"/>
                    </a:cubicBezTo>
                    <a:cubicBezTo>
                      <a:pt x="98" y="61"/>
                      <a:pt x="98" y="61"/>
                      <a:pt x="98" y="61"/>
                    </a:cubicBezTo>
                    <a:cubicBezTo>
                      <a:pt x="98" y="62"/>
                      <a:pt x="97" y="63"/>
                      <a:pt x="96" y="63"/>
                    </a:cubicBezTo>
                    <a:cubicBezTo>
                      <a:pt x="2" y="96"/>
                      <a:pt x="2" y="96"/>
                      <a:pt x="2" y="96"/>
                    </a:cubicBezTo>
                    <a:close/>
                    <a:moveTo>
                      <a:pt x="79" y="5"/>
                    </a:moveTo>
                    <a:cubicBezTo>
                      <a:pt x="7" y="91"/>
                      <a:pt x="7" y="91"/>
                      <a:pt x="7" y="91"/>
                    </a:cubicBezTo>
                    <a:cubicBezTo>
                      <a:pt x="94" y="61"/>
                      <a:pt x="94" y="61"/>
                      <a:pt x="94" y="61"/>
                    </a:cubicBezTo>
                    <a:lnTo>
                      <a:pt x="79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8" name="Freeform 1131"/>
              <p:cNvSpPr>
                <a:spLocks noEditPoints="1"/>
              </p:cNvSpPr>
              <p:nvPr userDrawn="1"/>
            </p:nvSpPr>
            <p:spPr bwMode="auto">
              <a:xfrm>
                <a:off x="2803" y="1105"/>
                <a:ext cx="113" cy="144"/>
              </a:xfrm>
              <a:custGeom>
                <a:avLst/>
                <a:gdLst>
                  <a:gd name="T0" fmla="*/ 2 w 91"/>
                  <a:gd name="T1" fmla="*/ 116 h 116"/>
                  <a:gd name="T2" fmla="*/ 1 w 91"/>
                  <a:gd name="T3" fmla="*/ 115 h 116"/>
                  <a:gd name="T4" fmla="*/ 0 w 91"/>
                  <a:gd name="T5" fmla="*/ 114 h 116"/>
                  <a:gd name="T6" fmla="*/ 6 w 91"/>
                  <a:gd name="T7" fmla="*/ 1 h 116"/>
                  <a:gd name="T8" fmla="*/ 7 w 91"/>
                  <a:gd name="T9" fmla="*/ 0 h 116"/>
                  <a:gd name="T10" fmla="*/ 9 w 91"/>
                  <a:gd name="T11" fmla="*/ 0 h 116"/>
                  <a:gd name="T12" fmla="*/ 90 w 91"/>
                  <a:gd name="T13" fmla="*/ 51 h 116"/>
                  <a:gd name="T14" fmla="*/ 91 w 91"/>
                  <a:gd name="T15" fmla="*/ 53 h 116"/>
                  <a:gd name="T16" fmla="*/ 90 w 91"/>
                  <a:gd name="T17" fmla="*/ 54 h 116"/>
                  <a:gd name="T18" fmla="*/ 3 w 91"/>
                  <a:gd name="T19" fmla="*/ 115 h 116"/>
                  <a:gd name="T20" fmla="*/ 2 w 91"/>
                  <a:gd name="T21" fmla="*/ 116 h 116"/>
                  <a:gd name="T22" fmla="*/ 10 w 91"/>
                  <a:gd name="T23" fmla="*/ 4 h 116"/>
                  <a:gd name="T24" fmla="*/ 4 w 91"/>
                  <a:gd name="T25" fmla="*/ 111 h 116"/>
                  <a:gd name="T26" fmla="*/ 86 w 91"/>
                  <a:gd name="T27" fmla="*/ 53 h 116"/>
                  <a:gd name="T28" fmla="*/ 10 w 91"/>
                  <a:gd name="T29" fmla="*/ 4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1" h="116">
                    <a:moveTo>
                      <a:pt x="2" y="116"/>
                    </a:moveTo>
                    <a:cubicBezTo>
                      <a:pt x="1" y="115"/>
                      <a:pt x="1" y="115"/>
                      <a:pt x="1" y="115"/>
                    </a:cubicBezTo>
                    <a:cubicBezTo>
                      <a:pt x="0" y="115"/>
                      <a:pt x="0" y="114"/>
                      <a:pt x="0" y="114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7" y="0"/>
                      <a:pt x="7" y="0"/>
                    </a:cubicBezTo>
                    <a:cubicBezTo>
                      <a:pt x="8" y="0"/>
                      <a:pt x="8" y="0"/>
                      <a:pt x="9" y="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1" y="52"/>
                      <a:pt x="91" y="53"/>
                    </a:cubicBezTo>
                    <a:cubicBezTo>
                      <a:pt x="91" y="53"/>
                      <a:pt x="90" y="54"/>
                      <a:pt x="90" y="54"/>
                    </a:cubicBezTo>
                    <a:cubicBezTo>
                      <a:pt x="3" y="115"/>
                      <a:pt x="3" y="115"/>
                      <a:pt x="3" y="115"/>
                    </a:cubicBezTo>
                    <a:lnTo>
                      <a:pt x="2" y="116"/>
                    </a:lnTo>
                    <a:close/>
                    <a:moveTo>
                      <a:pt x="10" y="4"/>
                    </a:moveTo>
                    <a:cubicBezTo>
                      <a:pt x="4" y="111"/>
                      <a:pt x="4" y="111"/>
                      <a:pt x="4" y="111"/>
                    </a:cubicBezTo>
                    <a:cubicBezTo>
                      <a:pt x="86" y="53"/>
                      <a:pt x="86" y="53"/>
                      <a:pt x="86" y="53"/>
                    </a:cubicBez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89" name="Freeform 1132"/>
              <p:cNvSpPr>
                <a:spLocks noEditPoints="1"/>
              </p:cNvSpPr>
              <p:nvPr userDrawn="1"/>
            </p:nvSpPr>
            <p:spPr bwMode="auto">
              <a:xfrm>
                <a:off x="1100" y="865"/>
                <a:ext cx="175" cy="43"/>
              </a:xfrm>
              <a:custGeom>
                <a:avLst/>
                <a:gdLst>
                  <a:gd name="T0" fmla="*/ 2 w 141"/>
                  <a:gd name="T1" fmla="*/ 35 h 35"/>
                  <a:gd name="T2" fmla="*/ 0 w 141"/>
                  <a:gd name="T3" fmla="*/ 34 h 35"/>
                  <a:gd name="T4" fmla="*/ 1 w 141"/>
                  <a:gd name="T5" fmla="*/ 32 h 35"/>
                  <a:gd name="T6" fmla="*/ 54 w 141"/>
                  <a:gd name="T7" fmla="*/ 1 h 35"/>
                  <a:gd name="T8" fmla="*/ 56 w 141"/>
                  <a:gd name="T9" fmla="*/ 1 h 35"/>
                  <a:gd name="T10" fmla="*/ 139 w 141"/>
                  <a:gd name="T11" fmla="*/ 26 h 35"/>
                  <a:gd name="T12" fmla="*/ 141 w 141"/>
                  <a:gd name="T13" fmla="*/ 28 h 35"/>
                  <a:gd name="T14" fmla="*/ 139 w 141"/>
                  <a:gd name="T15" fmla="*/ 29 h 35"/>
                  <a:gd name="T16" fmla="*/ 2 w 141"/>
                  <a:gd name="T17" fmla="*/ 35 h 35"/>
                  <a:gd name="T18" fmla="*/ 55 w 141"/>
                  <a:gd name="T19" fmla="*/ 4 h 35"/>
                  <a:gd name="T20" fmla="*/ 9 w 141"/>
                  <a:gd name="T21" fmla="*/ 32 h 35"/>
                  <a:gd name="T22" fmla="*/ 129 w 141"/>
                  <a:gd name="T23" fmla="*/ 26 h 35"/>
                  <a:gd name="T24" fmla="*/ 55 w 141"/>
                  <a:gd name="T25" fmla="*/ 4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1" h="35">
                    <a:moveTo>
                      <a:pt x="2" y="35"/>
                    </a:moveTo>
                    <a:cubicBezTo>
                      <a:pt x="1" y="35"/>
                      <a:pt x="0" y="35"/>
                      <a:pt x="0" y="34"/>
                    </a:cubicBezTo>
                    <a:cubicBezTo>
                      <a:pt x="0" y="33"/>
                      <a:pt x="0" y="33"/>
                      <a:pt x="1" y="32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5" y="0"/>
                      <a:pt x="55" y="0"/>
                      <a:pt x="56" y="1"/>
                    </a:cubicBezTo>
                    <a:cubicBezTo>
                      <a:pt x="139" y="26"/>
                      <a:pt x="139" y="26"/>
                      <a:pt x="139" y="26"/>
                    </a:cubicBezTo>
                    <a:cubicBezTo>
                      <a:pt x="140" y="26"/>
                      <a:pt x="141" y="27"/>
                      <a:pt x="141" y="28"/>
                    </a:cubicBezTo>
                    <a:cubicBezTo>
                      <a:pt x="140" y="29"/>
                      <a:pt x="140" y="29"/>
                      <a:pt x="139" y="29"/>
                    </a:cubicBezTo>
                    <a:cubicBezTo>
                      <a:pt x="2" y="35"/>
                      <a:pt x="2" y="35"/>
                      <a:pt x="2" y="35"/>
                    </a:cubicBezTo>
                    <a:close/>
                    <a:moveTo>
                      <a:pt x="55" y="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29" y="26"/>
                      <a:pt x="129" y="26"/>
                      <a:pt x="129" y="26"/>
                    </a:cubicBezTo>
                    <a:lnTo>
                      <a:pt x="5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0" name="Freeform 1133"/>
              <p:cNvSpPr>
                <a:spLocks noEditPoints="1"/>
              </p:cNvSpPr>
              <p:nvPr userDrawn="1"/>
            </p:nvSpPr>
            <p:spPr bwMode="auto">
              <a:xfrm>
                <a:off x="2780" y="911"/>
                <a:ext cx="79" cy="106"/>
              </a:xfrm>
              <a:custGeom>
                <a:avLst/>
                <a:gdLst>
                  <a:gd name="T0" fmla="*/ 1 w 64"/>
                  <a:gd name="T1" fmla="*/ 86 h 86"/>
                  <a:gd name="T2" fmla="*/ 0 w 64"/>
                  <a:gd name="T3" fmla="*/ 85 h 86"/>
                  <a:gd name="T4" fmla="*/ 0 w 64"/>
                  <a:gd name="T5" fmla="*/ 83 h 86"/>
                  <a:gd name="T6" fmla="*/ 41 w 64"/>
                  <a:gd name="T7" fmla="*/ 1 h 86"/>
                  <a:gd name="T8" fmla="*/ 42 w 64"/>
                  <a:gd name="T9" fmla="*/ 0 h 86"/>
                  <a:gd name="T10" fmla="*/ 44 w 64"/>
                  <a:gd name="T11" fmla="*/ 1 h 86"/>
                  <a:gd name="T12" fmla="*/ 64 w 64"/>
                  <a:gd name="T13" fmla="*/ 54 h 86"/>
                  <a:gd name="T14" fmla="*/ 63 w 64"/>
                  <a:gd name="T15" fmla="*/ 56 h 86"/>
                  <a:gd name="T16" fmla="*/ 2 w 64"/>
                  <a:gd name="T17" fmla="*/ 86 h 86"/>
                  <a:gd name="T18" fmla="*/ 1 w 64"/>
                  <a:gd name="T19" fmla="*/ 86 h 86"/>
                  <a:gd name="T20" fmla="*/ 42 w 64"/>
                  <a:gd name="T21" fmla="*/ 6 h 86"/>
                  <a:gd name="T22" fmla="*/ 5 w 64"/>
                  <a:gd name="T23" fmla="*/ 80 h 86"/>
                  <a:gd name="T24" fmla="*/ 60 w 64"/>
                  <a:gd name="T25" fmla="*/ 54 h 86"/>
                  <a:gd name="T26" fmla="*/ 42 w 64"/>
                  <a:gd name="T27" fmla="*/ 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86">
                    <a:moveTo>
                      <a:pt x="1" y="86"/>
                    </a:moveTo>
                    <a:cubicBezTo>
                      <a:pt x="1" y="86"/>
                      <a:pt x="1" y="86"/>
                      <a:pt x="0" y="85"/>
                    </a:cubicBezTo>
                    <a:cubicBezTo>
                      <a:pt x="0" y="85"/>
                      <a:pt x="0" y="84"/>
                      <a:pt x="0" y="83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1" y="0"/>
                      <a:pt x="42" y="0"/>
                      <a:pt x="42" y="0"/>
                    </a:cubicBezTo>
                    <a:cubicBezTo>
                      <a:pt x="43" y="0"/>
                      <a:pt x="44" y="0"/>
                      <a:pt x="44" y="1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5"/>
                      <a:pt x="64" y="56"/>
                      <a:pt x="63" y="56"/>
                    </a:cubicBezTo>
                    <a:cubicBezTo>
                      <a:pt x="2" y="86"/>
                      <a:pt x="2" y="86"/>
                      <a:pt x="2" y="86"/>
                    </a:cubicBezTo>
                    <a:lnTo>
                      <a:pt x="1" y="86"/>
                    </a:lnTo>
                    <a:close/>
                    <a:moveTo>
                      <a:pt x="42" y="6"/>
                    </a:moveTo>
                    <a:cubicBezTo>
                      <a:pt x="5" y="80"/>
                      <a:pt x="5" y="80"/>
                      <a:pt x="5" y="80"/>
                    </a:cubicBezTo>
                    <a:cubicBezTo>
                      <a:pt x="60" y="54"/>
                      <a:pt x="60" y="54"/>
                      <a:pt x="60" y="54"/>
                    </a:cubicBezTo>
                    <a:lnTo>
                      <a:pt x="42" y="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1" name="Freeform 1134"/>
              <p:cNvSpPr>
                <a:spLocks noEditPoints="1"/>
              </p:cNvSpPr>
              <p:nvPr userDrawn="1"/>
            </p:nvSpPr>
            <p:spPr bwMode="auto">
              <a:xfrm>
                <a:off x="1509" y="1211"/>
                <a:ext cx="116" cy="85"/>
              </a:xfrm>
              <a:custGeom>
                <a:avLst/>
                <a:gdLst>
                  <a:gd name="T0" fmla="*/ 1 w 94"/>
                  <a:gd name="T1" fmla="*/ 68 h 68"/>
                  <a:gd name="T2" fmla="*/ 0 w 94"/>
                  <a:gd name="T3" fmla="*/ 67 h 68"/>
                  <a:gd name="T4" fmla="*/ 0 w 94"/>
                  <a:gd name="T5" fmla="*/ 66 h 68"/>
                  <a:gd name="T6" fmla="*/ 29 w 94"/>
                  <a:gd name="T7" fmla="*/ 1 h 68"/>
                  <a:gd name="T8" fmla="*/ 30 w 94"/>
                  <a:gd name="T9" fmla="*/ 0 h 68"/>
                  <a:gd name="T10" fmla="*/ 31 w 94"/>
                  <a:gd name="T11" fmla="*/ 0 h 68"/>
                  <a:gd name="T12" fmla="*/ 93 w 94"/>
                  <a:gd name="T13" fmla="*/ 32 h 68"/>
                  <a:gd name="T14" fmla="*/ 93 w 94"/>
                  <a:gd name="T15" fmla="*/ 33 h 68"/>
                  <a:gd name="T16" fmla="*/ 92 w 94"/>
                  <a:gd name="T17" fmla="*/ 35 h 68"/>
                  <a:gd name="T18" fmla="*/ 2 w 94"/>
                  <a:gd name="T19" fmla="*/ 68 h 68"/>
                  <a:gd name="T20" fmla="*/ 1 w 94"/>
                  <a:gd name="T21" fmla="*/ 68 h 68"/>
                  <a:gd name="T22" fmla="*/ 31 w 94"/>
                  <a:gd name="T23" fmla="*/ 4 h 68"/>
                  <a:gd name="T24" fmla="*/ 5 w 94"/>
                  <a:gd name="T25" fmla="*/ 63 h 68"/>
                  <a:gd name="T26" fmla="*/ 88 w 94"/>
                  <a:gd name="T27" fmla="*/ 33 h 68"/>
                  <a:gd name="T28" fmla="*/ 31 w 94"/>
                  <a:gd name="T29" fmla="*/ 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4" h="68">
                    <a:moveTo>
                      <a:pt x="1" y="68"/>
                    </a:moveTo>
                    <a:cubicBezTo>
                      <a:pt x="1" y="68"/>
                      <a:pt x="1" y="68"/>
                      <a:pt x="0" y="67"/>
                    </a:cubicBezTo>
                    <a:cubicBezTo>
                      <a:pt x="0" y="67"/>
                      <a:pt x="0" y="66"/>
                      <a:pt x="0" y="66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0"/>
                      <a:pt x="29" y="0"/>
                      <a:pt x="30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93" y="32"/>
                      <a:pt x="93" y="32"/>
                      <a:pt x="93" y="32"/>
                    </a:cubicBezTo>
                    <a:cubicBezTo>
                      <a:pt x="93" y="32"/>
                      <a:pt x="94" y="32"/>
                      <a:pt x="93" y="33"/>
                    </a:cubicBezTo>
                    <a:cubicBezTo>
                      <a:pt x="93" y="34"/>
                      <a:pt x="93" y="34"/>
                      <a:pt x="92" y="35"/>
                    </a:cubicBezTo>
                    <a:cubicBezTo>
                      <a:pt x="2" y="68"/>
                      <a:pt x="2" y="68"/>
                      <a:pt x="2" y="68"/>
                    </a:cubicBezTo>
                    <a:lnTo>
                      <a:pt x="1" y="68"/>
                    </a:lnTo>
                    <a:close/>
                    <a:moveTo>
                      <a:pt x="31" y="4"/>
                    </a:moveTo>
                    <a:cubicBezTo>
                      <a:pt x="5" y="63"/>
                      <a:pt x="5" y="63"/>
                      <a:pt x="5" y="63"/>
                    </a:cubicBezTo>
                    <a:cubicBezTo>
                      <a:pt x="88" y="33"/>
                      <a:pt x="88" y="33"/>
                      <a:pt x="88" y="33"/>
                    </a:cubicBezTo>
                    <a:lnTo>
                      <a:pt x="3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2" name="Freeform 1135"/>
              <p:cNvSpPr>
                <a:spLocks noEditPoints="1"/>
              </p:cNvSpPr>
              <p:nvPr userDrawn="1"/>
            </p:nvSpPr>
            <p:spPr bwMode="auto">
              <a:xfrm>
                <a:off x="1509" y="1250"/>
                <a:ext cx="122" cy="46"/>
              </a:xfrm>
              <a:custGeom>
                <a:avLst/>
                <a:gdLst>
                  <a:gd name="T0" fmla="*/ 1 w 99"/>
                  <a:gd name="T1" fmla="*/ 37 h 37"/>
                  <a:gd name="T2" fmla="*/ 0 w 99"/>
                  <a:gd name="T3" fmla="*/ 36 h 37"/>
                  <a:gd name="T4" fmla="*/ 1 w 99"/>
                  <a:gd name="T5" fmla="*/ 34 h 37"/>
                  <a:gd name="T6" fmla="*/ 91 w 99"/>
                  <a:gd name="T7" fmla="*/ 0 h 37"/>
                  <a:gd name="T8" fmla="*/ 93 w 99"/>
                  <a:gd name="T9" fmla="*/ 1 h 37"/>
                  <a:gd name="T10" fmla="*/ 93 w 99"/>
                  <a:gd name="T11" fmla="*/ 2 h 37"/>
                  <a:gd name="T12" fmla="*/ 99 w 99"/>
                  <a:gd name="T13" fmla="*/ 30 h 37"/>
                  <a:gd name="T14" fmla="*/ 99 w 99"/>
                  <a:gd name="T15" fmla="*/ 31 h 37"/>
                  <a:gd name="T16" fmla="*/ 98 w 99"/>
                  <a:gd name="T17" fmla="*/ 32 h 37"/>
                  <a:gd name="T18" fmla="*/ 2 w 99"/>
                  <a:gd name="T19" fmla="*/ 37 h 37"/>
                  <a:gd name="T20" fmla="*/ 1 w 99"/>
                  <a:gd name="T21" fmla="*/ 37 h 37"/>
                  <a:gd name="T22" fmla="*/ 91 w 99"/>
                  <a:gd name="T23" fmla="*/ 4 h 37"/>
                  <a:gd name="T24" fmla="*/ 13 w 99"/>
                  <a:gd name="T25" fmla="*/ 33 h 37"/>
                  <a:gd name="T26" fmla="*/ 96 w 99"/>
                  <a:gd name="T27" fmla="*/ 28 h 37"/>
                  <a:gd name="T28" fmla="*/ 91 w 99"/>
                  <a:gd name="T29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9" h="37">
                    <a:moveTo>
                      <a:pt x="1" y="37"/>
                    </a:moveTo>
                    <a:cubicBezTo>
                      <a:pt x="1" y="37"/>
                      <a:pt x="0" y="36"/>
                      <a:pt x="0" y="36"/>
                    </a:cubicBezTo>
                    <a:cubicBezTo>
                      <a:pt x="0" y="35"/>
                      <a:pt x="0" y="34"/>
                      <a:pt x="1" y="34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92" y="0"/>
                      <a:pt x="92" y="0"/>
                      <a:pt x="93" y="1"/>
                    </a:cubicBezTo>
                    <a:cubicBezTo>
                      <a:pt x="93" y="1"/>
                      <a:pt x="93" y="1"/>
                      <a:pt x="93" y="2"/>
                    </a:cubicBezTo>
                    <a:cubicBezTo>
                      <a:pt x="99" y="30"/>
                      <a:pt x="99" y="30"/>
                      <a:pt x="99" y="30"/>
                    </a:cubicBezTo>
                    <a:cubicBezTo>
                      <a:pt x="99" y="30"/>
                      <a:pt x="99" y="31"/>
                      <a:pt x="99" y="31"/>
                    </a:cubicBezTo>
                    <a:cubicBezTo>
                      <a:pt x="99" y="31"/>
                      <a:pt x="98" y="32"/>
                      <a:pt x="98" y="32"/>
                    </a:cubicBezTo>
                    <a:cubicBezTo>
                      <a:pt x="2" y="37"/>
                      <a:pt x="2" y="37"/>
                      <a:pt x="2" y="37"/>
                    </a:cubicBezTo>
                    <a:lnTo>
                      <a:pt x="1" y="37"/>
                    </a:lnTo>
                    <a:close/>
                    <a:moveTo>
                      <a:pt x="91" y="4"/>
                    </a:moveTo>
                    <a:cubicBezTo>
                      <a:pt x="13" y="33"/>
                      <a:pt x="13" y="33"/>
                      <a:pt x="13" y="33"/>
                    </a:cubicBezTo>
                    <a:cubicBezTo>
                      <a:pt x="96" y="28"/>
                      <a:pt x="96" y="28"/>
                      <a:pt x="96" y="28"/>
                    </a:cubicBezTo>
                    <a:lnTo>
                      <a:pt x="9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3" name="Freeform 1136"/>
              <p:cNvSpPr>
                <a:spLocks noEditPoints="1"/>
              </p:cNvSpPr>
              <p:nvPr userDrawn="1"/>
            </p:nvSpPr>
            <p:spPr bwMode="auto">
              <a:xfrm>
                <a:off x="2224" y="885"/>
                <a:ext cx="105" cy="50"/>
              </a:xfrm>
              <a:custGeom>
                <a:avLst/>
                <a:gdLst>
                  <a:gd name="T0" fmla="*/ 2 w 85"/>
                  <a:gd name="T1" fmla="*/ 41 h 41"/>
                  <a:gd name="T2" fmla="*/ 1 w 85"/>
                  <a:gd name="T3" fmla="*/ 40 h 41"/>
                  <a:gd name="T4" fmla="*/ 0 w 85"/>
                  <a:gd name="T5" fmla="*/ 39 h 41"/>
                  <a:gd name="T6" fmla="*/ 8 w 85"/>
                  <a:gd name="T7" fmla="*/ 2 h 41"/>
                  <a:gd name="T8" fmla="*/ 9 w 85"/>
                  <a:gd name="T9" fmla="*/ 0 h 41"/>
                  <a:gd name="T10" fmla="*/ 10 w 85"/>
                  <a:gd name="T11" fmla="*/ 0 h 41"/>
                  <a:gd name="T12" fmla="*/ 83 w 85"/>
                  <a:gd name="T13" fmla="*/ 25 h 41"/>
                  <a:gd name="T14" fmla="*/ 85 w 85"/>
                  <a:gd name="T15" fmla="*/ 27 h 41"/>
                  <a:gd name="T16" fmla="*/ 83 w 85"/>
                  <a:gd name="T17" fmla="*/ 28 h 41"/>
                  <a:gd name="T18" fmla="*/ 2 w 85"/>
                  <a:gd name="T19" fmla="*/ 41 h 41"/>
                  <a:gd name="T20" fmla="*/ 11 w 85"/>
                  <a:gd name="T21" fmla="*/ 4 h 41"/>
                  <a:gd name="T22" fmla="*/ 4 w 85"/>
                  <a:gd name="T23" fmla="*/ 37 h 41"/>
                  <a:gd name="T24" fmla="*/ 76 w 85"/>
                  <a:gd name="T25" fmla="*/ 26 h 41"/>
                  <a:gd name="T26" fmla="*/ 11 w 85"/>
                  <a:gd name="T2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5" h="41">
                    <a:moveTo>
                      <a:pt x="2" y="41"/>
                    </a:moveTo>
                    <a:cubicBezTo>
                      <a:pt x="2" y="41"/>
                      <a:pt x="1" y="40"/>
                      <a:pt x="1" y="40"/>
                    </a:cubicBezTo>
                    <a:cubicBezTo>
                      <a:pt x="0" y="40"/>
                      <a:pt x="0" y="39"/>
                      <a:pt x="0" y="39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8" y="1"/>
                      <a:pt x="9" y="0"/>
                    </a:cubicBezTo>
                    <a:cubicBezTo>
                      <a:pt x="9" y="0"/>
                      <a:pt x="10" y="0"/>
                      <a:pt x="10" y="0"/>
                    </a:cubicBezTo>
                    <a:cubicBezTo>
                      <a:pt x="83" y="25"/>
                      <a:pt x="83" y="25"/>
                      <a:pt x="83" y="25"/>
                    </a:cubicBezTo>
                    <a:cubicBezTo>
                      <a:pt x="84" y="25"/>
                      <a:pt x="85" y="26"/>
                      <a:pt x="85" y="27"/>
                    </a:cubicBezTo>
                    <a:cubicBezTo>
                      <a:pt x="85" y="28"/>
                      <a:pt x="84" y="28"/>
                      <a:pt x="83" y="28"/>
                    </a:cubicBezTo>
                    <a:cubicBezTo>
                      <a:pt x="2" y="41"/>
                      <a:pt x="2" y="41"/>
                      <a:pt x="2" y="41"/>
                    </a:cubicBezTo>
                    <a:close/>
                    <a:moveTo>
                      <a:pt x="11" y="4"/>
                    </a:moveTo>
                    <a:cubicBezTo>
                      <a:pt x="4" y="37"/>
                      <a:pt x="4" y="37"/>
                      <a:pt x="4" y="37"/>
                    </a:cubicBezTo>
                    <a:cubicBezTo>
                      <a:pt x="76" y="26"/>
                      <a:pt x="76" y="26"/>
                      <a:pt x="76" y="26"/>
                    </a:cubicBez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4" name="Freeform 1137"/>
              <p:cNvSpPr>
                <a:spLocks noEditPoints="1"/>
              </p:cNvSpPr>
              <p:nvPr userDrawn="1"/>
            </p:nvSpPr>
            <p:spPr bwMode="auto">
              <a:xfrm>
                <a:off x="1313" y="1042"/>
                <a:ext cx="151" cy="69"/>
              </a:xfrm>
              <a:custGeom>
                <a:avLst/>
                <a:gdLst>
                  <a:gd name="T0" fmla="*/ 23 w 122"/>
                  <a:gd name="T1" fmla="*/ 56 h 56"/>
                  <a:gd name="T2" fmla="*/ 21 w 122"/>
                  <a:gd name="T3" fmla="*/ 55 h 56"/>
                  <a:gd name="T4" fmla="*/ 0 w 122"/>
                  <a:gd name="T5" fmla="*/ 18 h 56"/>
                  <a:gd name="T6" fmla="*/ 0 w 122"/>
                  <a:gd name="T7" fmla="*/ 16 h 56"/>
                  <a:gd name="T8" fmla="*/ 1 w 122"/>
                  <a:gd name="T9" fmla="*/ 15 h 56"/>
                  <a:gd name="T10" fmla="*/ 120 w 122"/>
                  <a:gd name="T11" fmla="*/ 0 h 56"/>
                  <a:gd name="T12" fmla="*/ 122 w 122"/>
                  <a:gd name="T13" fmla="*/ 1 h 56"/>
                  <a:gd name="T14" fmla="*/ 121 w 122"/>
                  <a:gd name="T15" fmla="*/ 3 h 56"/>
                  <a:gd name="T16" fmla="*/ 23 w 122"/>
                  <a:gd name="T17" fmla="*/ 56 h 56"/>
                  <a:gd name="T18" fmla="*/ 4 w 122"/>
                  <a:gd name="T19" fmla="*/ 18 h 56"/>
                  <a:gd name="T20" fmla="*/ 23 w 122"/>
                  <a:gd name="T21" fmla="*/ 52 h 56"/>
                  <a:gd name="T22" fmla="*/ 112 w 122"/>
                  <a:gd name="T23" fmla="*/ 4 h 56"/>
                  <a:gd name="T24" fmla="*/ 4 w 122"/>
                  <a:gd name="T25" fmla="*/ 1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56">
                    <a:moveTo>
                      <a:pt x="23" y="56"/>
                    </a:moveTo>
                    <a:cubicBezTo>
                      <a:pt x="22" y="56"/>
                      <a:pt x="22" y="56"/>
                      <a:pt x="21" y="55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7"/>
                      <a:pt x="0" y="17"/>
                      <a:pt x="0" y="16"/>
                    </a:cubicBezTo>
                    <a:cubicBezTo>
                      <a:pt x="0" y="16"/>
                      <a:pt x="1" y="15"/>
                      <a:pt x="1" y="15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0"/>
                      <a:pt x="122" y="1"/>
                    </a:cubicBezTo>
                    <a:cubicBezTo>
                      <a:pt x="122" y="2"/>
                      <a:pt x="122" y="2"/>
                      <a:pt x="121" y="3"/>
                    </a:cubicBezTo>
                    <a:cubicBezTo>
                      <a:pt x="23" y="56"/>
                      <a:pt x="23" y="56"/>
                      <a:pt x="23" y="56"/>
                    </a:cubicBezTo>
                    <a:close/>
                    <a:moveTo>
                      <a:pt x="4" y="18"/>
                    </a:moveTo>
                    <a:cubicBezTo>
                      <a:pt x="23" y="52"/>
                      <a:pt x="23" y="52"/>
                      <a:pt x="23" y="52"/>
                    </a:cubicBezTo>
                    <a:cubicBezTo>
                      <a:pt x="112" y="4"/>
                      <a:pt x="112" y="4"/>
                      <a:pt x="112" y="4"/>
                    </a:cubicBezTo>
                    <a:lnTo>
                      <a:pt x="4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5" name="Freeform 1138"/>
              <p:cNvSpPr>
                <a:spLocks noEditPoints="1"/>
              </p:cNvSpPr>
              <p:nvPr userDrawn="1"/>
            </p:nvSpPr>
            <p:spPr bwMode="auto">
              <a:xfrm>
                <a:off x="1473" y="1127"/>
                <a:ext cx="182" cy="88"/>
              </a:xfrm>
              <a:custGeom>
                <a:avLst/>
                <a:gdLst>
                  <a:gd name="T0" fmla="*/ 59 w 147"/>
                  <a:gd name="T1" fmla="*/ 71 h 71"/>
                  <a:gd name="T2" fmla="*/ 59 w 147"/>
                  <a:gd name="T3" fmla="*/ 71 h 71"/>
                  <a:gd name="T4" fmla="*/ 1 w 147"/>
                  <a:gd name="T5" fmla="*/ 39 h 71"/>
                  <a:gd name="T6" fmla="*/ 0 w 147"/>
                  <a:gd name="T7" fmla="*/ 37 h 71"/>
                  <a:gd name="T8" fmla="*/ 2 w 147"/>
                  <a:gd name="T9" fmla="*/ 36 h 71"/>
                  <a:gd name="T10" fmla="*/ 144 w 147"/>
                  <a:gd name="T11" fmla="*/ 0 h 71"/>
                  <a:gd name="T12" fmla="*/ 146 w 147"/>
                  <a:gd name="T13" fmla="*/ 1 h 71"/>
                  <a:gd name="T14" fmla="*/ 146 w 147"/>
                  <a:gd name="T15" fmla="*/ 3 h 71"/>
                  <a:gd name="T16" fmla="*/ 60 w 147"/>
                  <a:gd name="T17" fmla="*/ 71 h 71"/>
                  <a:gd name="T18" fmla="*/ 59 w 147"/>
                  <a:gd name="T19" fmla="*/ 71 h 71"/>
                  <a:gd name="T20" fmla="*/ 7 w 147"/>
                  <a:gd name="T21" fmla="*/ 38 h 71"/>
                  <a:gd name="T22" fmla="*/ 59 w 147"/>
                  <a:gd name="T23" fmla="*/ 68 h 71"/>
                  <a:gd name="T24" fmla="*/ 137 w 147"/>
                  <a:gd name="T25" fmla="*/ 6 h 71"/>
                  <a:gd name="T26" fmla="*/ 7 w 147"/>
                  <a:gd name="T27" fmla="*/ 38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71">
                    <a:moveTo>
                      <a:pt x="59" y="71"/>
                    </a:moveTo>
                    <a:cubicBezTo>
                      <a:pt x="59" y="71"/>
                      <a:pt x="59" y="71"/>
                      <a:pt x="59" y="71"/>
                    </a:cubicBezTo>
                    <a:cubicBezTo>
                      <a:pt x="1" y="39"/>
                      <a:pt x="1" y="39"/>
                      <a:pt x="1" y="39"/>
                    </a:cubicBezTo>
                    <a:cubicBezTo>
                      <a:pt x="1" y="39"/>
                      <a:pt x="0" y="38"/>
                      <a:pt x="0" y="37"/>
                    </a:cubicBezTo>
                    <a:cubicBezTo>
                      <a:pt x="1" y="37"/>
                      <a:pt x="1" y="36"/>
                      <a:pt x="2" y="36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145" y="0"/>
                      <a:pt x="146" y="1"/>
                      <a:pt x="146" y="1"/>
                    </a:cubicBezTo>
                    <a:cubicBezTo>
                      <a:pt x="147" y="2"/>
                      <a:pt x="146" y="3"/>
                      <a:pt x="146" y="3"/>
                    </a:cubicBezTo>
                    <a:cubicBezTo>
                      <a:pt x="60" y="71"/>
                      <a:pt x="60" y="71"/>
                      <a:pt x="60" y="71"/>
                    </a:cubicBezTo>
                    <a:cubicBezTo>
                      <a:pt x="60" y="71"/>
                      <a:pt x="60" y="71"/>
                      <a:pt x="59" y="71"/>
                    </a:cubicBezTo>
                    <a:close/>
                    <a:moveTo>
                      <a:pt x="7" y="38"/>
                    </a:moveTo>
                    <a:cubicBezTo>
                      <a:pt x="59" y="68"/>
                      <a:pt x="59" y="68"/>
                      <a:pt x="59" y="68"/>
                    </a:cubicBezTo>
                    <a:cubicBezTo>
                      <a:pt x="137" y="6"/>
                      <a:pt x="137" y="6"/>
                      <a:pt x="137" y="6"/>
                    </a:cubicBezTo>
                    <a:lnTo>
                      <a:pt x="7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6" name="Freeform 1139"/>
              <p:cNvSpPr>
                <a:spLocks noEditPoints="1"/>
              </p:cNvSpPr>
              <p:nvPr userDrawn="1"/>
            </p:nvSpPr>
            <p:spPr bwMode="auto">
              <a:xfrm>
                <a:off x="2463" y="1245"/>
                <a:ext cx="150" cy="137"/>
              </a:xfrm>
              <a:custGeom>
                <a:avLst/>
                <a:gdLst>
                  <a:gd name="T0" fmla="*/ 1 w 121"/>
                  <a:gd name="T1" fmla="*/ 111 h 111"/>
                  <a:gd name="T2" fmla="*/ 0 w 121"/>
                  <a:gd name="T3" fmla="*/ 111 h 111"/>
                  <a:gd name="T4" fmla="*/ 0 w 121"/>
                  <a:gd name="T5" fmla="*/ 109 h 111"/>
                  <a:gd name="T6" fmla="*/ 44 w 121"/>
                  <a:gd name="T7" fmla="*/ 1 h 111"/>
                  <a:gd name="T8" fmla="*/ 45 w 121"/>
                  <a:gd name="T9" fmla="*/ 0 h 111"/>
                  <a:gd name="T10" fmla="*/ 47 w 121"/>
                  <a:gd name="T11" fmla="*/ 1 h 111"/>
                  <a:gd name="T12" fmla="*/ 120 w 121"/>
                  <a:gd name="T13" fmla="*/ 76 h 111"/>
                  <a:gd name="T14" fmla="*/ 120 w 121"/>
                  <a:gd name="T15" fmla="*/ 78 h 111"/>
                  <a:gd name="T16" fmla="*/ 119 w 121"/>
                  <a:gd name="T17" fmla="*/ 79 h 111"/>
                  <a:gd name="T18" fmla="*/ 2 w 121"/>
                  <a:gd name="T19" fmla="*/ 111 h 111"/>
                  <a:gd name="T20" fmla="*/ 1 w 121"/>
                  <a:gd name="T21" fmla="*/ 111 h 111"/>
                  <a:gd name="T22" fmla="*/ 46 w 121"/>
                  <a:gd name="T23" fmla="*/ 5 h 111"/>
                  <a:gd name="T24" fmla="*/ 4 w 121"/>
                  <a:gd name="T25" fmla="*/ 107 h 111"/>
                  <a:gd name="T26" fmla="*/ 116 w 121"/>
                  <a:gd name="T27" fmla="*/ 76 h 111"/>
                  <a:gd name="T28" fmla="*/ 46 w 121"/>
                  <a:gd name="T29" fmla="*/ 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1" h="111">
                    <a:moveTo>
                      <a:pt x="1" y="111"/>
                    </a:moveTo>
                    <a:cubicBezTo>
                      <a:pt x="1" y="111"/>
                      <a:pt x="0" y="111"/>
                      <a:pt x="0" y="111"/>
                    </a:cubicBezTo>
                    <a:cubicBezTo>
                      <a:pt x="0" y="110"/>
                      <a:pt x="0" y="110"/>
                      <a:pt x="0" y="109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4" y="1"/>
                      <a:pt x="45" y="0"/>
                      <a:pt x="45" y="0"/>
                    </a:cubicBezTo>
                    <a:cubicBezTo>
                      <a:pt x="46" y="0"/>
                      <a:pt x="46" y="0"/>
                      <a:pt x="47" y="1"/>
                    </a:cubicBezTo>
                    <a:cubicBezTo>
                      <a:pt x="120" y="76"/>
                      <a:pt x="120" y="76"/>
                      <a:pt x="120" y="76"/>
                    </a:cubicBezTo>
                    <a:cubicBezTo>
                      <a:pt x="120" y="76"/>
                      <a:pt x="121" y="77"/>
                      <a:pt x="120" y="78"/>
                    </a:cubicBezTo>
                    <a:cubicBezTo>
                      <a:pt x="120" y="78"/>
                      <a:pt x="120" y="79"/>
                      <a:pt x="119" y="79"/>
                    </a:cubicBezTo>
                    <a:cubicBezTo>
                      <a:pt x="2" y="111"/>
                      <a:pt x="2" y="111"/>
                      <a:pt x="2" y="111"/>
                    </a:cubicBezTo>
                    <a:lnTo>
                      <a:pt x="1" y="111"/>
                    </a:lnTo>
                    <a:close/>
                    <a:moveTo>
                      <a:pt x="46" y="5"/>
                    </a:moveTo>
                    <a:cubicBezTo>
                      <a:pt x="4" y="107"/>
                      <a:pt x="4" y="107"/>
                      <a:pt x="4" y="107"/>
                    </a:cubicBezTo>
                    <a:cubicBezTo>
                      <a:pt x="116" y="76"/>
                      <a:pt x="116" y="76"/>
                      <a:pt x="116" y="76"/>
                    </a:cubicBezTo>
                    <a:lnTo>
                      <a:pt x="4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7" name="Freeform 1140"/>
              <p:cNvSpPr>
                <a:spLocks noEditPoints="1"/>
              </p:cNvSpPr>
              <p:nvPr userDrawn="1"/>
            </p:nvSpPr>
            <p:spPr bwMode="auto">
              <a:xfrm>
                <a:off x="2688" y="1151"/>
                <a:ext cx="120" cy="138"/>
              </a:xfrm>
              <a:custGeom>
                <a:avLst/>
                <a:gdLst>
                  <a:gd name="T0" fmla="*/ 2 w 97"/>
                  <a:gd name="T1" fmla="*/ 112 h 112"/>
                  <a:gd name="T2" fmla="*/ 1 w 97"/>
                  <a:gd name="T3" fmla="*/ 111 h 112"/>
                  <a:gd name="T4" fmla="*/ 0 w 97"/>
                  <a:gd name="T5" fmla="*/ 110 h 112"/>
                  <a:gd name="T6" fmla="*/ 29 w 97"/>
                  <a:gd name="T7" fmla="*/ 1 h 112"/>
                  <a:gd name="T8" fmla="*/ 31 w 97"/>
                  <a:gd name="T9" fmla="*/ 0 h 112"/>
                  <a:gd name="T10" fmla="*/ 32 w 97"/>
                  <a:gd name="T11" fmla="*/ 1 h 112"/>
                  <a:gd name="T12" fmla="*/ 96 w 97"/>
                  <a:gd name="T13" fmla="*/ 76 h 112"/>
                  <a:gd name="T14" fmla="*/ 96 w 97"/>
                  <a:gd name="T15" fmla="*/ 77 h 112"/>
                  <a:gd name="T16" fmla="*/ 95 w 97"/>
                  <a:gd name="T17" fmla="*/ 78 h 112"/>
                  <a:gd name="T18" fmla="*/ 2 w 97"/>
                  <a:gd name="T19" fmla="*/ 112 h 112"/>
                  <a:gd name="T20" fmla="*/ 32 w 97"/>
                  <a:gd name="T21" fmla="*/ 5 h 112"/>
                  <a:gd name="T22" fmla="*/ 4 w 97"/>
                  <a:gd name="T23" fmla="*/ 107 h 112"/>
                  <a:gd name="T24" fmla="*/ 92 w 97"/>
                  <a:gd name="T25" fmla="*/ 76 h 112"/>
                  <a:gd name="T26" fmla="*/ 32 w 97"/>
                  <a:gd name="T27" fmla="*/ 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7" h="112">
                    <a:moveTo>
                      <a:pt x="2" y="112"/>
                    </a:moveTo>
                    <a:cubicBezTo>
                      <a:pt x="1" y="112"/>
                      <a:pt x="1" y="111"/>
                      <a:pt x="1" y="111"/>
                    </a:cubicBezTo>
                    <a:cubicBezTo>
                      <a:pt x="0" y="111"/>
                      <a:pt x="0" y="110"/>
                      <a:pt x="0" y="11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30" y="0"/>
                      <a:pt x="31" y="0"/>
                    </a:cubicBezTo>
                    <a:cubicBezTo>
                      <a:pt x="31" y="0"/>
                      <a:pt x="32" y="0"/>
                      <a:pt x="32" y="1"/>
                    </a:cubicBezTo>
                    <a:cubicBezTo>
                      <a:pt x="96" y="76"/>
                      <a:pt x="96" y="76"/>
                      <a:pt x="96" y="76"/>
                    </a:cubicBezTo>
                    <a:cubicBezTo>
                      <a:pt x="96" y="76"/>
                      <a:pt x="97" y="77"/>
                      <a:pt x="96" y="77"/>
                    </a:cubicBezTo>
                    <a:cubicBezTo>
                      <a:pt x="96" y="78"/>
                      <a:pt x="96" y="78"/>
                      <a:pt x="95" y="78"/>
                    </a:cubicBezTo>
                    <a:cubicBezTo>
                      <a:pt x="2" y="112"/>
                      <a:pt x="2" y="112"/>
                      <a:pt x="2" y="112"/>
                    </a:cubicBezTo>
                    <a:close/>
                    <a:moveTo>
                      <a:pt x="32" y="5"/>
                    </a:moveTo>
                    <a:cubicBezTo>
                      <a:pt x="4" y="107"/>
                      <a:pt x="4" y="107"/>
                      <a:pt x="4" y="107"/>
                    </a:cubicBezTo>
                    <a:cubicBezTo>
                      <a:pt x="92" y="76"/>
                      <a:pt x="92" y="76"/>
                      <a:pt x="92" y="76"/>
                    </a:cubicBezTo>
                    <a:lnTo>
                      <a:pt x="32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8" name="Freeform 1141"/>
              <p:cNvSpPr>
                <a:spLocks noEditPoints="1"/>
              </p:cNvSpPr>
              <p:nvPr userDrawn="1"/>
            </p:nvSpPr>
            <p:spPr bwMode="auto">
              <a:xfrm>
                <a:off x="623" y="450"/>
                <a:ext cx="118" cy="138"/>
              </a:xfrm>
              <a:custGeom>
                <a:avLst/>
                <a:gdLst>
                  <a:gd name="T0" fmla="*/ 2 w 96"/>
                  <a:gd name="T1" fmla="*/ 111 h 111"/>
                  <a:gd name="T2" fmla="*/ 0 w 96"/>
                  <a:gd name="T3" fmla="*/ 111 h 111"/>
                  <a:gd name="T4" fmla="*/ 0 w 96"/>
                  <a:gd name="T5" fmla="*/ 109 h 111"/>
                  <a:gd name="T6" fmla="*/ 29 w 96"/>
                  <a:gd name="T7" fmla="*/ 1 h 111"/>
                  <a:gd name="T8" fmla="*/ 30 w 96"/>
                  <a:gd name="T9" fmla="*/ 0 h 111"/>
                  <a:gd name="T10" fmla="*/ 32 w 96"/>
                  <a:gd name="T11" fmla="*/ 0 h 111"/>
                  <a:gd name="T12" fmla="*/ 96 w 96"/>
                  <a:gd name="T13" fmla="*/ 76 h 111"/>
                  <a:gd name="T14" fmla="*/ 96 w 96"/>
                  <a:gd name="T15" fmla="*/ 77 h 111"/>
                  <a:gd name="T16" fmla="*/ 95 w 96"/>
                  <a:gd name="T17" fmla="*/ 78 h 111"/>
                  <a:gd name="T18" fmla="*/ 2 w 96"/>
                  <a:gd name="T19" fmla="*/ 111 h 111"/>
                  <a:gd name="T20" fmla="*/ 32 w 96"/>
                  <a:gd name="T21" fmla="*/ 5 h 111"/>
                  <a:gd name="T22" fmla="*/ 4 w 96"/>
                  <a:gd name="T23" fmla="*/ 107 h 111"/>
                  <a:gd name="T24" fmla="*/ 92 w 96"/>
                  <a:gd name="T25" fmla="*/ 76 h 111"/>
                  <a:gd name="T26" fmla="*/ 32 w 96"/>
                  <a:gd name="T27" fmla="*/ 5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6" h="111">
                    <a:moveTo>
                      <a:pt x="2" y="111"/>
                    </a:moveTo>
                    <a:cubicBezTo>
                      <a:pt x="1" y="111"/>
                      <a:pt x="1" y="111"/>
                      <a:pt x="0" y="111"/>
                    </a:cubicBezTo>
                    <a:cubicBezTo>
                      <a:pt x="0" y="111"/>
                      <a:pt x="0" y="110"/>
                      <a:pt x="0" y="109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30" y="0"/>
                      <a:pt x="30" y="0"/>
                    </a:cubicBezTo>
                    <a:cubicBezTo>
                      <a:pt x="31" y="0"/>
                      <a:pt x="32" y="0"/>
                      <a:pt x="32" y="0"/>
                    </a:cubicBezTo>
                    <a:cubicBezTo>
                      <a:pt x="96" y="76"/>
                      <a:pt x="96" y="76"/>
                      <a:pt x="96" y="76"/>
                    </a:cubicBezTo>
                    <a:cubicBezTo>
                      <a:pt x="96" y="76"/>
                      <a:pt x="96" y="77"/>
                      <a:pt x="96" y="77"/>
                    </a:cubicBezTo>
                    <a:cubicBezTo>
                      <a:pt x="96" y="78"/>
                      <a:pt x="96" y="78"/>
                      <a:pt x="95" y="78"/>
                    </a:cubicBezTo>
                    <a:cubicBezTo>
                      <a:pt x="2" y="111"/>
                      <a:pt x="2" y="111"/>
                      <a:pt x="2" y="111"/>
                    </a:cubicBezTo>
                    <a:close/>
                    <a:moveTo>
                      <a:pt x="32" y="5"/>
                    </a:moveTo>
                    <a:cubicBezTo>
                      <a:pt x="4" y="107"/>
                      <a:pt x="4" y="107"/>
                      <a:pt x="4" y="107"/>
                    </a:cubicBezTo>
                    <a:cubicBezTo>
                      <a:pt x="92" y="76"/>
                      <a:pt x="92" y="76"/>
                      <a:pt x="92" y="76"/>
                    </a:cubicBezTo>
                    <a:lnTo>
                      <a:pt x="32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299" name="Freeform 1142"/>
              <p:cNvSpPr>
                <a:spLocks noEditPoints="1"/>
              </p:cNvSpPr>
              <p:nvPr userDrawn="1"/>
            </p:nvSpPr>
            <p:spPr bwMode="auto">
              <a:xfrm>
                <a:off x="2608" y="1284"/>
                <a:ext cx="84" cy="153"/>
              </a:xfrm>
              <a:custGeom>
                <a:avLst/>
                <a:gdLst>
                  <a:gd name="T0" fmla="*/ 53 w 68"/>
                  <a:gd name="T1" fmla="*/ 123 h 123"/>
                  <a:gd name="T2" fmla="*/ 52 w 68"/>
                  <a:gd name="T3" fmla="*/ 122 h 123"/>
                  <a:gd name="T4" fmla="*/ 0 w 68"/>
                  <a:gd name="T5" fmla="*/ 46 h 123"/>
                  <a:gd name="T6" fmla="*/ 0 w 68"/>
                  <a:gd name="T7" fmla="*/ 45 h 123"/>
                  <a:gd name="T8" fmla="*/ 1 w 68"/>
                  <a:gd name="T9" fmla="*/ 44 h 123"/>
                  <a:gd name="T10" fmla="*/ 66 w 68"/>
                  <a:gd name="T11" fmla="*/ 1 h 123"/>
                  <a:gd name="T12" fmla="*/ 68 w 68"/>
                  <a:gd name="T13" fmla="*/ 1 h 123"/>
                  <a:gd name="T14" fmla="*/ 68 w 68"/>
                  <a:gd name="T15" fmla="*/ 2 h 123"/>
                  <a:gd name="T16" fmla="*/ 55 w 68"/>
                  <a:gd name="T17" fmla="*/ 121 h 123"/>
                  <a:gd name="T18" fmla="*/ 54 w 68"/>
                  <a:gd name="T19" fmla="*/ 123 h 123"/>
                  <a:gd name="T20" fmla="*/ 53 w 68"/>
                  <a:gd name="T21" fmla="*/ 123 h 123"/>
                  <a:gd name="T22" fmla="*/ 4 w 68"/>
                  <a:gd name="T23" fmla="*/ 46 h 123"/>
                  <a:gd name="T24" fmla="*/ 52 w 68"/>
                  <a:gd name="T25" fmla="*/ 116 h 123"/>
                  <a:gd name="T26" fmla="*/ 65 w 68"/>
                  <a:gd name="T27" fmla="*/ 5 h 123"/>
                  <a:gd name="T28" fmla="*/ 4 w 68"/>
                  <a:gd name="T29" fmla="*/ 46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123">
                    <a:moveTo>
                      <a:pt x="53" y="123"/>
                    </a:moveTo>
                    <a:cubicBezTo>
                      <a:pt x="53" y="123"/>
                      <a:pt x="52" y="122"/>
                      <a:pt x="52" y="122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6"/>
                      <a:pt x="0" y="45"/>
                      <a:pt x="0" y="45"/>
                    </a:cubicBezTo>
                    <a:cubicBezTo>
                      <a:pt x="0" y="44"/>
                      <a:pt x="1" y="44"/>
                      <a:pt x="1" y="44"/>
                    </a:cubicBezTo>
                    <a:cubicBezTo>
                      <a:pt x="66" y="1"/>
                      <a:pt x="66" y="1"/>
                      <a:pt x="66" y="1"/>
                    </a:cubicBezTo>
                    <a:cubicBezTo>
                      <a:pt x="66" y="0"/>
                      <a:pt x="67" y="0"/>
                      <a:pt x="68" y="1"/>
                    </a:cubicBezTo>
                    <a:cubicBezTo>
                      <a:pt x="68" y="1"/>
                      <a:pt x="68" y="2"/>
                      <a:pt x="68" y="2"/>
                    </a:cubicBezTo>
                    <a:cubicBezTo>
                      <a:pt x="55" y="121"/>
                      <a:pt x="55" y="121"/>
                      <a:pt x="55" y="121"/>
                    </a:cubicBezTo>
                    <a:cubicBezTo>
                      <a:pt x="55" y="122"/>
                      <a:pt x="54" y="122"/>
                      <a:pt x="54" y="123"/>
                    </a:cubicBezTo>
                    <a:lnTo>
                      <a:pt x="53" y="123"/>
                    </a:lnTo>
                    <a:close/>
                    <a:moveTo>
                      <a:pt x="4" y="46"/>
                    </a:moveTo>
                    <a:cubicBezTo>
                      <a:pt x="52" y="116"/>
                      <a:pt x="52" y="116"/>
                      <a:pt x="52" y="116"/>
                    </a:cubicBezTo>
                    <a:cubicBezTo>
                      <a:pt x="65" y="5"/>
                      <a:pt x="65" y="5"/>
                      <a:pt x="65" y="5"/>
                    </a:cubicBezTo>
                    <a:lnTo>
                      <a:pt x="4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0" name="Freeform 1143"/>
              <p:cNvSpPr>
                <a:spLocks noEditPoints="1"/>
              </p:cNvSpPr>
              <p:nvPr userDrawn="1"/>
            </p:nvSpPr>
            <p:spPr bwMode="auto">
              <a:xfrm>
                <a:off x="2509" y="381"/>
                <a:ext cx="139" cy="111"/>
              </a:xfrm>
              <a:custGeom>
                <a:avLst/>
                <a:gdLst>
                  <a:gd name="T0" fmla="*/ 91 w 113"/>
                  <a:gd name="T1" fmla="*/ 90 h 90"/>
                  <a:gd name="T2" fmla="*/ 90 w 113"/>
                  <a:gd name="T3" fmla="*/ 89 h 90"/>
                  <a:gd name="T4" fmla="*/ 1 w 113"/>
                  <a:gd name="T5" fmla="*/ 30 h 90"/>
                  <a:gd name="T6" fmla="*/ 0 w 113"/>
                  <a:gd name="T7" fmla="*/ 29 h 90"/>
                  <a:gd name="T8" fmla="*/ 2 w 113"/>
                  <a:gd name="T9" fmla="*/ 27 h 90"/>
                  <a:gd name="T10" fmla="*/ 110 w 113"/>
                  <a:gd name="T11" fmla="*/ 0 h 90"/>
                  <a:gd name="T12" fmla="*/ 112 w 113"/>
                  <a:gd name="T13" fmla="*/ 0 h 90"/>
                  <a:gd name="T14" fmla="*/ 112 w 113"/>
                  <a:gd name="T15" fmla="*/ 2 h 90"/>
                  <a:gd name="T16" fmla="*/ 93 w 113"/>
                  <a:gd name="T17" fmla="*/ 88 h 90"/>
                  <a:gd name="T18" fmla="*/ 92 w 113"/>
                  <a:gd name="T19" fmla="*/ 90 h 90"/>
                  <a:gd name="T20" fmla="*/ 91 w 113"/>
                  <a:gd name="T21" fmla="*/ 90 h 90"/>
                  <a:gd name="T22" fmla="*/ 6 w 113"/>
                  <a:gd name="T23" fmla="*/ 30 h 90"/>
                  <a:gd name="T24" fmla="*/ 90 w 113"/>
                  <a:gd name="T25" fmla="*/ 85 h 90"/>
                  <a:gd name="T26" fmla="*/ 109 w 113"/>
                  <a:gd name="T27" fmla="*/ 4 h 90"/>
                  <a:gd name="T28" fmla="*/ 6 w 113"/>
                  <a:gd name="T29" fmla="*/ 3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3" h="90">
                    <a:moveTo>
                      <a:pt x="91" y="90"/>
                    </a:moveTo>
                    <a:cubicBezTo>
                      <a:pt x="90" y="89"/>
                      <a:pt x="90" y="89"/>
                      <a:pt x="90" y="8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30"/>
                      <a:pt x="0" y="29"/>
                      <a:pt x="0" y="29"/>
                    </a:cubicBezTo>
                    <a:cubicBezTo>
                      <a:pt x="0" y="28"/>
                      <a:pt x="1" y="27"/>
                      <a:pt x="2" y="27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11" y="0"/>
                      <a:pt x="112" y="0"/>
                      <a:pt x="112" y="0"/>
                    </a:cubicBezTo>
                    <a:cubicBezTo>
                      <a:pt x="112" y="1"/>
                      <a:pt x="113" y="1"/>
                      <a:pt x="112" y="2"/>
                    </a:cubicBezTo>
                    <a:cubicBezTo>
                      <a:pt x="93" y="88"/>
                      <a:pt x="93" y="88"/>
                      <a:pt x="93" y="88"/>
                    </a:cubicBezTo>
                    <a:cubicBezTo>
                      <a:pt x="93" y="89"/>
                      <a:pt x="92" y="89"/>
                      <a:pt x="92" y="90"/>
                    </a:cubicBezTo>
                    <a:lnTo>
                      <a:pt x="91" y="90"/>
                    </a:lnTo>
                    <a:close/>
                    <a:moveTo>
                      <a:pt x="6" y="30"/>
                    </a:moveTo>
                    <a:cubicBezTo>
                      <a:pt x="90" y="85"/>
                      <a:pt x="90" y="85"/>
                      <a:pt x="90" y="85"/>
                    </a:cubicBezTo>
                    <a:cubicBezTo>
                      <a:pt x="109" y="4"/>
                      <a:pt x="109" y="4"/>
                      <a:pt x="109" y="4"/>
                    </a:cubicBezTo>
                    <a:lnTo>
                      <a:pt x="6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1" name="Freeform 1144"/>
              <p:cNvSpPr>
                <a:spLocks noEditPoints="1"/>
              </p:cNvSpPr>
              <p:nvPr userDrawn="1"/>
            </p:nvSpPr>
            <p:spPr bwMode="auto">
              <a:xfrm>
                <a:off x="2647" y="455"/>
                <a:ext cx="161" cy="124"/>
              </a:xfrm>
              <a:custGeom>
                <a:avLst/>
                <a:gdLst>
                  <a:gd name="T0" fmla="*/ 2 w 130"/>
                  <a:gd name="T1" fmla="*/ 100 h 100"/>
                  <a:gd name="T2" fmla="*/ 1 w 130"/>
                  <a:gd name="T3" fmla="*/ 99 h 100"/>
                  <a:gd name="T4" fmla="*/ 1 w 130"/>
                  <a:gd name="T5" fmla="*/ 98 h 100"/>
                  <a:gd name="T6" fmla="*/ 79 w 130"/>
                  <a:gd name="T7" fmla="*/ 1 h 100"/>
                  <a:gd name="T8" fmla="*/ 81 w 130"/>
                  <a:gd name="T9" fmla="*/ 0 h 100"/>
                  <a:gd name="T10" fmla="*/ 82 w 130"/>
                  <a:gd name="T11" fmla="*/ 1 h 100"/>
                  <a:gd name="T12" fmla="*/ 129 w 130"/>
                  <a:gd name="T13" fmla="*/ 81 h 100"/>
                  <a:gd name="T14" fmla="*/ 129 w 130"/>
                  <a:gd name="T15" fmla="*/ 82 h 100"/>
                  <a:gd name="T16" fmla="*/ 128 w 130"/>
                  <a:gd name="T17" fmla="*/ 83 h 100"/>
                  <a:gd name="T18" fmla="*/ 2 w 130"/>
                  <a:gd name="T19" fmla="*/ 100 h 100"/>
                  <a:gd name="T20" fmla="*/ 80 w 130"/>
                  <a:gd name="T21" fmla="*/ 5 h 100"/>
                  <a:gd name="T22" fmla="*/ 6 w 130"/>
                  <a:gd name="T23" fmla="*/ 96 h 100"/>
                  <a:gd name="T24" fmla="*/ 125 w 130"/>
                  <a:gd name="T25" fmla="*/ 80 h 100"/>
                  <a:gd name="T26" fmla="*/ 80 w 130"/>
                  <a:gd name="T27" fmla="*/ 5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0" h="100">
                    <a:moveTo>
                      <a:pt x="2" y="100"/>
                    </a:moveTo>
                    <a:cubicBezTo>
                      <a:pt x="2" y="100"/>
                      <a:pt x="1" y="100"/>
                      <a:pt x="1" y="99"/>
                    </a:cubicBezTo>
                    <a:cubicBezTo>
                      <a:pt x="0" y="99"/>
                      <a:pt x="1" y="98"/>
                      <a:pt x="1" y="98"/>
                    </a:cubicBezTo>
                    <a:cubicBezTo>
                      <a:pt x="79" y="1"/>
                      <a:pt x="79" y="1"/>
                      <a:pt x="79" y="1"/>
                    </a:cubicBezTo>
                    <a:cubicBezTo>
                      <a:pt x="80" y="0"/>
                      <a:pt x="80" y="0"/>
                      <a:pt x="81" y="0"/>
                    </a:cubicBezTo>
                    <a:cubicBezTo>
                      <a:pt x="81" y="0"/>
                      <a:pt x="82" y="0"/>
                      <a:pt x="82" y="1"/>
                    </a:cubicBezTo>
                    <a:cubicBezTo>
                      <a:pt x="129" y="81"/>
                      <a:pt x="129" y="81"/>
                      <a:pt x="129" y="81"/>
                    </a:cubicBezTo>
                    <a:cubicBezTo>
                      <a:pt x="130" y="81"/>
                      <a:pt x="130" y="82"/>
                      <a:pt x="129" y="82"/>
                    </a:cubicBezTo>
                    <a:cubicBezTo>
                      <a:pt x="129" y="83"/>
                      <a:pt x="129" y="83"/>
                      <a:pt x="128" y="83"/>
                    </a:cubicBezTo>
                    <a:cubicBezTo>
                      <a:pt x="2" y="100"/>
                      <a:pt x="2" y="100"/>
                      <a:pt x="2" y="100"/>
                    </a:cubicBezTo>
                    <a:close/>
                    <a:moveTo>
                      <a:pt x="80" y="5"/>
                    </a:moveTo>
                    <a:cubicBezTo>
                      <a:pt x="6" y="96"/>
                      <a:pt x="6" y="96"/>
                      <a:pt x="6" y="96"/>
                    </a:cubicBezTo>
                    <a:cubicBezTo>
                      <a:pt x="125" y="80"/>
                      <a:pt x="125" y="80"/>
                      <a:pt x="125" y="80"/>
                    </a:cubicBezTo>
                    <a:lnTo>
                      <a:pt x="8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2" name="Freeform 1145"/>
              <p:cNvSpPr>
                <a:spLocks noEditPoints="1"/>
              </p:cNvSpPr>
              <p:nvPr userDrawn="1"/>
            </p:nvSpPr>
            <p:spPr bwMode="auto">
              <a:xfrm>
                <a:off x="1449" y="443"/>
                <a:ext cx="176" cy="69"/>
              </a:xfrm>
              <a:custGeom>
                <a:avLst/>
                <a:gdLst>
                  <a:gd name="T0" fmla="*/ 1 w 142"/>
                  <a:gd name="T1" fmla="*/ 56 h 56"/>
                  <a:gd name="T2" fmla="*/ 0 w 142"/>
                  <a:gd name="T3" fmla="*/ 55 h 56"/>
                  <a:gd name="T4" fmla="*/ 1 w 142"/>
                  <a:gd name="T5" fmla="*/ 53 h 56"/>
                  <a:gd name="T6" fmla="*/ 96 w 142"/>
                  <a:gd name="T7" fmla="*/ 0 h 56"/>
                  <a:gd name="T8" fmla="*/ 98 w 142"/>
                  <a:gd name="T9" fmla="*/ 1 h 56"/>
                  <a:gd name="T10" fmla="*/ 141 w 142"/>
                  <a:gd name="T11" fmla="*/ 46 h 56"/>
                  <a:gd name="T12" fmla="*/ 141 w 142"/>
                  <a:gd name="T13" fmla="*/ 48 h 56"/>
                  <a:gd name="T14" fmla="*/ 140 w 142"/>
                  <a:gd name="T15" fmla="*/ 49 h 56"/>
                  <a:gd name="T16" fmla="*/ 2 w 142"/>
                  <a:gd name="T17" fmla="*/ 56 h 56"/>
                  <a:gd name="T18" fmla="*/ 1 w 142"/>
                  <a:gd name="T19" fmla="*/ 56 h 56"/>
                  <a:gd name="T20" fmla="*/ 96 w 142"/>
                  <a:gd name="T21" fmla="*/ 4 h 56"/>
                  <a:gd name="T22" fmla="*/ 9 w 142"/>
                  <a:gd name="T23" fmla="*/ 52 h 56"/>
                  <a:gd name="T24" fmla="*/ 136 w 142"/>
                  <a:gd name="T25" fmla="*/ 46 h 56"/>
                  <a:gd name="T26" fmla="*/ 96 w 142"/>
                  <a:gd name="T27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2" h="56">
                    <a:moveTo>
                      <a:pt x="1" y="56"/>
                    </a:moveTo>
                    <a:cubicBezTo>
                      <a:pt x="1" y="56"/>
                      <a:pt x="0" y="55"/>
                      <a:pt x="0" y="55"/>
                    </a:cubicBezTo>
                    <a:cubicBezTo>
                      <a:pt x="0" y="54"/>
                      <a:pt x="0" y="53"/>
                      <a:pt x="1" y="53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0"/>
                      <a:pt x="97" y="0"/>
                      <a:pt x="98" y="1"/>
                    </a:cubicBezTo>
                    <a:cubicBezTo>
                      <a:pt x="141" y="46"/>
                      <a:pt x="141" y="46"/>
                      <a:pt x="141" y="46"/>
                    </a:cubicBezTo>
                    <a:cubicBezTo>
                      <a:pt x="141" y="46"/>
                      <a:pt x="142" y="47"/>
                      <a:pt x="141" y="48"/>
                    </a:cubicBezTo>
                    <a:cubicBezTo>
                      <a:pt x="141" y="48"/>
                      <a:pt x="141" y="49"/>
                      <a:pt x="140" y="49"/>
                    </a:cubicBezTo>
                    <a:cubicBezTo>
                      <a:pt x="2" y="56"/>
                      <a:pt x="2" y="56"/>
                      <a:pt x="2" y="56"/>
                    </a:cubicBezTo>
                    <a:lnTo>
                      <a:pt x="1" y="56"/>
                    </a:lnTo>
                    <a:close/>
                    <a:moveTo>
                      <a:pt x="96" y="4"/>
                    </a:moveTo>
                    <a:cubicBezTo>
                      <a:pt x="9" y="52"/>
                      <a:pt x="9" y="52"/>
                      <a:pt x="9" y="52"/>
                    </a:cubicBezTo>
                    <a:cubicBezTo>
                      <a:pt x="136" y="46"/>
                      <a:pt x="136" y="46"/>
                      <a:pt x="136" y="46"/>
                    </a:cubicBezTo>
                    <a:lnTo>
                      <a:pt x="96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3" name="Freeform 1146"/>
              <p:cNvSpPr>
                <a:spLocks noEditPoints="1"/>
              </p:cNvSpPr>
              <p:nvPr userDrawn="1"/>
            </p:nvSpPr>
            <p:spPr bwMode="auto">
              <a:xfrm>
                <a:off x="1399" y="508"/>
                <a:ext cx="113" cy="142"/>
              </a:xfrm>
              <a:custGeom>
                <a:avLst/>
                <a:gdLst>
                  <a:gd name="T0" fmla="*/ 90 w 92"/>
                  <a:gd name="T1" fmla="*/ 114 h 114"/>
                  <a:gd name="T2" fmla="*/ 90 w 92"/>
                  <a:gd name="T3" fmla="*/ 114 h 114"/>
                  <a:gd name="T4" fmla="*/ 1 w 92"/>
                  <a:gd name="T5" fmla="*/ 108 h 114"/>
                  <a:gd name="T6" fmla="*/ 0 w 92"/>
                  <a:gd name="T7" fmla="*/ 107 h 114"/>
                  <a:gd name="T8" fmla="*/ 0 w 92"/>
                  <a:gd name="T9" fmla="*/ 105 h 114"/>
                  <a:gd name="T10" fmla="*/ 41 w 92"/>
                  <a:gd name="T11" fmla="*/ 1 h 114"/>
                  <a:gd name="T12" fmla="*/ 42 w 92"/>
                  <a:gd name="T13" fmla="*/ 0 h 114"/>
                  <a:gd name="T14" fmla="*/ 44 w 92"/>
                  <a:gd name="T15" fmla="*/ 1 h 114"/>
                  <a:gd name="T16" fmla="*/ 92 w 92"/>
                  <a:gd name="T17" fmla="*/ 111 h 114"/>
                  <a:gd name="T18" fmla="*/ 92 w 92"/>
                  <a:gd name="T19" fmla="*/ 113 h 114"/>
                  <a:gd name="T20" fmla="*/ 90 w 92"/>
                  <a:gd name="T21" fmla="*/ 114 h 114"/>
                  <a:gd name="T22" fmla="*/ 4 w 92"/>
                  <a:gd name="T23" fmla="*/ 104 h 114"/>
                  <a:gd name="T24" fmla="*/ 88 w 92"/>
                  <a:gd name="T25" fmla="*/ 110 h 114"/>
                  <a:gd name="T26" fmla="*/ 43 w 92"/>
                  <a:gd name="T27" fmla="*/ 6 h 114"/>
                  <a:gd name="T28" fmla="*/ 4 w 92"/>
                  <a:gd name="T29" fmla="*/ 10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2" h="114">
                    <a:moveTo>
                      <a:pt x="90" y="114"/>
                    </a:moveTo>
                    <a:cubicBezTo>
                      <a:pt x="90" y="114"/>
                      <a:pt x="90" y="114"/>
                      <a:pt x="90" y="114"/>
                    </a:cubicBezTo>
                    <a:cubicBezTo>
                      <a:pt x="1" y="108"/>
                      <a:pt x="1" y="108"/>
                      <a:pt x="1" y="108"/>
                    </a:cubicBezTo>
                    <a:cubicBezTo>
                      <a:pt x="1" y="108"/>
                      <a:pt x="0" y="107"/>
                      <a:pt x="0" y="107"/>
                    </a:cubicBezTo>
                    <a:cubicBezTo>
                      <a:pt x="0" y="106"/>
                      <a:pt x="0" y="106"/>
                      <a:pt x="0" y="105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1" y="0"/>
                      <a:pt x="42" y="0"/>
                      <a:pt x="42" y="0"/>
                    </a:cubicBezTo>
                    <a:cubicBezTo>
                      <a:pt x="43" y="0"/>
                      <a:pt x="44" y="0"/>
                      <a:pt x="44" y="1"/>
                    </a:cubicBezTo>
                    <a:cubicBezTo>
                      <a:pt x="92" y="111"/>
                      <a:pt x="92" y="111"/>
                      <a:pt x="92" y="111"/>
                    </a:cubicBezTo>
                    <a:cubicBezTo>
                      <a:pt x="92" y="112"/>
                      <a:pt x="92" y="112"/>
                      <a:pt x="92" y="113"/>
                    </a:cubicBezTo>
                    <a:cubicBezTo>
                      <a:pt x="92" y="113"/>
                      <a:pt x="91" y="114"/>
                      <a:pt x="90" y="114"/>
                    </a:cubicBezTo>
                    <a:close/>
                    <a:moveTo>
                      <a:pt x="4" y="104"/>
                    </a:moveTo>
                    <a:cubicBezTo>
                      <a:pt x="88" y="110"/>
                      <a:pt x="88" y="110"/>
                      <a:pt x="88" y="110"/>
                    </a:cubicBezTo>
                    <a:cubicBezTo>
                      <a:pt x="43" y="6"/>
                      <a:pt x="43" y="6"/>
                      <a:pt x="43" y="6"/>
                    </a:cubicBezTo>
                    <a:lnTo>
                      <a:pt x="4" y="10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4" name="Freeform 1147"/>
              <p:cNvSpPr>
                <a:spLocks noEditPoints="1"/>
              </p:cNvSpPr>
              <p:nvPr userDrawn="1"/>
            </p:nvSpPr>
            <p:spPr bwMode="auto">
              <a:xfrm>
                <a:off x="3017" y="1135"/>
                <a:ext cx="98" cy="76"/>
              </a:xfrm>
              <a:custGeom>
                <a:avLst/>
                <a:gdLst>
                  <a:gd name="T0" fmla="*/ 2 w 79"/>
                  <a:gd name="T1" fmla="*/ 62 h 62"/>
                  <a:gd name="T2" fmla="*/ 1 w 79"/>
                  <a:gd name="T3" fmla="*/ 61 h 62"/>
                  <a:gd name="T4" fmla="*/ 0 w 79"/>
                  <a:gd name="T5" fmla="*/ 60 h 62"/>
                  <a:gd name="T6" fmla="*/ 22 w 79"/>
                  <a:gd name="T7" fmla="*/ 1 h 62"/>
                  <a:gd name="T8" fmla="*/ 24 w 79"/>
                  <a:gd name="T9" fmla="*/ 0 h 62"/>
                  <a:gd name="T10" fmla="*/ 25 w 79"/>
                  <a:gd name="T11" fmla="*/ 0 h 62"/>
                  <a:gd name="T12" fmla="*/ 79 w 79"/>
                  <a:gd name="T13" fmla="*/ 54 h 62"/>
                  <a:gd name="T14" fmla="*/ 79 w 79"/>
                  <a:gd name="T15" fmla="*/ 55 h 62"/>
                  <a:gd name="T16" fmla="*/ 78 w 79"/>
                  <a:gd name="T17" fmla="*/ 56 h 62"/>
                  <a:gd name="T18" fmla="*/ 2 w 79"/>
                  <a:gd name="T19" fmla="*/ 62 h 62"/>
                  <a:gd name="T20" fmla="*/ 25 w 79"/>
                  <a:gd name="T21" fmla="*/ 4 h 62"/>
                  <a:gd name="T22" fmla="*/ 5 w 79"/>
                  <a:gd name="T23" fmla="*/ 58 h 62"/>
                  <a:gd name="T24" fmla="*/ 74 w 79"/>
                  <a:gd name="T25" fmla="*/ 53 h 62"/>
                  <a:gd name="T26" fmla="*/ 25 w 79"/>
                  <a:gd name="T27" fmla="*/ 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" h="62">
                    <a:moveTo>
                      <a:pt x="2" y="62"/>
                    </a:moveTo>
                    <a:cubicBezTo>
                      <a:pt x="2" y="62"/>
                      <a:pt x="1" y="62"/>
                      <a:pt x="1" y="61"/>
                    </a:cubicBezTo>
                    <a:cubicBezTo>
                      <a:pt x="0" y="61"/>
                      <a:pt x="0" y="60"/>
                      <a:pt x="0" y="60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3" y="0"/>
                      <a:pt x="23" y="0"/>
                      <a:pt x="24" y="0"/>
                    </a:cubicBezTo>
                    <a:cubicBezTo>
                      <a:pt x="24" y="0"/>
                      <a:pt x="25" y="0"/>
                      <a:pt x="25" y="0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79" y="54"/>
                      <a:pt x="79" y="55"/>
                      <a:pt x="79" y="55"/>
                    </a:cubicBezTo>
                    <a:cubicBezTo>
                      <a:pt x="79" y="56"/>
                      <a:pt x="78" y="56"/>
                      <a:pt x="78" y="56"/>
                    </a:cubicBezTo>
                    <a:cubicBezTo>
                      <a:pt x="2" y="62"/>
                      <a:pt x="2" y="62"/>
                      <a:pt x="2" y="62"/>
                    </a:cubicBezTo>
                    <a:close/>
                    <a:moveTo>
                      <a:pt x="25" y="4"/>
                    </a:moveTo>
                    <a:cubicBezTo>
                      <a:pt x="5" y="58"/>
                      <a:pt x="5" y="58"/>
                      <a:pt x="5" y="58"/>
                    </a:cubicBezTo>
                    <a:cubicBezTo>
                      <a:pt x="74" y="53"/>
                      <a:pt x="74" y="53"/>
                      <a:pt x="74" y="53"/>
                    </a:cubicBezTo>
                    <a:lnTo>
                      <a:pt x="25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5" name="Freeform 1148"/>
              <p:cNvSpPr>
                <a:spLocks noEditPoints="1"/>
              </p:cNvSpPr>
              <p:nvPr userDrawn="1"/>
            </p:nvSpPr>
            <p:spPr bwMode="auto">
              <a:xfrm>
                <a:off x="2648" y="575"/>
                <a:ext cx="138" cy="166"/>
              </a:xfrm>
              <a:custGeom>
                <a:avLst/>
                <a:gdLst>
                  <a:gd name="T0" fmla="*/ 8 w 111"/>
                  <a:gd name="T1" fmla="*/ 134 h 134"/>
                  <a:gd name="T2" fmla="*/ 8 w 111"/>
                  <a:gd name="T3" fmla="*/ 133 h 134"/>
                  <a:gd name="T4" fmla="*/ 7 w 111"/>
                  <a:gd name="T5" fmla="*/ 132 h 134"/>
                  <a:gd name="T6" fmla="*/ 0 w 111"/>
                  <a:gd name="T7" fmla="*/ 2 h 134"/>
                  <a:gd name="T8" fmla="*/ 0 w 111"/>
                  <a:gd name="T9" fmla="*/ 0 h 134"/>
                  <a:gd name="T10" fmla="*/ 2 w 111"/>
                  <a:gd name="T11" fmla="*/ 0 h 134"/>
                  <a:gd name="T12" fmla="*/ 110 w 111"/>
                  <a:gd name="T13" fmla="*/ 64 h 134"/>
                  <a:gd name="T14" fmla="*/ 111 w 111"/>
                  <a:gd name="T15" fmla="*/ 65 h 134"/>
                  <a:gd name="T16" fmla="*/ 110 w 111"/>
                  <a:gd name="T17" fmla="*/ 67 h 134"/>
                  <a:gd name="T18" fmla="*/ 9 w 111"/>
                  <a:gd name="T19" fmla="*/ 133 h 134"/>
                  <a:gd name="T20" fmla="*/ 8 w 111"/>
                  <a:gd name="T21" fmla="*/ 134 h 134"/>
                  <a:gd name="T22" fmla="*/ 3 w 111"/>
                  <a:gd name="T23" fmla="*/ 5 h 134"/>
                  <a:gd name="T24" fmla="*/ 10 w 111"/>
                  <a:gd name="T25" fmla="*/ 129 h 134"/>
                  <a:gd name="T26" fmla="*/ 106 w 111"/>
                  <a:gd name="T27" fmla="*/ 65 h 134"/>
                  <a:gd name="T28" fmla="*/ 3 w 111"/>
                  <a:gd name="T29" fmla="*/ 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1" h="134">
                    <a:moveTo>
                      <a:pt x="8" y="134"/>
                    </a:moveTo>
                    <a:cubicBezTo>
                      <a:pt x="8" y="133"/>
                      <a:pt x="8" y="133"/>
                      <a:pt x="8" y="133"/>
                    </a:cubicBezTo>
                    <a:cubicBezTo>
                      <a:pt x="7" y="133"/>
                      <a:pt x="7" y="133"/>
                      <a:pt x="7" y="13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110" y="64"/>
                      <a:pt x="110" y="64"/>
                      <a:pt x="110" y="64"/>
                    </a:cubicBezTo>
                    <a:cubicBezTo>
                      <a:pt x="111" y="64"/>
                      <a:pt x="111" y="65"/>
                      <a:pt x="111" y="65"/>
                    </a:cubicBezTo>
                    <a:cubicBezTo>
                      <a:pt x="111" y="66"/>
                      <a:pt x="111" y="66"/>
                      <a:pt x="110" y="67"/>
                    </a:cubicBezTo>
                    <a:cubicBezTo>
                      <a:pt x="9" y="133"/>
                      <a:pt x="9" y="133"/>
                      <a:pt x="9" y="133"/>
                    </a:cubicBezTo>
                    <a:lnTo>
                      <a:pt x="8" y="134"/>
                    </a:lnTo>
                    <a:close/>
                    <a:moveTo>
                      <a:pt x="3" y="5"/>
                    </a:moveTo>
                    <a:cubicBezTo>
                      <a:pt x="10" y="129"/>
                      <a:pt x="10" y="129"/>
                      <a:pt x="10" y="129"/>
                    </a:cubicBezTo>
                    <a:cubicBezTo>
                      <a:pt x="106" y="65"/>
                      <a:pt x="106" y="65"/>
                      <a:pt x="106" y="65"/>
                    </a:cubicBezTo>
                    <a:lnTo>
                      <a:pt x="3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6" name="Freeform 1149"/>
              <p:cNvSpPr>
                <a:spLocks noEditPoints="1"/>
              </p:cNvSpPr>
              <p:nvPr userDrawn="1"/>
            </p:nvSpPr>
            <p:spPr bwMode="auto">
              <a:xfrm>
                <a:off x="2325" y="461"/>
                <a:ext cx="142" cy="122"/>
              </a:xfrm>
              <a:custGeom>
                <a:avLst/>
                <a:gdLst>
                  <a:gd name="T0" fmla="*/ 18 w 114"/>
                  <a:gd name="T1" fmla="*/ 98 h 98"/>
                  <a:gd name="T2" fmla="*/ 17 w 114"/>
                  <a:gd name="T3" fmla="*/ 98 h 98"/>
                  <a:gd name="T4" fmla="*/ 16 w 114"/>
                  <a:gd name="T5" fmla="*/ 96 h 98"/>
                  <a:gd name="T6" fmla="*/ 0 w 114"/>
                  <a:gd name="T7" fmla="*/ 2 h 98"/>
                  <a:gd name="T8" fmla="*/ 1 w 114"/>
                  <a:gd name="T9" fmla="*/ 0 h 98"/>
                  <a:gd name="T10" fmla="*/ 3 w 114"/>
                  <a:gd name="T11" fmla="*/ 0 h 98"/>
                  <a:gd name="T12" fmla="*/ 113 w 114"/>
                  <a:gd name="T13" fmla="*/ 61 h 98"/>
                  <a:gd name="T14" fmla="*/ 114 w 114"/>
                  <a:gd name="T15" fmla="*/ 63 h 98"/>
                  <a:gd name="T16" fmla="*/ 113 w 114"/>
                  <a:gd name="T17" fmla="*/ 64 h 98"/>
                  <a:gd name="T18" fmla="*/ 18 w 114"/>
                  <a:gd name="T19" fmla="*/ 98 h 98"/>
                  <a:gd name="T20" fmla="*/ 4 w 114"/>
                  <a:gd name="T21" fmla="*/ 5 h 98"/>
                  <a:gd name="T22" fmla="*/ 19 w 114"/>
                  <a:gd name="T23" fmla="*/ 94 h 98"/>
                  <a:gd name="T24" fmla="*/ 108 w 114"/>
                  <a:gd name="T25" fmla="*/ 62 h 98"/>
                  <a:gd name="T26" fmla="*/ 4 w 114"/>
                  <a:gd name="T27" fmla="*/ 5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4" h="98">
                    <a:moveTo>
                      <a:pt x="18" y="98"/>
                    </a:moveTo>
                    <a:cubicBezTo>
                      <a:pt x="17" y="98"/>
                      <a:pt x="17" y="98"/>
                      <a:pt x="17" y="98"/>
                    </a:cubicBezTo>
                    <a:cubicBezTo>
                      <a:pt x="17" y="97"/>
                      <a:pt x="16" y="97"/>
                      <a:pt x="16" y="9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4" y="61"/>
                      <a:pt x="114" y="62"/>
                      <a:pt x="114" y="63"/>
                    </a:cubicBezTo>
                    <a:cubicBezTo>
                      <a:pt x="114" y="63"/>
                      <a:pt x="114" y="64"/>
                      <a:pt x="113" y="64"/>
                    </a:cubicBezTo>
                    <a:cubicBezTo>
                      <a:pt x="18" y="98"/>
                      <a:pt x="18" y="98"/>
                      <a:pt x="18" y="98"/>
                    </a:cubicBezTo>
                    <a:close/>
                    <a:moveTo>
                      <a:pt x="4" y="5"/>
                    </a:moveTo>
                    <a:cubicBezTo>
                      <a:pt x="19" y="94"/>
                      <a:pt x="19" y="94"/>
                      <a:pt x="19" y="94"/>
                    </a:cubicBezTo>
                    <a:cubicBezTo>
                      <a:pt x="108" y="62"/>
                      <a:pt x="108" y="62"/>
                      <a:pt x="108" y="62"/>
                    </a:cubicBezTo>
                    <a:lnTo>
                      <a:pt x="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7" name="Freeform 1150"/>
              <p:cNvSpPr>
                <a:spLocks noEditPoints="1"/>
              </p:cNvSpPr>
              <p:nvPr userDrawn="1"/>
            </p:nvSpPr>
            <p:spPr bwMode="auto">
              <a:xfrm>
                <a:off x="2476" y="684"/>
                <a:ext cx="185" cy="89"/>
              </a:xfrm>
              <a:custGeom>
                <a:avLst/>
                <a:gdLst>
                  <a:gd name="T0" fmla="*/ 60 w 149"/>
                  <a:gd name="T1" fmla="*/ 72 h 72"/>
                  <a:gd name="T2" fmla="*/ 59 w 149"/>
                  <a:gd name="T3" fmla="*/ 71 h 72"/>
                  <a:gd name="T4" fmla="*/ 1 w 149"/>
                  <a:gd name="T5" fmla="*/ 3 h 72"/>
                  <a:gd name="T6" fmla="*/ 1 w 149"/>
                  <a:gd name="T7" fmla="*/ 1 h 72"/>
                  <a:gd name="T8" fmla="*/ 3 w 149"/>
                  <a:gd name="T9" fmla="*/ 0 h 72"/>
                  <a:gd name="T10" fmla="*/ 148 w 149"/>
                  <a:gd name="T11" fmla="*/ 42 h 72"/>
                  <a:gd name="T12" fmla="*/ 149 w 149"/>
                  <a:gd name="T13" fmla="*/ 44 h 72"/>
                  <a:gd name="T14" fmla="*/ 148 w 149"/>
                  <a:gd name="T15" fmla="*/ 46 h 72"/>
                  <a:gd name="T16" fmla="*/ 61 w 149"/>
                  <a:gd name="T17" fmla="*/ 72 h 72"/>
                  <a:gd name="T18" fmla="*/ 60 w 149"/>
                  <a:gd name="T19" fmla="*/ 72 h 72"/>
                  <a:gd name="T20" fmla="*/ 7 w 149"/>
                  <a:gd name="T21" fmla="*/ 5 h 72"/>
                  <a:gd name="T22" fmla="*/ 61 w 149"/>
                  <a:gd name="T23" fmla="*/ 68 h 72"/>
                  <a:gd name="T24" fmla="*/ 142 w 149"/>
                  <a:gd name="T25" fmla="*/ 44 h 72"/>
                  <a:gd name="T26" fmla="*/ 7 w 149"/>
                  <a:gd name="T27" fmla="*/ 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72">
                    <a:moveTo>
                      <a:pt x="60" y="72"/>
                    </a:moveTo>
                    <a:cubicBezTo>
                      <a:pt x="60" y="72"/>
                      <a:pt x="60" y="72"/>
                      <a:pt x="59" y="7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148" y="42"/>
                      <a:pt x="148" y="42"/>
                      <a:pt x="148" y="42"/>
                    </a:cubicBezTo>
                    <a:cubicBezTo>
                      <a:pt x="149" y="43"/>
                      <a:pt x="149" y="43"/>
                      <a:pt x="149" y="44"/>
                    </a:cubicBezTo>
                    <a:cubicBezTo>
                      <a:pt x="149" y="45"/>
                      <a:pt x="149" y="45"/>
                      <a:pt x="148" y="46"/>
                    </a:cubicBezTo>
                    <a:cubicBezTo>
                      <a:pt x="61" y="72"/>
                      <a:pt x="61" y="72"/>
                      <a:pt x="61" y="72"/>
                    </a:cubicBezTo>
                    <a:lnTo>
                      <a:pt x="60" y="72"/>
                    </a:lnTo>
                    <a:close/>
                    <a:moveTo>
                      <a:pt x="7" y="5"/>
                    </a:moveTo>
                    <a:cubicBezTo>
                      <a:pt x="61" y="68"/>
                      <a:pt x="61" y="68"/>
                      <a:pt x="61" y="68"/>
                    </a:cubicBezTo>
                    <a:cubicBezTo>
                      <a:pt x="142" y="44"/>
                      <a:pt x="142" y="44"/>
                      <a:pt x="142" y="44"/>
                    </a:cubicBez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8" name="Freeform 1151"/>
              <p:cNvSpPr>
                <a:spLocks noEditPoints="1"/>
              </p:cNvSpPr>
              <p:nvPr userDrawn="1"/>
            </p:nvSpPr>
            <p:spPr bwMode="auto">
              <a:xfrm>
                <a:off x="1509" y="567"/>
                <a:ext cx="158" cy="83"/>
              </a:xfrm>
              <a:custGeom>
                <a:avLst/>
                <a:gdLst>
                  <a:gd name="T0" fmla="*/ 1 w 128"/>
                  <a:gd name="T1" fmla="*/ 67 h 67"/>
                  <a:gd name="T2" fmla="*/ 0 w 128"/>
                  <a:gd name="T3" fmla="*/ 66 h 67"/>
                  <a:gd name="T4" fmla="*/ 0 w 128"/>
                  <a:gd name="T5" fmla="*/ 64 h 67"/>
                  <a:gd name="T6" fmla="*/ 66 w 128"/>
                  <a:gd name="T7" fmla="*/ 1 h 67"/>
                  <a:gd name="T8" fmla="*/ 67 w 128"/>
                  <a:gd name="T9" fmla="*/ 0 h 67"/>
                  <a:gd name="T10" fmla="*/ 127 w 128"/>
                  <a:gd name="T11" fmla="*/ 24 h 67"/>
                  <a:gd name="T12" fmla="*/ 128 w 128"/>
                  <a:gd name="T13" fmla="*/ 25 h 67"/>
                  <a:gd name="T14" fmla="*/ 127 w 128"/>
                  <a:gd name="T15" fmla="*/ 27 h 67"/>
                  <a:gd name="T16" fmla="*/ 2 w 128"/>
                  <a:gd name="T17" fmla="*/ 67 h 67"/>
                  <a:gd name="T18" fmla="*/ 1 w 128"/>
                  <a:gd name="T19" fmla="*/ 67 h 67"/>
                  <a:gd name="T20" fmla="*/ 67 w 128"/>
                  <a:gd name="T21" fmla="*/ 4 h 67"/>
                  <a:gd name="T22" fmla="*/ 8 w 128"/>
                  <a:gd name="T23" fmla="*/ 61 h 67"/>
                  <a:gd name="T24" fmla="*/ 121 w 128"/>
                  <a:gd name="T25" fmla="*/ 25 h 67"/>
                  <a:gd name="T26" fmla="*/ 67 w 128"/>
                  <a:gd name="T27" fmla="*/ 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8" h="67">
                    <a:moveTo>
                      <a:pt x="1" y="67"/>
                    </a:moveTo>
                    <a:cubicBezTo>
                      <a:pt x="1" y="67"/>
                      <a:pt x="0" y="66"/>
                      <a:pt x="0" y="66"/>
                    </a:cubicBezTo>
                    <a:cubicBezTo>
                      <a:pt x="0" y="65"/>
                      <a:pt x="0" y="64"/>
                      <a:pt x="0" y="64"/>
                    </a:cubicBezTo>
                    <a:cubicBezTo>
                      <a:pt x="66" y="1"/>
                      <a:pt x="66" y="1"/>
                      <a:pt x="66" y="1"/>
                    </a:cubicBezTo>
                    <a:cubicBezTo>
                      <a:pt x="66" y="0"/>
                      <a:pt x="67" y="0"/>
                      <a:pt x="67" y="0"/>
                    </a:cubicBezTo>
                    <a:cubicBezTo>
                      <a:pt x="127" y="24"/>
                      <a:pt x="127" y="24"/>
                      <a:pt x="127" y="24"/>
                    </a:cubicBezTo>
                    <a:cubicBezTo>
                      <a:pt x="127" y="24"/>
                      <a:pt x="128" y="25"/>
                      <a:pt x="128" y="25"/>
                    </a:cubicBezTo>
                    <a:cubicBezTo>
                      <a:pt x="128" y="26"/>
                      <a:pt x="127" y="27"/>
                      <a:pt x="127" y="27"/>
                    </a:cubicBezTo>
                    <a:cubicBezTo>
                      <a:pt x="2" y="67"/>
                      <a:pt x="2" y="67"/>
                      <a:pt x="2" y="67"/>
                    </a:cubicBezTo>
                    <a:lnTo>
                      <a:pt x="1" y="67"/>
                    </a:lnTo>
                    <a:close/>
                    <a:moveTo>
                      <a:pt x="67" y="4"/>
                    </a:moveTo>
                    <a:cubicBezTo>
                      <a:pt x="8" y="61"/>
                      <a:pt x="8" y="61"/>
                      <a:pt x="8" y="61"/>
                    </a:cubicBezTo>
                    <a:cubicBezTo>
                      <a:pt x="121" y="25"/>
                      <a:pt x="121" y="25"/>
                      <a:pt x="121" y="25"/>
                    </a:cubicBezTo>
                    <a:lnTo>
                      <a:pt x="6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09" name="Freeform 1152"/>
              <p:cNvSpPr>
                <a:spLocks noEditPoints="1"/>
              </p:cNvSpPr>
              <p:nvPr userDrawn="1"/>
            </p:nvSpPr>
            <p:spPr bwMode="auto">
              <a:xfrm>
                <a:off x="2549" y="768"/>
                <a:ext cx="99" cy="76"/>
              </a:xfrm>
              <a:custGeom>
                <a:avLst/>
                <a:gdLst>
                  <a:gd name="T0" fmla="*/ 78 w 80"/>
                  <a:gd name="T1" fmla="*/ 61 h 61"/>
                  <a:gd name="T2" fmla="*/ 77 w 80"/>
                  <a:gd name="T3" fmla="*/ 61 h 61"/>
                  <a:gd name="T4" fmla="*/ 1 w 80"/>
                  <a:gd name="T5" fmla="*/ 48 h 61"/>
                  <a:gd name="T6" fmla="*/ 0 w 80"/>
                  <a:gd name="T7" fmla="*/ 46 h 61"/>
                  <a:gd name="T8" fmla="*/ 0 w 80"/>
                  <a:gd name="T9" fmla="*/ 2 h 61"/>
                  <a:gd name="T10" fmla="*/ 1 w 80"/>
                  <a:gd name="T11" fmla="*/ 1 h 61"/>
                  <a:gd name="T12" fmla="*/ 3 w 80"/>
                  <a:gd name="T13" fmla="*/ 1 h 61"/>
                  <a:gd name="T14" fmla="*/ 79 w 80"/>
                  <a:gd name="T15" fmla="*/ 58 h 61"/>
                  <a:gd name="T16" fmla="*/ 79 w 80"/>
                  <a:gd name="T17" fmla="*/ 60 h 61"/>
                  <a:gd name="T18" fmla="*/ 78 w 80"/>
                  <a:gd name="T19" fmla="*/ 61 h 61"/>
                  <a:gd name="T20" fmla="*/ 3 w 80"/>
                  <a:gd name="T21" fmla="*/ 45 h 61"/>
                  <a:gd name="T22" fmla="*/ 71 w 80"/>
                  <a:gd name="T23" fmla="*/ 57 h 61"/>
                  <a:gd name="T24" fmla="*/ 3 w 80"/>
                  <a:gd name="T25" fmla="*/ 6 h 61"/>
                  <a:gd name="T26" fmla="*/ 3 w 80"/>
                  <a:gd name="T27" fmla="*/ 45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61">
                    <a:moveTo>
                      <a:pt x="78" y="61"/>
                    </a:moveTo>
                    <a:cubicBezTo>
                      <a:pt x="77" y="61"/>
                      <a:pt x="77" y="61"/>
                      <a:pt x="77" y="61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0" y="48"/>
                      <a:pt x="0" y="47"/>
                      <a:pt x="0" y="4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1"/>
                      <a:pt x="3" y="1"/>
                    </a:cubicBezTo>
                    <a:cubicBezTo>
                      <a:pt x="79" y="58"/>
                      <a:pt x="79" y="58"/>
                      <a:pt x="79" y="58"/>
                    </a:cubicBezTo>
                    <a:cubicBezTo>
                      <a:pt x="79" y="59"/>
                      <a:pt x="80" y="60"/>
                      <a:pt x="79" y="60"/>
                    </a:cubicBezTo>
                    <a:cubicBezTo>
                      <a:pt x="79" y="61"/>
                      <a:pt x="78" y="61"/>
                      <a:pt x="78" y="61"/>
                    </a:cubicBezTo>
                    <a:close/>
                    <a:moveTo>
                      <a:pt x="3" y="45"/>
                    </a:moveTo>
                    <a:cubicBezTo>
                      <a:pt x="71" y="57"/>
                      <a:pt x="71" y="57"/>
                      <a:pt x="71" y="57"/>
                    </a:cubicBezTo>
                    <a:cubicBezTo>
                      <a:pt x="3" y="6"/>
                      <a:pt x="3" y="6"/>
                      <a:pt x="3" y="6"/>
                    </a:cubicBezTo>
                    <a:lnTo>
                      <a:pt x="3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0" name="Freeform 1153"/>
              <p:cNvSpPr>
                <a:spLocks noEditPoints="1"/>
              </p:cNvSpPr>
              <p:nvPr userDrawn="1"/>
            </p:nvSpPr>
            <p:spPr bwMode="auto">
              <a:xfrm>
                <a:off x="2052" y="461"/>
                <a:ext cx="103" cy="70"/>
              </a:xfrm>
              <a:custGeom>
                <a:avLst/>
                <a:gdLst>
                  <a:gd name="T0" fmla="*/ 60 w 83"/>
                  <a:gd name="T1" fmla="*/ 56 h 56"/>
                  <a:gd name="T2" fmla="*/ 59 w 83"/>
                  <a:gd name="T3" fmla="*/ 55 h 56"/>
                  <a:gd name="T4" fmla="*/ 1 w 83"/>
                  <a:gd name="T5" fmla="*/ 3 h 56"/>
                  <a:gd name="T6" fmla="*/ 0 w 83"/>
                  <a:gd name="T7" fmla="*/ 1 h 56"/>
                  <a:gd name="T8" fmla="*/ 2 w 83"/>
                  <a:gd name="T9" fmla="*/ 0 h 56"/>
                  <a:gd name="T10" fmla="*/ 82 w 83"/>
                  <a:gd name="T11" fmla="*/ 2 h 56"/>
                  <a:gd name="T12" fmla="*/ 83 w 83"/>
                  <a:gd name="T13" fmla="*/ 3 h 56"/>
                  <a:gd name="T14" fmla="*/ 83 w 83"/>
                  <a:gd name="T15" fmla="*/ 5 h 56"/>
                  <a:gd name="T16" fmla="*/ 62 w 83"/>
                  <a:gd name="T17" fmla="*/ 55 h 56"/>
                  <a:gd name="T18" fmla="*/ 61 w 83"/>
                  <a:gd name="T19" fmla="*/ 56 h 56"/>
                  <a:gd name="T20" fmla="*/ 60 w 83"/>
                  <a:gd name="T21" fmla="*/ 56 h 56"/>
                  <a:gd name="T22" fmla="*/ 7 w 83"/>
                  <a:gd name="T23" fmla="*/ 4 h 56"/>
                  <a:gd name="T24" fmla="*/ 60 w 83"/>
                  <a:gd name="T25" fmla="*/ 51 h 56"/>
                  <a:gd name="T26" fmla="*/ 79 w 83"/>
                  <a:gd name="T27" fmla="*/ 6 h 56"/>
                  <a:gd name="T28" fmla="*/ 7 w 83"/>
                  <a:gd name="T29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3" h="56">
                    <a:moveTo>
                      <a:pt x="60" y="56"/>
                    </a:moveTo>
                    <a:cubicBezTo>
                      <a:pt x="60" y="56"/>
                      <a:pt x="60" y="56"/>
                      <a:pt x="59" y="55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82" y="2"/>
                      <a:pt x="82" y="2"/>
                      <a:pt x="82" y="2"/>
                    </a:cubicBezTo>
                    <a:cubicBezTo>
                      <a:pt x="82" y="2"/>
                      <a:pt x="83" y="3"/>
                      <a:pt x="83" y="3"/>
                    </a:cubicBezTo>
                    <a:cubicBezTo>
                      <a:pt x="83" y="4"/>
                      <a:pt x="83" y="4"/>
                      <a:pt x="83" y="5"/>
                    </a:cubicBezTo>
                    <a:cubicBezTo>
                      <a:pt x="62" y="55"/>
                      <a:pt x="62" y="55"/>
                      <a:pt x="62" y="55"/>
                    </a:cubicBezTo>
                    <a:cubicBezTo>
                      <a:pt x="62" y="55"/>
                      <a:pt x="61" y="56"/>
                      <a:pt x="61" y="56"/>
                    </a:cubicBezTo>
                    <a:lnTo>
                      <a:pt x="60" y="56"/>
                    </a:lnTo>
                    <a:close/>
                    <a:moveTo>
                      <a:pt x="7" y="4"/>
                    </a:moveTo>
                    <a:cubicBezTo>
                      <a:pt x="60" y="51"/>
                      <a:pt x="60" y="51"/>
                      <a:pt x="60" y="51"/>
                    </a:cubicBezTo>
                    <a:cubicBezTo>
                      <a:pt x="79" y="6"/>
                      <a:pt x="79" y="6"/>
                      <a:pt x="79" y="6"/>
                    </a:cubicBezTo>
                    <a:lnTo>
                      <a:pt x="7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1" name="Oval 1154"/>
              <p:cNvSpPr>
                <a:spLocks noChangeArrowheads="1"/>
              </p:cNvSpPr>
              <p:nvPr userDrawn="1"/>
            </p:nvSpPr>
            <p:spPr bwMode="auto">
              <a:xfrm>
                <a:off x="2733" y="1228"/>
                <a:ext cx="18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2" name="Oval 1155"/>
              <p:cNvSpPr>
                <a:spLocks noChangeArrowheads="1"/>
              </p:cNvSpPr>
              <p:nvPr userDrawn="1"/>
            </p:nvSpPr>
            <p:spPr bwMode="auto">
              <a:xfrm>
                <a:off x="2385" y="1172"/>
                <a:ext cx="17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3" name="Oval 1156"/>
              <p:cNvSpPr>
                <a:spLocks noChangeArrowheads="1"/>
              </p:cNvSpPr>
              <p:nvPr userDrawn="1"/>
            </p:nvSpPr>
            <p:spPr bwMode="auto">
              <a:xfrm>
                <a:off x="2515" y="5"/>
                <a:ext cx="17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4" name="Oval 1157"/>
              <p:cNvSpPr>
                <a:spLocks noChangeArrowheads="1"/>
              </p:cNvSpPr>
              <p:nvPr userDrawn="1"/>
            </p:nvSpPr>
            <p:spPr bwMode="auto">
              <a:xfrm>
                <a:off x="2270" y="1294"/>
                <a:ext cx="17" cy="1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5" name="Oval 1158"/>
              <p:cNvSpPr>
                <a:spLocks noChangeArrowheads="1"/>
              </p:cNvSpPr>
              <p:nvPr userDrawn="1"/>
            </p:nvSpPr>
            <p:spPr bwMode="auto">
              <a:xfrm>
                <a:off x="2790" y="1105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6" name="Oval 1159"/>
              <p:cNvSpPr>
                <a:spLocks noChangeArrowheads="1"/>
              </p:cNvSpPr>
              <p:nvPr userDrawn="1"/>
            </p:nvSpPr>
            <p:spPr bwMode="auto">
              <a:xfrm>
                <a:off x="3247" y="761"/>
                <a:ext cx="18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7" name="Oval 1160"/>
              <p:cNvSpPr>
                <a:spLocks noChangeArrowheads="1"/>
              </p:cNvSpPr>
              <p:nvPr userDrawn="1"/>
            </p:nvSpPr>
            <p:spPr bwMode="auto">
              <a:xfrm>
                <a:off x="3193" y="642"/>
                <a:ext cx="19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8" name="Oval 1161"/>
              <p:cNvSpPr>
                <a:spLocks noChangeArrowheads="1"/>
              </p:cNvSpPr>
              <p:nvPr userDrawn="1"/>
            </p:nvSpPr>
            <p:spPr bwMode="auto">
              <a:xfrm>
                <a:off x="2632" y="980"/>
                <a:ext cx="19" cy="1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19" name="Oval 1162"/>
              <p:cNvSpPr>
                <a:spLocks noChangeArrowheads="1"/>
              </p:cNvSpPr>
              <p:nvPr userDrawn="1"/>
            </p:nvSpPr>
            <p:spPr bwMode="auto">
              <a:xfrm>
                <a:off x="2771" y="31"/>
                <a:ext cx="17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0" name="Oval 1163"/>
              <p:cNvSpPr>
                <a:spLocks noChangeArrowheads="1"/>
              </p:cNvSpPr>
              <p:nvPr userDrawn="1"/>
            </p:nvSpPr>
            <p:spPr bwMode="auto">
              <a:xfrm>
                <a:off x="2453" y="1114"/>
                <a:ext cx="18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1" name="Oval 1164"/>
              <p:cNvSpPr>
                <a:spLocks noChangeArrowheads="1"/>
              </p:cNvSpPr>
              <p:nvPr userDrawn="1"/>
            </p:nvSpPr>
            <p:spPr bwMode="auto">
              <a:xfrm>
                <a:off x="2590" y="1041"/>
                <a:ext cx="16" cy="1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2" name="Oval 1165"/>
              <p:cNvSpPr>
                <a:spLocks noChangeArrowheads="1"/>
              </p:cNvSpPr>
              <p:nvPr userDrawn="1"/>
            </p:nvSpPr>
            <p:spPr bwMode="auto">
              <a:xfrm>
                <a:off x="3298" y="751"/>
                <a:ext cx="15" cy="1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3" name="Oval 1166"/>
              <p:cNvSpPr>
                <a:spLocks noChangeArrowheads="1"/>
              </p:cNvSpPr>
              <p:nvPr userDrawn="1"/>
            </p:nvSpPr>
            <p:spPr bwMode="auto">
              <a:xfrm>
                <a:off x="3355" y="861"/>
                <a:ext cx="9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4" name="Oval 1167"/>
              <p:cNvSpPr>
                <a:spLocks noChangeArrowheads="1"/>
              </p:cNvSpPr>
              <p:nvPr userDrawn="1"/>
            </p:nvSpPr>
            <p:spPr bwMode="auto">
              <a:xfrm>
                <a:off x="2384" y="678"/>
                <a:ext cx="8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5" name="Oval 1168"/>
              <p:cNvSpPr>
                <a:spLocks noChangeArrowheads="1"/>
              </p:cNvSpPr>
              <p:nvPr userDrawn="1"/>
            </p:nvSpPr>
            <p:spPr bwMode="auto">
              <a:xfrm>
                <a:off x="3475" y="1026"/>
                <a:ext cx="9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6" name="Oval 1169"/>
              <p:cNvSpPr>
                <a:spLocks noChangeArrowheads="1"/>
              </p:cNvSpPr>
              <p:nvPr userDrawn="1"/>
            </p:nvSpPr>
            <p:spPr bwMode="auto">
              <a:xfrm>
                <a:off x="3012" y="746"/>
                <a:ext cx="9" cy="1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7" name="Oval 1170"/>
              <p:cNvSpPr>
                <a:spLocks noChangeArrowheads="1"/>
              </p:cNvSpPr>
              <p:nvPr userDrawn="1"/>
            </p:nvSpPr>
            <p:spPr bwMode="auto">
              <a:xfrm>
                <a:off x="3382" y="626"/>
                <a:ext cx="9" cy="1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8" name="Oval 1171"/>
              <p:cNvSpPr>
                <a:spLocks noChangeArrowheads="1"/>
              </p:cNvSpPr>
              <p:nvPr userDrawn="1"/>
            </p:nvSpPr>
            <p:spPr bwMode="auto">
              <a:xfrm>
                <a:off x="3369" y="1007"/>
                <a:ext cx="8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9" name="Oval 1172"/>
              <p:cNvSpPr>
                <a:spLocks noChangeArrowheads="1"/>
              </p:cNvSpPr>
              <p:nvPr userDrawn="1"/>
            </p:nvSpPr>
            <p:spPr bwMode="auto">
              <a:xfrm>
                <a:off x="3021" y="650"/>
                <a:ext cx="9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0" name="Oval 1173"/>
              <p:cNvSpPr>
                <a:spLocks noChangeArrowheads="1"/>
              </p:cNvSpPr>
              <p:nvPr userDrawn="1"/>
            </p:nvSpPr>
            <p:spPr bwMode="auto">
              <a:xfrm>
                <a:off x="2905" y="1226"/>
                <a:ext cx="7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1" name="Oval 1174"/>
              <p:cNvSpPr>
                <a:spLocks noChangeArrowheads="1"/>
              </p:cNvSpPr>
              <p:nvPr userDrawn="1"/>
            </p:nvSpPr>
            <p:spPr bwMode="auto">
              <a:xfrm>
                <a:off x="2689" y="640"/>
                <a:ext cx="8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2" name="Oval 1175"/>
              <p:cNvSpPr>
                <a:spLocks noChangeArrowheads="1"/>
              </p:cNvSpPr>
              <p:nvPr userDrawn="1"/>
            </p:nvSpPr>
            <p:spPr bwMode="auto">
              <a:xfrm>
                <a:off x="2756" y="1011"/>
                <a:ext cx="8" cy="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3" name="Oval 1176"/>
              <p:cNvSpPr>
                <a:spLocks noChangeArrowheads="1"/>
              </p:cNvSpPr>
              <p:nvPr userDrawn="1"/>
            </p:nvSpPr>
            <p:spPr bwMode="auto">
              <a:xfrm>
                <a:off x="2893" y="1169"/>
                <a:ext cx="13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4" name="Oval 1177"/>
              <p:cNvSpPr>
                <a:spLocks noChangeArrowheads="1"/>
              </p:cNvSpPr>
              <p:nvPr userDrawn="1"/>
            </p:nvSpPr>
            <p:spPr bwMode="auto">
              <a:xfrm>
                <a:off x="3229" y="732"/>
                <a:ext cx="12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5" name="Oval 1178"/>
              <p:cNvSpPr>
                <a:spLocks noChangeArrowheads="1"/>
              </p:cNvSpPr>
              <p:nvPr userDrawn="1"/>
            </p:nvSpPr>
            <p:spPr bwMode="auto">
              <a:xfrm>
                <a:off x="2803" y="1058"/>
                <a:ext cx="13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6" name="Oval 1179"/>
              <p:cNvSpPr>
                <a:spLocks noChangeArrowheads="1"/>
              </p:cNvSpPr>
              <p:nvPr userDrawn="1"/>
            </p:nvSpPr>
            <p:spPr bwMode="auto">
              <a:xfrm>
                <a:off x="2746" y="1332"/>
                <a:ext cx="19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7" name="Oval 1180"/>
              <p:cNvSpPr>
                <a:spLocks noChangeArrowheads="1"/>
              </p:cNvSpPr>
              <p:nvPr userDrawn="1"/>
            </p:nvSpPr>
            <p:spPr bwMode="auto">
              <a:xfrm>
                <a:off x="2707" y="1109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8" name="Oval 1181"/>
              <p:cNvSpPr>
                <a:spLocks noChangeArrowheads="1"/>
              </p:cNvSpPr>
              <p:nvPr userDrawn="1"/>
            </p:nvSpPr>
            <p:spPr bwMode="auto">
              <a:xfrm>
                <a:off x="2619" y="1065"/>
                <a:ext cx="17" cy="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9" name="Oval 1182"/>
              <p:cNvSpPr>
                <a:spLocks noChangeArrowheads="1"/>
              </p:cNvSpPr>
              <p:nvPr userDrawn="1"/>
            </p:nvSpPr>
            <p:spPr bwMode="auto">
              <a:xfrm>
                <a:off x="3066" y="654"/>
                <a:ext cx="14" cy="1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0" name="Oval 1183"/>
              <p:cNvSpPr>
                <a:spLocks noChangeArrowheads="1"/>
              </p:cNvSpPr>
              <p:nvPr userDrawn="1"/>
            </p:nvSpPr>
            <p:spPr bwMode="auto">
              <a:xfrm>
                <a:off x="2832" y="1116"/>
                <a:ext cx="10" cy="1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1" name="Oval 1184"/>
              <p:cNvSpPr>
                <a:spLocks noChangeArrowheads="1"/>
              </p:cNvSpPr>
              <p:nvPr userDrawn="1"/>
            </p:nvSpPr>
            <p:spPr bwMode="auto">
              <a:xfrm>
                <a:off x="2324" y="-207"/>
                <a:ext cx="8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2" name="Oval 1185"/>
              <p:cNvSpPr>
                <a:spLocks noChangeArrowheads="1"/>
              </p:cNvSpPr>
              <p:nvPr userDrawn="1"/>
            </p:nvSpPr>
            <p:spPr bwMode="auto">
              <a:xfrm>
                <a:off x="2552" y="-110"/>
                <a:ext cx="6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3" name="Oval 1186"/>
              <p:cNvSpPr>
                <a:spLocks noChangeArrowheads="1"/>
              </p:cNvSpPr>
              <p:nvPr userDrawn="1"/>
            </p:nvSpPr>
            <p:spPr bwMode="auto">
              <a:xfrm>
                <a:off x="2764" y="1377"/>
                <a:ext cx="6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4" name="Oval 1187"/>
              <p:cNvSpPr>
                <a:spLocks noChangeArrowheads="1"/>
              </p:cNvSpPr>
              <p:nvPr userDrawn="1"/>
            </p:nvSpPr>
            <p:spPr bwMode="auto">
              <a:xfrm>
                <a:off x="2787" y="1189"/>
                <a:ext cx="6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5" name="Oval 1188"/>
              <p:cNvSpPr>
                <a:spLocks noChangeArrowheads="1"/>
              </p:cNvSpPr>
              <p:nvPr userDrawn="1"/>
            </p:nvSpPr>
            <p:spPr bwMode="auto">
              <a:xfrm>
                <a:off x="2959" y="1060"/>
                <a:ext cx="12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6" name="Oval 1189"/>
              <p:cNvSpPr>
                <a:spLocks noChangeArrowheads="1"/>
              </p:cNvSpPr>
              <p:nvPr userDrawn="1"/>
            </p:nvSpPr>
            <p:spPr bwMode="auto">
              <a:xfrm>
                <a:off x="2900" y="1018"/>
                <a:ext cx="13" cy="1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7" name="Oval 1190"/>
              <p:cNvSpPr>
                <a:spLocks noChangeArrowheads="1"/>
              </p:cNvSpPr>
              <p:nvPr userDrawn="1"/>
            </p:nvSpPr>
            <p:spPr bwMode="auto">
              <a:xfrm>
                <a:off x="2824" y="1320"/>
                <a:ext cx="13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8" name="Oval 1191"/>
              <p:cNvSpPr>
                <a:spLocks noChangeArrowheads="1"/>
              </p:cNvSpPr>
              <p:nvPr userDrawn="1"/>
            </p:nvSpPr>
            <p:spPr bwMode="auto">
              <a:xfrm>
                <a:off x="3030" y="559"/>
                <a:ext cx="11" cy="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9" name="Oval 1192"/>
              <p:cNvSpPr>
                <a:spLocks noChangeArrowheads="1"/>
              </p:cNvSpPr>
              <p:nvPr userDrawn="1"/>
            </p:nvSpPr>
            <p:spPr bwMode="auto">
              <a:xfrm>
                <a:off x="2762" y="1268"/>
                <a:ext cx="9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0" name="Oval 1193"/>
              <p:cNvSpPr>
                <a:spLocks noChangeArrowheads="1"/>
              </p:cNvSpPr>
              <p:nvPr userDrawn="1"/>
            </p:nvSpPr>
            <p:spPr bwMode="auto">
              <a:xfrm>
                <a:off x="2858" y="1364"/>
                <a:ext cx="12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1" name="Oval 1194"/>
              <p:cNvSpPr>
                <a:spLocks noChangeArrowheads="1"/>
              </p:cNvSpPr>
              <p:nvPr userDrawn="1"/>
            </p:nvSpPr>
            <p:spPr bwMode="auto">
              <a:xfrm>
                <a:off x="2830" y="1171"/>
                <a:ext cx="13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2" name="Oval 1195"/>
              <p:cNvSpPr>
                <a:spLocks noChangeArrowheads="1"/>
              </p:cNvSpPr>
              <p:nvPr userDrawn="1"/>
            </p:nvSpPr>
            <p:spPr bwMode="auto">
              <a:xfrm>
                <a:off x="3051" y="1058"/>
                <a:ext cx="15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3" name="Oval 1196"/>
              <p:cNvSpPr>
                <a:spLocks noChangeArrowheads="1"/>
              </p:cNvSpPr>
              <p:nvPr userDrawn="1"/>
            </p:nvSpPr>
            <p:spPr bwMode="auto">
              <a:xfrm>
                <a:off x="3020" y="984"/>
                <a:ext cx="7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4" name="Oval 1197"/>
              <p:cNvSpPr>
                <a:spLocks noChangeArrowheads="1"/>
              </p:cNvSpPr>
              <p:nvPr userDrawn="1"/>
            </p:nvSpPr>
            <p:spPr bwMode="auto">
              <a:xfrm>
                <a:off x="3182" y="901"/>
                <a:ext cx="12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5" name="Oval 1198"/>
              <p:cNvSpPr>
                <a:spLocks noChangeArrowheads="1"/>
              </p:cNvSpPr>
              <p:nvPr userDrawn="1"/>
            </p:nvSpPr>
            <p:spPr bwMode="auto">
              <a:xfrm>
                <a:off x="3063" y="1011"/>
                <a:ext cx="12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6" name="Oval 1199"/>
              <p:cNvSpPr>
                <a:spLocks noChangeArrowheads="1"/>
              </p:cNvSpPr>
              <p:nvPr userDrawn="1"/>
            </p:nvSpPr>
            <p:spPr bwMode="auto">
              <a:xfrm>
                <a:off x="2931" y="986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7" name="Oval 1200"/>
              <p:cNvSpPr>
                <a:spLocks noChangeArrowheads="1"/>
              </p:cNvSpPr>
              <p:nvPr userDrawn="1"/>
            </p:nvSpPr>
            <p:spPr bwMode="auto">
              <a:xfrm>
                <a:off x="3083" y="1103"/>
                <a:ext cx="10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8" name="Oval 1201"/>
              <p:cNvSpPr>
                <a:spLocks noChangeArrowheads="1"/>
              </p:cNvSpPr>
              <p:nvPr userDrawn="1"/>
            </p:nvSpPr>
            <p:spPr bwMode="auto">
              <a:xfrm>
                <a:off x="2535" y="1093"/>
                <a:ext cx="10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9" name="Oval 1202"/>
              <p:cNvSpPr>
                <a:spLocks noChangeArrowheads="1"/>
              </p:cNvSpPr>
              <p:nvPr userDrawn="1"/>
            </p:nvSpPr>
            <p:spPr bwMode="auto">
              <a:xfrm>
                <a:off x="3053" y="896"/>
                <a:ext cx="10" cy="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0" name="Oval 1203"/>
              <p:cNvSpPr>
                <a:spLocks noChangeArrowheads="1"/>
              </p:cNvSpPr>
              <p:nvPr userDrawn="1"/>
            </p:nvSpPr>
            <p:spPr bwMode="auto">
              <a:xfrm>
                <a:off x="3173" y="749"/>
                <a:ext cx="9" cy="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1" name="Oval 1204"/>
              <p:cNvSpPr>
                <a:spLocks noChangeArrowheads="1"/>
              </p:cNvSpPr>
              <p:nvPr userDrawn="1"/>
            </p:nvSpPr>
            <p:spPr bwMode="auto">
              <a:xfrm>
                <a:off x="3214" y="881"/>
                <a:ext cx="6" cy="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2" name="Oval 1205"/>
              <p:cNvSpPr>
                <a:spLocks noChangeArrowheads="1"/>
              </p:cNvSpPr>
              <p:nvPr userDrawn="1"/>
            </p:nvSpPr>
            <p:spPr bwMode="auto">
              <a:xfrm>
                <a:off x="3101" y="1020"/>
                <a:ext cx="13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3" name="Oval 1206"/>
              <p:cNvSpPr>
                <a:spLocks noChangeArrowheads="1"/>
              </p:cNvSpPr>
              <p:nvPr userDrawn="1"/>
            </p:nvSpPr>
            <p:spPr bwMode="auto">
              <a:xfrm>
                <a:off x="2844" y="731"/>
                <a:ext cx="16" cy="1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4" name="Oval 1207"/>
              <p:cNvSpPr>
                <a:spLocks noChangeArrowheads="1"/>
              </p:cNvSpPr>
              <p:nvPr userDrawn="1"/>
            </p:nvSpPr>
            <p:spPr bwMode="auto">
              <a:xfrm>
                <a:off x="2642" y="989"/>
                <a:ext cx="8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5" name="Oval 1208"/>
              <p:cNvSpPr>
                <a:spLocks noChangeArrowheads="1"/>
              </p:cNvSpPr>
              <p:nvPr userDrawn="1"/>
            </p:nvSpPr>
            <p:spPr bwMode="auto">
              <a:xfrm>
                <a:off x="1128" y="89"/>
                <a:ext cx="7" cy="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6" name="Oval 1209"/>
              <p:cNvSpPr>
                <a:spLocks noChangeArrowheads="1"/>
              </p:cNvSpPr>
              <p:nvPr userDrawn="1"/>
            </p:nvSpPr>
            <p:spPr bwMode="auto">
              <a:xfrm>
                <a:off x="2781" y="895"/>
                <a:ext cx="11" cy="1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sp>
          <p:nvSpPr>
            <p:cNvPr id="15" name="Oval 1211"/>
            <p:cNvSpPr>
              <a:spLocks noChangeArrowheads="1"/>
            </p:cNvSpPr>
            <p:nvPr userDrawn="1"/>
          </p:nvSpPr>
          <p:spPr bwMode="auto">
            <a:xfrm>
              <a:off x="4498976" y="1079500"/>
              <a:ext cx="19050" cy="2063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Oval 1212"/>
            <p:cNvSpPr>
              <a:spLocks noChangeArrowheads="1"/>
            </p:cNvSpPr>
            <p:nvPr userDrawn="1"/>
          </p:nvSpPr>
          <p:spPr bwMode="auto">
            <a:xfrm>
              <a:off x="4249738" y="1430337"/>
              <a:ext cx="14288" cy="1587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Oval 1213"/>
            <p:cNvSpPr>
              <a:spLocks noChangeArrowheads="1"/>
            </p:cNvSpPr>
            <p:nvPr userDrawn="1"/>
          </p:nvSpPr>
          <p:spPr bwMode="auto">
            <a:xfrm>
              <a:off x="723901" y="1860550"/>
              <a:ext cx="9525" cy="95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Oval 1214"/>
            <p:cNvSpPr>
              <a:spLocks noChangeArrowheads="1"/>
            </p:cNvSpPr>
            <p:nvPr userDrawn="1"/>
          </p:nvSpPr>
          <p:spPr bwMode="auto">
            <a:xfrm>
              <a:off x="4418013" y="1552575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1215"/>
            <p:cNvSpPr>
              <a:spLocks/>
            </p:cNvSpPr>
            <p:nvPr userDrawn="1"/>
          </p:nvSpPr>
          <p:spPr bwMode="auto">
            <a:xfrm>
              <a:off x="4951413" y="1203325"/>
              <a:ext cx="11113" cy="12700"/>
            </a:xfrm>
            <a:custGeom>
              <a:avLst/>
              <a:gdLst>
                <a:gd name="T0" fmla="*/ 6 w 6"/>
                <a:gd name="T1" fmla="*/ 4 h 6"/>
                <a:gd name="T2" fmla="*/ 2 w 6"/>
                <a:gd name="T3" fmla="*/ 6 h 6"/>
                <a:gd name="T4" fmla="*/ 0 w 6"/>
                <a:gd name="T5" fmla="*/ 2 h 6"/>
                <a:gd name="T6" fmla="*/ 4 w 6"/>
                <a:gd name="T7" fmla="*/ 1 h 6"/>
                <a:gd name="T8" fmla="*/ 6 w 6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4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6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0" name="Freeform 1216"/>
            <p:cNvSpPr>
              <a:spLocks/>
            </p:cNvSpPr>
            <p:nvPr userDrawn="1"/>
          </p:nvSpPr>
          <p:spPr bwMode="auto">
            <a:xfrm>
              <a:off x="5203826" y="1120775"/>
              <a:ext cx="22225" cy="22225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7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8" y="10"/>
                    <a:pt x="5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1217"/>
            <p:cNvSpPr>
              <a:spLocks/>
            </p:cNvSpPr>
            <p:nvPr userDrawn="1"/>
          </p:nvSpPr>
          <p:spPr bwMode="auto">
            <a:xfrm>
              <a:off x="4989513" y="1274762"/>
              <a:ext cx="22225" cy="22225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2" y="1"/>
                    <a:pt x="5" y="0"/>
                    <a:pt x="8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1218"/>
            <p:cNvSpPr>
              <a:spLocks/>
            </p:cNvSpPr>
            <p:nvPr userDrawn="1"/>
          </p:nvSpPr>
          <p:spPr bwMode="auto">
            <a:xfrm>
              <a:off x="5340351" y="1274762"/>
              <a:ext cx="12700" cy="14288"/>
            </a:xfrm>
            <a:custGeom>
              <a:avLst/>
              <a:gdLst>
                <a:gd name="T0" fmla="*/ 6 w 7"/>
                <a:gd name="T1" fmla="*/ 5 h 7"/>
                <a:gd name="T2" fmla="*/ 2 w 7"/>
                <a:gd name="T3" fmla="*/ 6 h 7"/>
                <a:gd name="T4" fmla="*/ 1 w 7"/>
                <a:gd name="T5" fmla="*/ 2 h 7"/>
                <a:gd name="T6" fmla="*/ 5 w 7"/>
                <a:gd name="T7" fmla="*/ 1 h 7"/>
                <a:gd name="T8" fmla="*/ 6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4" y="7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7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1219"/>
            <p:cNvSpPr>
              <a:spLocks/>
            </p:cNvSpPr>
            <p:nvPr userDrawn="1"/>
          </p:nvSpPr>
          <p:spPr bwMode="auto">
            <a:xfrm>
              <a:off x="3711576" y="1806575"/>
              <a:ext cx="20638" cy="22225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4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1"/>
                    <a:pt x="5" y="0"/>
                    <a:pt x="8" y="1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4" name="Freeform 1220"/>
            <p:cNvSpPr>
              <a:spLocks/>
            </p:cNvSpPr>
            <p:nvPr userDrawn="1"/>
          </p:nvSpPr>
          <p:spPr bwMode="auto">
            <a:xfrm>
              <a:off x="5154613" y="1285875"/>
              <a:ext cx="23813" cy="23813"/>
            </a:xfrm>
            <a:custGeom>
              <a:avLst/>
              <a:gdLst>
                <a:gd name="T0" fmla="*/ 11 w 12"/>
                <a:gd name="T1" fmla="*/ 8 h 12"/>
                <a:gd name="T2" fmla="*/ 4 w 12"/>
                <a:gd name="T3" fmla="*/ 10 h 12"/>
                <a:gd name="T4" fmla="*/ 1 w 12"/>
                <a:gd name="T5" fmla="*/ 4 h 12"/>
                <a:gd name="T6" fmla="*/ 8 w 12"/>
                <a:gd name="T7" fmla="*/ 1 h 12"/>
                <a:gd name="T8" fmla="*/ 11 w 12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1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3"/>
                    <a:pt x="12" y="6"/>
                    <a:pt x="1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5" name="Freeform 1221"/>
            <p:cNvSpPr>
              <a:spLocks/>
            </p:cNvSpPr>
            <p:nvPr userDrawn="1"/>
          </p:nvSpPr>
          <p:spPr bwMode="auto">
            <a:xfrm>
              <a:off x="4159251" y="1247775"/>
              <a:ext cx="22225" cy="20638"/>
            </a:xfrm>
            <a:custGeom>
              <a:avLst/>
              <a:gdLst>
                <a:gd name="T0" fmla="*/ 7 w 11"/>
                <a:gd name="T1" fmla="*/ 10 h 11"/>
                <a:gd name="T2" fmla="*/ 1 w 11"/>
                <a:gd name="T3" fmla="*/ 7 h 11"/>
                <a:gd name="T4" fmla="*/ 4 w 11"/>
                <a:gd name="T5" fmla="*/ 1 h 11"/>
                <a:gd name="T6" fmla="*/ 10 w 11"/>
                <a:gd name="T7" fmla="*/ 4 h 11"/>
                <a:gd name="T8" fmla="*/ 7 w 11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7" y="10"/>
                  </a:moveTo>
                  <a:cubicBezTo>
                    <a:pt x="4" y="11"/>
                    <a:pt x="1" y="9"/>
                    <a:pt x="1" y="7"/>
                  </a:cubicBez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9" y="1"/>
                    <a:pt x="10" y="4"/>
                  </a:cubicBezTo>
                  <a:cubicBezTo>
                    <a:pt x="11" y="7"/>
                    <a:pt x="9" y="9"/>
                    <a:pt x="7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" name="Freeform 1222"/>
            <p:cNvSpPr>
              <a:spLocks/>
            </p:cNvSpPr>
            <p:nvPr userDrawn="1"/>
          </p:nvSpPr>
          <p:spPr bwMode="auto">
            <a:xfrm>
              <a:off x="4157663" y="1533525"/>
              <a:ext cx="25400" cy="28575"/>
            </a:xfrm>
            <a:custGeom>
              <a:avLst/>
              <a:gdLst>
                <a:gd name="T0" fmla="*/ 8 w 13"/>
                <a:gd name="T1" fmla="*/ 13 h 14"/>
                <a:gd name="T2" fmla="*/ 0 w 13"/>
                <a:gd name="T3" fmla="*/ 8 h 14"/>
                <a:gd name="T4" fmla="*/ 5 w 13"/>
                <a:gd name="T5" fmla="*/ 1 h 14"/>
                <a:gd name="T6" fmla="*/ 12 w 13"/>
                <a:gd name="T7" fmla="*/ 5 h 14"/>
                <a:gd name="T8" fmla="*/ 8 w 1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8" y="13"/>
                  </a:moveTo>
                  <a:cubicBezTo>
                    <a:pt x="5" y="14"/>
                    <a:pt x="1" y="12"/>
                    <a:pt x="0" y="8"/>
                  </a:cubicBezTo>
                  <a:cubicBezTo>
                    <a:pt x="0" y="5"/>
                    <a:pt x="1" y="2"/>
                    <a:pt x="5" y="1"/>
                  </a:cubicBezTo>
                  <a:cubicBezTo>
                    <a:pt x="8" y="0"/>
                    <a:pt x="11" y="2"/>
                    <a:pt x="12" y="5"/>
                  </a:cubicBezTo>
                  <a:cubicBezTo>
                    <a:pt x="13" y="8"/>
                    <a:pt x="11" y="12"/>
                    <a:pt x="8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" name="Freeform 1223"/>
            <p:cNvSpPr>
              <a:spLocks/>
            </p:cNvSpPr>
            <p:nvPr userDrawn="1"/>
          </p:nvSpPr>
          <p:spPr bwMode="auto">
            <a:xfrm>
              <a:off x="4516438" y="1430337"/>
              <a:ext cx="22225" cy="20638"/>
            </a:xfrm>
            <a:custGeom>
              <a:avLst/>
              <a:gdLst>
                <a:gd name="T0" fmla="*/ 7 w 11"/>
                <a:gd name="T1" fmla="*/ 10 h 11"/>
                <a:gd name="T2" fmla="*/ 1 w 11"/>
                <a:gd name="T3" fmla="*/ 6 h 11"/>
                <a:gd name="T4" fmla="*/ 4 w 11"/>
                <a:gd name="T5" fmla="*/ 0 h 11"/>
                <a:gd name="T6" fmla="*/ 10 w 11"/>
                <a:gd name="T7" fmla="*/ 4 h 11"/>
                <a:gd name="T8" fmla="*/ 7 w 11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7" y="10"/>
                  </a:moveTo>
                  <a:cubicBezTo>
                    <a:pt x="4" y="11"/>
                    <a:pt x="2" y="9"/>
                    <a:pt x="1" y="6"/>
                  </a:cubicBezTo>
                  <a:cubicBezTo>
                    <a:pt x="0" y="4"/>
                    <a:pt x="2" y="1"/>
                    <a:pt x="4" y="0"/>
                  </a:cubicBezTo>
                  <a:cubicBezTo>
                    <a:pt x="7" y="0"/>
                    <a:pt x="10" y="1"/>
                    <a:pt x="10" y="4"/>
                  </a:cubicBezTo>
                  <a:cubicBezTo>
                    <a:pt x="11" y="6"/>
                    <a:pt x="10" y="9"/>
                    <a:pt x="7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" name="Freeform 1224"/>
            <p:cNvSpPr>
              <a:spLocks/>
            </p:cNvSpPr>
            <p:nvPr userDrawn="1"/>
          </p:nvSpPr>
          <p:spPr bwMode="auto">
            <a:xfrm>
              <a:off x="4083051" y="1281112"/>
              <a:ext cx="20638" cy="23813"/>
            </a:xfrm>
            <a:custGeom>
              <a:avLst/>
              <a:gdLst>
                <a:gd name="T0" fmla="*/ 7 w 11"/>
                <a:gd name="T1" fmla="*/ 11 h 12"/>
                <a:gd name="T2" fmla="*/ 0 w 11"/>
                <a:gd name="T3" fmla="*/ 7 h 12"/>
                <a:gd name="T4" fmla="*/ 4 w 11"/>
                <a:gd name="T5" fmla="*/ 1 h 12"/>
                <a:gd name="T6" fmla="*/ 10 w 11"/>
                <a:gd name="T7" fmla="*/ 5 h 12"/>
                <a:gd name="T8" fmla="*/ 7 w 11"/>
                <a:gd name="T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7" y="11"/>
                  </a:moveTo>
                  <a:cubicBezTo>
                    <a:pt x="4" y="12"/>
                    <a:pt x="1" y="10"/>
                    <a:pt x="0" y="7"/>
                  </a:cubicBezTo>
                  <a:cubicBezTo>
                    <a:pt x="0" y="5"/>
                    <a:pt x="1" y="2"/>
                    <a:pt x="4" y="1"/>
                  </a:cubicBezTo>
                  <a:cubicBezTo>
                    <a:pt x="7" y="0"/>
                    <a:pt x="9" y="2"/>
                    <a:pt x="10" y="5"/>
                  </a:cubicBezTo>
                  <a:cubicBezTo>
                    <a:pt x="11" y="7"/>
                    <a:pt x="9" y="10"/>
                    <a:pt x="7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" name="Freeform 1225"/>
            <p:cNvSpPr>
              <a:spLocks/>
            </p:cNvSpPr>
            <p:nvPr userDrawn="1"/>
          </p:nvSpPr>
          <p:spPr bwMode="auto">
            <a:xfrm>
              <a:off x="4225926" y="1293812"/>
              <a:ext cx="17463" cy="15875"/>
            </a:xfrm>
            <a:custGeom>
              <a:avLst/>
              <a:gdLst>
                <a:gd name="T0" fmla="*/ 8 w 9"/>
                <a:gd name="T1" fmla="*/ 6 h 8"/>
                <a:gd name="T2" fmla="*/ 3 w 9"/>
                <a:gd name="T3" fmla="*/ 7 h 8"/>
                <a:gd name="T4" fmla="*/ 1 w 9"/>
                <a:gd name="T5" fmla="*/ 2 h 8"/>
                <a:gd name="T6" fmla="*/ 6 w 9"/>
                <a:gd name="T7" fmla="*/ 1 h 8"/>
                <a:gd name="T8" fmla="*/ 8 w 9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8" y="6"/>
                  </a:moveTo>
                  <a:cubicBezTo>
                    <a:pt x="6" y="7"/>
                    <a:pt x="4" y="8"/>
                    <a:pt x="3" y="7"/>
                  </a:cubicBezTo>
                  <a:cubicBezTo>
                    <a:pt x="1" y="6"/>
                    <a:pt x="0" y="3"/>
                    <a:pt x="1" y="2"/>
                  </a:cubicBezTo>
                  <a:cubicBezTo>
                    <a:pt x="3" y="0"/>
                    <a:pt x="5" y="0"/>
                    <a:pt x="6" y="1"/>
                  </a:cubicBezTo>
                  <a:cubicBezTo>
                    <a:pt x="8" y="2"/>
                    <a:pt x="9" y="4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" name="Freeform 1226"/>
            <p:cNvSpPr>
              <a:spLocks/>
            </p:cNvSpPr>
            <p:nvPr userDrawn="1"/>
          </p:nvSpPr>
          <p:spPr bwMode="auto">
            <a:xfrm>
              <a:off x="3929063" y="1979612"/>
              <a:ext cx="15875" cy="15875"/>
            </a:xfrm>
            <a:custGeom>
              <a:avLst/>
              <a:gdLst>
                <a:gd name="T0" fmla="*/ 7 w 8"/>
                <a:gd name="T1" fmla="*/ 6 h 8"/>
                <a:gd name="T2" fmla="*/ 2 w 8"/>
                <a:gd name="T3" fmla="*/ 7 h 8"/>
                <a:gd name="T4" fmla="*/ 1 w 8"/>
                <a:gd name="T5" fmla="*/ 2 h 8"/>
                <a:gd name="T6" fmla="*/ 6 w 8"/>
                <a:gd name="T7" fmla="*/ 1 h 8"/>
                <a:gd name="T8" fmla="*/ 7 w 8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7" y="6"/>
                  </a:moveTo>
                  <a:cubicBezTo>
                    <a:pt x="6" y="8"/>
                    <a:pt x="4" y="8"/>
                    <a:pt x="2" y="7"/>
                  </a:cubicBezTo>
                  <a:cubicBezTo>
                    <a:pt x="0" y="6"/>
                    <a:pt x="0" y="4"/>
                    <a:pt x="1" y="2"/>
                  </a:cubicBezTo>
                  <a:cubicBezTo>
                    <a:pt x="2" y="0"/>
                    <a:pt x="4" y="0"/>
                    <a:pt x="6" y="1"/>
                  </a:cubicBezTo>
                  <a:cubicBezTo>
                    <a:pt x="8" y="2"/>
                    <a:pt x="8" y="4"/>
                    <a:pt x="7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" name="Freeform 1227"/>
            <p:cNvSpPr>
              <a:spLocks/>
            </p:cNvSpPr>
            <p:nvPr userDrawn="1"/>
          </p:nvSpPr>
          <p:spPr bwMode="auto">
            <a:xfrm>
              <a:off x="3735388" y="1143000"/>
              <a:ext cx="11113" cy="11113"/>
            </a:xfrm>
            <a:custGeom>
              <a:avLst/>
              <a:gdLst>
                <a:gd name="T0" fmla="*/ 6 w 6"/>
                <a:gd name="T1" fmla="*/ 5 h 6"/>
                <a:gd name="T2" fmla="*/ 2 w 6"/>
                <a:gd name="T3" fmla="*/ 5 h 6"/>
                <a:gd name="T4" fmla="*/ 1 w 6"/>
                <a:gd name="T5" fmla="*/ 2 h 6"/>
                <a:gd name="T6" fmla="*/ 5 w 6"/>
                <a:gd name="T7" fmla="*/ 1 h 6"/>
                <a:gd name="T8" fmla="*/ 6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5"/>
                  </a:moveTo>
                  <a:cubicBezTo>
                    <a:pt x="5" y="6"/>
                    <a:pt x="3" y="6"/>
                    <a:pt x="2" y="5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1"/>
                    <a:pt x="6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" name="Freeform 1228"/>
            <p:cNvSpPr>
              <a:spLocks/>
            </p:cNvSpPr>
            <p:nvPr userDrawn="1"/>
          </p:nvSpPr>
          <p:spPr bwMode="auto">
            <a:xfrm>
              <a:off x="3776663" y="820737"/>
              <a:ext cx="17463" cy="17463"/>
            </a:xfrm>
            <a:custGeom>
              <a:avLst/>
              <a:gdLst>
                <a:gd name="T0" fmla="*/ 8 w 9"/>
                <a:gd name="T1" fmla="*/ 6 h 9"/>
                <a:gd name="T2" fmla="*/ 3 w 9"/>
                <a:gd name="T3" fmla="*/ 8 h 9"/>
                <a:gd name="T4" fmla="*/ 1 w 9"/>
                <a:gd name="T5" fmla="*/ 3 h 9"/>
                <a:gd name="T6" fmla="*/ 6 w 9"/>
                <a:gd name="T7" fmla="*/ 1 h 9"/>
                <a:gd name="T8" fmla="*/ 8 w 9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8" y="6"/>
                  </a:moveTo>
                  <a:cubicBezTo>
                    <a:pt x="6" y="8"/>
                    <a:pt x="4" y="9"/>
                    <a:pt x="3" y="8"/>
                  </a:cubicBezTo>
                  <a:cubicBezTo>
                    <a:pt x="1" y="6"/>
                    <a:pt x="0" y="4"/>
                    <a:pt x="1" y="3"/>
                  </a:cubicBezTo>
                  <a:cubicBezTo>
                    <a:pt x="3" y="1"/>
                    <a:pt x="5" y="0"/>
                    <a:pt x="6" y="1"/>
                  </a:cubicBezTo>
                  <a:cubicBezTo>
                    <a:pt x="8" y="3"/>
                    <a:pt x="9" y="5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" name="Freeform 1229"/>
            <p:cNvSpPr>
              <a:spLocks/>
            </p:cNvSpPr>
            <p:nvPr userDrawn="1"/>
          </p:nvSpPr>
          <p:spPr bwMode="auto">
            <a:xfrm>
              <a:off x="811213" y="615950"/>
              <a:ext cx="9525" cy="12700"/>
            </a:xfrm>
            <a:custGeom>
              <a:avLst/>
              <a:gdLst>
                <a:gd name="T0" fmla="*/ 5 w 5"/>
                <a:gd name="T1" fmla="*/ 3 h 6"/>
                <a:gd name="T2" fmla="*/ 2 w 5"/>
                <a:gd name="T3" fmla="*/ 6 h 6"/>
                <a:gd name="T4" fmla="*/ 0 w 5"/>
                <a:gd name="T5" fmla="*/ 3 h 6"/>
                <a:gd name="T6" fmla="*/ 3 w 5"/>
                <a:gd name="T7" fmla="*/ 0 h 6"/>
                <a:gd name="T8" fmla="*/ 5 w 5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" name="Oval 1230"/>
            <p:cNvSpPr>
              <a:spLocks noChangeArrowheads="1"/>
            </p:cNvSpPr>
            <p:nvPr userDrawn="1"/>
          </p:nvSpPr>
          <p:spPr bwMode="auto">
            <a:xfrm>
              <a:off x="4054476" y="512762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" name="Freeform 1231"/>
            <p:cNvSpPr>
              <a:spLocks/>
            </p:cNvSpPr>
            <p:nvPr userDrawn="1"/>
          </p:nvSpPr>
          <p:spPr bwMode="auto">
            <a:xfrm>
              <a:off x="4305301" y="2241550"/>
              <a:ext cx="30163" cy="31750"/>
            </a:xfrm>
            <a:custGeom>
              <a:avLst/>
              <a:gdLst>
                <a:gd name="T0" fmla="*/ 10 w 16"/>
                <a:gd name="T1" fmla="*/ 15 h 16"/>
                <a:gd name="T2" fmla="*/ 1 w 16"/>
                <a:gd name="T3" fmla="*/ 10 h 16"/>
                <a:gd name="T4" fmla="*/ 6 w 16"/>
                <a:gd name="T5" fmla="*/ 1 h 16"/>
                <a:gd name="T6" fmla="*/ 15 w 16"/>
                <a:gd name="T7" fmla="*/ 6 h 16"/>
                <a:gd name="T8" fmla="*/ 10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5"/>
                  </a:moveTo>
                  <a:cubicBezTo>
                    <a:pt x="6" y="16"/>
                    <a:pt x="2" y="13"/>
                    <a:pt x="1" y="10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4" y="2"/>
                    <a:pt x="15" y="6"/>
                  </a:cubicBezTo>
                  <a:cubicBezTo>
                    <a:pt x="16" y="10"/>
                    <a:pt x="13" y="14"/>
                    <a:pt x="10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" name="Freeform 1232"/>
            <p:cNvSpPr>
              <a:spLocks/>
            </p:cNvSpPr>
            <p:nvPr userDrawn="1"/>
          </p:nvSpPr>
          <p:spPr bwMode="auto">
            <a:xfrm>
              <a:off x="4275138" y="2009775"/>
              <a:ext cx="31750" cy="31750"/>
            </a:xfrm>
            <a:custGeom>
              <a:avLst/>
              <a:gdLst>
                <a:gd name="T0" fmla="*/ 10 w 16"/>
                <a:gd name="T1" fmla="*/ 15 h 16"/>
                <a:gd name="T2" fmla="*/ 1 w 16"/>
                <a:gd name="T3" fmla="*/ 10 h 16"/>
                <a:gd name="T4" fmla="*/ 6 w 16"/>
                <a:gd name="T5" fmla="*/ 1 h 16"/>
                <a:gd name="T6" fmla="*/ 15 w 16"/>
                <a:gd name="T7" fmla="*/ 7 h 16"/>
                <a:gd name="T8" fmla="*/ 10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5"/>
                  </a:moveTo>
                  <a:cubicBezTo>
                    <a:pt x="6" y="16"/>
                    <a:pt x="2" y="14"/>
                    <a:pt x="1" y="10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4" y="3"/>
                    <a:pt x="15" y="7"/>
                  </a:cubicBezTo>
                  <a:cubicBezTo>
                    <a:pt x="16" y="10"/>
                    <a:pt x="14" y="14"/>
                    <a:pt x="10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" name="Freeform 1233"/>
            <p:cNvSpPr>
              <a:spLocks/>
            </p:cNvSpPr>
            <p:nvPr userDrawn="1"/>
          </p:nvSpPr>
          <p:spPr bwMode="auto">
            <a:xfrm>
              <a:off x="4243388" y="1916112"/>
              <a:ext cx="31750" cy="30163"/>
            </a:xfrm>
            <a:custGeom>
              <a:avLst/>
              <a:gdLst>
                <a:gd name="T0" fmla="*/ 10 w 16"/>
                <a:gd name="T1" fmla="*/ 16 h 16"/>
                <a:gd name="T2" fmla="*/ 1 w 16"/>
                <a:gd name="T3" fmla="*/ 10 h 16"/>
                <a:gd name="T4" fmla="*/ 7 w 16"/>
                <a:gd name="T5" fmla="*/ 1 h 16"/>
                <a:gd name="T6" fmla="*/ 15 w 16"/>
                <a:gd name="T7" fmla="*/ 7 h 16"/>
                <a:gd name="T8" fmla="*/ 10 w 16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6"/>
                  </a:moveTo>
                  <a:cubicBezTo>
                    <a:pt x="6" y="16"/>
                    <a:pt x="2" y="14"/>
                    <a:pt x="1" y="10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6" y="11"/>
                    <a:pt x="14" y="15"/>
                    <a:pt x="10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" name="Freeform 1234"/>
            <p:cNvSpPr>
              <a:spLocks/>
            </p:cNvSpPr>
            <p:nvPr userDrawn="1"/>
          </p:nvSpPr>
          <p:spPr bwMode="auto">
            <a:xfrm>
              <a:off x="4786313" y="2036762"/>
              <a:ext cx="11113" cy="12700"/>
            </a:xfrm>
            <a:custGeom>
              <a:avLst/>
              <a:gdLst>
                <a:gd name="T0" fmla="*/ 3 w 6"/>
                <a:gd name="T1" fmla="*/ 6 h 6"/>
                <a:gd name="T2" fmla="*/ 0 w 6"/>
                <a:gd name="T3" fmla="*/ 4 h 6"/>
                <a:gd name="T4" fmla="*/ 2 w 6"/>
                <a:gd name="T5" fmla="*/ 0 h 6"/>
                <a:gd name="T6" fmla="*/ 5 w 6"/>
                <a:gd name="T7" fmla="*/ 2 h 6"/>
                <a:gd name="T8" fmla="*/ 3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6"/>
                  </a:moveTo>
                  <a:cubicBezTo>
                    <a:pt x="2" y="6"/>
                    <a:pt x="0" y="5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6" y="4"/>
                    <a:pt x="5" y="5"/>
                    <a:pt x="3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" name="Freeform 1235"/>
            <p:cNvSpPr>
              <a:spLocks/>
            </p:cNvSpPr>
            <p:nvPr userDrawn="1"/>
          </p:nvSpPr>
          <p:spPr bwMode="auto">
            <a:xfrm>
              <a:off x="4506913" y="2170113"/>
              <a:ext cx="11113" cy="12700"/>
            </a:xfrm>
            <a:custGeom>
              <a:avLst/>
              <a:gdLst>
                <a:gd name="T0" fmla="*/ 4 w 6"/>
                <a:gd name="T1" fmla="*/ 5 h 6"/>
                <a:gd name="T2" fmla="*/ 0 w 6"/>
                <a:gd name="T3" fmla="*/ 3 h 6"/>
                <a:gd name="T4" fmla="*/ 2 w 6"/>
                <a:gd name="T5" fmla="*/ 0 h 6"/>
                <a:gd name="T6" fmla="*/ 6 w 6"/>
                <a:gd name="T7" fmla="*/ 2 h 6"/>
                <a:gd name="T8" fmla="*/ 4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5"/>
                  </a:moveTo>
                  <a:cubicBezTo>
                    <a:pt x="2" y="6"/>
                    <a:pt x="1" y="5"/>
                    <a:pt x="0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4" y="0"/>
                    <a:pt x="5" y="0"/>
                    <a:pt x="6" y="2"/>
                  </a:cubicBezTo>
                  <a:cubicBezTo>
                    <a:pt x="6" y="4"/>
                    <a:pt x="5" y="5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" name="Freeform 1236"/>
            <p:cNvSpPr>
              <a:spLocks/>
            </p:cNvSpPr>
            <p:nvPr userDrawn="1"/>
          </p:nvSpPr>
          <p:spPr bwMode="auto">
            <a:xfrm>
              <a:off x="4125913" y="1852612"/>
              <a:ext cx="26988" cy="26988"/>
            </a:xfrm>
            <a:custGeom>
              <a:avLst/>
              <a:gdLst>
                <a:gd name="T0" fmla="*/ 9 w 14"/>
                <a:gd name="T1" fmla="*/ 13 h 14"/>
                <a:gd name="T2" fmla="*/ 1 w 14"/>
                <a:gd name="T3" fmla="*/ 8 h 14"/>
                <a:gd name="T4" fmla="*/ 6 w 14"/>
                <a:gd name="T5" fmla="*/ 0 h 14"/>
                <a:gd name="T6" fmla="*/ 13 w 14"/>
                <a:gd name="T7" fmla="*/ 5 h 14"/>
                <a:gd name="T8" fmla="*/ 9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9" y="13"/>
                  </a:moveTo>
                  <a:cubicBezTo>
                    <a:pt x="5" y="14"/>
                    <a:pt x="2" y="12"/>
                    <a:pt x="1" y="8"/>
                  </a:cubicBezTo>
                  <a:cubicBezTo>
                    <a:pt x="0" y="5"/>
                    <a:pt x="2" y="1"/>
                    <a:pt x="6" y="0"/>
                  </a:cubicBezTo>
                  <a:cubicBezTo>
                    <a:pt x="9" y="0"/>
                    <a:pt x="13" y="2"/>
                    <a:pt x="13" y="5"/>
                  </a:cubicBezTo>
                  <a:cubicBezTo>
                    <a:pt x="14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" name="Oval 1237"/>
            <p:cNvSpPr>
              <a:spLocks noChangeArrowheads="1"/>
            </p:cNvSpPr>
            <p:nvPr userDrawn="1"/>
          </p:nvSpPr>
          <p:spPr bwMode="auto">
            <a:xfrm>
              <a:off x="4451351" y="1498600"/>
              <a:ext cx="23813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" name="Oval 1238"/>
            <p:cNvSpPr>
              <a:spLocks noChangeArrowheads="1"/>
            </p:cNvSpPr>
            <p:nvPr userDrawn="1"/>
          </p:nvSpPr>
          <p:spPr bwMode="auto">
            <a:xfrm>
              <a:off x="4986338" y="1133475"/>
              <a:ext cx="17463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" name="Freeform 1239"/>
            <p:cNvSpPr>
              <a:spLocks/>
            </p:cNvSpPr>
            <p:nvPr userDrawn="1"/>
          </p:nvSpPr>
          <p:spPr bwMode="auto">
            <a:xfrm>
              <a:off x="3995738" y="1885950"/>
              <a:ext cx="25400" cy="26988"/>
            </a:xfrm>
            <a:custGeom>
              <a:avLst/>
              <a:gdLst>
                <a:gd name="T0" fmla="*/ 8 w 13"/>
                <a:gd name="T1" fmla="*/ 13 h 14"/>
                <a:gd name="T2" fmla="*/ 1 w 13"/>
                <a:gd name="T3" fmla="*/ 9 h 14"/>
                <a:gd name="T4" fmla="*/ 5 w 13"/>
                <a:gd name="T5" fmla="*/ 1 h 14"/>
                <a:gd name="T6" fmla="*/ 13 w 13"/>
                <a:gd name="T7" fmla="*/ 6 h 14"/>
                <a:gd name="T8" fmla="*/ 8 w 1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8" y="13"/>
                  </a:moveTo>
                  <a:cubicBezTo>
                    <a:pt x="5" y="14"/>
                    <a:pt x="1" y="12"/>
                    <a:pt x="1" y="9"/>
                  </a:cubicBezTo>
                  <a:cubicBezTo>
                    <a:pt x="0" y="5"/>
                    <a:pt x="2" y="2"/>
                    <a:pt x="5" y="1"/>
                  </a:cubicBezTo>
                  <a:cubicBezTo>
                    <a:pt x="8" y="0"/>
                    <a:pt x="12" y="2"/>
                    <a:pt x="13" y="6"/>
                  </a:cubicBezTo>
                  <a:cubicBezTo>
                    <a:pt x="13" y="9"/>
                    <a:pt x="11" y="12"/>
                    <a:pt x="8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" name="Freeform 1240"/>
            <p:cNvSpPr>
              <a:spLocks/>
            </p:cNvSpPr>
            <p:nvPr userDrawn="1"/>
          </p:nvSpPr>
          <p:spPr bwMode="auto">
            <a:xfrm>
              <a:off x="3878263" y="687387"/>
              <a:ext cx="33338" cy="31750"/>
            </a:xfrm>
            <a:custGeom>
              <a:avLst/>
              <a:gdLst>
                <a:gd name="T0" fmla="*/ 15 w 17"/>
                <a:gd name="T1" fmla="*/ 11 h 16"/>
                <a:gd name="T2" fmla="*/ 5 w 17"/>
                <a:gd name="T3" fmla="*/ 14 h 16"/>
                <a:gd name="T4" fmla="*/ 2 w 17"/>
                <a:gd name="T5" fmla="*/ 5 h 16"/>
                <a:gd name="T6" fmla="*/ 12 w 17"/>
                <a:gd name="T7" fmla="*/ 1 h 16"/>
                <a:gd name="T8" fmla="*/ 15 w 17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15" y="11"/>
                  </a:moveTo>
                  <a:cubicBezTo>
                    <a:pt x="13" y="15"/>
                    <a:pt x="9" y="16"/>
                    <a:pt x="5" y="14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4" y="1"/>
                    <a:pt x="8" y="0"/>
                    <a:pt x="12" y="1"/>
                  </a:cubicBezTo>
                  <a:cubicBezTo>
                    <a:pt x="15" y="3"/>
                    <a:pt x="17" y="8"/>
                    <a:pt x="15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" name="Freeform 1241"/>
            <p:cNvSpPr>
              <a:spLocks/>
            </p:cNvSpPr>
            <p:nvPr userDrawn="1"/>
          </p:nvSpPr>
          <p:spPr bwMode="auto">
            <a:xfrm>
              <a:off x="1065213" y="1384300"/>
              <a:ext cx="31750" cy="31750"/>
            </a:xfrm>
            <a:custGeom>
              <a:avLst/>
              <a:gdLst>
                <a:gd name="T0" fmla="*/ 14 w 16"/>
                <a:gd name="T1" fmla="*/ 11 h 16"/>
                <a:gd name="T2" fmla="*/ 5 w 16"/>
                <a:gd name="T3" fmla="*/ 14 h 16"/>
                <a:gd name="T4" fmla="*/ 2 w 16"/>
                <a:gd name="T5" fmla="*/ 5 h 16"/>
                <a:gd name="T6" fmla="*/ 11 w 16"/>
                <a:gd name="T7" fmla="*/ 2 h 16"/>
                <a:gd name="T8" fmla="*/ 14 w 16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4" y="11"/>
                  </a:moveTo>
                  <a:cubicBezTo>
                    <a:pt x="13" y="15"/>
                    <a:pt x="8" y="16"/>
                    <a:pt x="5" y="14"/>
                  </a:cubicBezTo>
                  <a:cubicBezTo>
                    <a:pt x="1" y="13"/>
                    <a:pt x="0" y="8"/>
                    <a:pt x="2" y="5"/>
                  </a:cubicBezTo>
                  <a:cubicBezTo>
                    <a:pt x="3" y="1"/>
                    <a:pt x="8" y="0"/>
                    <a:pt x="11" y="2"/>
                  </a:cubicBezTo>
                  <a:cubicBezTo>
                    <a:pt x="15" y="3"/>
                    <a:pt x="16" y="8"/>
                    <a:pt x="14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" name="Freeform 1242"/>
            <p:cNvSpPr>
              <a:spLocks/>
            </p:cNvSpPr>
            <p:nvPr userDrawn="1"/>
          </p:nvSpPr>
          <p:spPr bwMode="auto">
            <a:xfrm>
              <a:off x="3910013" y="577850"/>
              <a:ext cx="28575" cy="28575"/>
            </a:xfrm>
            <a:custGeom>
              <a:avLst/>
              <a:gdLst>
                <a:gd name="T0" fmla="*/ 13 w 15"/>
                <a:gd name="T1" fmla="*/ 11 h 15"/>
                <a:gd name="T2" fmla="*/ 5 w 15"/>
                <a:gd name="T3" fmla="*/ 13 h 15"/>
                <a:gd name="T4" fmla="*/ 2 w 15"/>
                <a:gd name="T5" fmla="*/ 5 h 15"/>
                <a:gd name="T6" fmla="*/ 10 w 15"/>
                <a:gd name="T7" fmla="*/ 2 h 15"/>
                <a:gd name="T8" fmla="*/ 13 w 15"/>
                <a:gd name="T9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3" y="11"/>
                  </a:moveTo>
                  <a:cubicBezTo>
                    <a:pt x="12" y="14"/>
                    <a:pt x="8" y="15"/>
                    <a:pt x="5" y="13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3" y="2"/>
                    <a:pt x="7" y="0"/>
                    <a:pt x="10" y="2"/>
                  </a:cubicBezTo>
                  <a:cubicBezTo>
                    <a:pt x="14" y="4"/>
                    <a:pt x="15" y="8"/>
                    <a:pt x="13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" name="Freeform 1243"/>
            <p:cNvSpPr>
              <a:spLocks/>
            </p:cNvSpPr>
            <p:nvPr userDrawn="1"/>
          </p:nvSpPr>
          <p:spPr bwMode="auto">
            <a:xfrm>
              <a:off x="2970213" y="284162"/>
              <a:ext cx="28575" cy="26988"/>
            </a:xfrm>
            <a:custGeom>
              <a:avLst/>
              <a:gdLst>
                <a:gd name="T0" fmla="*/ 13 w 14"/>
                <a:gd name="T1" fmla="*/ 10 h 14"/>
                <a:gd name="T2" fmla="*/ 4 w 14"/>
                <a:gd name="T3" fmla="*/ 12 h 14"/>
                <a:gd name="T4" fmla="*/ 1 w 14"/>
                <a:gd name="T5" fmla="*/ 4 h 14"/>
                <a:gd name="T6" fmla="*/ 10 w 14"/>
                <a:gd name="T7" fmla="*/ 1 h 14"/>
                <a:gd name="T8" fmla="*/ 13 w 14"/>
                <a:gd name="T9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3" y="10"/>
                  </a:moveTo>
                  <a:cubicBezTo>
                    <a:pt x="11" y="13"/>
                    <a:pt x="7" y="14"/>
                    <a:pt x="4" y="12"/>
                  </a:cubicBezTo>
                  <a:cubicBezTo>
                    <a:pt x="1" y="11"/>
                    <a:pt x="0" y="7"/>
                    <a:pt x="1" y="4"/>
                  </a:cubicBezTo>
                  <a:cubicBezTo>
                    <a:pt x="3" y="1"/>
                    <a:pt x="7" y="0"/>
                    <a:pt x="10" y="1"/>
                  </a:cubicBezTo>
                  <a:cubicBezTo>
                    <a:pt x="13" y="3"/>
                    <a:pt x="14" y="7"/>
                    <a:pt x="13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" name="Freeform 1244"/>
            <p:cNvSpPr>
              <a:spLocks/>
            </p:cNvSpPr>
            <p:nvPr userDrawn="1"/>
          </p:nvSpPr>
          <p:spPr bwMode="auto">
            <a:xfrm>
              <a:off x="3763963" y="903287"/>
              <a:ext cx="33338" cy="33338"/>
            </a:xfrm>
            <a:custGeom>
              <a:avLst/>
              <a:gdLst>
                <a:gd name="T0" fmla="*/ 15 w 17"/>
                <a:gd name="T1" fmla="*/ 12 h 17"/>
                <a:gd name="T2" fmla="*/ 5 w 17"/>
                <a:gd name="T3" fmla="*/ 15 h 17"/>
                <a:gd name="T4" fmla="*/ 2 w 17"/>
                <a:gd name="T5" fmla="*/ 5 h 17"/>
                <a:gd name="T6" fmla="*/ 12 w 17"/>
                <a:gd name="T7" fmla="*/ 2 h 17"/>
                <a:gd name="T8" fmla="*/ 15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5" y="12"/>
                  </a:moveTo>
                  <a:cubicBezTo>
                    <a:pt x="13" y="16"/>
                    <a:pt x="8" y="17"/>
                    <a:pt x="5" y="15"/>
                  </a:cubicBezTo>
                  <a:cubicBezTo>
                    <a:pt x="1" y="13"/>
                    <a:pt x="0" y="9"/>
                    <a:pt x="2" y="5"/>
                  </a:cubicBezTo>
                  <a:cubicBezTo>
                    <a:pt x="4" y="2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" name="Freeform 1245"/>
            <p:cNvSpPr>
              <a:spLocks/>
            </p:cNvSpPr>
            <p:nvPr userDrawn="1"/>
          </p:nvSpPr>
          <p:spPr bwMode="auto">
            <a:xfrm>
              <a:off x="3833813" y="-222250"/>
              <a:ext cx="30163" cy="33338"/>
            </a:xfrm>
            <a:custGeom>
              <a:avLst/>
              <a:gdLst>
                <a:gd name="T0" fmla="*/ 14 w 16"/>
                <a:gd name="T1" fmla="*/ 12 h 17"/>
                <a:gd name="T2" fmla="*/ 5 w 16"/>
                <a:gd name="T3" fmla="*/ 15 h 17"/>
                <a:gd name="T4" fmla="*/ 2 w 16"/>
                <a:gd name="T5" fmla="*/ 5 h 17"/>
                <a:gd name="T6" fmla="*/ 11 w 16"/>
                <a:gd name="T7" fmla="*/ 2 h 17"/>
                <a:gd name="T8" fmla="*/ 14 w 16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4" y="12"/>
                  </a:moveTo>
                  <a:cubicBezTo>
                    <a:pt x="13" y="16"/>
                    <a:pt x="8" y="17"/>
                    <a:pt x="5" y="15"/>
                  </a:cubicBezTo>
                  <a:cubicBezTo>
                    <a:pt x="1" y="13"/>
                    <a:pt x="0" y="9"/>
                    <a:pt x="2" y="5"/>
                  </a:cubicBezTo>
                  <a:cubicBezTo>
                    <a:pt x="3" y="2"/>
                    <a:pt x="8" y="0"/>
                    <a:pt x="11" y="2"/>
                  </a:cubicBezTo>
                  <a:cubicBezTo>
                    <a:pt x="15" y="4"/>
                    <a:pt x="16" y="8"/>
                    <a:pt x="14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" name="Freeform 1246"/>
            <p:cNvSpPr>
              <a:spLocks/>
            </p:cNvSpPr>
            <p:nvPr userDrawn="1"/>
          </p:nvSpPr>
          <p:spPr bwMode="auto">
            <a:xfrm>
              <a:off x="3724276" y="711200"/>
              <a:ext cx="31750" cy="33338"/>
            </a:xfrm>
            <a:custGeom>
              <a:avLst/>
              <a:gdLst>
                <a:gd name="T0" fmla="*/ 15 w 16"/>
                <a:gd name="T1" fmla="*/ 12 h 17"/>
                <a:gd name="T2" fmla="*/ 5 w 16"/>
                <a:gd name="T3" fmla="*/ 15 h 17"/>
                <a:gd name="T4" fmla="*/ 2 w 16"/>
                <a:gd name="T5" fmla="*/ 5 h 17"/>
                <a:gd name="T6" fmla="*/ 12 w 16"/>
                <a:gd name="T7" fmla="*/ 2 h 17"/>
                <a:gd name="T8" fmla="*/ 15 w 16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5" y="12"/>
                  </a:moveTo>
                  <a:cubicBezTo>
                    <a:pt x="13" y="15"/>
                    <a:pt x="8" y="17"/>
                    <a:pt x="5" y="15"/>
                  </a:cubicBezTo>
                  <a:cubicBezTo>
                    <a:pt x="1" y="13"/>
                    <a:pt x="0" y="9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6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" name="Freeform 1247"/>
            <p:cNvSpPr>
              <a:spLocks/>
            </p:cNvSpPr>
            <p:nvPr userDrawn="1"/>
          </p:nvSpPr>
          <p:spPr bwMode="auto">
            <a:xfrm>
              <a:off x="3567113" y="784225"/>
              <a:ext cx="34925" cy="33338"/>
            </a:xfrm>
            <a:custGeom>
              <a:avLst/>
              <a:gdLst>
                <a:gd name="T0" fmla="*/ 15 w 17"/>
                <a:gd name="T1" fmla="*/ 12 h 17"/>
                <a:gd name="T2" fmla="*/ 5 w 17"/>
                <a:gd name="T3" fmla="*/ 15 h 17"/>
                <a:gd name="T4" fmla="*/ 2 w 17"/>
                <a:gd name="T5" fmla="*/ 5 h 17"/>
                <a:gd name="T6" fmla="*/ 12 w 17"/>
                <a:gd name="T7" fmla="*/ 2 h 17"/>
                <a:gd name="T8" fmla="*/ 15 w 17"/>
                <a:gd name="T9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15" y="12"/>
                  </a:moveTo>
                  <a:cubicBezTo>
                    <a:pt x="13" y="15"/>
                    <a:pt x="9" y="17"/>
                    <a:pt x="5" y="15"/>
                  </a:cubicBezTo>
                  <a:cubicBezTo>
                    <a:pt x="2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" name="Freeform 1248"/>
            <p:cNvSpPr>
              <a:spLocks/>
            </p:cNvSpPr>
            <p:nvPr userDrawn="1"/>
          </p:nvSpPr>
          <p:spPr bwMode="auto">
            <a:xfrm>
              <a:off x="3019426" y="598487"/>
              <a:ext cx="31750" cy="31750"/>
            </a:xfrm>
            <a:custGeom>
              <a:avLst/>
              <a:gdLst>
                <a:gd name="T0" fmla="*/ 15 w 16"/>
                <a:gd name="T1" fmla="*/ 11 h 16"/>
                <a:gd name="T2" fmla="*/ 5 w 16"/>
                <a:gd name="T3" fmla="*/ 14 h 16"/>
                <a:gd name="T4" fmla="*/ 2 w 16"/>
                <a:gd name="T5" fmla="*/ 5 h 16"/>
                <a:gd name="T6" fmla="*/ 12 w 16"/>
                <a:gd name="T7" fmla="*/ 2 h 16"/>
                <a:gd name="T8" fmla="*/ 15 w 16"/>
                <a:gd name="T9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5" y="11"/>
                  </a:moveTo>
                  <a:cubicBezTo>
                    <a:pt x="13" y="15"/>
                    <a:pt x="8" y="16"/>
                    <a:pt x="5" y="14"/>
                  </a:cubicBezTo>
                  <a:cubicBezTo>
                    <a:pt x="1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3"/>
                    <a:pt x="16" y="8"/>
                    <a:pt x="15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" name="Freeform 1249"/>
            <p:cNvSpPr>
              <a:spLocks/>
            </p:cNvSpPr>
            <p:nvPr userDrawn="1"/>
          </p:nvSpPr>
          <p:spPr bwMode="auto">
            <a:xfrm>
              <a:off x="3186113" y="596900"/>
              <a:ext cx="33338" cy="31750"/>
            </a:xfrm>
            <a:custGeom>
              <a:avLst/>
              <a:gdLst>
                <a:gd name="T0" fmla="*/ 15 w 17"/>
                <a:gd name="T1" fmla="*/ 12 h 16"/>
                <a:gd name="T2" fmla="*/ 5 w 17"/>
                <a:gd name="T3" fmla="*/ 15 h 16"/>
                <a:gd name="T4" fmla="*/ 2 w 17"/>
                <a:gd name="T5" fmla="*/ 5 h 16"/>
                <a:gd name="T6" fmla="*/ 12 w 17"/>
                <a:gd name="T7" fmla="*/ 2 h 16"/>
                <a:gd name="T8" fmla="*/ 15 w 17"/>
                <a:gd name="T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15" y="12"/>
                  </a:moveTo>
                  <a:cubicBezTo>
                    <a:pt x="13" y="15"/>
                    <a:pt x="9" y="16"/>
                    <a:pt x="5" y="15"/>
                  </a:cubicBezTo>
                  <a:cubicBezTo>
                    <a:pt x="2" y="13"/>
                    <a:pt x="0" y="8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6" y="4"/>
                    <a:pt x="17" y="8"/>
                    <a:pt x="15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" name="Freeform 1250"/>
            <p:cNvSpPr>
              <a:spLocks/>
            </p:cNvSpPr>
            <p:nvPr userDrawn="1"/>
          </p:nvSpPr>
          <p:spPr bwMode="auto">
            <a:xfrm>
              <a:off x="3860801" y="636587"/>
              <a:ext cx="28575" cy="26988"/>
            </a:xfrm>
            <a:custGeom>
              <a:avLst/>
              <a:gdLst>
                <a:gd name="T0" fmla="*/ 13 w 15"/>
                <a:gd name="T1" fmla="*/ 10 h 14"/>
                <a:gd name="T2" fmla="*/ 5 w 15"/>
                <a:gd name="T3" fmla="*/ 12 h 14"/>
                <a:gd name="T4" fmla="*/ 2 w 15"/>
                <a:gd name="T5" fmla="*/ 4 h 14"/>
                <a:gd name="T6" fmla="*/ 10 w 15"/>
                <a:gd name="T7" fmla="*/ 2 h 14"/>
                <a:gd name="T8" fmla="*/ 13 w 15"/>
                <a:gd name="T9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13" y="10"/>
                  </a:moveTo>
                  <a:cubicBezTo>
                    <a:pt x="11" y="13"/>
                    <a:pt x="8" y="14"/>
                    <a:pt x="5" y="12"/>
                  </a:cubicBezTo>
                  <a:cubicBezTo>
                    <a:pt x="2" y="11"/>
                    <a:pt x="0" y="7"/>
                    <a:pt x="2" y="4"/>
                  </a:cubicBezTo>
                  <a:cubicBezTo>
                    <a:pt x="4" y="1"/>
                    <a:pt x="7" y="0"/>
                    <a:pt x="10" y="2"/>
                  </a:cubicBezTo>
                  <a:cubicBezTo>
                    <a:pt x="13" y="3"/>
                    <a:pt x="15" y="7"/>
                    <a:pt x="13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" name="Freeform 1251"/>
            <p:cNvSpPr>
              <a:spLocks/>
            </p:cNvSpPr>
            <p:nvPr userDrawn="1"/>
          </p:nvSpPr>
          <p:spPr bwMode="auto">
            <a:xfrm>
              <a:off x="3730626" y="1058862"/>
              <a:ext cx="17463" cy="17463"/>
            </a:xfrm>
            <a:custGeom>
              <a:avLst/>
              <a:gdLst>
                <a:gd name="T0" fmla="*/ 8 w 9"/>
                <a:gd name="T1" fmla="*/ 6 h 9"/>
                <a:gd name="T2" fmla="*/ 3 w 9"/>
                <a:gd name="T3" fmla="*/ 8 h 9"/>
                <a:gd name="T4" fmla="*/ 1 w 9"/>
                <a:gd name="T5" fmla="*/ 3 h 9"/>
                <a:gd name="T6" fmla="*/ 6 w 9"/>
                <a:gd name="T7" fmla="*/ 1 h 9"/>
                <a:gd name="T8" fmla="*/ 8 w 9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8" y="6"/>
                  </a:moveTo>
                  <a:cubicBezTo>
                    <a:pt x="7" y="8"/>
                    <a:pt x="5" y="9"/>
                    <a:pt x="3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8" y="2"/>
                    <a:pt x="9" y="4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" name="Freeform 1252"/>
            <p:cNvSpPr>
              <a:spLocks/>
            </p:cNvSpPr>
            <p:nvPr userDrawn="1"/>
          </p:nvSpPr>
          <p:spPr bwMode="auto">
            <a:xfrm>
              <a:off x="4043363" y="592137"/>
              <a:ext cx="11113" cy="12700"/>
            </a:xfrm>
            <a:custGeom>
              <a:avLst/>
              <a:gdLst>
                <a:gd name="T0" fmla="*/ 6 w 6"/>
                <a:gd name="T1" fmla="*/ 5 h 6"/>
                <a:gd name="T2" fmla="*/ 2 w 6"/>
                <a:gd name="T3" fmla="*/ 6 h 6"/>
                <a:gd name="T4" fmla="*/ 1 w 6"/>
                <a:gd name="T5" fmla="*/ 2 h 6"/>
                <a:gd name="T6" fmla="*/ 4 w 6"/>
                <a:gd name="T7" fmla="*/ 1 h 6"/>
                <a:gd name="T8" fmla="*/ 6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5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6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" name="Freeform 1253"/>
            <p:cNvSpPr>
              <a:spLocks/>
            </p:cNvSpPr>
            <p:nvPr userDrawn="1"/>
          </p:nvSpPr>
          <p:spPr bwMode="auto">
            <a:xfrm>
              <a:off x="4305301" y="561975"/>
              <a:ext cx="20638" cy="23813"/>
            </a:xfrm>
            <a:custGeom>
              <a:avLst/>
              <a:gdLst>
                <a:gd name="T0" fmla="*/ 10 w 11"/>
                <a:gd name="T1" fmla="*/ 8 h 12"/>
                <a:gd name="T2" fmla="*/ 4 w 11"/>
                <a:gd name="T3" fmla="*/ 10 h 12"/>
                <a:gd name="T4" fmla="*/ 2 w 11"/>
                <a:gd name="T5" fmla="*/ 4 h 12"/>
                <a:gd name="T6" fmla="*/ 8 w 11"/>
                <a:gd name="T7" fmla="*/ 2 h 12"/>
                <a:gd name="T8" fmla="*/ 10 w 11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2" y="4"/>
                  </a:cubicBezTo>
                  <a:cubicBezTo>
                    <a:pt x="3" y="1"/>
                    <a:pt x="6" y="0"/>
                    <a:pt x="8" y="2"/>
                  </a:cubicBezTo>
                  <a:cubicBezTo>
                    <a:pt x="11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" name="Freeform 1254"/>
            <p:cNvSpPr>
              <a:spLocks/>
            </p:cNvSpPr>
            <p:nvPr userDrawn="1"/>
          </p:nvSpPr>
          <p:spPr bwMode="auto">
            <a:xfrm>
              <a:off x="4079876" y="663575"/>
              <a:ext cx="22225" cy="23813"/>
            </a:xfrm>
            <a:custGeom>
              <a:avLst/>
              <a:gdLst>
                <a:gd name="T0" fmla="*/ 10 w 11"/>
                <a:gd name="T1" fmla="*/ 8 h 12"/>
                <a:gd name="T2" fmla="*/ 3 w 11"/>
                <a:gd name="T3" fmla="*/ 11 h 12"/>
                <a:gd name="T4" fmla="*/ 1 w 11"/>
                <a:gd name="T5" fmla="*/ 4 h 12"/>
                <a:gd name="T6" fmla="*/ 8 w 11"/>
                <a:gd name="T7" fmla="*/ 2 h 12"/>
                <a:gd name="T8" fmla="*/ 10 w 11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1"/>
                    <a:pt x="5" y="12"/>
                    <a:pt x="3" y="11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1"/>
                    <a:pt x="5" y="0"/>
                    <a:pt x="8" y="2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" name="Freeform 1255"/>
            <p:cNvSpPr>
              <a:spLocks/>
            </p:cNvSpPr>
            <p:nvPr userDrawn="1"/>
          </p:nvSpPr>
          <p:spPr bwMode="auto">
            <a:xfrm>
              <a:off x="3835401" y="555625"/>
              <a:ext cx="26988" cy="30163"/>
            </a:xfrm>
            <a:custGeom>
              <a:avLst/>
              <a:gdLst>
                <a:gd name="T0" fmla="*/ 13 w 14"/>
                <a:gd name="T1" fmla="*/ 10 h 15"/>
                <a:gd name="T2" fmla="*/ 4 w 14"/>
                <a:gd name="T3" fmla="*/ 13 h 15"/>
                <a:gd name="T4" fmla="*/ 1 w 14"/>
                <a:gd name="T5" fmla="*/ 4 h 15"/>
                <a:gd name="T6" fmla="*/ 10 w 14"/>
                <a:gd name="T7" fmla="*/ 2 h 15"/>
                <a:gd name="T8" fmla="*/ 13 w 14"/>
                <a:gd name="T9" fmla="*/ 1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5">
                  <a:moveTo>
                    <a:pt x="13" y="10"/>
                  </a:moveTo>
                  <a:cubicBezTo>
                    <a:pt x="11" y="14"/>
                    <a:pt x="7" y="15"/>
                    <a:pt x="4" y="13"/>
                  </a:cubicBezTo>
                  <a:cubicBezTo>
                    <a:pt x="1" y="11"/>
                    <a:pt x="0" y="8"/>
                    <a:pt x="1" y="4"/>
                  </a:cubicBezTo>
                  <a:cubicBezTo>
                    <a:pt x="3" y="1"/>
                    <a:pt x="7" y="0"/>
                    <a:pt x="10" y="2"/>
                  </a:cubicBezTo>
                  <a:cubicBezTo>
                    <a:pt x="13" y="3"/>
                    <a:pt x="14" y="7"/>
                    <a:pt x="13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" name="Freeform 1256"/>
            <p:cNvSpPr>
              <a:spLocks/>
            </p:cNvSpPr>
            <p:nvPr userDrawn="1"/>
          </p:nvSpPr>
          <p:spPr bwMode="auto">
            <a:xfrm>
              <a:off x="3930651" y="663575"/>
              <a:ext cx="15875" cy="15875"/>
            </a:xfrm>
            <a:custGeom>
              <a:avLst/>
              <a:gdLst>
                <a:gd name="T0" fmla="*/ 7 w 8"/>
                <a:gd name="T1" fmla="*/ 5 h 8"/>
                <a:gd name="T2" fmla="*/ 3 w 8"/>
                <a:gd name="T3" fmla="*/ 7 h 8"/>
                <a:gd name="T4" fmla="*/ 1 w 8"/>
                <a:gd name="T5" fmla="*/ 2 h 8"/>
                <a:gd name="T6" fmla="*/ 6 w 8"/>
                <a:gd name="T7" fmla="*/ 0 h 8"/>
                <a:gd name="T8" fmla="*/ 7 w 8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7" y="5"/>
                  </a:moveTo>
                  <a:cubicBezTo>
                    <a:pt x="7" y="7"/>
                    <a:pt x="4" y="8"/>
                    <a:pt x="3" y="7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1"/>
                    <a:pt x="8" y="4"/>
                    <a:pt x="7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" name="Freeform 1257"/>
            <p:cNvSpPr>
              <a:spLocks/>
            </p:cNvSpPr>
            <p:nvPr userDrawn="1"/>
          </p:nvSpPr>
          <p:spPr bwMode="auto">
            <a:xfrm>
              <a:off x="2655888" y="49212"/>
              <a:ext cx="15875" cy="15875"/>
            </a:xfrm>
            <a:custGeom>
              <a:avLst/>
              <a:gdLst>
                <a:gd name="T0" fmla="*/ 8 w 8"/>
                <a:gd name="T1" fmla="*/ 6 h 8"/>
                <a:gd name="T2" fmla="*/ 3 w 8"/>
                <a:gd name="T3" fmla="*/ 7 h 8"/>
                <a:gd name="T4" fmla="*/ 1 w 8"/>
                <a:gd name="T5" fmla="*/ 2 h 8"/>
                <a:gd name="T6" fmla="*/ 6 w 8"/>
                <a:gd name="T7" fmla="*/ 1 h 8"/>
                <a:gd name="T8" fmla="*/ 8 w 8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8" y="6"/>
                  </a:moveTo>
                  <a:cubicBezTo>
                    <a:pt x="7" y="8"/>
                    <a:pt x="4" y="8"/>
                    <a:pt x="3" y="7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8" y="2"/>
                    <a:pt x="8" y="4"/>
                    <a:pt x="8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" name="Freeform 1258"/>
            <p:cNvSpPr>
              <a:spLocks/>
            </p:cNvSpPr>
            <p:nvPr userDrawn="1"/>
          </p:nvSpPr>
          <p:spPr bwMode="auto">
            <a:xfrm>
              <a:off x="3962401" y="836612"/>
              <a:ext cx="14288" cy="11113"/>
            </a:xfrm>
            <a:custGeom>
              <a:avLst/>
              <a:gdLst>
                <a:gd name="T0" fmla="*/ 6 w 7"/>
                <a:gd name="T1" fmla="*/ 4 h 6"/>
                <a:gd name="T2" fmla="*/ 2 w 7"/>
                <a:gd name="T3" fmla="*/ 5 h 6"/>
                <a:gd name="T4" fmla="*/ 1 w 7"/>
                <a:gd name="T5" fmla="*/ 1 h 6"/>
                <a:gd name="T6" fmla="*/ 5 w 7"/>
                <a:gd name="T7" fmla="*/ 0 h 6"/>
                <a:gd name="T8" fmla="*/ 6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6" y="4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6" y="1"/>
                    <a:pt x="7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" name="Freeform 1259"/>
            <p:cNvSpPr>
              <a:spLocks/>
            </p:cNvSpPr>
            <p:nvPr userDrawn="1"/>
          </p:nvSpPr>
          <p:spPr bwMode="auto">
            <a:xfrm>
              <a:off x="2746376" y="430212"/>
              <a:ext cx="14288" cy="11113"/>
            </a:xfrm>
            <a:custGeom>
              <a:avLst/>
              <a:gdLst>
                <a:gd name="T0" fmla="*/ 6 w 7"/>
                <a:gd name="T1" fmla="*/ 4 h 6"/>
                <a:gd name="T2" fmla="*/ 2 w 7"/>
                <a:gd name="T3" fmla="*/ 5 h 6"/>
                <a:gd name="T4" fmla="*/ 1 w 7"/>
                <a:gd name="T5" fmla="*/ 2 h 6"/>
                <a:gd name="T6" fmla="*/ 5 w 7"/>
                <a:gd name="T7" fmla="*/ 0 h 6"/>
                <a:gd name="T8" fmla="*/ 6 w 7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6" y="4"/>
                  </a:moveTo>
                  <a:cubicBezTo>
                    <a:pt x="5" y="6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6" y="1"/>
                    <a:pt x="7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" name="Freeform 1260"/>
            <p:cNvSpPr>
              <a:spLocks/>
            </p:cNvSpPr>
            <p:nvPr userDrawn="1"/>
          </p:nvSpPr>
          <p:spPr bwMode="auto">
            <a:xfrm>
              <a:off x="4016376" y="-55563"/>
              <a:ext cx="23813" cy="22225"/>
            </a:xfrm>
            <a:custGeom>
              <a:avLst/>
              <a:gdLst>
                <a:gd name="T0" fmla="*/ 11 w 12"/>
                <a:gd name="T1" fmla="*/ 8 h 11"/>
                <a:gd name="T2" fmla="*/ 4 w 12"/>
                <a:gd name="T3" fmla="*/ 10 h 11"/>
                <a:gd name="T4" fmla="*/ 2 w 12"/>
                <a:gd name="T5" fmla="*/ 3 h 11"/>
                <a:gd name="T6" fmla="*/ 8 w 12"/>
                <a:gd name="T7" fmla="*/ 1 h 11"/>
                <a:gd name="T8" fmla="*/ 11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1" y="8"/>
                  </a:moveTo>
                  <a:cubicBezTo>
                    <a:pt x="9" y="10"/>
                    <a:pt x="6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6"/>
                    <a:pt x="1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" name="Freeform 1261"/>
            <p:cNvSpPr>
              <a:spLocks/>
            </p:cNvSpPr>
            <p:nvPr userDrawn="1"/>
          </p:nvSpPr>
          <p:spPr bwMode="auto">
            <a:xfrm>
              <a:off x="3830638" y="860425"/>
              <a:ext cx="22225" cy="20638"/>
            </a:xfrm>
            <a:custGeom>
              <a:avLst/>
              <a:gdLst>
                <a:gd name="T0" fmla="*/ 10 w 11"/>
                <a:gd name="T1" fmla="*/ 8 h 11"/>
                <a:gd name="T2" fmla="*/ 4 w 11"/>
                <a:gd name="T3" fmla="*/ 10 h 11"/>
                <a:gd name="T4" fmla="*/ 2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" name="Freeform 1262"/>
            <p:cNvSpPr>
              <a:spLocks/>
            </p:cNvSpPr>
            <p:nvPr userDrawn="1"/>
          </p:nvSpPr>
          <p:spPr bwMode="auto">
            <a:xfrm>
              <a:off x="3870326" y="928687"/>
              <a:ext cx="15875" cy="17463"/>
            </a:xfrm>
            <a:custGeom>
              <a:avLst/>
              <a:gdLst>
                <a:gd name="T0" fmla="*/ 7 w 8"/>
                <a:gd name="T1" fmla="*/ 6 h 9"/>
                <a:gd name="T2" fmla="*/ 2 w 8"/>
                <a:gd name="T3" fmla="*/ 8 h 9"/>
                <a:gd name="T4" fmla="*/ 0 w 8"/>
                <a:gd name="T5" fmla="*/ 3 h 9"/>
                <a:gd name="T6" fmla="*/ 5 w 8"/>
                <a:gd name="T7" fmla="*/ 1 h 9"/>
                <a:gd name="T8" fmla="*/ 7 w 8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7" y="6"/>
                  </a:moveTo>
                  <a:cubicBezTo>
                    <a:pt x="6" y="8"/>
                    <a:pt x="4" y="9"/>
                    <a:pt x="2" y="8"/>
                  </a:cubicBezTo>
                  <a:cubicBezTo>
                    <a:pt x="0" y="7"/>
                    <a:pt x="0" y="5"/>
                    <a:pt x="0" y="3"/>
                  </a:cubicBezTo>
                  <a:cubicBezTo>
                    <a:pt x="1" y="1"/>
                    <a:pt x="4" y="0"/>
                    <a:pt x="5" y="1"/>
                  </a:cubicBezTo>
                  <a:cubicBezTo>
                    <a:pt x="7" y="2"/>
                    <a:pt x="8" y="4"/>
                    <a:pt x="7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" name="Freeform 1263"/>
            <p:cNvSpPr>
              <a:spLocks/>
            </p:cNvSpPr>
            <p:nvPr userDrawn="1"/>
          </p:nvSpPr>
          <p:spPr bwMode="auto">
            <a:xfrm>
              <a:off x="4186238" y="1082675"/>
              <a:ext cx="22225" cy="20638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3" y="1"/>
                    <a:pt x="5" y="0"/>
                    <a:pt x="8" y="1"/>
                  </a:cubicBezTo>
                  <a:cubicBezTo>
                    <a:pt x="10" y="3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" name="Freeform 1264"/>
            <p:cNvSpPr>
              <a:spLocks/>
            </p:cNvSpPr>
            <p:nvPr userDrawn="1"/>
          </p:nvSpPr>
          <p:spPr bwMode="auto">
            <a:xfrm>
              <a:off x="3844926" y="496887"/>
              <a:ext cx="23813" cy="20638"/>
            </a:xfrm>
            <a:custGeom>
              <a:avLst/>
              <a:gdLst>
                <a:gd name="T0" fmla="*/ 10 w 12"/>
                <a:gd name="T1" fmla="*/ 8 h 11"/>
                <a:gd name="T2" fmla="*/ 3 w 12"/>
                <a:gd name="T3" fmla="*/ 10 h 11"/>
                <a:gd name="T4" fmla="*/ 1 w 12"/>
                <a:gd name="T5" fmla="*/ 3 h 11"/>
                <a:gd name="T6" fmla="*/ 8 w 12"/>
                <a:gd name="T7" fmla="*/ 1 h 11"/>
                <a:gd name="T8" fmla="*/ 10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" name="Freeform 1265"/>
            <p:cNvSpPr>
              <a:spLocks/>
            </p:cNvSpPr>
            <p:nvPr userDrawn="1"/>
          </p:nvSpPr>
          <p:spPr bwMode="auto">
            <a:xfrm>
              <a:off x="3765551" y="1001712"/>
              <a:ext cx="30163" cy="30163"/>
            </a:xfrm>
            <a:custGeom>
              <a:avLst/>
              <a:gdLst>
                <a:gd name="T0" fmla="*/ 13 w 15"/>
                <a:gd name="T1" fmla="*/ 11 h 15"/>
                <a:gd name="T2" fmla="*/ 4 w 15"/>
                <a:gd name="T3" fmla="*/ 13 h 15"/>
                <a:gd name="T4" fmla="*/ 2 w 15"/>
                <a:gd name="T5" fmla="*/ 5 h 15"/>
                <a:gd name="T6" fmla="*/ 10 w 15"/>
                <a:gd name="T7" fmla="*/ 2 h 15"/>
                <a:gd name="T8" fmla="*/ 13 w 15"/>
                <a:gd name="T9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5">
                  <a:moveTo>
                    <a:pt x="13" y="11"/>
                  </a:moveTo>
                  <a:cubicBezTo>
                    <a:pt x="11" y="14"/>
                    <a:pt x="7" y="15"/>
                    <a:pt x="4" y="13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3" y="1"/>
                    <a:pt x="7" y="0"/>
                    <a:pt x="10" y="2"/>
                  </a:cubicBezTo>
                  <a:cubicBezTo>
                    <a:pt x="13" y="4"/>
                    <a:pt x="15" y="7"/>
                    <a:pt x="13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" name="Freeform 1266"/>
            <p:cNvSpPr>
              <a:spLocks/>
            </p:cNvSpPr>
            <p:nvPr userDrawn="1"/>
          </p:nvSpPr>
          <p:spPr bwMode="auto">
            <a:xfrm>
              <a:off x="3803651" y="685800"/>
              <a:ext cx="25400" cy="26988"/>
            </a:xfrm>
            <a:custGeom>
              <a:avLst/>
              <a:gdLst>
                <a:gd name="T0" fmla="*/ 5 w 13"/>
                <a:gd name="T1" fmla="*/ 13 h 14"/>
                <a:gd name="T2" fmla="*/ 1 w 13"/>
                <a:gd name="T3" fmla="*/ 5 h 14"/>
                <a:gd name="T4" fmla="*/ 8 w 13"/>
                <a:gd name="T5" fmla="*/ 1 h 14"/>
                <a:gd name="T6" fmla="*/ 13 w 13"/>
                <a:gd name="T7" fmla="*/ 8 h 14"/>
                <a:gd name="T8" fmla="*/ 5 w 13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5" y="13"/>
                  </a:moveTo>
                  <a:cubicBezTo>
                    <a:pt x="2" y="12"/>
                    <a:pt x="0" y="9"/>
                    <a:pt x="1" y="5"/>
                  </a:cubicBezTo>
                  <a:cubicBezTo>
                    <a:pt x="1" y="2"/>
                    <a:pt x="5" y="0"/>
                    <a:pt x="8" y="1"/>
                  </a:cubicBezTo>
                  <a:cubicBezTo>
                    <a:pt x="11" y="2"/>
                    <a:pt x="13" y="5"/>
                    <a:pt x="13" y="8"/>
                  </a:cubicBezTo>
                  <a:cubicBezTo>
                    <a:pt x="12" y="12"/>
                    <a:pt x="8" y="14"/>
                    <a:pt x="5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" name="Freeform 1267"/>
            <p:cNvSpPr>
              <a:spLocks/>
            </p:cNvSpPr>
            <p:nvPr userDrawn="1"/>
          </p:nvSpPr>
          <p:spPr bwMode="auto">
            <a:xfrm>
              <a:off x="4699001" y="942975"/>
              <a:ext cx="14288" cy="11113"/>
            </a:xfrm>
            <a:custGeom>
              <a:avLst/>
              <a:gdLst>
                <a:gd name="T0" fmla="*/ 4 w 7"/>
                <a:gd name="T1" fmla="*/ 5 h 6"/>
                <a:gd name="T2" fmla="*/ 1 w 7"/>
                <a:gd name="T3" fmla="*/ 3 h 6"/>
                <a:gd name="T4" fmla="*/ 3 w 7"/>
                <a:gd name="T5" fmla="*/ 0 h 6"/>
                <a:gd name="T6" fmla="*/ 6 w 7"/>
                <a:gd name="T7" fmla="*/ 2 h 6"/>
                <a:gd name="T8" fmla="*/ 4 w 7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4" y="5"/>
                  </a:moveTo>
                  <a:cubicBezTo>
                    <a:pt x="3" y="6"/>
                    <a:pt x="1" y="5"/>
                    <a:pt x="1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4" y="0"/>
                    <a:pt x="6" y="1"/>
                    <a:pt x="6" y="2"/>
                  </a:cubicBezTo>
                  <a:cubicBezTo>
                    <a:pt x="7" y="4"/>
                    <a:pt x="6" y="5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" name="Oval 1268"/>
            <p:cNvSpPr>
              <a:spLocks noChangeArrowheads="1"/>
            </p:cNvSpPr>
            <p:nvPr userDrawn="1"/>
          </p:nvSpPr>
          <p:spPr bwMode="auto">
            <a:xfrm>
              <a:off x="2598738" y="1663700"/>
              <a:ext cx="28575" cy="269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" name="Oval 1269"/>
            <p:cNvSpPr>
              <a:spLocks noChangeArrowheads="1"/>
            </p:cNvSpPr>
            <p:nvPr userDrawn="1"/>
          </p:nvSpPr>
          <p:spPr bwMode="auto">
            <a:xfrm>
              <a:off x="865188" y="1581150"/>
              <a:ext cx="28575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" name="Oval 1270"/>
            <p:cNvSpPr>
              <a:spLocks noChangeArrowheads="1"/>
            </p:cNvSpPr>
            <p:nvPr userDrawn="1"/>
          </p:nvSpPr>
          <p:spPr bwMode="auto">
            <a:xfrm>
              <a:off x="2679701" y="1647825"/>
              <a:ext cx="23813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" name="Oval 1271"/>
            <p:cNvSpPr>
              <a:spLocks noChangeArrowheads="1"/>
            </p:cNvSpPr>
            <p:nvPr userDrawn="1"/>
          </p:nvSpPr>
          <p:spPr bwMode="auto">
            <a:xfrm>
              <a:off x="2298701" y="1360487"/>
              <a:ext cx="25400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" name="Oval 1272"/>
            <p:cNvSpPr>
              <a:spLocks noChangeArrowheads="1"/>
            </p:cNvSpPr>
            <p:nvPr userDrawn="1"/>
          </p:nvSpPr>
          <p:spPr bwMode="auto">
            <a:xfrm>
              <a:off x="2239963" y="1487487"/>
              <a:ext cx="14288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" name="Oval 1273"/>
            <p:cNvSpPr>
              <a:spLocks noChangeArrowheads="1"/>
            </p:cNvSpPr>
            <p:nvPr userDrawn="1"/>
          </p:nvSpPr>
          <p:spPr bwMode="auto">
            <a:xfrm>
              <a:off x="2570163" y="1619250"/>
              <a:ext cx="17463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" name="Oval 1274"/>
            <p:cNvSpPr>
              <a:spLocks noChangeArrowheads="1"/>
            </p:cNvSpPr>
            <p:nvPr userDrawn="1"/>
          </p:nvSpPr>
          <p:spPr bwMode="auto">
            <a:xfrm>
              <a:off x="2309813" y="1495425"/>
              <a:ext cx="23813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" name="Oval 1275"/>
            <p:cNvSpPr>
              <a:spLocks noChangeArrowheads="1"/>
            </p:cNvSpPr>
            <p:nvPr userDrawn="1"/>
          </p:nvSpPr>
          <p:spPr bwMode="auto">
            <a:xfrm>
              <a:off x="2481263" y="1644650"/>
              <a:ext cx="14288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" name="Freeform 1276"/>
            <p:cNvSpPr>
              <a:spLocks/>
            </p:cNvSpPr>
            <p:nvPr userDrawn="1"/>
          </p:nvSpPr>
          <p:spPr bwMode="auto">
            <a:xfrm>
              <a:off x="2395538" y="1660525"/>
              <a:ext cx="11113" cy="11113"/>
            </a:xfrm>
            <a:custGeom>
              <a:avLst/>
              <a:gdLst>
                <a:gd name="T0" fmla="*/ 5 w 6"/>
                <a:gd name="T1" fmla="*/ 4 h 6"/>
                <a:gd name="T2" fmla="*/ 2 w 6"/>
                <a:gd name="T3" fmla="*/ 6 h 6"/>
                <a:gd name="T4" fmla="*/ 0 w 6"/>
                <a:gd name="T5" fmla="*/ 2 h 6"/>
                <a:gd name="T6" fmla="*/ 4 w 6"/>
                <a:gd name="T7" fmla="*/ 1 h 6"/>
                <a:gd name="T8" fmla="*/ 5 w 6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1"/>
                    <a:pt x="6" y="3"/>
                    <a:pt x="5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" name="Freeform 1277"/>
            <p:cNvSpPr>
              <a:spLocks/>
            </p:cNvSpPr>
            <p:nvPr userDrawn="1"/>
          </p:nvSpPr>
          <p:spPr bwMode="auto">
            <a:xfrm>
              <a:off x="2646363" y="1577975"/>
              <a:ext cx="23813" cy="20638"/>
            </a:xfrm>
            <a:custGeom>
              <a:avLst/>
              <a:gdLst>
                <a:gd name="T0" fmla="*/ 10 w 12"/>
                <a:gd name="T1" fmla="*/ 8 h 11"/>
                <a:gd name="T2" fmla="*/ 4 w 12"/>
                <a:gd name="T3" fmla="*/ 10 h 11"/>
                <a:gd name="T4" fmla="*/ 2 w 12"/>
                <a:gd name="T5" fmla="*/ 3 h 11"/>
                <a:gd name="T6" fmla="*/ 8 w 12"/>
                <a:gd name="T7" fmla="*/ 1 h 11"/>
                <a:gd name="T8" fmla="*/ 10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0" y="8"/>
                  </a:moveTo>
                  <a:cubicBezTo>
                    <a:pt x="9" y="10"/>
                    <a:pt x="6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" name="Freeform 1278"/>
            <p:cNvSpPr>
              <a:spLocks/>
            </p:cNvSpPr>
            <p:nvPr userDrawn="1"/>
          </p:nvSpPr>
          <p:spPr bwMode="auto">
            <a:xfrm>
              <a:off x="2432051" y="1730375"/>
              <a:ext cx="23813" cy="22225"/>
            </a:xfrm>
            <a:custGeom>
              <a:avLst/>
              <a:gdLst>
                <a:gd name="T0" fmla="*/ 11 w 12"/>
                <a:gd name="T1" fmla="*/ 8 h 11"/>
                <a:gd name="T2" fmla="*/ 4 w 12"/>
                <a:gd name="T3" fmla="*/ 10 h 11"/>
                <a:gd name="T4" fmla="*/ 2 w 12"/>
                <a:gd name="T5" fmla="*/ 3 h 11"/>
                <a:gd name="T6" fmla="*/ 8 w 12"/>
                <a:gd name="T7" fmla="*/ 1 h 11"/>
                <a:gd name="T8" fmla="*/ 11 w 12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1">
                  <a:moveTo>
                    <a:pt x="11" y="8"/>
                  </a:moveTo>
                  <a:cubicBezTo>
                    <a:pt x="10" y="10"/>
                    <a:pt x="7" y="11"/>
                    <a:pt x="4" y="10"/>
                  </a:cubicBezTo>
                  <a:cubicBezTo>
                    <a:pt x="2" y="9"/>
                    <a:pt x="0" y="6"/>
                    <a:pt x="2" y="3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2"/>
                    <a:pt x="12" y="5"/>
                    <a:pt x="1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" name="Freeform 1279"/>
            <p:cNvSpPr>
              <a:spLocks/>
            </p:cNvSpPr>
            <p:nvPr userDrawn="1"/>
          </p:nvSpPr>
          <p:spPr bwMode="auto">
            <a:xfrm>
              <a:off x="2784476" y="1730375"/>
              <a:ext cx="12700" cy="14288"/>
            </a:xfrm>
            <a:custGeom>
              <a:avLst/>
              <a:gdLst>
                <a:gd name="T0" fmla="*/ 6 w 7"/>
                <a:gd name="T1" fmla="*/ 5 h 7"/>
                <a:gd name="T2" fmla="*/ 2 w 7"/>
                <a:gd name="T3" fmla="*/ 6 h 7"/>
                <a:gd name="T4" fmla="*/ 1 w 7"/>
                <a:gd name="T5" fmla="*/ 2 h 7"/>
                <a:gd name="T6" fmla="*/ 5 w 7"/>
                <a:gd name="T7" fmla="*/ 1 h 7"/>
                <a:gd name="T8" fmla="*/ 6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4" y="7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7" y="3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" name="Freeform 1280"/>
            <p:cNvSpPr>
              <a:spLocks/>
            </p:cNvSpPr>
            <p:nvPr userDrawn="1"/>
          </p:nvSpPr>
          <p:spPr bwMode="auto">
            <a:xfrm>
              <a:off x="2598738" y="1743075"/>
              <a:ext cx="23813" cy="22225"/>
            </a:xfrm>
            <a:custGeom>
              <a:avLst/>
              <a:gdLst>
                <a:gd name="T0" fmla="*/ 10 w 12"/>
                <a:gd name="T1" fmla="*/ 8 h 12"/>
                <a:gd name="T2" fmla="*/ 4 w 12"/>
                <a:gd name="T3" fmla="*/ 10 h 12"/>
                <a:gd name="T4" fmla="*/ 1 w 12"/>
                <a:gd name="T5" fmla="*/ 4 h 12"/>
                <a:gd name="T6" fmla="*/ 8 w 12"/>
                <a:gd name="T7" fmla="*/ 1 h 12"/>
                <a:gd name="T8" fmla="*/ 10 w 12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0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3"/>
                    <a:pt x="12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5" name="Oval 1281"/>
            <p:cNvSpPr>
              <a:spLocks noChangeArrowheads="1"/>
            </p:cNvSpPr>
            <p:nvPr userDrawn="1"/>
          </p:nvSpPr>
          <p:spPr bwMode="auto">
            <a:xfrm>
              <a:off x="2428876" y="1589087"/>
              <a:ext cx="19050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6" name="Freeform 1282"/>
            <p:cNvSpPr>
              <a:spLocks/>
            </p:cNvSpPr>
            <p:nvPr userDrawn="1"/>
          </p:nvSpPr>
          <p:spPr bwMode="auto">
            <a:xfrm>
              <a:off x="2143126" y="1398587"/>
              <a:ext cx="12700" cy="11113"/>
            </a:xfrm>
            <a:custGeom>
              <a:avLst/>
              <a:gdLst>
                <a:gd name="T0" fmla="*/ 4 w 6"/>
                <a:gd name="T1" fmla="*/ 5 h 6"/>
                <a:gd name="T2" fmla="*/ 1 w 6"/>
                <a:gd name="T3" fmla="*/ 3 h 6"/>
                <a:gd name="T4" fmla="*/ 3 w 6"/>
                <a:gd name="T5" fmla="*/ 0 h 6"/>
                <a:gd name="T6" fmla="*/ 6 w 6"/>
                <a:gd name="T7" fmla="*/ 2 h 6"/>
                <a:gd name="T8" fmla="*/ 4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5"/>
                  </a:moveTo>
                  <a:cubicBezTo>
                    <a:pt x="3" y="6"/>
                    <a:pt x="1" y="5"/>
                    <a:pt x="1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4" y="0"/>
                    <a:pt x="6" y="1"/>
                    <a:pt x="6" y="2"/>
                  </a:cubicBezTo>
                  <a:cubicBezTo>
                    <a:pt x="6" y="4"/>
                    <a:pt x="6" y="5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7" name="Freeform 1283"/>
            <p:cNvSpPr>
              <a:spLocks/>
            </p:cNvSpPr>
            <p:nvPr userDrawn="1"/>
          </p:nvSpPr>
          <p:spPr bwMode="auto">
            <a:xfrm>
              <a:off x="3479801" y="773112"/>
              <a:ext cx="12700" cy="14288"/>
            </a:xfrm>
            <a:custGeom>
              <a:avLst/>
              <a:gdLst>
                <a:gd name="T0" fmla="*/ 4 w 7"/>
                <a:gd name="T1" fmla="*/ 6 h 7"/>
                <a:gd name="T2" fmla="*/ 1 w 7"/>
                <a:gd name="T3" fmla="*/ 4 h 7"/>
                <a:gd name="T4" fmla="*/ 3 w 7"/>
                <a:gd name="T5" fmla="*/ 1 h 7"/>
                <a:gd name="T6" fmla="*/ 6 w 7"/>
                <a:gd name="T7" fmla="*/ 3 h 7"/>
                <a:gd name="T8" fmla="*/ 4 w 7"/>
                <a:gd name="T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4" y="6"/>
                  </a:moveTo>
                  <a:cubicBezTo>
                    <a:pt x="3" y="7"/>
                    <a:pt x="1" y="6"/>
                    <a:pt x="1" y="4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4" y="0"/>
                    <a:pt x="6" y="1"/>
                    <a:pt x="6" y="3"/>
                  </a:cubicBezTo>
                  <a:cubicBezTo>
                    <a:pt x="7" y="4"/>
                    <a:pt x="6" y="6"/>
                    <a:pt x="4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8" name="Oval 1284"/>
            <p:cNvSpPr>
              <a:spLocks noChangeArrowheads="1"/>
            </p:cNvSpPr>
            <p:nvPr userDrawn="1"/>
          </p:nvSpPr>
          <p:spPr bwMode="auto">
            <a:xfrm>
              <a:off x="3098801" y="465137"/>
              <a:ext cx="28575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9" name="Oval 1285"/>
            <p:cNvSpPr>
              <a:spLocks noChangeArrowheads="1"/>
            </p:cNvSpPr>
            <p:nvPr userDrawn="1"/>
          </p:nvSpPr>
          <p:spPr bwMode="auto">
            <a:xfrm>
              <a:off x="3178176" y="450850"/>
              <a:ext cx="26988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0" name="Oval 1286"/>
            <p:cNvSpPr>
              <a:spLocks noChangeArrowheads="1"/>
            </p:cNvSpPr>
            <p:nvPr userDrawn="1"/>
          </p:nvSpPr>
          <p:spPr bwMode="auto">
            <a:xfrm>
              <a:off x="2738438" y="288925"/>
              <a:ext cx="14288" cy="1587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1" name="Oval 1287"/>
            <p:cNvSpPr>
              <a:spLocks noChangeArrowheads="1"/>
            </p:cNvSpPr>
            <p:nvPr userDrawn="1"/>
          </p:nvSpPr>
          <p:spPr bwMode="auto">
            <a:xfrm>
              <a:off x="3068638" y="422275"/>
              <a:ext cx="20638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2" name="Oval 1288"/>
            <p:cNvSpPr>
              <a:spLocks noChangeArrowheads="1"/>
            </p:cNvSpPr>
            <p:nvPr userDrawn="1"/>
          </p:nvSpPr>
          <p:spPr bwMode="auto">
            <a:xfrm>
              <a:off x="2809876" y="298450"/>
              <a:ext cx="23813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3" name="Oval 1289"/>
            <p:cNvSpPr>
              <a:spLocks noChangeArrowheads="1"/>
            </p:cNvSpPr>
            <p:nvPr userDrawn="1"/>
          </p:nvSpPr>
          <p:spPr bwMode="auto">
            <a:xfrm>
              <a:off x="2982913" y="447675"/>
              <a:ext cx="12700" cy="14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4" name="Freeform 1290"/>
            <p:cNvSpPr>
              <a:spLocks/>
            </p:cNvSpPr>
            <p:nvPr userDrawn="1"/>
          </p:nvSpPr>
          <p:spPr bwMode="auto">
            <a:xfrm>
              <a:off x="2894013" y="461962"/>
              <a:ext cx="14288" cy="12700"/>
            </a:xfrm>
            <a:custGeom>
              <a:avLst/>
              <a:gdLst>
                <a:gd name="T0" fmla="*/ 6 w 7"/>
                <a:gd name="T1" fmla="*/ 5 h 7"/>
                <a:gd name="T2" fmla="*/ 2 w 7"/>
                <a:gd name="T3" fmla="*/ 6 h 7"/>
                <a:gd name="T4" fmla="*/ 1 w 7"/>
                <a:gd name="T5" fmla="*/ 2 h 7"/>
                <a:gd name="T6" fmla="*/ 5 w 7"/>
                <a:gd name="T7" fmla="*/ 1 h 7"/>
                <a:gd name="T8" fmla="*/ 6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4" y="7"/>
                    <a:pt x="2" y="6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7" y="4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5" name="Freeform 1291"/>
            <p:cNvSpPr>
              <a:spLocks/>
            </p:cNvSpPr>
            <p:nvPr userDrawn="1"/>
          </p:nvSpPr>
          <p:spPr bwMode="auto">
            <a:xfrm>
              <a:off x="3148013" y="379412"/>
              <a:ext cx="20638" cy="22225"/>
            </a:xfrm>
            <a:custGeom>
              <a:avLst/>
              <a:gdLst>
                <a:gd name="T0" fmla="*/ 10 w 11"/>
                <a:gd name="T1" fmla="*/ 8 h 12"/>
                <a:gd name="T2" fmla="*/ 3 w 11"/>
                <a:gd name="T3" fmla="*/ 10 h 12"/>
                <a:gd name="T4" fmla="*/ 1 w 11"/>
                <a:gd name="T5" fmla="*/ 4 h 12"/>
                <a:gd name="T6" fmla="*/ 8 w 11"/>
                <a:gd name="T7" fmla="*/ 2 h 12"/>
                <a:gd name="T8" fmla="*/ 10 w 11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1"/>
                    <a:pt x="6" y="12"/>
                    <a:pt x="3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1"/>
                    <a:pt x="5" y="0"/>
                    <a:pt x="8" y="2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6" name="Freeform 1292"/>
            <p:cNvSpPr>
              <a:spLocks/>
            </p:cNvSpPr>
            <p:nvPr userDrawn="1"/>
          </p:nvSpPr>
          <p:spPr bwMode="auto">
            <a:xfrm>
              <a:off x="2933701" y="531812"/>
              <a:ext cx="23813" cy="23813"/>
            </a:xfrm>
            <a:custGeom>
              <a:avLst/>
              <a:gdLst>
                <a:gd name="T0" fmla="*/ 10 w 12"/>
                <a:gd name="T1" fmla="*/ 8 h 12"/>
                <a:gd name="T2" fmla="*/ 4 w 12"/>
                <a:gd name="T3" fmla="*/ 10 h 12"/>
                <a:gd name="T4" fmla="*/ 1 w 12"/>
                <a:gd name="T5" fmla="*/ 4 h 12"/>
                <a:gd name="T6" fmla="*/ 8 w 12"/>
                <a:gd name="T7" fmla="*/ 1 h 12"/>
                <a:gd name="T8" fmla="*/ 10 w 12"/>
                <a:gd name="T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10" y="8"/>
                  </a:moveTo>
                  <a:cubicBezTo>
                    <a:pt x="9" y="11"/>
                    <a:pt x="6" y="12"/>
                    <a:pt x="4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1" y="3"/>
                    <a:pt x="12" y="6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7" name="Freeform 1293"/>
            <p:cNvSpPr>
              <a:spLocks/>
            </p:cNvSpPr>
            <p:nvPr userDrawn="1"/>
          </p:nvSpPr>
          <p:spPr bwMode="auto">
            <a:xfrm>
              <a:off x="3284538" y="533400"/>
              <a:ext cx="12700" cy="12700"/>
            </a:xfrm>
            <a:custGeom>
              <a:avLst/>
              <a:gdLst>
                <a:gd name="T0" fmla="*/ 6 w 6"/>
                <a:gd name="T1" fmla="*/ 4 h 6"/>
                <a:gd name="T2" fmla="*/ 2 w 6"/>
                <a:gd name="T3" fmla="*/ 6 h 6"/>
                <a:gd name="T4" fmla="*/ 0 w 6"/>
                <a:gd name="T5" fmla="*/ 2 h 6"/>
                <a:gd name="T6" fmla="*/ 4 w 6"/>
                <a:gd name="T7" fmla="*/ 1 h 6"/>
                <a:gd name="T8" fmla="*/ 6 w 6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4"/>
                  </a:move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6" y="1"/>
                    <a:pt x="6" y="3"/>
                    <a:pt x="6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8" name="Freeform 1294"/>
            <p:cNvSpPr>
              <a:spLocks/>
            </p:cNvSpPr>
            <p:nvPr userDrawn="1"/>
          </p:nvSpPr>
          <p:spPr bwMode="auto">
            <a:xfrm>
              <a:off x="3100388" y="546100"/>
              <a:ext cx="22225" cy="20638"/>
            </a:xfrm>
            <a:custGeom>
              <a:avLst/>
              <a:gdLst>
                <a:gd name="T0" fmla="*/ 10 w 11"/>
                <a:gd name="T1" fmla="*/ 8 h 11"/>
                <a:gd name="T2" fmla="*/ 3 w 11"/>
                <a:gd name="T3" fmla="*/ 10 h 11"/>
                <a:gd name="T4" fmla="*/ 1 w 11"/>
                <a:gd name="T5" fmla="*/ 3 h 11"/>
                <a:gd name="T6" fmla="*/ 8 w 11"/>
                <a:gd name="T7" fmla="*/ 1 h 11"/>
                <a:gd name="T8" fmla="*/ 10 w 11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0" y="8"/>
                  </a:moveTo>
                  <a:cubicBezTo>
                    <a:pt x="9" y="10"/>
                    <a:pt x="6" y="11"/>
                    <a:pt x="3" y="10"/>
                  </a:cubicBezTo>
                  <a:cubicBezTo>
                    <a:pt x="1" y="9"/>
                    <a:pt x="0" y="6"/>
                    <a:pt x="1" y="3"/>
                  </a:cubicBezTo>
                  <a:cubicBezTo>
                    <a:pt x="2" y="1"/>
                    <a:pt x="5" y="0"/>
                    <a:pt x="8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9" name="Oval 1295"/>
            <p:cNvSpPr>
              <a:spLocks noChangeArrowheads="1"/>
            </p:cNvSpPr>
            <p:nvPr userDrawn="1"/>
          </p:nvSpPr>
          <p:spPr bwMode="auto">
            <a:xfrm>
              <a:off x="2928938" y="390525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0" name="Freeform 1296"/>
            <p:cNvSpPr>
              <a:spLocks/>
            </p:cNvSpPr>
            <p:nvPr userDrawn="1"/>
          </p:nvSpPr>
          <p:spPr bwMode="auto">
            <a:xfrm>
              <a:off x="2644776" y="200025"/>
              <a:ext cx="11113" cy="11113"/>
            </a:xfrm>
            <a:custGeom>
              <a:avLst/>
              <a:gdLst>
                <a:gd name="T0" fmla="*/ 4 w 6"/>
                <a:gd name="T1" fmla="*/ 6 h 6"/>
                <a:gd name="T2" fmla="*/ 0 w 6"/>
                <a:gd name="T3" fmla="*/ 4 h 6"/>
                <a:gd name="T4" fmla="*/ 2 w 6"/>
                <a:gd name="T5" fmla="*/ 0 h 6"/>
                <a:gd name="T6" fmla="*/ 6 w 6"/>
                <a:gd name="T7" fmla="*/ 3 h 6"/>
                <a:gd name="T8" fmla="*/ 4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6"/>
                  </a:moveTo>
                  <a:cubicBezTo>
                    <a:pt x="2" y="6"/>
                    <a:pt x="1" y="5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4" y="0"/>
                    <a:pt x="5" y="1"/>
                    <a:pt x="6" y="3"/>
                  </a:cubicBezTo>
                  <a:cubicBezTo>
                    <a:pt x="6" y="4"/>
                    <a:pt x="5" y="6"/>
                    <a:pt x="4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1" name="Freeform 1297"/>
            <p:cNvSpPr>
              <a:spLocks/>
            </p:cNvSpPr>
            <p:nvPr userDrawn="1"/>
          </p:nvSpPr>
          <p:spPr bwMode="auto">
            <a:xfrm>
              <a:off x="1192213" y="842962"/>
              <a:ext cx="31750" cy="33338"/>
            </a:xfrm>
            <a:custGeom>
              <a:avLst/>
              <a:gdLst>
                <a:gd name="T0" fmla="*/ 2 w 16"/>
                <a:gd name="T1" fmla="*/ 4 h 17"/>
                <a:gd name="T2" fmla="*/ 13 w 16"/>
                <a:gd name="T3" fmla="*/ 3 h 17"/>
                <a:gd name="T4" fmla="*/ 14 w 16"/>
                <a:gd name="T5" fmla="*/ 13 h 17"/>
                <a:gd name="T6" fmla="*/ 3 w 16"/>
                <a:gd name="T7" fmla="*/ 14 h 17"/>
                <a:gd name="T8" fmla="*/ 2 w 16"/>
                <a:gd name="T9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2" y="4"/>
                  </a:moveTo>
                  <a:cubicBezTo>
                    <a:pt x="5" y="1"/>
                    <a:pt x="9" y="0"/>
                    <a:pt x="13" y="3"/>
                  </a:cubicBezTo>
                  <a:cubicBezTo>
                    <a:pt x="16" y="6"/>
                    <a:pt x="16" y="10"/>
                    <a:pt x="14" y="13"/>
                  </a:cubicBezTo>
                  <a:cubicBezTo>
                    <a:pt x="11" y="16"/>
                    <a:pt x="6" y="17"/>
                    <a:pt x="3" y="14"/>
                  </a:cubicBezTo>
                  <a:cubicBezTo>
                    <a:pt x="0" y="12"/>
                    <a:pt x="0" y="7"/>
                    <a:pt x="2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2" name="Freeform 1298"/>
            <p:cNvSpPr>
              <a:spLocks/>
            </p:cNvSpPr>
            <p:nvPr userDrawn="1"/>
          </p:nvSpPr>
          <p:spPr bwMode="auto">
            <a:xfrm>
              <a:off x="1123951" y="809625"/>
              <a:ext cx="25400" cy="26988"/>
            </a:xfrm>
            <a:custGeom>
              <a:avLst/>
              <a:gdLst>
                <a:gd name="T0" fmla="*/ 2 w 13"/>
                <a:gd name="T1" fmla="*/ 3 h 14"/>
                <a:gd name="T2" fmla="*/ 10 w 13"/>
                <a:gd name="T3" fmla="*/ 2 h 14"/>
                <a:gd name="T4" fmla="*/ 11 w 13"/>
                <a:gd name="T5" fmla="*/ 11 h 14"/>
                <a:gd name="T6" fmla="*/ 3 w 13"/>
                <a:gd name="T7" fmla="*/ 12 h 14"/>
                <a:gd name="T8" fmla="*/ 2 w 13"/>
                <a:gd name="T9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4">
                  <a:moveTo>
                    <a:pt x="2" y="3"/>
                  </a:moveTo>
                  <a:cubicBezTo>
                    <a:pt x="4" y="0"/>
                    <a:pt x="8" y="0"/>
                    <a:pt x="10" y="2"/>
                  </a:cubicBezTo>
                  <a:cubicBezTo>
                    <a:pt x="13" y="4"/>
                    <a:pt x="13" y="8"/>
                    <a:pt x="11" y="11"/>
                  </a:cubicBezTo>
                  <a:cubicBezTo>
                    <a:pt x="9" y="14"/>
                    <a:pt x="5" y="14"/>
                    <a:pt x="3" y="12"/>
                  </a:cubicBezTo>
                  <a:cubicBezTo>
                    <a:pt x="0" y="10"/>
                    <a:pt x="0" y="6"/>
                    <a:pt x="2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3" name="Freeform 1299"/>
            <p:cNvSpPr>
              <a:spLocks/>
            </p:cNvSpPr>
            <p:nvPr userDrawn="1"/>
          </p:nvSpPr>
          <p:spPr bwMode="auto">
            <a:xfrm>
              <a:off x="1365251" y="1227137"/>
              <a:ext cx="15875" cy="15875"/>
            </a:xfrm>
            <a:custGeom>
              <a:avLst/>
              <a:gdLst>
                <a:gd name="T0" fmla="*/ 2 w 8"/>
                <a:gd name="T1" fmla="*/ 2 h 8"/>
                <a:gd name="T2" fmla="*/ 7 w 8"/>
                <a:gd name="T3" fmla="*/ 1 h 8"/>
                <a:gd name="T4" fmla="*/ 7 w 8"/>
                <a:gd name="T5" fmla="*/ 6 h 8"/>
                <a:gd name="T6" fmla="*/ 2 w 8"/>
                <a:gd name="T7" fmla="*/ 7 h 8"/>
                <a:gd name="T8" fmla="*/ 2 w 8"/>
                <a:gd name="T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2"/>
                    <a:pt x="8" y="5"/>
                    <a:pt x="7" y="6"/>
                  </a:cubicBezTo>
                  <a:cubicBezTo>
                    <a:pt x="6" y="8"/>
                    <a:pt x="4" y="8"/>
                    <a:pt x="2" y="7"/>
                  </a:cubicBezTo>
                  <a:cubicBezTo>
                    <a:pt x="0" y="5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4" name="Freeform 1300"/>
            <p:cNvSpPr>
              <a:spLocks/>
            </p:cNvSpPr>
            <p:nvPr userDrawn="1"/>
          </p:nvSpPr>
          <p:spPr bwMode="auto">
            <a:xfrm>
              <a:off x="1192213" y="909637"/>
              <a:ext cx="22225" cy="20638"/>
            </a:xfrm>
            <a:custGeom>
              <a:avLst/>
              <a:gdLst>
                <a:gd name="T0" fmla="*/ 2 w 11"/>
                <a:gd name="T1" fmla="*/ 2 h 11"/>
                <a:gd name="T2" fmla="*/ 9 w 11"/>
                <a:gd name="T3" fmla="*/ 1 h 11"/>
                <a:gd name="T4" fmla="*/ 9 w 11"/>
                <a:gd name="T5" fmla="*/ 8 h 11"/>
                <a:gd name="T6" fmla="*/ 2 w 11"/>
                <a:gd name="T7" fmla="*/ 9 h 11"/>
                <a:gd name="T8" fmla="*/ 2 w 11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3" y="0"/>
                    <a:pt x="7" y="0"/>
                    <a:pt x="9" y="1"/>
                  </a:cubicBezTo>
                  <a:cubicBezTo>
                    <a:pt x="11" y="3"/>
                    <a:pt x="11" y="6"/>
                    <a:pt x="9" y="8"/>
                  </a:cubicBezTo>
                  <a:cubicBezTo>
                    <a:pt x="8" y="10"/>
                    <a:pt x="4" y="11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5" name="Freeform 1301"/>
            <p:cNvSpPr>
              <a:spLocks/>
            </p:cNvSpPr>
            <p:nvPr userDrawn="1"/>
          </p:nvSpPr>
          <p:spPr bwMode="auto">
            <a:xfrm>
              <a:off x="1311276" y="1162050"/>
              <a:ext cx="26988" cy="28575"/>
            </a:xfrm>
            <a:custGeom>
              <a:avLst/>
              <a:gdLst>
                <a:gd name="T0" fmla="*/ 2 w 14"/>
                <a:gd name="T1" fmla="*/ 3 h 14"/>
                <a:gd name="T2" fmla="*/ 11 w 14"/>
                <a:gd name="T3" fmla="*/ 2 h 14"/>
                <a:gd name="T4" fmla="*/ 12 w 14"/>
                <a:gd name="T5" fmla="*/ 11 h 14"/>
                <a:gd name="T6" fmla="*/ 3 w 14"/>
                <a:gd name="T7" fmla="*/ 12 h 14"/>
                <a:gd name="T8" fmla="*/ 2 w 14"/>
                <a:gd name="T9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2" y="3"/>
                  </a:moveTo>
                  <a:cubicBezTo>
                    <a:pt x="5" y="0"/>
                    <a:pt x="8" y="0"/>
                    <a:pt x="11" y="2"/>
                  </a:cubicBezTo>
                  <a:cubicBezTo>
                    <a:pt x="14" y="4"/>
                    <a:pt x="14" y="8"/>
                    <a:pt x="12" y="11"/>
                  </a:cubicBezTo>
                  <a:cubicBezTo>
                    <a:pt x="10" y="13"/>
                    <a:pt x="6" y="14"/>
                    <a:pt x="3" y="12"/>
                  </a:cubicBezTo>
                  <a:cubicBezTo>
                    <a:pt x="1" y="9"/>
                    <a:pt x="0" y="6"/>
                    <a:pt x="2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6" name="Freeform 1302"/>
            <p:cNvSpPr>
              <a:spLocks/>
            </p:cNvSpPr>
            <p:nvPr userDrawn="1"/>
          </p:nvSpPr>
          <p:spPr bwMode="auto">
            <a:xfrm>
              <a:off x="1279526" y="950912"/>
              <a:ext cx="15875" cy="15875"/>
            </a:xfrm>
            <a:custGeom>
              <a:avLst/>
              <a:gdLst>
                <a:gd name="T0" fmla="*/ 2 w 8"/>
                <a:gd name="T1" fmla="*/ 2 h 8"/>
                <a:gd name="T2" fmla="*/ 7 w 8"/>
                <a:gd name="T3" fmla="*/ 1 h 8"/>
                <a:gd name="T4" fmla="*/ 7 w 8"/>
                <a:gd name="T5" fmla="*/ 7 h 8"/>
                <a:gd name="T6" fmla="*/ 2 w 8"/>
                <a:gd name="T7" fmla="*/ 7 h 8"/>
                <a:gd name="T8" fmla="*/ 2 w 8"/>
                <a:gd name="T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2" y="2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8" y="3"/>
                    <a:pt x="8" y="5"/>
                    <a:pt x="7" y="7"/>
                  </a:cubicBezTo>
                  <a:cubicBezTo>
                    <a:pt x="6" y="8"/>
                    <a:pt x="4" y="8"/>
                    <a:pt x="2" y="7"/>
                  </a:cubicBezTo>
                  <a:cubicBezTo>
                    <a:pt x="1" y="6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7" name="Freeform 1303"/>
            <p:cNvSpPr>
              <a:spLocks/>
            </p:cNvSpPr>
            <p:nvPr userDrawn="1"/>
          </p:nvSpPr>
          <p:spPr bwMode="auto">
            <a:xfrm>
              <a:off x="1357313" y="996950"/>
              <a:ext cx="14288" cy="12700"/>
            </a:xfrm>
            <a:custGeom>
              <a:avLst/>
              <a:gdLst>
                <a:gd name="T0" fmla="*/ 2 w 7"/>
                <a:gd name="T1" fmla="*/ 1 h 6"/>
                <a:gd name="T2" fmla="*/ 6 w 7"/>
                <a:gd name="T3" fmla="*/ 2 h 6"/>
                <a:gd name="T4" fmla="*/ 5 w 7"/>
                <a:gd name="T5" fmla="*/ 6 h 6"/>
                <a:gd name="T6" fmla="*/ 1 w 7"/>
                <a:gd name="T7" fmla="*/ 4 h 6"/>
                <a:gd name="T8" fmla="*/ 2 w 7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2" y="1"/>
                  </a:moveTo>
                  <a:cubicBezTo>
                    <a:pt x="4" y="0"/>
                    <a:pt x="5" y="1"/>
                    <a:pt x="6" y="2"/>
                  </a:cubicBezTo>
                  <a:cubicBezTo>
                    <a:pt x="7" y="3"/>
                    <a:pt x="6" y="5"/>
                    <a:pt x="5" y="6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0" y="3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8" name="Freeform 1304"/>
            <p:cNvSpPr>
              <a:spLocks/>
            </p:cNvSpPr>
            <p:nvPr userDrawn="1"/>
          </p:nvSpPr>
          <p:spPr bwMode="auto">
            <a:xfrm>
              <a:off x="1106488" y="889000"/>
              <a:ext cx="20638" cy="22225"/>
            </a:xfrm>
            <a:custGeom>
              <a:avLst/>
              <a:gdLst>
                <a:gd name="T0" fmla="*/ 3 w 11"/>
                <a:gd name="T1" fmla="*/ 1 h 11"/>
                <a:gd name="T2" fmla="*/ 10 w 11"/>
                <a:gd name="T3" fmla="*/ 3 h 11"/>
                <a:gd name="T4" fmla="*/ 7 w 11"/>
                <a:gd name="T5" fmla="*/ 10 h 11"/>
                <a:gd name="T6" fmla="*/ 1 w 11"/>
                <a:gd name="T7" fmla="*/ 7 h 11"/>
                <a:gd name="T8" fmla="*/ 3 w 11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3" y="1"/>
                  </a:moveTo>
                  <a:cubicBezTo>
                    <a:pt x="6" y="0"/>
                    <a:pt x="9" y="1"/>
                    <a:pt x="10" y="3"/>
                  </a:cubicBezTo>
                  <a:cubicBezTo>
                    <a:pt x="11" y="6"/>
                    <a:pt x="10" y="8"/>
                    <a:pt x="7" y="10"/>
                  </a:cubicBezTo>
                  <a:cubicBezTo>
                    <a:pt x="5" y="11"/>
                    <a:pt x="2" y="10"/>
                    <a:pt x="1" y="7"/>
                  </a:cubicBezTo>
                  <a:cubicBezTo>
                    <a:pt x="0" y="5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9" name="Freeform 1305"/>
            <p:cNvSpPr>
              <a:spLocks/>
            </p:cNvSpPr>
            <p:nvPr userDrawn="1"/>
          </p:nvSpPr>
          <p:spPr bwMode="auto">
            <a:xfrm>
              <a:off x="1366838" y="908050"/>
              <a:ext cx="22225" cy="20638"/>
            </a:xfrm>
            <a:custGeom>
              <a:avLst/>
              <a:gdLst>
                <a:gd name="T0" fmla="*/ 4 w 11"/>
                <a:gd name="T1" fmla="*/ 1 h 11"/>
                <a:gd name="T2" fmla="*/ 10 w 11"/>
                <a:gd name="T3" fmla="*/ 3 h 11"/>
                <a:gd name="T4" fmla="*/ 8 w 11"/>
                <a:gd name="T5" fmla="*/ 10 h 11"/>
                <a:gd name="T6" fmla="*/ 1 w 11"/>
                <a:gd name="T7" fmla="*/ 7 h 11"/>
                <a:gd name="T8" fmla="*/ 4 w 11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4" y="1"/>
                  </a:moveTo>
                  <a:cubicBezTo>
                    <a:pt x="6" y="0"/>
                    <a:pt x="9" y="1"/>
                    <a:pt x="10" y="3"/>
                  </a:cubicBezTo>
                  <a:cubicBezTo>
                    <a:pt x="11" y="6"/>
                    <a:pt x="10" y="9"/>
                    <a:pt x="8" y="10"/>
                  </a:cubicBezTo>
                  <a:cubicBezTo>
                    <a:pt x="5" y="11"/>
                    <a:pt x="2" y="10"/>
                    <a:pt x="1" y="7"/>
                  </a:cubicBezTo>
                  <a:cubicBezTo>
                    <a:pt x="0" y="5"/>
                    <a:pt x="1" y="2"/>
                    <a:pt x="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" name="Freeform 1306"/>
            <p:cNvSpPr>
              <a:spLocks/>
            </p:cNvSpPr>
            <p:nvPr userDrawn="1"/>
          </p:nvSpPr>
          <p:spPr bwMode="auto">
            <a:xfrm>
              <a:off x="1101726" y="693737"/>
              <a:ext cx="14288" cy="12700"/>
            </a:xfrm>
            <a:custGeom>
              <a:avLst/>
              <a:gdLst>
                <a:gd name="T0" fmla="*/ 3 w 7"/>
                <a:gd name="T1" fmla="*/ 1 h 7"/>
                <a:gd name="T2" fmla="*/ 6 w 7"/>
                <a:gd name="T3" fmla="*/ 2 h 7"/>
                <a:gd name="T4" fmla="*/ 5 w 7"/>
                <a:gd name="T5" fmla="*/ 6 h 7"/>
                <a:gd name="T6" fmla="*/ 1 w 7"/>
                <a:gd name="T7" fmla="*/ 5 h 7"/>
                <a:gd name="T8" fmla="*/ 3 w 7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3" y="1"/>
                  </a:moveTo>
                  <a:cubicBezTo>
                    <a:pt x="4" y="0"/>
                    <a:pt x="6" y="1"/>
                    <a:pt x="6" y="2"/>
                  </a:cubicBezTo>
                  <a:cubicBezTo>
                    <a:pt x="7" y="4"/>
                    <a:pt x="6" y="6"/>
                    <a:pt x="5" y="6"/>
                  </a:cubicBezTo>
                  <a:cubicBezTo>
                    <a:pt x="3" y="7"/>
                    <a:pt x="2" y="6"/>
                    <a:pt x="1" y="5"/>
                  </a:cubicBezTo>
                  <a:cubicBezTo>
                    <a:pt x="0" y="3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1" name="Freeform 1307"/>
            <p:cNvSpPr>
              <a:spLocks/>
            </p:cNvSpPr>
            <p:nvPr userDrawn="1"/>
          </p:nvSpPr>
          <p:spPr bwMode="auto">
            <a:xfrm>
              <a:off x="1247776" y="792162"/>
              <a:ext cx="22225" cy="20638"/>
            </a:xfrm>
            <a:custGeom>
              <a:avLst/>
              <a:gdLst>
                <a:gd name="T0" fmla="*/ 3 w 11"/>
                <a:gd name="T1" fmla="*/ 1 h 11"/>
                <a:gd name="T2" fmla="*/ 10 w 11"/>
                <a:gd name="T3" fmla="*/ 3 h 11"/>
                <a:gd name="T4" fmla="*/ 8 w 11"/>
                <a:gd name="T5" fmla="*/ 10 h 11"/>
                <a:gd name="T6" fmla="*/ 1 w 11"/>
                <a:gd name="T7" fmla="*/ 8 h 11"/>
                <a:gd name="T8" fmla="*/ 3 w 11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3" y="1"/>
                  </a:moveTo>
                  <a:cubicBezTo>
                    <a:pt x="6" y="0"/>
                    <a:pt x="9" y="1"/>
                    <a:pt x="10" y="3"/>
                  </a:cubicBezTo>
                  <a:cubicBezTo>
                    <a:pt x="11" y="6"/>
                    <a:pt x="10" y="9"/>
                    <a:pt x="8" y="10"/>
                  </a:cubicBezTo>
                  <a:cubicBezTo>
                    <a:pt x="5" y="11"/>
                    <a:pt x="2" y="10"/>
                    <a:pt x="1" y="8"/>
                  </a:cubicBezTo>
                  <a:cubicBezTo>
                    <a:pt x="0" y="5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2" name="Freeform 1308"/>
            <p:cNvSpPr>
              <a:spLocks/>
            </p:cNvSpPr>
            <p:nvPr userDrawn="1"/>
          </p:nvSpPr>
          <p:spPr bwMode="auto">
            <a:xfrm>
              <a:off x="1281113" y="1020762"/>
              <a:ext cx="22225" cy="22225"/>
            </a:xfrm>
            <a:custGeom>
              <a:avLst/>
              <a:gdLst>
                <a:gd name="T0" fmla="*/ 2 w 11"/>
                <a:gd name="T1" fmla="*/ 2 h 11"/>
                <a:gd name="T2" fmla="*/ 9 w 11"/>
                <a:gd name="T3" fmla="*/ 2 h 11"/>
                <a:gd name="T4" fmla="*/ 9 w 11"/>
                <a:gd name="T5" fmla="*/ 9 h 11"/>
                <a:gd name="T6" fmla="*/ 2 w 11"/>
                <a:gd name="T7" fmla="*/ 9 h 11"/>
                <a:gd name="T8" fmla="*/ 2 w 11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2" y="2"/>
                  </a:moveTo>
                  <a:cubicBezTo>
                    <a:pt x="3" y="0"/>
                    <a:pt x="7" y="0"/>
                    <a:pt x="9" y="2"/>
                  </a:cubicBezTo>
                  <a:cubicBezTo>
                    <a:pt x="11" y="3"/>
                    <a:pt x="11" y="7"/>
                    <a:pt x="9" y="9"/>
                  </a:cubicBezTo>
                  <a:cubicBezTo>
                    <a:pt x="8" y="11"/>
                    <a:pt x="4" y="11"/>
                    <a:pt x="2" y="9"/>
                  </a:cubicBezTo>
                  <a:cubicBezTo>
                    <a:pt x="0" y="8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3" name="Freeform 1309"/>
            <p:cNvSpPr>
              <a:spLocks/>
            </p:cNvSpPr>
            <p:nvPr userDrawn="1"/>
          </p:nvSpPr>
          <p:spPr bwMode="auto">
            <a:xfrm>
              <a:off x="1385888" y="1358900"/>
              <a:ext cx="11113" cy="12700"/>
            </a:xfrm>
            <a:custGeom>
              <a:avLst/>
              <a:gdLst>
                <a:gd name="T0" fmla="*/ 4 w 6"/>
                <a:gd name="T1" fmla="*/ 1 h 6"/>
                <a:gd name="T2" fmla="*/ 5 w 6"/>
                <a:gd name="T3" fmla="*/ 4 h 6"/>
                <a:gd name="T4" fmla="*/ 2 w 6"/>
                <a:gd name="T5" fmla="*/ 6 h 6"/>
                <a:gd name="T6" fmla="*/ 0 w 6"/>
                <a:gd name="T7" fmla="*/ 2 h 6"/>
                <a:gd name="T8" fmla="*/ 4 w 6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6"/>
                    <a:pt x="3" y="6"/>
                    <a:pt x="2" y="6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4" name="Freeform 1310"/>
            <p:cNvSpPr>
              <a:spLocks/>
            </p:cNvSpPr>
            <p:nvPr userDrawn="1"/>
          </p:nvSpPr>
          <p:spPr bwMode="auto">
            <a:xfrm>
              <a:off x="4297363" y="1490662"/>
              <a:ext cx="15875" cy="15875"/>
            </a:xfrm>
            <a:custGeom>
              <a:avLst/>
              <a:gdLst>
                <a:gd name="T0" fmla="*/ 5 w 8"/>
                <a:gd name="T1" fmla="*/ 8 h 8"/>
                <a:gd name="T2" fmla="*/ 0 w 8"/>
                <a:gd name="T3" fmla="*/ 5 h 8"/>
                <a:gd name="T4" fmla="*/ 3 w 8"/>
                <a:gd name="T5" fmla="*/ 1 h 8"/>
                <a:gd name="T6" fmla="*/ 7 w 8"/>
                <a:gd name="T7" fmla="*/ 3 h 8"/>
                <a:gd name="T8" fmla="*/ 5 w 8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5" y="8"/>
                  </a:moveTo>
                  <a:cubicBezTo>
                    <a:pt x="3" y="8"/>
                    <a:pt x="1" y="7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7" y="2"/>
                    <a:pt x="7" y="3"/>
                  </a:cubicBezTo>
                  <a:cubicBezTo>
                    <a:pt x="8" y="5"/>
                    <a:pt x="7" y="7"/>
                    <a:pt x="5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5" name="Oval 1311"/>
            <p:cNvSpPr>
              <a:spLocks noChangeArrowheads="1"/>
            </p:cNvSpPr>
            <p:nvPr userDrawn="1"/>
          </p:nvSpPr>
          <p:spPr bwMode="auto">
            <a:xfrm>
              <a:off x="1552576" y="1984375"/>
              <a:ext cx="26988" cy="269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6" name="Oval 1312"/>
            <p:cNvSpPr>
              <a:spLocks noChangeArrowheads="1"/>
            </p:cNvSpPr>
            <p:nvPr userDrawn="1"/>
          </p:nvSpPr>
          <p:spPr bwMode="auto">
            <a:xfrm>
              <a:off x="1643063" y="1787525"/>
              <a:ext cx="25400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7" name="Oval 1313"/>
            <p:cNvSpPr>
              <a:spLocks noChangeArrowheads="1"/>
            </p:cNvSpPr>
            <p:nvPr userDrawn="1"/>
          </p:nvSpPr>
          <p:spPr bwMode="auto">
            <a:xfrm>
              <a:off x="1390651" y="1589087"/>
              <a:ext cx="30163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8" name="Oval 1314"/>
            <p:cNvSpPr>
              <a:spLocks noChangeArrowheads="1"/>
            </p:cNvSpPr>
            <p:nvPr userDrawn="1"/>
          </p:nvSpPr>
          <p:spPr bwMode="auto">
            <a:xfrm>
              <a:off x="1254126" y="1760537"/>
              <a:ext cx="23813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9" name="Oval 1315"/>
            <p:cNvSpPr>
              <a:spLocks noChangeArrowheads="1"/>
            </p:cNvSpPr>
            <p:nvPr userDrawn="1"/>
          </p:nvSpPr>
          <p:spPr bwMode="auto">
            <a:xfrm>
              <a:off x="1870076" y="1500187"/>
              <a:ext cx="14288" cy="14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0" name="Oval 1316"/>
            <p:cNvSpPr>
              <a:spLocks noChangeArrowheads="1"/>
            </p:cNvSpPr>
            <p:nvPr userDrawn="1"/>
          </p:nvSpPr>
          <p:spPr bwMode="auto">
            <a:xfrm>
              <a:off x="1825626" y="1979612"/>
              <a:ext cx="9525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1" name="Oval 1317"/>
            <p:cNvSpPr>
              <a:spLocks noChangeArrowheads="1"/>
            </p:cNvSpPr>
            <p:nvPr userDrawn="1"/>
          </p:nvSpPr>
          <p:spPr bwMode="auto">
            <a:xfrm>
              <a:off x="1027113" y="2252663"/>
              <a:ext cx="11113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2" name="Oval 1318"/>
            <p:cNvSpPr>
              <a:spLocks noChangeArrowheads="1"/>
            </p:cNvSpPr>
            <p:nvPr userDrawn="1"/>
          </p:nvSpPr>
          <p:spPr bwMode="auto">
            <a:xfrm>
              <a:off x="1593851" y="1670050"/>
              <a:ext cx="11113" cy="111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3" name="Oval 1319"/>
            <p:cNvSpPr>
              <a:spLocks noChangeArrowheads="1"/>
            </p:cNvSpPr>
            <p:nvPr userDrawn="1"/>
          </p:nvSpPr>
          <p:spPr bwMode="auto">
            <a:xfrm>
              <a:off x="1808163" y="1889125"/>
              <a:ext cx="17463" cy="2063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4" name="Oval 1320"/>
            <p:cNvSpPr>
              <a:spLocks noChangeArrowheads="1"/>
            </p:cNvSpPr>
            <p:nvPr userDrawn="1"/>
          </p:nvSpPr>
          <p:spPr bwMode="auto">
            <a:xfrm>
              <a:off x="1662113" y="1712912"/>
              <a:ext cx="19050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5" name="Oval 1321"/>
            <p:cNvSpPr>
              <a:spLocks noChangeArrowheads="1"/>
            </p:cNvSpPr>
            <p:nvPr userDrawn="1"/>
          </p:nvSpPr>
          <p:spPr bwMode="auto">
            <a:xfrm>
              <a:off x="1571626" y="2149475"/>
              <a:ext cx="30163" cy="269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6" name="Oval 1322"/>
            <p:cNvSpPr>
              <a:spLocks noChangeArrowheads="1"/>
            </p:cNvSpPr>
            <p:nvPr userDrawn="1"/>
          </p:nvSpPr>
          <p:spPr bwMode="auto">
            <a:xfrm>
              <a:off x="1509713" y="1793875"/>
              <a:ext cx="25400" cy="254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7" name="Oval 1323"/>
            <p:cNvSpPr>
              <a:spLocks noChangeArrowheads="1"/>
            </p:cNvSpPr>
            <p:nvPr userDrawn="1"/>
          </p:nvSpPr>
          <p:spPr bwMode="auto">
            <a:xfrm>
              <a:off x="1370013" y="1724025"/>
              <a:ext cx="28575" cy="301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8" name="Oval 1324"/>
            <p:cNvSpPr>
              <a:spLocks noChangeArrowheads="1"/>
            </p:cNvSpPr>
            <p:nvPr userDrawn="1"/>
          </p:nvSpPr>
          <p:spPr bwMode="auto">
            <a:xfrm>
              <a:off x="1709738" y="1806575"/>
              <a:ext cx="12700" cy="14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9" name="Oval 1325"/>
            <p:cNvSpPr>
              <a:spLocks noChangeArrowheads="1"/>
            </p:cNvSpPr>
            <p:nvPr userDrawn="1"/>
          </p:nvSpPr>
          <p:spPr bwMode="auto">
            <a:xfrm>
              <a:off x="1598613" y="2219325"/>
              <a:ext cx="12700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0" name="Oval 1326"/>
            <p:cNvSpPr>
              <a:spLocks noChangeArrowheads="1"/>
            </p:cNvSpPr>
            <p:nvPr userDrawn="1"/>
          </p:nvSpPr>
          <p:spPr bwMode="auto">
            <a:xfrm>
              <a:off x="1636713" y="1920875"/>
              <a:ext cx="11113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1" name="Oval 1327"/>
            <p:cNvSpPr>
              <a:spLocks noChangeArrowheads="1"/>
            </p:cNvSpPr>
            <p:nvPr userDrawn="1"/>
          </p:nvSpPr>
          <p:spPr bwMode="auto">
            <a:xfrm>
              <a:off x="1909763" y="1716087"/>
              <a:ext cx="19050" cy="2063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2" name="Oval 1328"/>
            <p:cNvSpPr>
              <a:spLocks noChangeArrowheads="1"/>
            </p:cNvSpPr>
            <p:nvPr userDrawn="1"/>
          </p:nvSpPr>
          <p:spPr bwMode="auto">
            <a:xfrm>
              <a:off x="1689101" y="1655762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3" name="Oval 1329"/>
            <p:cNvSpPr>
              <a:spLocks noChangeArrowheads="1"/>
            </p:cNvSpPr>
            <p:nvPr userDrawn="1"/>
          </p:nvSpPr>
          <p:spPr bwMode="auto">
            <a:xfrm>
              <a:off x="1695451" y="2132012"/>
              <a:ext cx="20638" cy="1746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4" name="Oval 1330"/>
            <p:cNvSpPr>
              <a:spLocks noChangeArrowheads="1"/>
            </p:cNvSpPr>
            <p:nvPr userDrawn="1"/>
          </p:nvSpPr>
          <p:spPr bwMode="auto">
            <a:xfrm>
              <a:off x="1597026" y="2046287"/>
              <a:ext cx="14288" cy="1587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5" name="Oval 1331"/>
            <p:cNvSpPr>
              <a:spLocks noChangeArrowheads="1"/>
            </p:cNvSpPr>
            <p:nvPr userDrawn="1"/>
          </p:nvSpPr>
          <p:spPr bwMode="auto">
            <a:xfrm>
              <a:off x="1751013" y="2198688"/>
              <a:ext cx="17463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6" name="Oval 1332"/>
            <p:cNvSpPr>
              <a:spLocks noChangeArrowheads="1"/>
            </p:cNvSpPr>
            <p:nvPr userDrawn="1"/>
          </p:nvSpPr>
          <p:spPr bwMode="auto">
            <a:xfrm>
              <a:off x="1704976" y="1892300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7" name="Oval 1333"/>
            <p:cNvSpPr>
              <a:spLocks noChangeArrowheads="1"/>
            </p:cNvSpPr>
            <p:nvPr userDrawn="1"/>
          </p:nvSpPr>
          <p:spPr bwMode="auto">
            <a:xfrm>
              <a:off x="1865313" y="1600200"/>
              <a:ext cx="25400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8" name="Oval 1334"/>
            <p:cNvSpPr>
              <a:spLocks noChangeArrowheads="1"/>
            </p:cNvSpPr>
            <p:nvPr userDrawn="1"/>
          </p:nvSpPr>
          <p:spPr bwMode="auto">
            <a:xfrm>
              <a:off x="1408113" y="1604962"/>
              <a:ext cx="11113" cy="95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9" name="Oval 1335"/>
            <p:cNvSpPr>
              <a:spLocks noChangeArrowheads="1"/>
            </p:cNvSpPr>
            <p:nvPr userDrawn="1"/>
          </p:nvSpPr>
          <p:spPr bwMode="auto">
            <a:xfrm>
              <a:off x="1666876" y="1473200"/>
              <a:ext cx="19050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0" name="Oval 1336"/>
            <p:cNvSpPr>
              <a:spLocks noChangeArrowheads="1"/>
            </p:cNvSpPr>
            <p:nvPr userDrawn="1"/>
          </p:nvSpPr>
          <p:spPr bwMode="auto">
            <a:xfrm>
              <a:off x="1630363" y="1585912"/>
              <a:ext cx="20638" cy="190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1" name="Freeform 1337"/>
            <p:cNvSpPr>
              <a:spLocks/>
            </p:cNvSpPr>
            <p:nvPr userDrawn="1"/>
          </p:nvSpPr>
          <p:spPr bwMode="auto">
            <a:xfrm>
              <a:off x="1509713" y="1484312"/>
              <a:ext cx="26988" cy="28575"/>
            </a:xfrm>
            <a:custGeom>
              <a:avLst/>
              <a:gdLst>
                <a:gd name="T0" fmla="*/ 9 w 14"/>
                <a:gd name="T1" fmla="*/ 13 h 14"/>
                <a:gd name="T2" fmla="*/ 1 w 14"/>
                <a:gd name="T3" fmla="*/ 9 h 14"/>
                <a:gd name="T4" fmla="*/ 5 w 14"/>
                <a:gd name="T5" fmla="*/ 1 h 14"/>
                <a:gd name="T6" fmla="*/ 13 w 14"/>
                <a:gd name="T7" fmla="*/ 6 h 14"/>
                <a:gd name="T8" fmla="*/ 9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9" y="13"/>
                  </a:moveTo>
                  <a:cubicBezTo>
                    <a:pt x="5" y="14"/>
                    <a:pt x="2" y="12"/>
                    <a:pt x="1" y="9"/>
                  </a:cubicBezTo>
                  <a:cubicBezTo>
                    <a:pt x="0" y="6"/>
                    <a:pt x="2" y="2"/>
                    <a:pt x="5" y="1"/>
                  </a:cubicBezTo>
                  <a:cubicBezTo>
                    <a:pt x="8" y="0"/>
                    <a:pt x="12" y="2"/>
                    <a:pt x="13" y="6"/>
                  </a:cubicBezTo>
                  <a:cubicBezTo>
                    <a:pt x="14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2" name="Freeform 1338"/>
            <p:cNvSpPr>
              <a:spLocks/>
            </p:cNvSpPr>
            <p:nvPr userDrawn="1"/>
          </p:nvSpPr>
          <p:spPr bwMode="auto">
            <a:xfrm>
              <a:off x="1730376" y="1463675"/>
              <a:ext cx="20638" cy="20638"/>
            </a:xfrm>
            <a:custGeom>
              <a:avLst/>
              <a:gdLst>
                <a:gd name="T0" fmla="*/ 6 w 10"/>
                <a:gd name="T1" fmla="*/ 10 h 11"/>
                <a:gd name="T2" fmla="*/ 0 w 10"/>
                <a:gd name="T3" fmla="*/ 7 h 11"/>
                <a:gd name="T4" fmla="*/ 4 w 10"/>
                <a:gd name="T5" fmla="*/ 1 h 11"/>
                <a:gd name="T6" fmla="*/ 10 w 10"/>
                <a:gd name="T7" fmla="*/ 4 h 11"/>
                <a:gd name="T8" fmla="*/ 6 w 10"/>
                <a:gd name="T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6" y="10"/>
                  </a:moveTo>
                  <a:cubicBezTo>
                    <a:pt x="4" y="11"/>
                    <a:pt x="1" y="9"/>
                    <a:pt x="0" y="7"/>
                  </a:cubicBezTo>
                  <a:cubicBezTo>
                    <a:pt x="0" y="4"/>
                    <a:pt x="1" y="1"/>
                    <a:pt x="4" y="1"/>
                  </a:cubicBezTo>
                  <a:cubicBezTo>
                    <a:pt x="6" y="0"/>
                    <a:pt x="9" y="1"/>
                    <a:pt x="10" y="4"/>
                  </a:cubicBezTo>
                  <a:cubicBezTo>
                    <a:pt x="10" y="7"/>
                    <a:pt x="9" y="9"/>
                    <a:pt x="6" y="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3" name="Freeform 1339"/>
            <p:cNvSpPr>
              <a:spLocks/>
            </p:cNvSpPr>
            <p:nvPr userDrawn="1"/>
          </p:nvSpPr>
          <p:spPr bwMode="auto">
            <a:xfrm>
              <a:off x="1462088" y="2162175"/>
              <a:ext cx="31750" cy="31750"/>
            </a:xfrm>
            <a:custGeom>
              <a:avLst/>
              <a:gdLst>
                <a:gd name="T0" fmla="*/ 10 w 16"/>
                <a:gd name="T1" fmla="*/ 15 h 16"/>
                <a:gd name="T2" fmla="*/ 1 w 16"/>
                <a:gd name="T3" fmla="*/ 9 h 16"/>
                <a:gd name="T4" fmla="*/ 7 w 16"/>
                <a:gd name="T5" fmla="*/ 0 h 16"/>
                <a:gd name="T6" fmla="*/ 15 w 16"/>
                <a:gd name="T7" fmla="*/ 6 h 16"/>
                <a:gd name="T8" fmla="*/ 10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5"/>
                  </a:moveTo>
                  <a:cubicBezTo>
                    <a:pt x="6" y="16"/>
                    <a:pt x="2" y="13"/>
                    <a:pt x="1" y="9"/>
                  </a:cubicBezTo>
                  <a:cubicBezTo>
                    <a:pt x="0" y="5"/>
                    <a:pt x="3" y="1"/>
                    <a:pt x="7" y="0"/>
                  </a:cubicBezTo>
                  <a:cubicBezTo>
                    <a:pt x="11" y="0"/>
                    <a:pt x="14" y="2"/>
                    <a:pt x="15" y="6"/>
                  </a:cubicBezTo>
                  <a:cubicBezTo>
                    <a:pt x="16" y="10"/>
                    <a:pt x="14" y="14"/>
                    <a:pt x="10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4" name="Freeform 1340"/>
            <p:cNvSpPr>
              <a:spLocks/>
            </p:cNvSpPr>
            <p:nvPr userDrawn="1"/>
          </p:nvSpPr>
          <p:spPr bwMode="auto">
            <a:xfrm>
              <a:off x="1487488" y="2043112"/>
              <a:ext cx="31750" cy="31750"/>
            </a:xfrm>
            <a:custGeom>
              <a:avLst/>
              <a:gdLst>
                <a:gd name="T0" fmla="*/ 10 w 16"/>
                <a:gd name="T1" fmla="*/ 16 h 16"/>
                <a:gd name="T2" fmla="*/ 1 w 16"/>
                <a:gd name="T3" fmla="*/ 10 h 16"/>
                <a:gd name="T4" fmla="*/ 7 w 16"/>
                <a:gd name="T5" fmla="*/ 1 h 16"/>
                <a:gd name="T6" fmla="*/ 15 w 16"/>
                <a:gd name="T7" fmla="*/ 7 h 16"/>
                <a:gd name="T8" fmla="*/ 10 w 16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0" y="16"/>
                  </a:moveTo>
                  <a:cubicBezTo>
                    <a:pt x="6" y="16"/>
                    <a:pt x="2" y="14"/>
                    <a:pt x="1" y="10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0" y="0"/>
                    <a:pt x="14" y="3"/>
                    <a:pt x="15" y="7"/>
                  </a:cubicBezTo>
                  <a:cubicBezTo>
                    <a:pt x="16" y="11"/>
                    <a:pt x="14" y="15"/>
                    <a:pt x="10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5" name="Freeform 1341"/>
            <p:cNvSpPr>
              <a:spLocks/>
            </p:cNvSpPr>
            <p:nvPr userDrawn="1"/>
          </p:nvSpPr>
          <p:spPr bwMode="auto">
            <a:xfrm>
              <a:off x="1457326" y="1951037"/>
              <a:ext cx="31750" cy="31750"/>
            </a:xfrm>
            <a:custGeom>
              <a:avLst/>
              <a:gdLst>
                <a:gd name="T0" fmla="*/ 9 w 16"/>
                <a:gd name="T1" fmla="*/ 15 h 16"/>
                <a:gd name="T2" fmla="*/ 1 w 16"/>
                <a:gd name="T3" fmla="*/ 9 h 16"/>
                <a:gd name="T4" fmla="*/ 6 w 16"/>
                <a:gd name="T5" fmla="*/ 1 h 16"/>
                <a:gd name="T6" fmla="*/ 15 w 16"/>
                <a:gd name="T7" fmla="*/ 6 h 16"/>
                <a:gd name="T8" fmla="*/ 9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9" y="15"/>
                  </a:moveTo>
                  <a:cubicBezTo>
                    <a:pt x="6" y="16"/>
                    <a:pt x="2" y="13"/>
                    <a:pt x="1" y="9"/>
                  </a:cubicBezTo>
                  <a:cubicBezTo>
                    <a:pt x="0" y="6"/>
                    <a:pt x="2" y="2"/>
                    <a:pt x="6" y="1"/>
                  </a:cubicBezTo>
                  <a:cubicBezTo>
                    <a:pt x="10" y="0"/>
                    <a:pt x="14" y="2"/>
                    <a:pt x="15" y="6"/>
                  </a:cubicBezTo>
                  <a:cubicBezTo>
                    <a:pt x="16" y="10"/>
                    <a:pt x="13" y="14"/>
                    <a:pt x="9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6" name="Freeform 1342"/>
            <p:cNvSpPr>
              <a:spLocks/>
            </p:cNvSpPr>
            <p:nvPr userDrawn="1"/>
          </p:nvSpPr>
          <p:spPr bwMode="auto">
            <a:xfrm>
              <a:off x="1685926" y="2259013"/>
              <a:ext cx="11113" cy="12700"/>
            </a:xfrm>
            <a:custGeom>
              <a:avLst/>
              <a:gdLst>
                <a:gd name="T0" fmla="*/ 3 w 6"/>
                <a:gd name="T1" fmla="*/ 6 h 6"/>
                <a:gd name="T2" fmla="*/ 0 w 6"/>
                <a:gd name="T3" fmla="*/ 4 h 6"/>
                <a:gd name="T4" fmla="*/ 2 w 6"/>
                <a:gd name="T5" fmla="*/ 0 h 6"/>
                <a:gd name="T6" fmla="*/ 5 w 6"/>
                <a:gd name="T7" fmla="*/ 2 h 6"/>
                <a:gd name="T8" fmla="*/ 3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6"/>
                  </a:moveTo>
                  <a:cubicBezTo>
                    <a:pt x="2" y="6"/>
                    <a:pt x="0" y="5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6" y="4"/>
                    <a:pt x="5" y="5"/>
                    <a:pt x="3" y="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7" name="Freeform 1343"/>
            <p:cNvSpPr>
              <a:spLocks/>
            </p:cNvSpPr>
            <p:nvPr userDrawn="1"/>
          </p:nvSpPr>
          <p:spPr bwMode="auto">
            <a:xfrm>
              <a:off x="1338263" y="1885950"/>
              <a:ext cx="28575" cy="26988"/>
            </a:xfrm>
            <a:custGeom>
              <a:avLst/>
              <a:gdLst>
                <a:gd name="T0" fmla="*/ 9 w 15"/>
                <a:gd name="T1" fmla="*/ 13 h 14"/>
                <a:gd name="T2" fmla="*/ 1 w 15"/>
                <a:gd name="T3" fmla="*/ 8 h 14"/>
                <a:gd name="T4" fmla="*/ 6 w 15"/>
                <a:gd name="T5" fmla="*/ 1 h 14"/>
                <a:gd name="T6" fmla="*/ 14 w 15"/>
                <a:gd name="T7" fmla="*/ 5 h 14"/>
                <a:gd name="T8" fmla="*/ 9 w 15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9" y="13"/>
                  </a:moveTo>
                  <a:cubicBezTo>
                    <a:pt x="6" y="14"/>
                    <a:pt x="2" y="12"/>
                    <a:pt x="1" y="8"/>
                  </a:cubicBezTo>
                  <a:cubicBezTo>
                    <a:pt x="0" y="5"/>
                    <a:pt x="3" y="1"/>
                    <a:pt x="6" y="1"/>
                  </a:cubicBezTo>
                  <a:cubicBezTo>
                    <a:pt x="9" y="0"/>
                    <a:pt x="13" y="2"/>
                    <a:pt x="14" y="5"/>
                  </a:cubicBezTo>
                  <a:cubicBezTo>
                    <a:pt x="15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8" name="Freeform 1344"/>
            <p:cNvSpPr>
              <a:spLocks/>
            </p:cNvSpPr>
            <p:nvPr userDrawn="1"/>
          </p:nvSpPr>
          <p:spPr bwMode="auto">
            <a:xfrm>
              <a:off x="949326" y="2149475"/>
              <a:ext cx="26988" cy="26988"/>
            </a:xfrm>
            <a:custGeom>
              <a:avLst/>
              <a:gdLst>
                <a:gd name="T0" fmla="*/ 9 w 14"/>
                <a:gd name="T1" fmla="*/ 13 h 14"/>
                <a:gd name="T2" fmla="*/ 1 w 14"/>
                <a:gd name="T3" fmla="*/ 8 h 14"/>
                <a:gd name="T4" fmla="*/ 6 w 14"/>
                <a:gd name="T5" fmla="*/ 1 h 14"/>
                <a:gd name="T6" fmla="*/ 13 w 14"/>
                <a:gd name="T7" fmla="*/ 5 h 14"/>
                <a:gd name="T8" fmla="*/ 9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9" y="13"/>
                  </a:moveTo>
                  <a:cubicBezTo>
                    <a:pt x="5" y="14"/>
                    <a:pt x="2" y="12"/>
                    <a:pt x="1" y="8"/>
                  </a:cubicBezTo>
                  <a:cubicBezTo>
                    <a:pt x="0" y="5"/>
                    <a:pt x="2" y="1"/>
                    <a:pt x="6" y="1"/>
                  </a:cubicBezTo>
                  <a:cubicBezTo>
                    <a:pt x="9" y="0"/>
                    <a:pt x="13" y="2"/>
                    <a:pt x="13" y="5"/>
                  </a:cubicBezTo>
                  <a:cubicBezTo>
                    <a:pt x="14" y="9"/>
                    <a:pt x="12" y="12"/>
                    <a:pt x="9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9" name="Oval 1345"/>
            <p:cNvSpPr>
              <a:spLocks noChangeArrowheads="1"/>
            </p:cNvSpPr>
            <p:nvPr userDrawn="1"/>
          </p:nvSpPr>
          <p:spPr bwMode="auto">
            <a:xfrm>
              <a:off x="1663701" y="1533525"/>
              <a:ext cx="23813" cy="238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0" name="Freeform 1346"/>
            <p:cNvSpPr>
              <a:spLocks/>
            </p:cNvSpPr>
            <p:nvPr userDrawn="1"/>
          </p:nvSpPr>
          <p:spPr bwMode="auto">
            <a:xfrm>
              <a:off x="1579563" y="1249362"/>
              <a:ext cx="15875" cy="15875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5 h 8"/>
                <a:gd name="T4" fmla="*/ 3 w 8"/>
                <a:gd name="T5" fmla="*/ 1 h 8"/>
                <a:gd name="T6" fmla="*/ 7 w 8"/>
                <a:gd name="T7" fmla="*/ 3 h 8"/>
                <a:gd name="T8" fmla="*/ 4 w 8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3" y="8"/>
                    <a:pt x="1" y="7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7" y="1"/>
                    <a:pt x="7" y="3"/>
                  </a:cubicBezTo>
                  <a:cubicBezTo>
                    <a:pt x="8" y="5"/>
                    <a:pt x="6" y="7"/>
                    <a:pt x="4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1" name="Freeform 1347"/>
            <p:cNvSpPr>
              <a:spLocks/>
            </p:cNvSpPr>
            <p:nvPr userDrawn="1"/>
          </p:nvSpPr>
          <p:spPr bwMode="auto">
            <a:xfrm>
              <a:off x="2257426" y="836612"/>
              <a:ext cx="31750" cy="31750"/>
            </a:xfrm>
            <a:custGeom>
              <a:avLst/>
              <a:gdLst>
                <a:gd name="T0" fmla="*/ 13 w 16"/>
                <a:gd name="T1" fmla="*/ 13 h 16"/>
                <a:gd name="T2" fmla="*/ 3 w 16"/>
                <a:gd name="T3" fmla="*/ 14 h 16"/>
                <a:gd name="T4" fmla="*/ 2 w 16"/>
                <a:gd name="T5" fmla="*/ 3 h 16"/>
                <a:gd name="T6" fmla="*/ 13 w 16"/>
                <a:gd name="T7" fmla="*/ 3 h 16"/>
                <a:gd name="T8" fmla="*/ 13 w 16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3" y="13"/>
                  </a:moveTo>
                  <a:cubicBezTo>
                    <a:pt x="10" y="16"/>
                    <a:pt x="6" y="16"/>
                    <a:pt x="3" y="14"/>
                  </a:cubicBezTo>
                  <a:cubicBezTo>
                    <a:pt x="0" y="11"/>
                    <a:pt x="0" y="6"/>
                    <a:pt x="2" y="3"/>
                  </a:cubicBezTo>
                  <a:cubicBezTo>
                    <a:pt x="5" y="0"/>
                    <a:pt x="10" y="0"/>
                    <a:pt x="13" y="3"/>
                  </a:cubicBezTo>
                  <a:cubicBezTo>
                    <a:pt x="16" y="6"/>
                    <a:pt x="16" y="10"/>
                    <a:pt x="13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2" name="Freeform 1348"/>
            <p:cNvSpPr>
              <a:spLocks/>
            </p:cNvSpPr>
            <p:nvPr userDrawn="1"/>
          </p:nvSpPr>
          <p:spPr bwMode="auto">
            <a:xfrm>
              <a:off x="2146301" y="860425"/>
              <a:ext cx="26988" cy="26988"/>
            </a:xfrm>
            <a:custGeom>
              <a:avLst/>
              <a:gdLst>
                <a:gd name="T0" fmla="*/ 11 w 14"/>
                <a:gd name="T1" fmla="*/ 11 h 14"/>
                <a:gd name="T2" fmla="*/ 3 w 14"/>
                <a:gd name="T3" fmla="*/ 12 h 14"/>
                <a:gd name="T4" fmla="*/ 2 w 14"/>
                <a:gd name="T5" fmla="*/ 3 h 14"/>
                <a:gd name="T6" fmla="*/ 11 w 14"/>
                <a:gd name="T7" fmla="*/ 3 h 14"/>
                <a:gd name="T8" fmla="*/ 11 w 14"/>
                <a:gd name="T9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1" y="11"/>
                  </a:moveTo>
                  <a:cubicBezTo>
                    <a:pt x="9" y="14"/>
                    <a:pt x="5" y="14"/>
                    <a:pt x="3" y="12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5" y="0"/>
                    <a:pt x="9" y="0"/>
                    <a:pt x="11" y="3"/>
                  </a:cubicBezTo>
                  <a:cubicBezTo>
                    <a:pt x="13" y="5"/>
                    <a:pt x="14" y="9"/>
                    <a:pt x="11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3" name="Freeform 1349"/>
            <p:cNvSpPr>
              <a:spLocks/>
            </p:cNvSpPr>
            <p:nvPr userDrawn="1"/>
          </p:nvSpPr>
          <p:spPr bwMode="auto">
            <a:xfrm>
              <a:off x="2206626" y="1066800"/>
              <a:ext cx="26988" cy="26988"/>
            </a:xfrm>
            <a:custGeom>
              <a:avLst/>
              <a:gdLst>
                <a:gd name="T0" fmla="*/ 12 w 14"/>
                <a:gd name="T1" fmla="*/ 11 h 14"/>
                <a:gd name="T2" fmla="*/ 3 w 14"/>
                <a:gd name="T3" fmla="*/ 12 h 14"/>
                <a:gd name="T4" fmla="*/ 2 w 14"/>
                <a:gd name="T5" fmla="*/ 2 h 14"/>
                <a:gd name="T6" fmla="*/ 11 w 14"/>
                <a:gd name="T7" fmla="*/ 2 h 14"/>
                <a:gd name="T8" fmla="*/ 12 w 14"/>
                <a:gd name="T9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2" y="11"/>
                  </a:moveTo>
                  <a:cubicBezTo>
                    <a:pt x="9" y="14"/>
                    <a:pt x="5" y="14"/>
                    <a:pt x="3" y="12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14" y="5"/>
                    <a:pt x="14" y="9"/>
                    <a:pt x="12" y="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4" name="Freeform 1350"/>
            <p:cNvSpPr>
              <a:spLocks/>
            </p:cNvSpPr>
            <p:nvPr userDrawn="1"/>
          </p:nvSpPr>
          <p:spPr bwMode="auto">
            <a:xfrm>
              <a:off x="2149476" y="920750"/>
              <a:ext cx="31750" cy="31750"/>
            </a:xfrm>
            <a:custGeom>
              <a:avLst/>
              <a:gdLst>
                <a:gd name="T0" fmla="*/ 13 w 16"/>
                <a:gd name="T1" fmla="*/ 13 h 16"/>
                <a:gd name="T2" fmla="*/ 3 w 16"/>
                <a:gd name="T3" fmla="*/ 13 h 16"/>
                <a:gd name="T4" fmla="*/ 2 w 16"/>
                <a:gd name="T5" fmla="*/ 3 h 16"/>
                <a:gd name="T6" fmla="*/ 13 w 16"/>
                <a:gd name="T7" fmla="*/ 3 h 16"/>
                <a:gd name="T8" fmla="*/ 13 w 16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13" y="13"/>
                  </a:moveTo>
                  <a:cubicBezTo>
                    <a:pt x="10" y="16"/>
                    <a:pt x="6" y="16"/>
                    <a:pt x="3" y="13"/>
                  </a:cubicBezTo>
                  <a:cubicBezTo>
                    <a:pt x="0" y="11"/>
                    <a:pt x="0" y="6"/>
                    <a:pt x="2" y="3"/>
                  </a:cubicBezTo>
                  <a:cubicBezTo>
                    <a:pt x="5" y="0"/>
                    <a:pt x="10" y="0"/>
                    <a:pt x="13" y="3"/>
                  </a:cubicBezTo>
                  <a:cubicBezTo>
                    <a:pt x="16" y="6"/>
                    <a:pt x="16" y="10"/>
                    <a:pt x="13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5" name="Freeform 1351"/>
            <p:cNvSpPr>
              <a:spLocks/>
            </p:cNvSpPr>
            <p:nvPr userDrawn="1"/>
          </p:nvSpPr>
          <p:spPr bwMode="auto">
            <a:xfrm>
              <a:off x="2266951" y="855662"/>
              <a:ext cx="14288" cy="12700"/>
            </a:xfrm>
            <a:custGeom>
              <a:avLst/>
              <a:gdLst>
                <a:gd name="T0" fmla="*/ 6 w 7"/>
                <a:gd name="T1" fmla="*/ 5 h 6"/>
                <a:gd name="T2" fmla="*/ 2 w 7"/>
                <a:gd name="T3" fmla="*/ 5 h 6"/>
                <a:gd name="T4" fmla="*/ 1 w 7"/>
                <a:gd name="T5" fmla="*/ 1 h 6"/>
                <a:gd name="T6" fmla="*/ 5 w 7"/>
                <a:gd name="T7" fmla="*/ 1 h 6"/>
                <a:gd name="T8" fmla="*/ 6 w 7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6" y="5"/>
                  </a:moveTo>
                  <a:cubicBezTo>
                    <a:pt x="4" y="6"/>
                    <a:pt x="3" y="6"/>
                    <a:pt x="2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7" y="2"/>
                    <a:pt x="7" y="4"/>
                    <a:pt x="6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6" name="Freeform 1352"/>
            <p:cNvSpPr>
              <a:spLocks/>
            </p:cNvSpPr>
            <p:nvPr userDrawn="1"/>
          </p:nvSpPr>
          <p:spPr bwMode="auto">
            <a:xfrm>
              <a:off x="1843088" y="360362"/>
              <a:ext cx="11113" cy="12700"/>
            </a:xfrm>
            <a:custGeom>
              <a:avLst/>
              <a:gdLst>
                <a:gd name="T0" fmla="*/ 5 w 6"/>
                <a:gd name="T1" fmla="*/ 5 h 6"/>
                <a:gd name="T2" fmla="*/ 1 w 6"/>
                <a:gd name="T3" fmla="*/ 5 h 6"/>
                <a:gd name="T4" fmla="*/ 1 w 6"/>
                <a:gd name="T5" fmla="*/ 1 h 6"/>
                <a:gd name="T6" fmla="*/ 5 w 6"/>
                <a:gd name="T7" fmla="*/ 1 h 6"/>
                <a:gd name="T8" fmla="*/ 5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5" y="5"/>
                  </a:move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7" name="Freeform 1353"/>
            <p:cNvSpPr>
              <a:spLocks/>
            </p:cNvSpPr>
            <p:nvPr userDrawn="1"/>
          </p:nvSpPr>
          <p:spPr bwMode="auto">
            <a:xfrm>
              <a:off x="2184401" y="785812"/>
              <a:ext cx="28575" cy="26988"/>
            </a:xfrm>
            <a:custGeom>
              <a:avLst/>
              <a:gdLst>
                <a:gd name="T0" fmla="*/ 4 w 14"/>
                <a:gd name="T1" fmla="*/ 13 h 14"/>
                <a:gd name="T2" fmla="*/ 2 w 14"/>
                <a:gd name="T3" fmla="*/ 4 h 14"/>
                <a:gd name="T4" fmla="*/ 10 w 14"/>
                <a:gd name="T5" fmla="*/ 2 h 14"/>
                <a:gd name="T6" fmla="*/ 13 w 14"/>
                <a:gd name="T7" fmla="*/ 10 h 14"/>
                <a:gd name="T8" fmla="*/ 4 w 14"/>
                <a:gd name="T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4" y="13"/>
                  </a:moveTo>
                  <a:cubicBezTo>
                    <a:pt x="1" y="11"/>
                    <a:pt x="0" y="7"/>
                    <a:pt x="2" y="4"/>
                  </a:cubicBezTo>
                  <a:cubicBezTo>
                    <a:pt x="3" y="1"/>
                    <a:pt x="7" y="0"/>
                    <a:pt x="10" y="2"/>
                  </a:cubicBezTo>
                  <a:cubicBezTo>
                    <a:pt x="13" y="3"/>
                    <a:pt x="14" y="7"/>
                    <a:pt x="13" y="10"/>
                  </a:cubicBezTo>
                  <a:cubicBezTo>
                    <a:pt x="11" y="13"/>
                    <a:pt x="7" y="14"/>
                    <a:pt x="4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8" name="Freeform 1354"/>
            <p:cNvSpPr>
              <a:spLocks/>
            </p:cNvSpPr>
            <p:nvPr userDrawn="1"/>
          </p:nvSpPr>
          <p:spPr bwMode="auto">
            <a:xfrm>
              <a:off x="1919288" y="1306512"/>
              <a:ext cx="31750" cy="31750"/>
            </a:xfrm>
            <a:custGeom>
              <a:avLst/>
              <a:gdLst>
                <a:gd name="T0" fmla="*/ 4 w 16"/>
                <a:gd name="T1" fmla="*/ 15 h 16"/>
                <a:gd name="T2" fmla="*/ 2 w 16"/>
                <a:gd name="T3" fmla="*/ 5 h 16"/>
                <a:gd name="T4" fmla="*/ 12 w 16"/>
                <a:gd name="T5" fmla="*/ 2 h 16"/>
                <a:gd name="T6" fmla="*/ 14 w 16"/>
                <a:gd name="T7" fmla="*/ 12 h 16"/>
                <a:gd name="T8" fmla="*/ 4 w 16"/>
                <a:gd name="T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6">
                  <a:moveTo>
                    <a:pt x="4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6" y="8"/>
                    <a:pt x="14" y="12"/>
                  </a:cubicBezTo>
                  <a:cubicBezTo>
                    <a:pt x="12" y="15"/>
                    <a:pt x="8" y="16"/>
                    <a:pt x="4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9" name="Freeform 1355"/>
            <p:cNvSpPr>
              <a:spLocks/>
            </p:cNvSpPr>
            <p:nvPr userDrawn="1"/>
          </p:nvSpPr>
          <p:spPr bwMode="auto">
            <a:xfrm>
              <a:off x="2017713" y="1236662"/>
              <a:ext cx="33338" cy="31750"/>
            </a:xfrm>
            <a:custGeom>
              <a:avLst/>
              <a:gdLst>
                <a:gd name="T0" fmla="*/ 5 w 17"/>
                <a:gd name="T1" fmla="*/ 14 h 16"/>
                <a:gd name="T2" fmla="*/ 2 w 17"/>
                <a:gd name="T3" fmla="*/ 4 h 16"/>
                <a:gd name="T4" fmla="*/ 12 w 17"/>
                <a:gd name="T5" fmla="*/ 2 h 16"/>
                <a:gd name="T6" fmla="*/ 15 w 17"/>
                <a:gd name="T7" fmla="*/ 12 h 16"/>
                <a:gd name="T8" fmla="*/ 5 w 17"/>
                <a:gd name="T9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ubicBezTo>
                    <a:pt x="13" y="15"/>
                    <a:pt x="8" y="16"/>
                    <a:pt x="5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0" name="Freeform 1356"/>
            <p:cNvSpPr>
              <a:spLocks/>
            </p:cNvSpPr>
            <p:nvPr userDrawn="1"/>
          </p:nvSpPr>
          <p:spPr bwMode="auto">
            <a:xfrm>
              <a:off x="2058988" y="1147762"/>
              <a:ext cx="33338" cy="33338"/>
            </a:xfrm>
            <a:custGeom>
              <a:avLst/>
              <a:gdLst>
                <a:gd name="T0" fmla="*/ 5 w 17"/>
                <a:gd name="T1" fmla="*/ 15 h 17"/>
                <a:gd name="T2" fmla="*/ 2 w 17"/>
                <a:gd name="T3" fmla="*/ 5 h 17"/>
                <a:gd name="T4" fmla="*/ 12 w 17"/>
                <a:gd name="T5" fmla="*/ 2 h 17"/>
                <a:gd name="T6" fmla="*/ 15 w 17"/>
                <a:gd name="T7" fmla="*/ 12 h 17"/>
                <a:gd name="T8" fmla="*/ 5 w 17"/>
                <a:gd name="T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4" y="1"/>
                    <a:pt x="8" y="0"/>
                    <a:pt x="12" y="2"/>
                  </a:cubicBezTo>
                  <a:cubicBezTo>
                    <a:pt x="15" y="4"/>
                    <a:pt x="17" y="8"/>
                    <a:pt x="15" y="12"/>
                  </a:cubicBezTo>
                  <a:cubicBezTo>
                    <a:pt x="13" y="15"/>
                    <a:pt x="8" y="17"/>
                    <a:pt x="5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1" name="Freeform 1357"/>
            <p:cNvSpPr>
              <a:spLocks/>
            </p:cNvSpPr>
            <p:nvPr userDrawn="1"/>
          </p:nvSpPr>
          <p:spPr bwMode="auto">
            <a:xfrm>
              <a:off x="2017713" y="1019175"/>
              <a:ext cx="30163" cy="26988"/>
            </a:xfrm>
            <a:custGeom>
              <a:avLst/>
              <a:gdLst>
                <a:gd name="T0" fmla="*/ 4 w 15"/>
                <a:gd name="T1" fmla="*/ 12 h 14"/>
                <a:gd name="T2" fmla="*/ 2 w 15"/>
                <a:gd name="T3" fmla="*/ 4 h 14"/>
                <a:gd name="T4" fmla="*/ 11 w 15"/>
                <a:gd name="T5" fmla="*/ 1 h 14"/>
                <a:gd name="T6" fmla="*/ 13 w 15"/>
                <a:gd name="T7" fmla="*/ 10 h 14"/>
                <a:gd name="T8" fmla="*/ 4 w 15"/>
                <a:gd name="T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4">
                  <a:moveTo>
                    <a:pt x="4" y="12"/>
                  </a:moveTo>
                  <a:cubicBezTo>
                    <a:pt x="1" y="11"/>
                    <a:pt x="0" y="7"/>
                    <a:pt x="2" y="4"/>
                  </a:cubicBezTo>
                  <a:cubicBezTo>
                    <a:pt x="4" y="1"/>
                    <a:pt x="8" y="0"/>
                    <a:pt x="11" y="1"/>
                  </a:cubicBezTo>
                  <a:cubicBezTo>
                    <a:pt x="14" y="3"/>
                    <a:pt x="15" y="7"/>
                    <a:pt x="13" y="10"/>
                  </a:cubicBezTo>
                  <a:cubicBezTo>
                    <a:pt x="11" y="13"/>
                    <a:pt x="7" y="14"/>
                    <a:pt x="4" y="1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2" name="Freeform 1358"/>
            <p:cNvSpPr>
              <a:spLocks/>
            </p:cNvSpPr>
            <p:nvPr userDrawn="1"/>
          </p:nvSpPr>
          <p:spPr bwMode="auto">
            <a:xfrm>
              <a:off x="2392363" y="868362"/>
              <a:ext cx="19050" cy="15875"/>
            </a:xfrm>
            <a:custGeom>
              <a:avLst/>
              <a:gdLst>
                <a:gd name="T0" fmla="*/ 3 w 9"/>
                <a:gd name="T1" fmla="*/ 7 h 8"/>
                <a:gd name="T2" fmla="*/ 1 w 9"/>
                <a:gd name="T3" fmla="*/ 2 h 8"/>
                <a:gd name="T4" fmla="*/ 6 w 9"/>
                <a:gd name="T5" fmla="*/ 1 h 8"/>
                <a:gd name="T6" fmla="*/ 8 w 9"/>
                <a:gd name="T7" fmla="*/ 6 h 8"/>
                <a:gd name="T8" fmla="*/ 3 w 9"/>
                <a:gd name="T9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3" y="7"/>
                  </a:move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5" y="0"/>
                    <a:pt x="6" y="1"/>
                  </a:cubicBezTo>
                  <a:cubicBezTo>
                    <a:pt x="8" y="2"/>
                    <a:pt x="9" y="4"/>
                    <a:pt x="8" y="6"/>
                  </a:cubicBezTo>
                  <a:cubicBezTo>
                    <a:pt x="7" y="8"/>
                    <a:pt x="5" y="8"/>
                    <a:pt x="3" y="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3" name="Freeform 1359"/>
            <p:cNvSpPr>
              <a:spLocks/>
            </p:cNvSpPr>
            <p:nvPr userDrawn="1"/>
          </p:nvSpPr>
          <p:spPr bwMode="auto">
            <a:xfrm>
              <a:off x="2330451" y="-149225"/>
              <a:ext cx="11113" cy="11113"/>
            </a:xfrm>
            <a:custGeom>
              <a:avLst/>
              <a:gdLst>
                <a:gd name="T0" fmla="*/ 1 w 6"/>
                <a:gd name="T1" fmla="*/ 5 h 6"/>
                <a:gd name="T2" fmla="*/ 1 w 6"/>
                <a:gd name="T3" fmla="*/ 1 h 6"/>
                <a:gd name="T4" fmla="*/ 4 w 6"/>
                <a:gd name="T5" fmla="*/ 1 h 6"/>
                <a:gd name="T6" fmla="*/ 5 w 6"/>
                <a:gd name="T7" fmla="*/ 4 h 6"/>
                <a:gd name="T8" fmla="*/ 1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4" name="Freeform 1360"/>
            <p:cNvSpPr>
              <a:spLocks/>
            </p:cNvSpPr>
            <p:nvPr userDrawn="1"/>
          </p:nvSpPr>
          <p:spPr bwMode="auto">
            <a:xfrm>
              <a:off x="4114801" y="566737"/>
              <a:ext cx="11113" cy="12700"/>
            </a:xfrm>
            <a:custGeom>
              <a:avLst/>
              <a:gdLst>
                <a:gd name="T0" fmla="*/ 1 w 6"/>
                <a:gd name="T1" fmla="*/ 5 h 6"/>
                <a:gd name="T2" fmla="*/ 1 w 6"/>
                <a:gd name="T3" fmla="*/ 1 h 6"/>
                <a:gd name="T4" fmla="*/ 5 w 6"/>
                <a:gd name="T5" fmla="*/ 1 h 6"/>
                <a:gd name="T6" fmla="*/ 5 w 6"/>
                <a:gd name="T7" fmla="*/ 5 h 6"/>
                <a:gd name="T8" fmla="*/ 1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5" name="Freeform 1361"/>
            <p:cNvSpPr>
              <a:spLocks/>
            </p:cNvSpPr>
            <p:nvPr userDrawn="1"/>
          </p:nvSpPr>
          <p:spPr bwMode="auto">
            <a:xfrm>
              <a:off x="4116388" y="1346200"/>
              <a:ext cx="11113" cy="11113"/>
            </a:xfrm>
            <a:custGeom>
              <a:avLst/>
              <a:gdLst>
                <a:gd name="T0" fmla="*/ 1 w 6"/>
                <a:gd name="T1" fmla="*/ 5 h 6"/>
                <a:gd name="T2" fmla="*/ 1 w 6"/>
                <a:gd name="T3" fmla="*/ 1 h 6"/>
                <a:gd name="T4" fmla="*/ 4 w 6"/>
                <a:gd name="T5" fmla="*/ 1 h 6"/>
                <a:gd name="T6" fmla="*/ 5 w 6"/>
                <a:gd name="T7" fmla="*/ 5 h 6"/>
                <a:gd name="T8" fmla="*/ 1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6" name="Freeform 1362"/>
            <p:cNvSpPr>
              <a:spLocks/>
            </p:cNvSpPr>
            <p:nvPr userDrawn="1"/>
          </p:nvSpPr>
          <p:spPr bwMode="auto">
            <a:xfrm>
              <a:off x="3748088" y="2036762"/>
              <a:ext cx="28575" cy="28575"/>
            </a:xfrm>
            <a:custGeom>
              <a:avLst/>
              <a:gdLst>
                <a:gd name="T0" fmla="*/ 6 w 14"/>
                <a:gd name="T1" fmla="*/ 14 h 14"/>
                <a:gd name="T2" fmla="*/ 1 w 14"/>
                <a:gd name="T3" fmla="*/ 6 h 14"/>
                <a:gd name="T4" fmla="*/ 9 w 14"/>
                <a:gd name="T5" fmla="*/ 1 h 14"/>
                <a:gd name="T6" fmla="*/ 13 w 14"/>
                <a:gd name="T7" fmla="*/ 9 h 14"/>
                <a:gd name="T8" fmla="*/ 6 w 14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6" y="14"/>
                  </a:moveTo>
                  <a:cubicBezTo>
                    <a:pt x="2" y="13"/>
                    <a:pt x="0" y="9"/>
                    <a:pt x="1" y="6"/>
                  </a:cubicBezTo>
                  <a:cubicBezTo>
                    <a:pt x="2" y="2"/>
                    <a:pt x="5" y="0"/>
                    <a:pt x="9" y="1"/>
                  </a:cubicBezTo>
                  <a:cubicBezTo>
                    <a:pt x="12" y="2"/>
                    <a:pt x="14" y="5"/>
                    <a:pt x="13" y="9"/>
                  </a:cubicBezTo>
                  <a:cubicBezTo>
                    <a:pt x="13" y="12"/>
                    <a:pt x="9" y="14"/>
                    <a:pt x="6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367" name="Freeform 5"/>
          <p:cNvSpPr>
            <a:spLocks noEditPoints="1"/>
          </p:cNvSpPr>
          <p:nvPr userDrawn="1"/>
        </p:nvSpPr>
        <p:spPr bwMode="auto">
          <a:xfrm>
            <a:off x="-283719" y="1741504"/>
            <a:ext cx="22342151" cy="3465669"/>
          </a:xfrm>
          <a:custGeom>
            <a:avLst/>
            <a:gdLst>
              <a:gd name="T0" fmla="*/ 4054 w 4349"/>
              <a:gd name="T1" fmla="*/ 671 h 672"/>
              <a:gd name="T2" fmla="*/ 4054 w 4349"/>
              <a:gd name="T3" fmla="*/ 458 h 672"/>
              <a:gd name="T4" fmla="*/ 3721 w 4349"/>
              <a:gd name="T5" fmla="*/ 654 h 672"/>
              <a:gd name="T6" fmla="*/ 2886 w 4349"/>
              <a:gd name="T7" fmla="*/ 573 h 672"/>
              <a:gd name="T8" fmla="*/ 2903 w 4349"/>
              <a:gd name="T9" fmla="*/ 624 h 672"/>
              <a:gd name="T10" fmla="*/ 3374 w 4349"/>
              <a:gd name="T11" fmla="*/ 431 h 672"/>
              <a:gd name="T12" fmla="*/ 359 w 4349"/>
              <a:gd name="T13" fmla="*/ 461 h 672"/>
              <a:gd name="T14" fmla="*/ 2380 w 4349"/>
              <a:gd name="T15" fmla="*/ 423 h 672"/>
              <a:gd name="T16" fmla="*/ 231 w 4349"/>
              <a:gd name="T17" fmla="*/ 561 h 672"/>
              <a:gd name="T18" fmla="*/ 346 w 4349"/>
              <a:gd name="T19" fmla="*/ 390 h 672"/>
              <a:gd name="T20" fmla="*/ 528 w 4349"/>
              <a:gd name="T21" fmla="*/ 613 h 672"/>
              <a:gd name="T22" fmla="*/ 685 w 4349"/>
              <a:gd name="T23" fmla="*/ 445 h 672"/>
              <a:gd name="T24" fmla="*/ 734 w 4349"/>
              <a:gd name="T25" fmla="*/ 617 h 672"/>
              <a:gd name="T26" fmla="*/ 808 w 4349"/>
              <a:gd name="T27" fmla="*/ 629 h 672"/>
              <a:gd name="T28" fmla="*/ 833 w 4349"/>
              <a:gd name="T29" fmla="*/ 415 h 672"/>
              <a:gd name="T30" fmla="*/ 894 w 4349"/>
              <a:gd name="T31" fmla="*/ 257 h 672"/>
              <a:gd name="T32" fmla="*/ 841 w 4349"/>
              <a:gd name="T33" fmla="*/ 600 h 672"/>
              <a:gd name="T34" fmla="*/ 1121 w 4349"/>
              <a:gd name="T35" fmla="*/ 442 h 672"/>
              <a:gd name="T36" fmla="*/ 1157 w 4349"/>
              <a:gd name="T37" fmla="*/ 568 h 672"/>
              <a:gd name="T38" fmla="*/ 1339 w 4349"/>
              <a:gd name="T39" fmla="*/ 442 h 672"/>
              <a:gd name="T40" fmla="*/ 1524 w 4349"/>
              <a:gd name="T41" fmla="*/ 630 h 672"/>
              <a:gd name="T42" fmla="*/ 1706 w 4349"/>
              <a:gd name="T43" fmla="*/ 499 h 672"/>
              <a:gd name="T44" fmla="*/ 1909 w 4349"/>
              <a:gd name="T45" fmla="*/ 591 h 672"/>
              <a:gd name="T46" fmla="*/ 2072 w 4349"/>
              <a:gd name="T47" fmla="*/ 454 h 672"/>
              <a:gd name="T48" fmla="*/ 2316 w 4349"/>
              <a:gd name="T49" fmla="*/ 401 h 672"/>
              <a:gd name="T50" fmla="*/ 2488 w 4349"/>
              <a:gd name="T51" fmla="*/ 493 h 672"/>
              <a:gd name="T52" fmla="*/ 2494 w 4349"/>
              <a:gd name="T53" fmla="*/ 415 h 672"/>
              <a:gd name="T54" fmla="*/ 2620 w 4349"/>
              <a:gd name="T55" fmla="*/ 564 h 672"/>
              <a:gd name="T56" fmla="*/ 2901 w 4349"/>
              <a:gd name="T57" fmla="*/ 539 h 672"/>
              <a:gd name="T58" fmla="*/ 2960 w 4349"/>
              <a:gd name="T59" fmla="*/ 440 h 672"/>
              <a:gd name="T60" fmla="*/ 3098 w 4349"/>
              <a:gd name="T61" fmla="*/ 561 h 672"/>
              <a:gd name="T62" fmla="*/ 3227 w 4349"/>
              <a:gd name="T63" fmla="*/ 431 h 672"/>
              <a:gd name="T64" fmla="*/ 3037 w 4349"/>
              <a:gd name="T65" fmla="*/ 407 h 672"/>
              <a:gd name="T66" fmla="*/ 3311 w 4349"/>
              <a:gd name="T67" fmla="*/ 513 h 672"/>
              <a:gd name="T68" fmla="*/ 3687 w 4349"/>
              <a:gd name="T69" fmla="*/ 671 h 672"/>
              <a:gd name="T70" fmla="*/ 3577 w 4349"/>
              <a:gd name="T71" fmla="*/ 28 h 672"/>
              <a:gd name="T72" fmla="*/ 3717 w 4349"/>
              <a:gd name="T73" fmla="*/ 368 h 672"/>
              <a:gd name="T74" fmla="*/ 3830 w 4349"/>
              <a:gd name="T75" fmla="*/ 298 h 672"/>
              <a:gd name="T76" fmla="*/ 4105 w 4349"/>
              <a:gd name="T77" fmla="*/ 491 h 672"/>
              <a:gd name="T78" fmla="*/ 527 w 4349"/>
              <a:gd name="T79" fmla="*/ 454 h 672"/>
              <a:gd name="T80" fmla="*/ 700 w 4349"/>
              <a:gd name="T81" fmla="*/ 672 h 672"/>
              <a:gd name="T82" fmla="*/ 1347 w 4349"/>
              <a:gd name="T83" fmla="*/ 408 h 672"/>
              <a:gd name="T84" fmla="*/ 3859 w 4349"/>
              <a:gd name="T85" fmla="*/ 648 h 672"/>
              <a:gd name="T86" fmla="*/ 1594 w 4349"/>
              <a:gd name="T87" fmla="*/ 412 h 672"/>
              <a:gd name="T88" fmla="*/ 2033 w 4349"/>
              <a:gd name="T89" fmla="*/ 433 h 672"/>
              <a:gd name="T90" fmla="*/ 2724 w 4349"/>
              <a:gd name="T91" fmla="*/ 345 h 672"/>
              <a:gd name="T92" fmla="*/ 3392 w 4349"/>
              <a:gd name="T93" fmla="*/ 331 h 672"/>
              <a:gd name="T94" fmla="*/ 2269 w 4349"/>
              <a:gd name="T95" fmla="*/ 345 h 672"/>
              <a:gd name="T96" fmla="*/ 2322 w 4349"/>
              <a:gd name="T97" fmla="*/ 376 h 672"/>
              <a:gd name="T98" fmla="*/ 4000 w 4349"/>
              <a:gd name="T99" fmla="*/ 574 h 672"/>
              <a:gd name="T100" fmla="*/ 4079 w 4349"/>
              <a:gd name="T101" fmla="*/ 665 h 672"/>
              <a:gd name="T102" fmla="*/ 3686 w 4349"/>
              <a:gd name="T103" fmla="*/ 665 h 672"/>
              <a:gd name="T104" fmla="*/ 3718 w 4349"/>
              <a:gd name="T105" fmla="*/ 488 h 672"/>
              <a:gd name="T106" fmla="*/ 3862 w 4349"/>
              <a:gd name="T107" fmla="*/ 439 h 672"/>
              <a:gd name="T108" fmla="*/ 3545 w 4349"/>
              <a:gd name="T109" fmla="*/ 100 h 672"/>
              <a:gd name="T110" fmla="*/ 3394 w 4349"/>
              <a:gd name="T111" fmla="*/ 418 h 672"/>
              <a:gd name="T112" fmla="*/ 3573 w 4349"/>
              <a:gd name="T113" fmla="*/ 506 h 672"/>
              <a:gd name="T114" fmla="*/ 3612 w 4349"/>
              <a:gd name="T115" fmla="*/ 596 h 672"/>
              <a:gd name="T116" fmla="*/ 3087 w 4349"/>
              <a:gd name="T117" fmla="*/ 378 h 672"/>
              <a:gd name="T118" fmla="*/ 2902 w 4349"/>
              <a:gd name="T119" fmla="*/ 459 h 672"/>
              <a:gd name="T120" fmla="*/ 2436 w 4349"/>
              <a:gd name="T121" fmla="*/ 578 h 672"/>
              <a:gd name="T122" fmla="*/ 2539 w 4349"/>
              <a:gd name="T123" fmla="*/ 575 h 672"/>
              <a:gd name="T124" fmla="*/ 990 w 4349"/>
              <a:gd name="T125" fmla="*/ 603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349" h="672">
                <a:moveTo>
                  <a:pt x="4144" y="559"/>
                </a:moveTo>
                <a:cubicBezTo>
                  <a:pt x="4157" y="559"/>
                  <a:pt x="4157" y="559"/>
                  <a:pt x="4157" y="559"/>
                </a:cubicBezTo>
                <a:cubicBezTo>
                  <a:pt x="4157" y="561"/>
                  <a:pt x="4157" y="561"/>
                  <a:pt x="4157" y="561"/>
                </a:cubicBezTo>
                <a:cubicBezTo>
                  <a:pt x="4144" y="561"/>
                  <a:pt x="4144" y="561"/>
                  <a:pt x="4144" y="561"/>
                </a:cubicBezTo>
                <a:lnTo>
                  <a:pt x="4144" y="559"/>
                </a:lnTo>
                <a:close/>
                <a:moveTo>
                  <a:pt x="4144" y="565"/>
                </a:moveTo>
                <a:cubicBezTo>
                  <a:pt x="4157" y="565"/>
                  <a:pt x="4157" y="565"/>
                  <a:pt x="4157" y="565"/>
                </a:cubicBezTo>
                <a:cubicBezTo>
                  <a:pt x="4157" y="563"/>
                  <a:pt x="4157" y="563"/>
                  <a:pt x="4157" y="563"/>
                </a:cubicBezTo>
                <a:cubicBezTo>
                  <a:pt x="4144" y="563"/>
                  <a:pt x="4144" y="563"/>
                  <a:pt x="4144" y="563"/>
                </a:cubicBezTo>
                <a:lnTo>
                  <a:pt x="4144" y="565"/>
                </a:lnTo>
                <a:close/>
                <a:moveTo>
                  <a:pt x="4144" y="570"/>
                </a:moveTo>
                <a:cubicBezTo>
                  <a:pt x="4157" y="570"/>
                  <a:pt x="4157" y="570"/>
                  <a:pt x="4157" y="570"/>
                </a:cubicBezTo>
                <a:cubicBezTo>
                  <a:pt x="4157" y="568"/>
                  <a:pt x="4157" y="568"/>
                  <a:pt x="4157" y="568"/>
                </a:cubicBezTo>
                <a:cubicBezTo>
                  <a:pt x="4144" y="568"/>
                  <a:pt x="4144" y="568"/>
                  <a:pt x="4144" y="568"/>
                </a:cubicBezTo>
                <a:lnTo>
                  <a:pt x="4144" y="570"/>
                </a:lnTo>
                <a:close/>
                <a:moveTo>
                  <a:pt x="4144" y="575"/>
                </a:moveTo>
                <a:cubicBezTo>
                  <a:pt x="4157" y="575"/>
                  <a:pt x="4157" y="575"/>
                  <a:pt x="4157" y="575"/>
                </a:cubicBezTo>
                <a:cubicBezTo>
                  <a:pt x="4157" y="573"/>
                  <a:pt x="4157" y="573"/>
                  <a:pt x="4157" y="573"/>
                </a:cubicBezTo>
                <a:cubicBezTo>
                  <a:pt x="4144" y="573"/>
                  <a:pt x="4144" y="573"/>
                  <a:pt x="4144" y="573"/>
                </a:cubicBezTo>
                <a:lnTo>
                  <a:pt x="4144" y="575"/>
                </a:lnTo>
                <a:close/>
                <a:moveTo>
                  <a:pt x="4144" y="579"/>
                </a:moveTo>
                <a:cubicBezTo>
                  <a:pt x="4157" y="579"/>
                  <a:pt x="4157" y="579"/>
                  <a:pt x="4157" y="579"/>
                </a:cubicBezTo>
                <a:cubicBezTo>
                  <a:pt x="4157" y="577"/>
                  <a:pt x="4157" y="577"/>
                  <a:pt x="4157" y="577"/>
                </a:cubicBezTo>
                <a:cubicBezTo>
                  <a:pt x="4144" y="577"/>
                  <a:pt x="4144" y="577"/>
                  <a:pt x="4144" y="577"/>
                </a:cubicBezTo>
                <a:lnTo>
                  <a:pt x="4144" y="579"/>
                </a:lnTo>
                <a:close/>
                <a:moveTo>
                  <a:pt x="4144" y="584"/>
                </a:moveTo>
                <a:cubicBezTo>
                  <a:pt x="4157" y="584"/>
                  <a:pt x="4157" y="584"/>
                  <a:pt x="4157" y="584"/>
                </a:cubicBezTo>
                <a:cubicBezTo>
                  <a:pt x="4157" y="582"/>
                  <a:pt x="4157" y="582"/>
                  <a:pt x="4157" y="582"/>
                </a:cubicBezTo>
                <a:cubicBezTo>
                  <a:pt x="4144" y="582"/>
                  <a:pt x="4144" y="582"/>
                  <a:pt x="4144" y="582"/>
                </a:cubicBezTo>
                <a:lnTo>
                  <a:pt x="4144" y="584"/>
                </a:lnTo>
                <a:close/>
                <a:moveTo>
                  <a:pt x="4144" y="589"/>
                </a:moveTo>
                <a:cubicBezTo>
                  <a:pt x="4157" y="589"/>
                  <a:pt x="4157" y="589"/>
                  <a:pt x="4157" y="589"/>
                </a:cubicBezTo>
                <a:cubicBezTo>
                  <a:pt x="4157" y="586"/>
                  <a:pt x="4157" y="586"/>
                  <a:pt x="4157" y="586"/>
                </a:cubicBezTo>
                <a:cubicBezTo>
                  <a:pt x="4144" y="586"/>
                  <a:pt x="4144" y="586"/>
                  <a:pt x="4144" y="586"/>
                </a:cubicBezTo>
                <a:lnTo>
                  <a:pt x="4144" y="589"/>
                </a:lnTo>
                <a:close/>
                <a:moveTo>
                  <a:pt x="4144" y="593"/>
                </a:moveTo>
                <a:cubicBezTo>
                  <a:pt x="4157" y="593"/>
                  <a:pt x="4157" y="593"/>
                  <a:pt x="4157" y="593"/>
                </a:cubicBezTo>
                <a:cubicBezTo>
                  <a:pt x="4157" y="591"/>
                  <a:pt x="4157" y="591"/>
                  <a:pt x="4157" y="591"/>
                </a:cubicBezTo>
                <a:cubicBezTo>
                  <a:pt x="4144" y="591"/>
                  <a:pt x="4144" y="591"/>
                  <a:pt x="4144" y="591"/>
                </a:cubicBezTo>
                <a:lnTo>
                  <a:pt x="4144" y="593"/>
                </a:lnTo>
                <a:close/>
                <a:moveTo>
                  <a:pt x="4144" y="598"/>
                </a:moveTo>
                <a:cubicBezTo>
                  <a:pt x="4157" y="598"/>
                  <a:pt x="4157" y="598"/>
                  <a:pt x="4157" y="598"/>
                </a:cubicBezTo>
                <a:cubicBezTo>
                  <a:pt x="4157" y="596"/>
                  <a:pt x="4157" y="596"/>
                  <a:pt x="4157" y="596"/>
                </a:cubicBezTo>
                <a:cubicBezTo>
                  <a:pt x="4144" y="596"/>
                  <a:pt x="4144" y="596"/>
                  <a:pt x="4144" y="596"/>
                </a:cubicBezTo>
                <a:lnTo>
                  <a:pt x="4144" y="598"/>
                </a:lnTo>
                <a:close/>
                <a:moveTo>
                  <a:pt x="4144" y="603"/>
                </a:moveTo>
                <a:cubicBezTo>
                  <a:pt x="4157" y="603"/>
                  <a:pt x="4157" y="603"/>
                  <a:pt x="4157" y="603"/>
                </a:cubicBezTo>
                <a:cubicBezTo>
                  <a:pt x="4157" y="600"/>
                  <a:pt x="4157" y="600"/>
                  <a:pt x="4157" y="600"/>
                </a:cubicBezTo>
                <a:cubicBezTo>
                  <a:pt x="4144" y="600"/>
                  <a:pt x="4144" y="600"/>
                  <a:pt x="4144" y="600"/>
                </a:cubicBezTo>
                <a:lnTo>
                  <a:pt x="4144" y="603"/>
                </a:lnTo>
                <a:close/>
                <a:moveTo>
                  <a:pt x="4144" y="608"/>
                </a:moveTo>
                <a:cubicBezTo>
                  <a:pt x="4157" y="608"/>
                  <a:pt x="4157" y="608"/>
                  <a:pt x="4157" y="608"/>
                </a:cubicBezTo>
                <a:cubicBezTo>
                  <a:pt x="4157" y="606"/>
                  <a:pt x="4157" y="606"/>
                  <a:pt x="4157" y="606"/>
                </a:cubicBezTo>
                <a:cubicBezTo>
                  <a:pt x="4144" y="606"/>
                  <a:pt x="4144" y="606"/>
                  <a:pt x="4144" y="606"/>
                </a:cubicBezTo>
                <a:lnTo>
                  <a:pt x="4144" y="608"/>
                </a:lnTo>
                <a:close/>
                <a:moveTo>
                  <a:pt x="4144" y="613"/>
                </a:moveTo>
                <a:cubicBezTo>
                  <a:pt x="4157" y="613"/>
                  <a:pt x="4157" y="613"/>
                  <a:pt x="4157" y="613"/>
                </a:cubicBezTo>
                <a:cubicBezTo>
                  <a:pt x="4157" y="610"/>
                  <a:pt x="4157" y="610"/>
                  <a:pt x="4157" y="610"/>
                </a:cubicBezTo>
                <a:cubicBezTo>
                  <a:pt x="4144" y="610"/>
                  <a:pt x="4144" y="610"/>
                  <a:pt x="4144" y="610"/>
                </a:cubicBezTo>
                <a:lnTo>
                  <a:pt x="4144" y="613"/>
                </a:lnTo>
                <a:close/>
                <a:moveTo>
                  <a:pt x="4144" y="617"/>
                </a:moveTo>
                <a:cubicBezTo>
                  <a:pt x="4157" y="617"/>
                  <a:pt x="4157" y="617"/>
                  <a:pt x="4157" y="617"/>
                </a:cubicBezTo>
                <a:cubicBezTo>
                  <a:pt x="4157" y="615"/>
                  <a:pt x="4157" y="615"/>
                  <a:pt x="4157" y="615"/>
                </a:cubicBezTo>
                <a:cubicBezTo>
                  <a:pt x="4144" y="615"/>
                  <a:pt x="4144" y="615"/>
                  <a:pt x="4144" y="615"/>
                </a:cubicBezTo>
                <a:lnTo>
                  <a:pt x="4144" y="617"/>
                </a:lnTo>
                <a:close/>
                <a:moveTo>
                  <a:pt x="4144" y="622"/>
                </a:moveTo>
                <a:cubicBezTo>
                  <a:pt x="4157" y="622"/>
                  <a:pt x="4157" y="622"/>
                  <a:pt x="4157" y="622"/>
                </a:cubicBezTo>
                <a:cubicBezTo>
                  <a:pt x="4157" y="620"/>
                  <a:pt x="4157" y="620"/>
                  <a:pt x="4157" y="620"/>
                </a:cubicBezTo>
                <a:cubicBezTo>
                  <a:pt x="4144" y="620"/>
                  <a:pt x="4144" y="620"/>
                  <a:pt x="4144" y="620"/>
                </a:cubicBezTo>
                <a:lnTo>
                  <a:pt x="4144" y="622"/>
                </a:lnTo>
                <a:close/>
                <a:moveTo>
                  <a:pt x="4144" y="627"/>
                </a:moveTo>
                <a:cubicBezTo>
                  <a:pt x="4157" y="627"/>
                  <a:pt x="4157" y="627"/>
                  <a:pt x="4157" y="627"/>
                </a:cubicBezTo>
                <a:cubicBezTo>
                  <a:pt x="4157" y="624"/>
                  <a:pt x="4157" y="624"/>
                  <a:pt x="4157" y="624"/>
                </a:cubicBezTo>
                <a:cubicBezTo>
                  <a:pt x="4144" y="624"/>
                  <a:pt x="4144" y="624"/>
                  <a:pt x="4144" y="624"/>
                </a:cubicBezTo>
                <a:lnTo>
                  <a:pt x="4144" y="627"/>
                </a:lnTo>
                <a:close/>
                <a:moveTo>
                  <a:pt x="4144" y="631"/>
                </a:moveTo>
                <a:cubicBezTo>
                  <a:pt x="4157" y="631"/>
                  <a:pt x="4157" y="631"/>
                  <a:pt x="4157" y="631"/>
                </a:cubicBezTo>
                <a:cubicBezTo>
                  <a:pt x="4157" y="629"/>
                  <a:pt x="4157" y="629"/>
                  <a:pt x="4157" y="629"/>
                </a:cubicBezTo>
                <a:cubicBezTo>
                  <a:pt x="4144" y="629"/>
                  <a:pt x="4144" y="629"/>
                  <a:pt x="4144" y="629"/>
                </a:cubicBezTo>
                <a:lnTo>
                  <a:pt x="4144" y="631"/>
                </a:lnTo>
                <a:close/>
                <a:moveTo>
                  <a:pt x="4144" y="636"/>
                </a:moveTo>
                <a:cubicBezTo>
                  <a:pt x="4157" y="636"/>
                  <a:pt x="4157" y="636"/>
                  <a:pt x="4157" y="636"/>
                </a:cubicBezTo>
                <a:cubicBezTo>
                  <a:pt x="4157" y="634"/>
                  <a:pt x="4157" y="634"/>
                  <a:pt x="4157" y="634"/>
                </a:cubicBezTo>
                <a:cubicBezTo>
                  <a:pt x="4144" y="634"/>
                  <a:pt x="4144" y="634"/>
                  <a:pt x="4144" y="634"/>
                </a:cubicBezTo>
                <a:lnTo>
                  <a:pt x="4144" y="636"/>
                </a:lnTo>
                <a:close/>
                <a:moveTo>
                  <a:pt x="4144" y="640"/>
                </a:moveTo>
                <a:cubicBezTo>
                  <a:pt x="4157" y="640"/>
                  <a:pt x="4157" y="640"/>
                  <a:pt x="4157" y="640"/>
                </a:cubicBezTo>
                <a:cubicBezTo>
                  <a:pt x="4157" y="638"/>
                  <a:pt x="4157" y="638"/>
                  <a:pt x="4157" y="638"/>
                </a:cubicBezTo>
                <a:cubicBezTo>
                  <a:pt x="4144" y="638"/>
                  <a:pt x="4144" y="638"/>
                  <a:pt x="4144" y="638"/>
                </a:cubicBezTo>
                <a:lnTo>
                  <a:pt x="4144" y="640"/>
                </a:lnTo>
                <a:close/>
                <a:moveTo>
                  <a:pt x="4144" y="645"/>
                </a:moveTo>
                <a:cubicBezTo>
                  <a:pt x="4157" y="645"/>
                  <a:pt x="4157" y="645"/>
                  <a:pt x="4157" y="645"/>
                </a:cubicBezTo>
                <a:cubicBezTo>
                  <a:pt x="4157" y="643"/>
                  <a:pt x="4157" y="643"/>
                  <a:pt x="4157" y="643"/>
                </a:cubicBezTo>
                <a:cubicBezTo>
                  <a:pt x="4144" y="643"/>
                  <a:pt x="4144" y="643"/>
                  <a:pt x="4144" y="643"/>
                </a:cubicBezTo>
                <a:lnTo>
                  <a:pt x="4144" y="645"/>
                </a:lnTo>
                <a:close/>
                <a:moveTo>
                  <a:pt x="4144" y="650"/>
                </a:moveTo>
                <a:cubicBezTo>
                  <a:pt x="4157" y="650"/>
                  <a:pt x="4157" y="650"/>
                  <a:pt x="4157" y="650"/>
                </a:cubicBezTo>
                <a:cubicBezTo>
                  <a:pt x="4157" y="648"/>
                  <a:pt x="4157" y="648"/>
                  <a:pt x="4157" y="648"/>
                </a:cubicBezTo>
                <a:cubicBezTo>
                  <a:pt x="4144" y="648"/>
                  <a:pt x="4144" y="648"/>
                  <a:pt x="4144" y="648"/>
                </a:cubicBezTo>
                <a:lnTo>
                  <a:pt x="4144" y="650"/>
                </a:lnTo>
                <a:close/>
                <a:moveTo>
                  <a:pt x="4022" y="671"/>
                </a:moveTo>
                <a:cubicBezTo>
                  <a:pt x="4024" y="671"/>
                  <a:pt x="4024" y="671"/>
                  <a:pt x="4024" y="671"/>
                </a:cubicBezTo>
                <a:cubicBezTo>
                  <a:pt x="4024" y="666"/>
                  <a:pt x="4024" y="666"/>
                  <a:pt x="4024" y="666"/>
                </a:cubicBezTo>
                <a:cubicBezTo>
                  <a:pt x="4022" y="666"/>
                  <a:pt x="4022" y="666"/>
                  <a:pt x="4022" y="666"/>
                </a:cubicBezTo>
                <a:lnTo>
                  <a:pt x="4022" y="671"/>
                </a:lnTo>
                <a:close/>
                <a:moveTo>
                  <a:pt x="4028" y="671"/>
                </a:moveTo>
                <a:cubicBezTo>
                  <a:pt x="4031" y="671"/>
                  <a:pt x="4031" y="671"/>
                  <a:pt x="4031" y="671"/>
                </a:cubicBezTo>
                <a:cubicBezTo>
                  <a:pt x="4031" y="666"/>
                  <a:pt x="4031" y="666"/>
                  <a:pt x="4031" y="666"/>
                </a:cubicBezTo>
                <a:cubicBezTo>
                  <a:pt x="4028" y="666"/>
                  <a:pt x="4028" y="666"/>
                  <a:pt x="4028" y="666"/>
                </a:cubicBezTo>
                <a:lnTo>
                  <a:pt x="4028" y="671"/>
                </a:lnTo>
                <a:close/>
                <a:moveTo>
                  <a:pt x="4035" y="671"/>
                </a:moveTo>
                <a:cubicBezTo>
                  <a:pt x="4037" y="671"/>
                  <a:pt x="4037" y="671"/>
                  <a:pt x="4037" y="671"/>
                </a:cubicBezTo>
                <a:cubicBezTo>
                  <a:pt x="4037" y="666"/>
                  <a:pt x="4037" y="666"/>
                  <a:pt x="4037" y="666"/>
                </a:cubicBezTo>
                <a:cubicBezTo>
                  <a:pt x="4035" y="666"/>
                  <a:pt x="4035" y="666"/>
                  <a:pt x="4035" y="666"/>
                </a:cubicBezTo>
                <a:lnTo>
                  <a:pt x="4035" y="671"/>
                </a:lnTo>
                <a:close/>
                <a:moveTo>
                  <a:pt x="4041" y="671"/>
                </a:moveTo>
                <a:cubicBezTo>
                  <a:pt x="4043" y="671"/>
                  <a:pt x="4043" y="671"/>
                  <a:pt x="4043" y="671"/>
                </a:cubicBezTo>
                <a:cubicBezTo>
                  <a:pt x="4043" y="666"/>
                  <a:pt x="4043" y="666"/>
                  <a:pt x="4043" y="666"/>
                </a:cubicBezTo>
                <a:cubicBezTo>
                  <a:pt x="4041" y="666"/>
                  <a:pt x="4041" y="666"/>
                  <a:pt x="4041" y="666"/>
                </a:cubicBezTo>
                <a:lnTo>
                  <a:pt x="4041" y="671"/>
                </a:lnTo>
                <a:close/>
                <a:moveTo>
                  <a:pt x="4047" y="671"/>
                </a:moveTo>
                <a:cubicBezTo>
                  <a:pt x="4050" y="671"/>
                  <a:pt x="4050" y="671"/>
                  <a:pt x="4050" y="671"/>
                </a:cubicBezTo>
                <a:cubicBezTo>
                  <a:pt x="4050" y="666"/>
                  <a:pt x="4050" y="666"/>
                  <a:pt x="4050" y="666"/>
                </a:cubicBezTo>
                <a:cubicBezTo>
                  <a:pt x="4047" y="666"/>
                  <a:pt x="4047" y="666"/>
                  <a:pt x="4047" y="666"/>
                </a:cubicBezTo>
                <a:lnTo>
                  <a:pt x="4047" y="671"/>
                </a:lnTo>
                <a:close/>
                <a:moveTo>
                  <a:pt x="4054" y="671"/>
                </a:moveTo>
                <a:cubicBezTo>
                  <a:pt x="4056" y="671"/>
                  <a:pt x="4056" y="671"/>
                  <a:pt x="4056" y="671"/>
                </a:cubicBezTo>
                <a:cubicBezTo>
                  <a:pt x="4056" y="666"/>
                  <a:pt x="4056" y="666"/>
                  <a:pt x="4056" y="666"/>
                </a:cubicBezTo>
                <a:cubicBezTo>
                  <a:pt x="4054" y="666"/>
                  <a:pt x="4054" y="666"/>
                  <a:pt x="4054" y="666"/>
                </a:cubicBezTo>
                <a:lnTo>
                  <a:pt x="4054" y="671"/>
                </a:lnTo>
                <a:close/>
                <a:moveTo>
                  <a:pt x="4060" y="671"/>
                </a:moveTo>
                <a:cubicBezTo>
                  <a:pt x="4062" y="671"/>
                  <a:pt x="4062" y="671"/>
                  <a:pt x="4062" y="671"/>
                </a:cubicBezTo>
                <a:cubicBezTo>
                  <a:pt x="4062" y="666"/>
                  <a:pt x="4062" y="666"/>
                  <a:pt x="4062" y="666"/>
                </a:cubicBezTo>
                <a:cubicBezTo>
                  <a:pt x="4060" y="666"/>
                  <a:pt x="4060" y="666"/>
                  <a:pt x="4060" y="666"/>
                </a:cubicBezTo>
                <a:lnTo>
                  <a:pt x="4060" y="671"/>
                </a:lnTo>
                <a:close/>
                <a:moveTo>
                  <a:pt x="4066" y="671"/>
                </a:moveTo>
                <a:cubicBezTo>
                  <a:pt x="4069" y="671"/>
                  <a:pt x="4069" y="671"/>
                  <a:pt x="4069" y="671"/>
                </a:cubicBezTo>
                <a:cubicBezTo>
                  <a:pt x="4069" y="666"/>
                  <a:pt x="4069" y="666"/>
                  <a:pt x="4069" y="666"/>
                </a:cubicBezTo>
                <a:cubicBezTo>
                  <a:pt x="4066" y="666"/>
                  <a:pt x="4066" y="666"/>
                  <a:pt x="4066" y="666"/>
                </a:cubicBezTo>
                <a:lnTo>
                  <a:pt x="4066" y="671"/>
                </a:lnTo>
                <a:close/>
                <a:moveTo>
                  <a:pt x="3967" y="671"/>
                </a:moveTo>
                <a:cubicBezTo>
                  <a:pt x="3969" y="671"/>
                  <a:pt x="3969" y="671"/>
                  <a:pt x="3969" y="671"/>
                </a:cubicBezTo>
                <a:cubicBezTo>
                  <a:pt x="3969" y="666"/>
                  <a:pt x="3969" y="666"/>
                  <a:pt x="3969" y="666"/>
                </a:cubicBezTo>
                <a:cubicBezTo>
                  <a:pt x="3967" y="666"/>
                  <a:pt x="3967" y="666"/>
                  <a:pt x="3967" y="666"/>
                </a:cubicBezTo>
                <a:lnTo>
                  <a:pt x="3967" y="671"/>
                </a:lnTo>
                <a:close/>
                <a:moveTo>
                  <a:pt x="3973" y="671"/>
                </a:moveTo>
                <a:cubicBezTo>
                  <a:pt x="3975" y="671"/>
                  <a:pt x="3975" y="671"/>
                  <a:pt x="3975" y="671"/>
                </a:cubicBezTo>
                <a:cubicBezTo>
                  <a:pt x="3975" y="666"/>
                  <a:pt x="3975" y="666"/>
                  <a:pt x="3975" y="666"/>
                </a:cubicBezTo>
                <a:cubicBezTo>
                  <a:pt x="3973" y="666"/>
                  <a:pt x="3973" y="666"/>
                  <a:pt x="3973" y="666"/>
                </a:cubicBezTo>
                <a:lnTo>
                  <a:pt x="3973" y="671"/>
                </a:lnTo>
                <a:close/>
                <a:moveTo>
                  <a:pt x="3979" y="671"/>
                </a:moveTo>
                <a:cubicBezTo>
                  <a:pt x="3981" y="671"/>
                  <a:pt x="3981" y="671"/>
                  <a:pt x="3981" y="671"/>
                </a:cubicBezTo>
                <a:cubicBezTo>
                  <a:pt x="3981" y="666"/>
                  <a:pt x="3981" y="666"/>
                  <a:pt x="3981" y="666"/>
                </a:cubicBezTo>
                <a:cubicBezTo>
                  <a:pt x="3979" y="666"/>
                  <a:pt x="3979" y="666"/>
                  <a:pt x="3979" y="666"/>
                </a:cubicBezTo>
                <a:lnTo>
                  <a:pt x="3979" y="671"/>
                </a:lnTo>
                <a:close/>
                <a:moveTo>
                  <a:pt x="3986" y="671"/>
                </a:moveTo>
                <a:cubicBezTo>
                  <a:pt x="3988" y="671"/>
                  <a:pt x="3988" y="671"/>
                  <a:pt x="3988" y="671"/>
                </a:cubicBezTo>
                <a:cubicBezTo>
                  <a:pt x="3988" y="666"/>
                  <a:pt x="3988" y="666"/>
                  <a:pt x="3988" y="666"/>
                </a:cubicBezTo>
                <a:cubicBezTo>
                  <a:pt x="3986" y="666"/>
                  <a:pt x="3986" y="666"/>
                  <a:pt x="3986" y="666"/>
                </a:cubicBezTo>
                <a:lnTo>
                  <a:pt x="3986" y="671"/>
                </a:lnTo>
                <a:close/>
                <a:moveTo>
                  <a:pt x="3992" y="671"/>
                </a:moveTo>
                <a:cubicBezTo>
                  <a:pt x="3994" y="671"/>
                  <a:pt x="3994" y="671"/>
                  <a:pt x="3994" y="671"/>
                </a:cubicBezTo>
                <a:cubicBezTo>
                  <a:pt x="3994" y="666"/>
                  <a:pt x="3994" y="666"/>
                  <a:pt x="3994" y="666"/>
                </a:cubicBezTo>
                <a:cubicBezTo>
                  <a:pt x="3992" y="666"/>
                  <a:pt x="3992" y="666"/>
                  <a:pt x="3992" y="666"/>
                </a:cubicBezTo>
                <a:lnTo>
                  <a:pt x="3992" y="671"/>
                </a:lnTo>
                <a:close/>
                <a:moveTo>
                  <a:pt x="3998" y="671"/>
                </a:moveTo>
                <a:cubicBezTo>
                  <a:pt x="4000" y="671"/>
                  <a:pt x="4000" y="671"/>
                  <a:pt x="4000" y="671"/>
                </a:cubicBezTo>
                <a:cubicBezTo>
                  <a:pt x="4000" y="666"/>
                  <a:pt x="4000" y="666"/>
                  <a:pt x="4000" y="666"/>
                </a:cubicBezTo>
                <a:cubicBezTo>
                  <a:pt x="3998" y="666"/>
                  <a:pt x="3998" y="666"/>
                  <a:pt x="3998" y="666"/>
                </a:cubicBezTo>
                <a:lnTo>
                  <a:pt x="3998" y="671"/>
                </a:lnTo>
                <a:close/>
                <a:moveTo>
                  <a:pt x="4005" y="671"/>
                </a:moveTo>
                <a:cubicBezTo>
                  <a:pt x="4007" y="671"/>
                  <a:pt x="4007" y="671"/>
                  <a:pt x="4007" y="671"/>
                </a:cubicBezTo>
                <a:cubicBezTo>
                  <a:pt x="4007" y="666"/>
                  <a:pt x="4007" y="666"/>
                  <a:pt x="4007" y="666"/>
                </a:cubicBezTo>
                <a:cubicBezTo>
                  <a:pt x="4005" y="666"/>
                  <a:pt x="4005" y="666"/>
                  <a:pt x="4005" y="666"/>
                </a:cubicBezTo>
                <a:lnTo>
                  <a:pt x="4005" y="671"/>
                </a:lnTo>
                <a:close/>
                <a:moveTo>
                  <a:pt x="4011" y="671"/>
                </a:moveTo>
                <a:cubicBezTo>
                  <a:pt x="4013" y="671"/>
                  <a:pt x="4013" y="671"/>
                  <a:pt x="4013" y="671"/>
                </a:cubicBezTo>
                <a:cubicBezTo>
                  <a:pt x="4013" y="666"/>
                  <a:pt x="4013" y="666"/>
                  <a:pt x="4013" y="666"/>
                </a:cubicBezTo>
                <a:cubicBezTo>
                  <a:pt x="4011" y="666"/>
                  <a:pt x="4011" y="666"/>
                  <a:pt x="4011" y="666"/>
                </a:cubicBezTo>
                <a:lnTo>
                  <a:pt x="4011" y="671"/>
                </a:lnTo>
                <a:close/>
                <a:moveTo>
                  <a:pt x="4029" y="491"/>
                </a:moveTo>
                <a:cubicBezTo>
                  <a:pt x="4036" y="491"/>
                  <a:pt x="4036" y="491"/>
                  <a:pt x="4036" y="491"/>
                </a:cubicBezTo>
                <a:cubicBezTo>
                  <a:pt x="4036" y="489"/>
                  <a:pt x="4036" y="489"/>
                  <a:pt x="4036" y="489"/>
                </a:cubicBezTo>
                <a:cubicBezTo>
                  <a:pt x="4029" y="489"/>
                  <a:pt x="4029" y="489"/>
                  <a:pt x="4029" y="489"/>
                </a:cubicBezTo>
                <a:lnTo>
                  <a:pt x="4029" y="491"/>
                </a:lnTo>
                <a:close/>
                <a:moveTo>
                  <a:pt x="4029" y="496"/>
                </a:moveTo>
                <a:cubicBezTo>
                  <a:pt x="4036" y="496"/>
                  <a:pt x="4036" y="496"/>
                  <a:pt x="4036" y="496"/>
                </a:cubicBezTo>
                <a:cubicBezTo>
                  <a:pt x="4036" y="493"/>
                  <a:pt x="4036" y="493"/>
                  <a:pt x="4036" y="493"/>
                </a:cubicBezTo>
                <a:cubicBezTo>
                  <a:pt x="4029" y="493"/>
                  <a:pt x="4029" y="493"/>
                  <a:pt x="4029" y="493"/>
                </a:cubicBezTo>
                <a:lnTo>
                  <a:pt x="4029" y="496"/>
                </a:lnTo>
                <a:close/>
                <a:moveTo>
                  <a:pt x="4029" y="500"/>
                </a:moveTo>
                <a:cubicBezTo>
                  <a:pt x="4036" y="500"/>
                  <a:pt x="4036" y="500"/>
                  <a:pt x="4036" y="500"/>
                </a:cubicBezTo>
                <a:cubicBezTo>
                  <a:pt x="4036" y="498"/>
                  <a:pt x="4036" y="498"/>
                  <a:pt x="4036" y="498"/>
                </a:cubicBezTo>
                <a:cubicBezTo>
                  <a:pt x="4029" y="498"/>
                  <a:pt x="4029" y="498"/>
                  <a:pt x="4029" y="498"/>
                </a:cubicBezTo>
                <a:lnTo>
                  <a:pt x="4029" y="500"/>
                </a:lnTo>
                <a:close/>
                <a:moveTo>
                  <a:pt x="4029" y="505"/>
                </a:moveTo>
                <a:cubicBezTo>
                  <a:pt x="4036" y="505"/>
                  <a:pt x="4036" y="505"/>
                  <a:pt x="4036" y="505"/>
                </a:cubicBezTo>
                <a:cubicBezTo>
                  <a:pt x="4036" y="503"/>
                  <a:pt x="4036" y="503"/>
                  <a:pt x="4036" y="503"/>
                </a:cubicBezTo>
                <a:cubicBezTo>
                  <a:pt x="4029" y="503"/>
                  <a:pt x="4029" y="503"/>
                  <a:pt x="4029" y="503"/>
                </a:cubicBezTo>
                <a:lnTo>
                  <a:pt x="4029" y="505"/>
                </a:lnTo>
                <a:close/>
                <a:moveTo>
                  <a:pt x="4029" y="509"/>
                </a:moveTo>
                <a:cubicBezTo>
                  <a:pt x="4036" y="509"/>
                  <a:pt x="4036" y="509"/>
                  <a:pt x="4036" y="509"/>
                </a:cubicBezTo>
                <a:cubicBezTo>
                  <a:pt x="4036" y="507"/>
                  <a:pt x="4036" y="507"/>
                  <a:pt x="4036" y="507"/>
                </a:cubicBezTo>
                <a:cubicBezTo>
                  <a:pt x="4029" y="507"/>
                  <a:pt x="4029" y="507"/>
                  <a:pt x="4029" y="507"/>
                </a:cubicBezTo>
                <a:lnTo>
                  <a:pt x="4029" y="509"/>
                </a:lnTo>
                <a:close/>
                <a:moveTo>
                  <a:pt x="4029" y="514"/>
                </a:moveTo>
                <a:cubicBezTo>
                  <a:pt x="4036" y="514"/>
                  <a:pt x="4036" y="514"/>
                  <a:pt x="4036" y="514"/>
                </a:cubicBezTo>
                <a:cubicBezTo>
                  <a:pt x="4036" y="512"/>
                  <a:pt x="4036" y="512"/>
                  <a:pt x="4036" y="512"/>
                </a:cubicBezTo>
                <a:cubicBezTo>
                  <a:pt x="4029" y="512"/>
                  <a:pt x="4029" y="512"/>
                  <a:pt x="4029" y="512"/>
                </a:cubicBezTo>
                <a:lnTo>
                  <a:pt x="4029" y="514"/>
                </a:lnTo>
                <a:close/>
                <a:moveTo>
                  <a:pt x="4029" y="519"/>
                </a:moveTo>
                <a:cubicBezTo>
                  <a:pt x="4036" y="519"/>
                  <a:pt x="4036" y="519"/>
                  <a:pt x="4036" y="519"/>
                </a:cubicBezTo>
                <a:cubicBezTo>
                  <a:pt x="4036" y="517"/>
                  <a:pt x="4036" y="517"/>
                  <a:pt x="4036" y="517"/>
                </a:cubicBezTo>
                <a:cubicBezTo>
                  <a:pt x="4029" y="517"/>
                  <a:pt x="4029" y="517"/>
                  <a:pt x="4029" y="517"/>
                </a:cubicBezTo>
                <a:lnTo>
                  <a:pt x="4029" y="519"/>
                </a:lnTo>
                <a:close/>
                <a:moveTo>
                  <a:pt x="4029" y="523"/>
                </a:moveTo>
                <a:cubicBezTo>
                  <a:pt x="4036" y="523"/>
                  <a:pt x="4036" y="523"/>
                  <a:pt x="4036" y="523"/>
                </a:cubicBezTo>
                <a:cubicBezTo>
                  <a:pt x="4036" y="521"/>
                  <a:pt x="4036" y="521"/>
                  <a:pt x="4036" y="521"/>
                </a:cubicBezTo>
                <a:cubicBezTo>
                  <a:pt x="4029" y="521"/>
                  <a:pt x="4029" y="521"/>
                  <a:pt x="4029" y="521"/>
                </a:cubicBezTo>
                <a:lnTo>
                  <a:pt x="4029" y="523"/>
                </a:lnTo>
                <a:close/>
                <a:moveTo>
                  <a:pt x="4029" y="528"/>
                </a:moveTo>
                <a:cubicBezTo>
                  <a:pt x="4036" y="528"/>
                  <a:pt x="4036" y="528"/>
                  <a:pt x="4036" y="528"/>
                </a:cubicBezTo>
                <a:cubicBezTo>
                  <a:pt x="4036" y="526"/>
                  <a:pt x="4036" y="526"/>
                  <a:pt x="4036" y="526"/>
                </a:cubicBezTo>
                <a:cubicBezTo>
                  <a:pt x="4029" y="526"/>
                  <a:pt x="4029" y="526"/>
                  <a:pt x="4029" y="526"/>
                </a:cubicBezTo>
                <a:lnTo>
                  <a:pt x="4029" y="528"/>
                </a:lnTo>
                <a:close/>
                <a:moveTo>
                  <a:pt x="4029" y="533"/>
                </a:moveTo>
                <a:cubicBezTo>
                  <a:pt x="4036" y="533"/>
                  <a:pt x="4036" y="533"/>
                  <a:pt x="4036" y="533"/>
                </a:cubicBezTo>
                <a:cubicBezTo>
                  <a:pt x="4036" y="531"/>
                  <a:pt x="4036" y="531"/>
                  <a:pt x="4036" y="531"/>
                </a:cubicBezTo>
                <a:cubicBezTo>
                  <a:pt x="4029" y="531"/>
                  <a:pt x="4029" y="531"/>
                  <a:pt x="4029" y="531"/>
                </a:cubicBezTo>
                <a:lnTo>
                  <a:pt x="4029" y="533"/>
                </a:lnTo>
                <a:close/>
                <a:moveTo>
                  <a:pt x="4029" y="476"/>
                </a:moveTo>
                <a:cubicBezTo>
                  <a:pt x="4036" y="476"/>
                  <a:pt x="4036" y="476"/>
                  <a:pt x="4036" y="476"/>
                </a:cubicBezTo>
                <a:cubicBezTo>
                  <a:pt x="4036" y="474"/>
                  <a:pt x="4036" y="474"/>
                  <a:pt x="4036" y="474"/>
                </a:cubicBezTo>
                <a:cubicBezTo>
                  <a:pt x="4029" y="474"/>
                  <a:pt x="4029" y="474"/>
                  <a:pt x="4029" y="474"/>
                </a:cubicBezTo>
                <a:lnTo>
                  <a:pt x="4029" y="476"/>
                </a:lnTo>
                <a:close/>
                <a:moveTo>
                  <a:pt x="4029" y="481"/>
                </a:moveTo>
                <a:cubicBezTo>
                  <a:pt x="4036" y="481"/>
                  <a:pt x="4036" y="481"/>
                  <a:pt x="4036" y="481"/>
                </a:cubicBezTo>
                <a:cubicBezTo>
                  <a:pt x="4036" y="479"/>
                  <a:pt x="4036" y="479"/>
                  <a:pt x="4036" y="479"/>
                </a:cubicBezTo>
                <a:cubicBezTo>
                  <a:pt x="4029" y="479"/>
                  <a:pt x="4029" y="479"/>
                  <a:pt x="4029" y="479"/>
                </a:cubicBezTo>
                <a:lnTo>
                  <a:pt x="4029" y="481"/>
                </a:lnTo>
                <a:close/>
                <a:moveTo>
                  <a:pt x="4029" y="486"/>
                </a:moveTo>
                <a:cubicBezTo>
                  <a:pt x="4036" y="486"/>
                  <a:pt x="4036" y="486"/>
                  <a:pt x="4036" y="486"/>
                </a:cubicBezTo>
                <a:cubicBezTo>
                  <a:pt x="4036" y="483"/>
                  <a:pt x="4036" y="483"/>
                  <a:pt x="4036" y="483"/>
                </a:cubicBezTo>
                <a:cubicBezTo>
                  <a:pt x="4029" y="483"/>
                  <a:pt x="4029" y="483"/>
                  <a:pt x="4029" y="483"/>
                </a:cubicBezTo>
                <a:lnTo>
                  <a:pt x="4029" y="486"/>
                </a:lnTo>
                <a:close/>
                <a:moveTo>
                  <a:pt x="4054" y="449"/>
                </a:moveTo>
                <a:cubicBezTo>
                  <a:pt x="4061" y="449"/>
                  <a:pt x="4061" y="449"/>
                  <a:pt x="4061" y="449"/>
                </a:cubicBezTo>
                <a:cubicBezTo>
                  <a:pt x="4061" y="447"/>
                  <a:pt x="4061" y="447"/>
                  <a:pt x="4061" y="447"/>
                </a:cubicBezTo>
                <a:cubicBezTo>
                  <a:pt x="4054" y="447"/>
                  <a:pt x="4054" y="447"/>
                  <a:pt x="4054" y="447"/>
                </a:cubicBezTo>
                <a:lnTo>
                  <a:pt x="4054" y="449"/>
                </a:lnTo>
                <a:close/>
                <a:moveTo>
                  <a:pt x="4054" y="454"/>
                </a:moveTo>
                <a:cubicBezTo>
                  <a:pt x="4061" y="454"/>
                  <a:pt x="4061" y="454"/>
                  <a:pt x="4061" y="454"/>
                </a:cubicBezTo>
                <a:cubicBezTo>
                  <a:pt x="4061" y="452"/>
                  <a:pt x="4061" y="452"/>
                  <a:pt x="4061" y="452"/>
                </a:cubicBezTo>
                <a:cubicBezTo>
                  <a:pt x="4054" y="452"/>
                  <a:pt x="4054" y="452"/>
                  <a:pt x="4054" y="452"/>
                </a:cubicBezTo>
                <a:lnTo>
                  <a:pt x="4054" y="454"/>
                </a:lnTo>
                <a:close/>
                <a:moveTo>
                  <a:pt x="4054" y="458"/>
                </a:moveTo>
                <a:cubicBezTo>
                  <a:pt x="4061" y="458"/>
                  <a:pt x="4061" y="458"/>
                  <a:pt x="4061" y="458"/>
                </a:cubicBezTo>
                <a:cubicBezTo>
                  <a:pt x="4061" y="456"/>
                  <a:pt x="4061" y="456"/>
                  <a:pt x="4061" y="456"/>
                </a:cubicBezTo>
                <a:cubicBezTo>
                  <a:pt x="4054" y="456"/>
                  <a:pt x="4054" y="456"/>
                  <a:pt x="4054" y="456"/>
                </a:cubicBezTo>
                <a:lnTo>
                  <a:pt x="4054" y="458"/>
                </a:lnTo>
                <a:close/>
                <a:moveTo>
                  <a:pt x="4054" y="463"/>
                </a:moveTo>
                <a:cubicBezTo>
                  <a:pt x="4061" y="463"/>
                  <a:pt x="4061" y="463"/>
                  <a:pt x="4061" y="463"/>
                </a:cubicBezTo>
                <a:cubicBezTo>
                  <a:pt x="4061" y="461"/>
                  <a:pt x="4061" y="461"/>
                  <a:pt x="4061" y="461"/>
                </a:cubicBezTo>
                <a:cubicBezTo>
                  <a:pt x="4054" y="461"/>
                  <a:pt x="4054" y="461"/>
                  <a:pt x="4054" y="461"/>
                </a:cubicBezTo>
                <a:lnTo>
                  <a:pt x="4054" y="463"/>
                </a:lnTo>
                <a:close/>
                <a:moveTo>
                  <a:pt x="4054" y="468"/>
                </a:moveTo>
                <a:cubicBezTo>
                  <a:pt x="4061" y="468"/>
                  <a:pt x="4061" y="468"/>
                  <a:pt x="4061" y="468"/>
                </a:cubicBezTo>
                <a:cubicBezTo>
                  <a:pt x="4061" y="465"/>
                  <a:pt x="4061" y="465"/>
                  <a:pt x="4061" y="465"/>
                </a:cubicBezTo>
                <a:cubicBezTo>
                  <a:pt x="4054" y="465"/>
                  <a:pt x="4054" y="465"/>
                  <a:pt x="4054" y="465"/>
                </a:cubicBezTo>
                <a:lnTo>
                  <a:pt x="4054" y="468"/>
                </a:lnTo>
                <a:close/>
                <a:moveTo>
                  <a:pt x="4054" y="472"/>
                </a:moveTo>
                <a:cubicBezTo>
                  <a:pt x="4061" y="472"/>
                  <a:pt x="4061" y="472"/>
                  <a:pt x="4061" y="472"/>
                </a:cubicBezTo>
                <a:cubicBezTo>
                  <a:pt x="4061" y="470"/>
                  <a:pt x="4061" y="470"/>
                  <a:pt x="4061" y="470"/>
                </a:cubicBezTo>
                <a:cubicBezTo>
                  <a:pt x="4054" y="470"/>
                  <a:pt x="4054" y="470"/>
                  <a:pt x="4054" y="470"/>
                </a:cubicBezTo>
                <a:lnTo>
                  <a:pt x="4054" y="472"/>
                </a:lnTo>
                <a:close/>
                <a:moveTo>
                  <a:pt x="4054" y="477"/>
                </a:moveTo>
                <a:cubicBezTo>
                  <a:pt x="4061" y="477"/>
                  <a:pt x="4061" y="477"/>
                  <a:pt x="4061" y="477"/>
                </a:cubicBezTo>
                <a:cubicBezTo>
                  <a:pt x="4061" y="475"/>
                  <a:pt x="4061" y="475"/>
                  <a:pt x="4061" y="475"/>
                </a:cubicBezTo>
                <a:cubicBezTo>
                  <a:pt x="4054" y="475"/>
                  <a:pt x="4054" y="475"/>
                  <a:pt x="4054" y="475"/>
                </a:cubicBezTo>
                <a:lnTo>
                  <a:pt x="4054" y="477"/>
                </a:lnTo>
                <a:close/>
                <a:moveTo>
                  <a:pt x="4054" y="482"/>
                </a:moveTo>
                <a:cubicBezTo>
                  <a:pt x="4061" y="482"/>
                  <a:pt x="4061" y="482"/>
                  <a:pt x="4061" y="482"/>
                </a:cubicBezTo>
                <a:cubicBezTo>
                  <a:pt x="4061" y="479"/>
                  <a:pt x="4061" y="479"/>
                  <a:pt x="4061" y="479"/>
                </a:cubicBezTo>
                <a:cubicBezTo>
                  <a:pt x="4054" y="479"/>
                  <a:pt x="4054" y="479"/>
                  <a:pt x="4054" y="479"/>
                </a:cubicBezTo>
                <a:lnTo>
                  <a:pt x="4054" y="482"/>
                </a:lnTo>
                <a:close/>
                <a:moveTo>
                  <a:pt x="4054" y="486"/>
                </a:moveTo>
                <a:cubicBezTo>
                  <a:pt x="4061" y="486"/>
                  <a:pt x="4061" y="486"/>
                  <a:pt x="4061" y="486"/>
                </a:cubicBezTo>
                <a:cubicBezTo>
                  <a:pt x="4061" y="484"/>
                  <a:pt x="4061" y="484"/>
                  <a:pt x="4061" y="484"/>
                </a:cubicBezTo>
                <a:cubicBezTo>
                  <a:pt x="4054" y="484"/>
                  <a:pt x="4054" y="484"/>
                  <a:pt x="4054" y="484"/>
                </a:cubicBezTo>
                <a:lnTo>
                  <a:pt x="4054" y="486"/>
                </a:lnTo>
                <a:close/>
                <a:moveTo>
                  <a:pt x="4054" y="491"/>
                </a:moveTo>
                <a:cubicBezTo>
                  <a:pt x="4061" y="491"/>
                  <a:pt x="4061" y="491"/>
                  <a:pt x="4061" y="491"/>
                </a:cubicBezTo>
                <a:cubicBezTo>
                  <a:pt x="4061" y="489"/>
                  <a:pt x="4061" y="489"/>
                  <a:pt x="4061" y="489"/>
                </a:cubicBezTo>
                <a:cubicBezTo>
                  <a:pt x="4054" y="489"/>
                  <a:pt x="4054" y="489"/>
                  <a:pt x="4054" y="489"/>
                </a:cubicBezTo>
                <a:lnTo>
                  <a:pt x="4054" y="491"/>
                </a:lnTo>
                <a:close/>
                <a:moveTo>
                  <a:pt x="4054" y="434"/>
                </a:moveTo>
                <a:cubicBezTo>
                  <a:pt x="4061" y="434"/>
                  <a:pt x="4061" y="434"/>
                  <a:pt x="4061" y="434"/>
                </a:cubicBezTo>
                <a:cubicBezTo>
                  <a:pt x="4061" y="432"/>
                  <a:pt x="4061" y="432"/>
                  <a:pt x="4061" y="432"/>
                </a:cubicBezTo>
                <a:cubicBezTo>
                  <a:pt x="4054" y="432"/>
                  <a:pt x="4054" y="432"/>
                  <a:pt x="4054" y="432"/>
                </a:cubicBezTo>
                <a:lnTo>
                  <a:pt x="4054" y="434"/>
                </a:lnTo>
                <a:close/>
                <a:moveTo>
                  <a:pt x="4054" y="439"/>
                </a:moveTo>
                <a:cubicBezTo>
                  <a:pt x="4061" y="439"/>
                  <a:pt x="4061" y="439"/>
                  <a:pt x="4061" y="439"/>
                </a:cubicBezTo>
                <a:cubicBezTo>
                  <a:pt x="4061" y="437"/>
                  <a:pt x="4061" y="437"/>
                  <a:pt x="4061" y="437"/>
                </a:cubicBezTo>
                <a:cubicBezTo>
                  <a:pt x="4054" y="437"/>
                  <a:pt x="4054" y="437"/>
                  <a:pt x="4054" y="437"/>
                </a:cubicBezTo>
                <a:lnTo>
                  <a:pt x="4054" y="439"/>
                </a:lnTo>
                <a:close/>
                <a:moveTo>
                  <a:pt x="4054" y="444"/>
                </a:moveTo>
                <a:cubicBezTo>
                  <a:pt x="4061" y="444"/>
                  <a:pt x="4061" y="444"/>
                  <a:pt x="4061" y="444"/>
                </a:cubicBezTo>
                <a:cubicBezTo>
                  <a:pt x="4061" y="442"/>
                  <a:pt x="4061" y="442"/>
                  <a:pt x="4061" y="442"/>
                </a:cubicBezTo>
                <a:cubicBezTo>
                  <a:pt x="4054" y="442"/>
                  <a:pt x="4054" y="442"/>
                  <a:pt x="4054" y="442"/>
                </a:cubicBezTo>
                <a:lnTo>
                  <a:pt x="4054" y="444"/>
                </a:lnTo>
                <a:close/>
                <a:moveTo>
                  <a:pt x="3862" y="671"/>
                </a:moveTo>
                <a:cubicBezTo>
                  <a:pt x="3864" y="671"/>
                  <a:pt x="3864" y="671"/>
                  <a:pt x="3864" y="671"/>
                </a:cubicBezTo>
                <a:cubicBezTo>
                  <a:pt x="3864" y="666"/>
                  <a:pt x="3864" y="666"/>
                  <a:pt x="3864" y="666"/>
                </a:cubicBezTo>
                <a:cubicBezTo>
                  <a:pt x="3862" y="666"/>
                  <a:pt x="3862" y="666"/>
                  <a:pt x="3862" y="666"/>
                </a:cubicBezTo>
                <a:lnTo>
                  <a:pt x="3862" y="671"/>
                </a:lnTo>
                <a:close/>
                <a:moveTo>
                  <a:pt x="3868" y="671"/>
                </a:moveTo>
                <a:cubicBezTo>
                  <a:pt x="3870" y="671"/>
                  <a:pt x="3870" y="671"/>
                  <a:pt x="3870" y="671"/>
                </a:cubicBezTo>
                <a:cubicBezTo>
                  <a:pt x="3870" y="666"/>
                  <a:pt x="3870" y="666"/>
                  <a:pt x="3870" y="666"/>
                </a:cubicBezTo>
                <a:cubicBezTo>
                  <a:pt x="3868" y="666"/>
                  <a:pt x="3868" y="666"/>
                  <a:pt x="3868" y="666"/>
                </a:cubicBezTo>
                <a:lnTo>
                  <a:pt x="3868" y="671"/>
                </a:lnTo>
                <a:close/>
                <a:moveTo>
                  <a:pt x="3875" y="671"/>
                </a:moveTo>
                <a:cubicBezTo>
                  <a:pt x="3877" y="671"/>
                  <a:pt x="3877" y="671"/>
                  <a:pt x="3877" y="671"/>
                </a:cubicBezTo>
                <a:cubicBezTo>
                  <a:pt x="3877" y="666"/>
                  <a:pt x="3877" y="666"/>
                  <a:pt x="3877" y="666"/>
                </a:cubicBezTo>
                <a:cubicBezTo>
                  <a:pt x="3875" y="666"/>
                  <a:pt x="3875" y="666"/>
                  <a:pt x="3875" y="666"/>
                </a:cubicBezTo>
                <a:lnTo>
                  <a:pt x="3875" y="671"/>
                </a:lnTo>
                <a:close/>
                <a:moveTo>
                  <a:pt x="3881" y="671"/>
                </a:moveTo>
                <a:cubicBezTo>
                  <a:pt x="3883" y="671"/>
                  <a:pt x="3883" y="671"/>
                  <a:pt x="3883" y="671"/>
                </a:cubicBezTo>
                <a:cubicBezTo>
                  <a:pt x="3883" y="666"/>
                  <a:pt x="3883" y="666"/>
                  <a:pt x="3883" y="666"/>
                </a:cubicBezTo>
                <a:cubicBezTo>
                  <a:pt x="3881" y="666"/>
                  <a:pt x="3881" y="666"/>
                  <a:pt x="3881" y="666"/>
                </a:cubicBezTo>
                <a:lnTo>
                  <a:pt x="3881" y="671"/>
                </a:lnTo>
                <a:close/>
                <a:moveTo>
                  <a:pt x="3887" y="671"/>
                </a:moveTo>
                <a:cubicBezTo>
                  <a:pt x="3889" y="671"/>
                  <a:pt x="3889" y="671"/>
                  <a:pt x="3889" y="671"/>
                </a:cubicBezTo>
                <a:cubicBezTo>
                  <a:pt x="3889" y="666"/>
                  <a:pt x="3889" y="666"/>
                  <a:pt x="3889" y="666"/>
                </a:cubicBezTo>
                <a:cubicBezTo>
                  <a:pt x="3887" y="666"/>
                  <a:pt x="3887" y="666"/>
                  <a:pt x="3887" y="666"/>
                </a:cubicBezTo>
                <a:lnTo>
                  <a:pt x="3887" y="671"/>
                </a:lnTo>
                <a:close/>
                <a:moveTo>
                  <a:pt x="3894" y="671"/>
                </a:moveTo>
                <a:cubicBezTo>
                  <a:pt x="3896" y="671"/>
                  <a:pt x="3896" y="671"/>
                  <a:pt x="3896" y="671"/>
                </a:cubicBezTo>
                <a:cubicBezTo>
                  <a:pt x="3896" y="666"/>
                  <a:pt x="3896" y="666"/>
                  <a:pt x="3896" y="666"/>
                </a:cubicBezTo>
                <a:cubicBezTo>
                  <a:pt x="3894" y="666"/>
                  <a:pt x="3894" y="666"/>
                  <a:pt x="3894" y="666"/>
                </a:cubicBezTo>
                <a:lnTo>
                  <a:pt x="3894" y="671"/>
                </a:lnTo>
                <a:close/>
                <a:moveTo>
                  <a:pt x="3900" y="671"/>
                </a:moveTo>
                <a:cubicBezTo>
                  <a:pt x="3902" y="671"/>
                  <a:pt x="3902" y="671"/>
                  <a:pt x="3902" y="671"/>
                </a:cubicBezTo>
                <a:cubicBezTo>
                  <a:pt x="3902" y="666"/>
                  <a:pt x="3902" y="666"/>
                  <a:pt x="3902" y="666"/>
                </a:cubicBezTo>
                <a:cubicBezTo>
                  <a:pt x="3900" y="666"/>
                  <a:pt x="3900" y="666"/>
                  <a:pt x="3900" y="666"/>
                </a:cubicBezTo>
                <a:lnTo>
                  <a:pt x="3900" y="671"/>
                </a:lnTo>
                <a:close/>
                <a:moveTo>
                  <a:pt x="3906" y="671"/>
                </a:moveTo>
                <a:cubicBezTo>
                  <a:pt x="3908" y="671"/>
                  <a:pt x="3908" y="671"/>
                  <a:pt x="3908" y="671"/>
                </a:cubicBezTo>
                <a:cubicBezTo>
                  <a:pt x="3908" y="666"/>
                  <a:pt x="3908" y="666"/>
                  <a:pt x="3908" y="666"/>
                </a:cubicBezTo>
                <a:cubicBezTo>
                  <a:pt x="3906" y="666"/>
                  <a:pt x="3906" y="666"/>
                  <a:pt x="3906" y="666"/>
                </a:cubicBezTo>
                <a:lnTo>
                  <a:pt x="3906" y="671"/>
                </a:lnTo>
                <a:close/>
                <a:moveTo>
                  <a:pt x="3677" y="654"/>
                </a:moveTo>
                <a:cubicBezTo>
                  <a:pt x="3679" y="654"/>
                  <a:pt x="3679" y="654"/>
                  <a:pt x="3679" y="654"/>
                </a:cubicBezTo>
                <a:cubicBezTo>
                  <a:pt x="3679" y="643"/>
                  <a:pt x="3679" y="643"/>
                  <a:pt x="3679" y="643"/>
                </a:cubicBezTo>
                <a:cubicBezTo>
                  <a:pt x="3677" y="643"/>
                  <a:pt x="3677" y="643"/>
                  <a:pt x="3677" y="643"/>
                </a:cubicBezTo>
                <a:lnTo>
                  <a:pt x="3677" y="654"/>
                </a:lnTo>
                <a:close/>
                <a:moveTo>
                  <a:pt x="3683" y="654"/>
                </a:moveTo>
                <a:cubicBezTo>
                  <a:pt x="3685" y="654"/>
                  <a:pt x="3685" y="654"/>
                  <a:pt x="3685" y="654"/>
                </a:cubicBezTo>
                <a:cubicBezTo>
                  <a:pt x="3685" y="643"/>
                  <a:pt x="3685" y="643"/>
                  <a:pt x="3685" y="643"/>
                </a:cubicBezTo>
                <a:cubicBezTo>
                  <a:pt x="3683" y="643"/>
                  <a:pt x="3683" y="643"/>
                  <a:pt x="3683" y="643"/>
                </a:cubicBezTo>
                <a:lnTo>
                  <a:pt x="3683" y="654"/>
                </a:lnTo>
                <a:close/>
                <a:moveTo>
                  <a:pt x="3690" y="654"/>
                </a:moveTo>
                <a:cubicBezTo>
                  <a:pt x="3692" y="654"/>
                  <a:pt x="3692" y="654"/>
                  <a:pt x="3692" y="654"/>
                </a:cubicBezTo>
                <a:cubicBezTo>
                  <a:pt x="3692" y="643"/>
                  <a:pt x="3692" y="643"/>
                  <a:pt x="3692" y="643"/>
                </a:cubicBezTo>
                <a:cubicBezTo>
                  <a:pt x="3690" y="643"/>
                  <a:pt x="3690" y="643"/>
                  <a:pt x="3690" y="643"/>
                </a:cubicBezTo>
                <a:lnTo>
                  <a:pt x="3690" y="654"/>
                </a:lnTo>
                <a:close/>
                <a:moveTo>
                  <a:pt x="3696" y="654"/>
                </a:moveTo>
                <a:cubicBezTo>
                  <a:pt x="3698" y="654"/>
                  <a:pt x="3698" y="654"/>
                  <a:pt x="3698" y="654"/>
                </a:cubicBezTo>
                <a:cubicBezTo>
                  <a:pt x="3698" y="643"/>
                  <a:pt x="3698" y="643"/>
                  <a:pt x="3698" y="643"/>
                </a:cubicBezTo>
                <a:cubicBezTo>
                  <a:pt x="3696" y="643"/>
                  <a:pt x="3696" y="643"/>
                  <a:pt x="3696" y="643"/>
                </a:cubicBezTo>
                <a:lnTo>
                  <a:pt x="3696" y="654"/>
                </a:lnTo>
                <a:close/>
                <a:moveTo>
                  <a:pt x="3702" y="654"/>
                </a:moveTo>
                <a:cubicBezTo>
                  <a:pt x="3704" y="654"/>
                  <a:pt x="3704" y="654"/>
                  <a:pt x="3704" y="654"/>
                </a:cubicBezTo>
                <a:cubicBezTo>
                  <a:pt x="3704" y="643"/>
                  <a:pt x="3704" y="643"/>
                  <a:pt x="3704" y="643"/>
                </a:cubicBezTo>
                <a:cubicBezTo>
                  <a:pt x="3702" y="643"/>
                  <a:pt x="3702" y="643"/>
                  <a:pt x="3702" y="643"/>
                </a:cubicBezTo>
                <a:lnTo>
                  <a:pt x="3702" y="654"/>
                </a:lnTo>
                <a:close/>
                <a:moveTo>
                  <a:pt x="3708" y="654"/>
                </a:moveTo>
                <a:cubicBezTo>
                  <a:pt x="3711" y="654"/>
                  <a:pt x="3711" y="654"/>
                  <a:pt x="3711" y="654"/>
                </a:cubicBezTo>
                <a:cubicBezTo>
                  <a:pt x="3711" y="643"/>
                  <a:pt x="3711" y="643"/>
                  <a:pt x="3711" y="643"/>
                </a:cubicBezTo>
                <a:cubicBezTo>
                  <a:pt x="3708" y="643"/>
                  <a:pt x="3708" y="643"/>
                  <a:pt x="3708" y="643"/>
                </a:cubicBezTo>
                <a:lnTo>
                  <a:pt x="3708" y="654"/>
                </a:lnTo>
                <a:close/>
                <a:moveTo>
                  <a:pt x="3715" y="654"/>
                </a:moveTo>
                <a:cubicBezTo>
                  <a:pt x="3717" y="654"/>
                  <a:pt x="3717" y="654"/>
                  <a:pt x="3717" y="654"/>
                </a:cubicBezTo>
                <a:cubicBezTo>
                  <a:pt x="3717" y="643"/>
                  <a:pt x="3717" y="643"/>
                  <a:pt x="3717" y="643"/>
                </a:cubicBezTo>
                <a:cubicBezTo>
                  <a:pt x="3715" y="643"/>
                  <a:pt x="3715" y="643"/>
                  <a:pt x="3715" y="643"/>
                </a:cubicBezTo>
                <a:lnTo>
                  <a:pt x="3715" y="654"/>
                </a:lnTo>
                <a:close/>
                <a:moveTo>
                  <a:pt x="3721" y="654"/>
                </a:moveTo>
                <a:cubicBezTo>
                  <a:pt x="3723" y="654"/>
                  <a:pt x="3723" y="654"/>
                  <a:pt x="3723" y="654"/>
                </a:cubicBezTo>
                <a:cubicBezTo>
                  <a:pt x="3723" y="643"/>
                  <a:pt x="3723" y="643"/>
                  <a:pt x="3723" y="643"/>
                </a:cubicBezTo>
                <a:cubicBezTo>
                  <a:pt x="3721" y="643"/>
                  <a:pt x="3721" y="643"/>
                  <a:pt x="3721" y="643"/>
                </a:cubicBezTo>
                <a:lnTo>
                  <a:pt x="3721" y="654"/>
                </a:lnTo>
                <a:close/>
                <a:moveTo>
                  <a:pt x="3605" y="655"/>
                </a:moveTo>
                <a:cubicBezTo>
                  <a:pt x="3607" y="655"/>
                  <a:pt x="3607" y="655"/>
                  <a:pt x="3607" y="655"/>
                </a:cubicBezTo>
                <a:cubicBezTo>
                  <a:pt x="3607" y="644"/>
                  <a:pt x="3607" y="644"/>
                  <a:pt x="3607" y="644"/>
                </a:cubicBezTo>
                <a:cubicBezTo>
                  <a:pt x="3605" y="644"/>
                  <a:pt x="3605" y="644"/>
                  <a:pt x="3605" y="644"/>
                </a:cubicBezTo>
                <a:lnTo>
                  <a:pt x="3605" y="655"/>
                </a:lnTo>
                <a:close/>
                <a:moveTo>
                  <a:pt x="3611" y="655"/>
                </a:moveTo>
                <a:cubicBezTo>
                  <a:pt x="3614" y="655"/>
                  <a:pt x="3614" y="655"/>
                  <a:pt x="3614" y="655"/>
                </a:cubicBezTo>
                <a:cubicBezTo>
                  <a:pt x="3614" y="644"/>
                  <a:pt x="3614" y="644"/>
                  <a:pt x="3614" y="644"/>
                </a:cubicBezTo>
                <a:cubicBezTo>
                  <a:pt x="3611" y="644"/>
                  <a:pt x="3611" y="644"/>
                  <a:pt x="3611" y="644"/>
                </a:cubicBezTo>
                <a:lnTo>
                  <a:pt x="3611" y="655"/>
                </a:lnTo>
                <a:close/>
                <a:moveTo>
                  <a:pt x="3618" y="655"/>
                </a:moveTo>
                <a:cubicBezTo>
                  <a:pt x="3620" y="655"/>
                  <a:pt x="3620" y="655"/>
                  <a:pt x="3620" y="655"/>
                </a:cubicBezTo>
                <a:cubicBezTo>
                  <a:pt x="3620" y="644"/>
                  <a:pt x="3620" y="644"/>
                  <a:pt x="3620" y="644"/>
                </a:cubicBezTo>
                <a:cubicBezTo>
                  <a:pt x="3618" y="644"/>
                  <a:pt x="3618" y="644"/>
                  <a:pt x="3618" y="644"/>
                </a:cubicBezTo>
                <a:lnTo>
                  <a:pt x="3618" y="655"/>
                </a:lnTo>
                <a:close/>
                <a:moveTo>
                  <a:pt x="3624" y="655"/>
                </a:moveTo>
                <a:cubicBezTo>
                  <a:pt x="3626" y="655"/>
                  <a:pt x="3626" y="655"/>
                  <a:pt x="3626" y="655"/>
                </a:cubicBezTo>
                <a:cubicBezTo>
                  <a:pt x="3626" y="644"/>
                  <a:pt x="3626" y="644"/>
                  <a:pt x="3626" y="644"/>
                </a:cubicBezTo>
                <a:cubicBezTo>
                  <a:pt x="3624" y="644"/>
                  <a:pt x="3624" y="644"/>
                  <a:pt x="3624" y="644"/>
                </a:cubicBezTo>
                <a:lnTo>
                  <a:pt x="3624" y="655"/>
                </a:lnTo>
                <a:close/>
                <a:moveTo>
                  <a:pt x="3630" y="655"/>
                </a:moveTo>
                <a:cubicBezTo>
                  <a:pt x="3632" y="655"/>
                  <a:pt x="3632" y="655"/>
                  <a:pt x="3632" y="655"/>
                </a:cubicBezTo>
                <a:cubicBezTo>
                  <a:pt x="3632" y="644"/>
                  <a:pt x="3632" y="644"/>
                  <a:pt x="3632" y="644"/>
                </a:cubicBezTo>
                <a:cubicBezTo>
                  <a:pt x="3630" y="644"/>
                  <a:pt x="3630" y="644"/>
                  <a:pt x="3630" y="644"/>
                </a:cubicBezTo>
                <a:lnTo>
                  <a:pt x="3630" y="655"/>
                </a:lnTo>
                <a:close/>
                <a:moveTo>
                  <a:pt x="3637" y="655"/>
                </a:moveTo>
                <a:cubicBezTo>
                  <a:pt x="3639" y="655"/>
                  <a:pt x="3639" y="655"/>
                  <a:pt x="3639" y="655"/>
                </a:cubicBezTo>
                <a:cubicBezTo>
                  <a:pt x="3639" y="644"/>
                  <a:pt x="3639" y="644"/>
                  <a:pt x="3639" y="644"/>
                </a:cubicBezTo>
                <a:cubicBezTo>
                  <a:pt x="3637" y="644"/>
                  <a:pt x="3637" y="644"/>
                  <a:pt x="3637" y="644"/>
                </a:cubicBezTo>
                <a:lnTo>
                  <a:pt x="3637" y="655"/>
                </a:lnTo>
                <a:close/>
                <a:moveTo>
                  <a:pt x="3643" y="655"/>
                </a:moveTo>
                <a:cubicBezTo>
                  <a:pt x="3645" y="655"/>
                  <a:pt x="3645" y="655"/>
                  <a:pt x="3645" y="655"/>
                </a:cubicBezTo>
                <a:cubicBezTo>
                  <a:pt x="3645" y="644"/>
                  <a:pt x="3645" y="644"/>
                  <a:pt x="3645" y="644"/>
                </a:cubicBezTo>
                <a:cubicBezTo>
                  <a:pt x="3643" y="644"/>
                  <a:pt x="3643" y="644"/>
                  <a:pt x="3643" y="644"/>
                </a:cubicBezTo>
                <a:lnTo>
                  <a:pt x="3643" y="655"/>
                </a:lnTo>
                <a:close/>
                <a:moveTo>
                  <a:pt x="3649" y="655"/>
                </a:moveTo>
                <a:cubicBezTo>
                  <a:pt x="3651" y="655"/>
                  <a:pt x="3651" y="655"/>
                  <a:pt x="3651" y="655"/>
                </a:cubicBezTo>
                <a:cubicBezTo>
                  <a:pt x="3651" y="644"/>
                  <a:pt x="3651" y="644"/>
                  <a:pt x="3651" y="644"/>
                </a:cubicBezTo>
                <a:cubicBezTo>
                  <a:pt x="3649" y="644"/>
                  <a:pt x="3649" y="644"/>
                  <a:pt x="3649" y="644"/>
                </a:cubicBezTo>
                <a:lnTo>
                  <a:pt x="3649" y="655"/>
                </a:lnTo>
                <a:close/>
                <a:moveTo>
                  <a:pt x="4006" y="611"/>
                </a:moveTo>
                <a:cubicBezTo>
                  <a:pt x="4015" y="611"/>
                  <a:pt x="4015" y="611"/>
                  <a:pt x="4015" y="611"/>
                </a:cubicBezTo>
                <a:cubicBezTo>
                  <a:pt x="4015" y="609"/>
                  <a:pt x="4015" y="609"/>
                  <a:pt x="4015" y="609"/>
                </a:cubicBezTo>
                <a:cubicBezTo>
                  <a:pt x="4006" y="609"/>
                  <a:pt x="4006" y="609"/>
                  <a:pt x="4006" y="609"/>
                </a:cubicBezTo>
                <a:lnTo>
                  <a:pt x="4006" y="611"/>
                </a:lnTo>
                <a:close/>
                <a:moveTo>
                  <a:pt x="4006" y="616"/>
                </a:moveTo>
                <a:cubicBezTo>
                  <a:pt x="4015" y="616"/>
                  <a:pt x="4015" y="616"/>
                  <a:pt x="4015" y="616"/>
                </a:cubicBezTo>
                <a:cubicBezTo>
                  <a:pt x="4015" y="613"/>
                  <a:pt x="4015" y="613"/>
                  <a:pt x="4015" y="613"/>
                </a:cubicBezTo>
                <a:cubicBezTo>
                  <a:pt x="4006" y="613"/>
                  <a:pt x="4006" y="613"/>
                  <a:pt x="4006" y="613"/>
                </a:cubicBezTo>
                <a:lnTo>
                  <a:pt x="4006" y="616"/>
                </a:lnTo>
                <a:close/>
                <a:moveTo>
                  <a:pt x="4006" y="620"/>
                </a:moveTo>
                <a:cubicBezTo>
                  <a:pt x="4015" y="620"/>
                  <a:pt x="4015" y="620"/>
                  <a:pt x="4015" y="620"/>
                </a:cubicBezTo>
                <a:cubicBezTo>
                  <a:pt x="4015" y="618"/>
                  <a:pt x="4015" y="618"/>
                  <a:pt x="4015" y="618"/>
                </a:cubicBezTo>
                <a:cubicBezTo>
                  <a:pt x="4006" y="618"/>
                  <a:pt x="4006" y="618"/>
                  <a:pt x="4006" y="618"/>
                </a:cubicBezTo>
                <a:lnTo>
                  <a:pt x="4006" y="620"/>
                </a:lnTo>
                <a:close/>
                <a:moveTo>
                  <a:pt x="4006" y="625"/>
                </a:moveTo>
                <a:cubicBezTo>
                  <a:pt x="4015" y="625"/>
                  <a:pt x="4015" y="625"/>
                  <a:pt x="4015" y="625"/>
                </a:cubicBezTo>
                <a:cubicBezTo>
                  <a:pt x="4015" y="623"/>
                  <a:pt x="4015" y="623"/>
                  <a:pt x="4015" y="623"/>
                </a:cubicBezTo>
                <a:cubicBezTo>
                  <a:pt x="4006" y="623"/>
                  <a:pt x="4006" y="623"/>
                  <a:pt x="4006" y="623"/>
                </a:cubicBezTo>
                <a:lnTo>
                  <a:pt x="4006" y="625"/>
                </a:lnTo>
                <a:close/>
                <a:moveTo>
                  <a:pt x="4006" y="630"/>
                </a:moveTo>
                <a:cubicBezTo>
                  <a:pt x="4015" y="630"/>
                  <a:pt x="4015" y="630"/>
                  <a:pt x="4015" y="630"/>
                </a:cubicBezTo>
                <a:cubicBezTo>
                  <a:pt x="4015" y="627"/>
                  <a:pt x="4015" y="627"/>
                  <a:pt x="4015" y="627"/>
                </a:cubicBezTo>
                <a:cubicBezTo>
                  <a:pt x="4006" y="627"/>
                  <a:pt x="4006" y="627"/>
                  <a:pt x="4006" y="627"/>
                </a:cubicBezTo>
                <a:lnTo>
                  <a:pt x="4006" y="630"/>
                </a:lnTo>
                <a:close/>
                <a:moveTo>
                  <a:pt x="4006" y="634"/>
                </a:moveTo>
                <a:cubicBezTo>
                  <a:pt x="4015" y="634"/>
                  <a:pt x="4015" y="634"/>
                  <a:pt x="4015" y="634"/>
                </a:cubicBezTo>
                <a:cubicBezTo>
                  <a:pt x="4015" y="632"/>
                  <a:pt x="4015" y="632"/>
                  <a:pt x="4015" y="632"/>
                </a:cubicBezTo>
                <a:cubicBezTo>
                  <a:pt x="4006" y="632"/>
                  <a:pt x="4006" y="632"/>
                  <a:pt x="4006" y="632"/>
                </a:cubicBezTo>
                <a:lnTo>
                  <a:pt x="4006" y="634"/>
                </a:lnTo>
                <a:close/>
                <a:moveTo>
                  <a:pt x="4006" y="639"/>
                </a:moveTo>
                <a:cubicBezTo>
                  <a:pt x="4015" y="639"/>
                  <a:pt x="4015" y="639"/>
                  <a:pt x="4015" y="639"/>
                </a:cubicBezTo>
                <a:cubicBezTo>
                  <a:pt x="4015" y="637"/>
                  <a:pt x="4015" y="637"/>
                  <a:pt x="4015" y="637"/>
                </a:cubicBezTo>
                <a:cubicBezTo>
                  <a:pt x="4006" y="637"/>
                  <a:pt x="4006" y="637"/>
                  <a:pt x="4006" y="637"/>
                </a:cubicBezTo>
                <a:lnTo>
                  <a:pt x="4006" y="639"/>
                </a:lnTo>
                <a:close/>
                <a:moveTo>
                  <a:pt x="4006" y="644"/>
                </a:moveTo>
                <a:cubicBezTo>
                  <a:pt x="4015" y="644"/>
                  <a:pt x="4015" y="644"/>
                  <a:pt x="4015" y="644"/>
                </a:cubicBezTo>
                <a:cubicBezTo>
                  <a:pt x="4015" y="641"/>
                  <a:pt x="4015" y="641"/>
                  <a:pt x="4015" y="641"/>
                </a:cubicBezTo>
                <a:cubicBezTo>
                  <a:pt x="4006" y="641"/>
                  <a:pt x="4006" y="641"/>
                  <a:pt x="4006" y="641"/>
                </a:cubicBezTo>
                <a:lnTo>
                  <a:pt x="4006" y="644"/>
                </a:lnTo>
                <a:close/>
                <a:moveTo>
                  <a:pt x="4006" y="648"/>
                </a:moveTo>
                <a:cubicBezTo>
                  <a:pt x="4015" y="648"/>
                  <a:pt x="4015" y="648"/>
                  <a:pt x="4015" y="648"/>
                </a:cubicBezTo>
                <a:cubicBezTo>
                  <a:pt x="4015" y="646"/>
                  <a:pt x="4015" y="646"/>
                  <a:pt x="4015" y="646"/>
                </a:cubicBezTo>
                <a:cubicBezTo>
                  <a:pt x="4006" y="646"/>
                  <a:pt x="4006" y="646"/>
                  <a:pt x="4006" y="646"/>
                </a:cubicBezTo>
                <a:lnTo>
                  <a:pt x="4006" y="648"/>
                </a:lnTo>
                <a:close/>
                <a:moveTo>
                  <a:pt x="4006" y="653"/>
                </a:moveTo>
                <a:cubicBezTo>
                  <a:pt x="4015" y="653"/>
                  <a:pt x="4015" y="653"/>
                  <a:pt x="4015" y="653"/>
                </a:cubicBezTo>
                <a:cubicBezTo>
                  <a:pt x="4015" y="651"/>
                  <a:pt x="4015" y="651"/>
                  <a:pt x="4015" y="651"/>
                </a:cubicBezTo>
                <a:cubicBezTo>
                  <a:pt x="4006" y="651"/>
                  <a:pt x="4006" y="651"/>
                  <a:pt x="4006" y="651"/>
                </a:cubicBezTo>
                <a:lnTo>
                  <a:pt x="4006" y="653"/>
                </a:lnTo>
                <a:close/>
                <a:moveTo>
                  <a:pt x="4006" y="596"/>
                </a:moveTo>
                <a:cubicBezTo>
                  <a:pt x="4015" y="596"/>
                  <a:pt x="4015" y="596"/>
                  <a:pt x="4015" y="596"/>
                </a:cubicBezTo>
                <a:cubicBezTo>
                  <a:pt x="4015" y="594"/>
                  <a:pt x="4015" y="594"/>
                  <a:pt x="4015" y="594"/>
                </a:cubicBezTo>
                <a:cubicBezTo>
                  <a:pt x="4006" y="594"/>
                  <a:pt x="4006" y="594"/>
                  <a:pt x="4006" y="594"/>
                </a:cubicBezTo>
                <a:lnTo>
                  <a:pt x="4006" y="596"/>
                </a:lnTo>
                <a:close/>
                <a:moveTo>
                  <a:pt x="4006" y="601"/>
                </a:moveTo>
                <a:cubicBezTo>
                  <a:pt x="4015" y="601"/>
                  <a:pt x="4015" y="601"/>
                  <a:pt x="4015" y="601"/>
                </a:cubicBezTo>
                <a:cubicBezTo>
                  <a:pt x="4015" y="599"/>
                  <a:pt x="4015" y="599"/>
                  <a:pt x="4015" y="599"/>
                </a:cubicBezTo>
                <a:cubicBezTo>
                  <a:pt x="4006" y="599"/>
                  <a:pt x="4006" y="599"/>
                  <a:pt x="4006" y="599"/>
                </a:cubicBezTo>
                <a:lnTo>
                  <a:pt x="4006" y="601"/>
                </a:lnTo>
                <a:close/>
                <a:moveTo>
                  <a:pt x="4006" y="606"/>
                </a:moveTo>
                <a:cubicBezTo>
                  <a:pt x="4015" y="606"/>
                  <a:pt x="4015" y="606"/>
                  <a:pt x="4015" y="606"/>
                </a:cubicBezTo>
                <a:cubicBezTo>
                  <a:pt x="4015" y="603"/>
                  <a:pt x="4015" y="603"/>
                  <a:pt x="4015" y="603"/>
                </a:cubicBezTo>
                <a:cubicBezTo>
                  <a:pt x="4006" y="603"/>
                  <a:pt x="4006" y="603"/>
                  <a:pt x="4006" y="603"/>
                </a:cubicBezTo>
                <a:lnTo>
                  <a:pt x="4006" y="606"/>
                </a:lnTo>
                <a:close/>
                <a:moveTo>
                  <a:pt x="2886" y="552"/>
                </a:moveTo>
                <a:cubicBezTo>
                  <a:pt x="2891" y="552"/>
                  <a:pt x="2891" y="552"/>
                  <a:pt x="2891" y="552"/>
                </a:cubicBezTo>
                <a:cubicBezTo>
                  <a:pt x="2891" y="550"/>
                  <a:pt x="2891" y="550"/>
                  <a:pt x="2891" y="550"/>
                </a:cubicBezTo>
                <a:cubicBezTo>
                  <a:pt x="2886" y="550"/>
                  <a:pt x="2886" y="550"/>
                  <a:pt x="2886" y="550"/>
                </a:cubicBezTo>
                <a:lnTo>
                  <a:pt x="2886" y="552"/>
                </a:lnTo>
                <a:close/>
                <a:moveTo>
                  <a:pt x="2886" y="557"/>
                </a:moveTo>
                <a:cubicBezTo>
                  <a:pt x="2891" y="557"/>
                  <a:pt x="2891" y="557"/>
                  <a:pt x="2891" y="557"/>
                </a:cubicBezTo>
                <a:cubicBezTo>
                  <a:pt x="2891" y="555"/>
                  <a:pt x="2891" y="555"/>
                  <a:pt x="2891" y="555"/>
                </a:cubicBezTo>
                <a:cubicBezTo>
                  <a:pt x="2886" y="555"/>
                  <a:pt x="2886" y="555"/>
                  <a:pt x="2886" y="555"/>
                </a:cubicBezTo>
                <a:lnTo>
                  <a:pt x="2886" y="557"/>
                </a:lnTo>
                <a:close/>
                <a:moveTo>
                  <a:pt x="2886" y="563"/>
                </a:moveTo>
                <a:cubicBezTo>
                  <a:pt x="2891" y="563"/>
                  <a:pt x="2891" y="563"/>
                  <a:pt x="2891" y="563"/>
                </a:cubicBezTo>
                <a:cubicBezTo>
                  <a:pt x="2891" y="560"/>
                  <a:pt x="2891" y="560"/>
                  <a:pt x="2891" y="560"/>
                </a:cubicBezTo>
                <a:cubicBezTo>
                  <a:pt x="2886" y="560"/>
                  <a:pt x="2886" y="560"/>
                  <a:pt x="2886" y="560"/>
                </a:cubicBezTo>
                <a:lnTo>
                  <a:pt x="2886" y="563"/>
                </a:lnTo>
                <a:close/>
                <a:moveTo>
                  <a:pt x="2886" y="568"/>
                </a:moveTo>
                <a:cubicBezTo>
                  <a:pt x="2891" y="568"/>
                  <a:pt x="2891" y="568"/>
                  <a:pt x="2891" y="568"/>
                </a:cubicBezTo>
                <a:cubicBezTo>
                  <a:pt x="2891" y="566"/>
                  <a:pt x="2891" y="566"/>
                  <a:pt x="2891" y="566"/>
                </a:cubicBezTo>
                <a:cubicBezTo>
                  <a:pt x="2886" y="566"/>
                  <a:pt x="2886" y="566"/>
                  <a:pt x="2886" y="566"/>
                </a:cubicBezTo>
                <a:lnTo>
                  <a:pt x="2886" y="568"/>
                </a:lnTo>
                <a:close/>
                <a:moveTo>
                  <a:pt x="2886" y="573"/>
                </a:moveTo>
                <a:cubicBezTo>
                  <a:pt x="2891" y="573"/>
                  <a:pt x="2891" y="573"/>
                  <a:pt x="2891" y="573"/>
                </a:cubicBezTo>
                <a:cubicBezTo>
                  <a:pt x="2891" y="571"/>
                  <a:pt x="2891" y="571"/>
                  <a:pt x="2891" y="571"/>
                </a:cubicBezTo>
                <a:cubicBezTo>
                  <a:pt x="2886" y="571"/>
                  <a:pt x="2886" y="571"/>
                  <a:pt x="2886" y="571"/>
                </a:cubicBezTo>
                <a:lnTo>
                  <a:pt x="2886" y="573"/>
                </a:lnTo>
                <a:close/>
                <a:moveTo>
                  <a:pt x="2886" y="579"/>
                </a:moveTo>
                <a:cubicBezTo>
                  <a:pt x="2891" y="579"/>
                  <a:pt x="2891" y="579"/>
                  <a:pt x="2891" y="579"/>
                </a:cubicBezTo>
                <a:cubicBezTo>
                  <a:pt x="2891" y="577"/>
                  <a:pt x="2891" y="577"/>
                  <a:pt x="2891" y="577"/>
                </a:cubicBezTo>
                <a:cubicBezTo>
                  <a:pt x="2886" y="577"/>
                  <a:pt x="2886" y="577"/>
                  <a:pt x="2886" y="577"/>
                </a:cubicBezTo>
                <a:lnTo>
                  <a:pt x="2886" y="579"/>
                </a:lnTo>
                <a:close/>
                <a:moveTo>
                  <a:pt x="2886" y="584"/>
                </a:moveTo>
                <a:cubicBezTo>
                  <a:pt x="2891" y="584"/>
                  <a:pt x="2891" y="584"/>
                  <a:pt x="2891" y="584"/>
                </a:cubicBezTo>
                <a:cubicBezTo>
                  <a:pt x="2891" y="582"/>
                  <a:pt x="2891" y="582"/>
                  <a:pt x="2891" y="582"/>
                </a:cubicBezTo>
                <a:cubicBezTo>
                  <a:pt x="2886" y="582"/>
                  <a:pt x="2886" y="582"/>
                  <a:pt x="2886" y="582"/>
                </a:cubicBezTo>
                <a:lnTo>
                  <a:pt x="2886" y="584"/>
                </a:lnTo>
                <a:close/>
                <a:moveTo>
                  <a:pt x="2886" y="590"/>
                </a:moveTo>
                <a:cubicBezTo>
                  <a:pt x="2891" y="590"/>
                  <a:pt x="2891" y="590"/>
                  <a:pt x="2891" y="590"/>
                </a:cubicBezTo>
                <a:cubicBezTo>
                  <a:pt x="2891" y="587"/>
                  <a:pt x="2891" y="587"/>
                  <a:pt x="2891" y="587"/>
                </a:cubicBezTo>
                <a:cubicBezTo>
                  <a:pt x="2886" y="587"/>
                  <a:pt x="2886" y="587"/>
                  <a:pt x="2886" y="587"/>
                </a:cubicBezTo>
                <a:lnTo>
                  <a:pt x="2886" y="590"/>
                </a:lnTo>
                <a:close/>
                <a:moveTo>
                  <a:pt x="2886" y="595"/>
                </a:moveTo>
                <a:cubicBezTo>
                  <a:pt x="2891" y="595"/>
                  <a:pt x="2891" y="595"/>
                  <a:pt x="2891" y="595"/>
                </a:cubicBezTo>
                <a:cubicBezTo>
                  <a:pt x="2891" y="593"/>
                  <a:pt x="2891" y="593"/>
                  <a:pt x="2891" y="593"/>
                </a:cubicBezTo>
                <a:cubicBezTo>
                  <a:pt x="2886" y="593"/>
                  <a:pt x="2886" y="593"/>
                  <a:pt x="2886" y="593"/>
                </a:cubicBezTo>
                <a:lnTo>
                  <a:pt x="2886" y="595"/>
                </a:lnTo>
                <a:close/>
                <a:moveTo>
                  <a:pt x="2886" y="600"/>
                </a:moveTo>
                <a:cubicBezTo>
                  <a:pt x="2891" y="600"/>
                  <a:pt x="2891" y="600"/>
                  <a:pt x="2891" y="600"/>
                </a:cubicBezTo>
                <a:cubicBezTo>
                  <a:pt x="2891" y="598"/>
                  <a:pt x="2891" y="598"/>
                  <a:pt x="2891" y="598"/>
                </a:cubicBezTo>
                <a:cubicBezTo>
                  <a:pt x="2886" y="598"/>
                  <a:pt x="2886" y="598"/>
                  <a:pt x="2886" y="598"/>
                </a:cubicBezTo>
                <a:lnTo>
                  <a:pt x="2886" y="600"/>
                </a:lnTo>
                <a:close/>
                <a:moveTo>
                  <a:pt x="2886" y="606"/>
                </a:moveTo>
                <a:cubicBezTo>
                  <a:pt x="2891" y="606"/>
                  <a:pt x="2891" y="606"/>
                  <a:pt x="2891" y="606"/>
                </a:cubicBezTo>
                <a:cubicBezTo>
                  <a:pt x="2891" y="604"/>
                  <a:pt x="2891" y="604"/>
                  <a:pt x="2891" y="604"/>
                </a:cubicBezTo>
                <a:cubicBezTo>
                  <a:pt x="2886" y="604"/>
                  <a:pt x="2886" y="604"/>
                  <a:pt x="2886" y="604"/>
                </a:cubicBezTo>
                <a:lnTo>
                  <a:pt x="2886" y="606"/>
                </a:lnTo>
                <a:close/>
                <a:moveTo>
                  <a:pt x="2886" y="611"/>
                </a:moveTo>
                <a:cubicBezTo>
                  <a:pt x="2891" y="611"/>
                  <a:pt x="2891" y="611"/>
                  <a:pt x="2891" y="611"/>
                </a:cubicBezTo>
                <a:cubicBezTo>
                  <a:pt x="2891" y="609"/>
                  <a:pt x="2891" y="609"/>
                  <a:pt x="2891" y="609"/>
                </a:cubicBezTo>
                <a:cubicBezTo>
                  <a:pt x="2886" y="609"/>
                  <a:pt x="2886" y="609"/>
                  <a:pt x="2886" y="609"/>
                </a:cubicBezTo>
                <a:lnTo>
                  <a:pt x="2886" y="611"/>
                </a:lnTo>
                <a:close/>
                <a:moveTo>
                  <a:pt x="2886" y="617"/>
                </a:moveTo>
                <a:cubicBezTo>
                  <a:pt x="2891" y="617"/>
                  <a:pt x="2891" y="617"/>
                  <a:pt x="2891" y="617"/>
                </a:cubicBezTo>
                <a:cubicBezTo>
                  <a:pt x="2891" y="614"/>
                  <a:pt x="2891" y="614"/>
                  <a:pt x="2891" y="614"/>
                </a:cubicBezTo>
                <a:cubicBezTo>
                  <a:pt x="2886" y="614"/>
                  <a:pt x="2886" y="614"/>
                  <a:pt x="2886" y="614"/>
                </a:cubicBezTo>
                <a:lnTo>
                  <a:pt x="2886" y="617"/>
                </a:lnTo>
                <a:close/>
                <a:moveTo>
                  <a:pt x="2886" y="622"/>
                </a:moveTo>
                <a:cubicBezTo>
                  <a:pt x="2891" y="622"/>
                  <a:pt x="2891" y="622"/>
                  <a:pt x="2891" y="622"/>
                </a:cubicBezTo>
                <a:cubicBezTo>
                  <a:pt x="2891" y="620"/>
                  <a:pt x="2891" y="620"/>
                  <a:pt x="2891" y="620"/>
                </a:cubicBezTo>
                <a:cubicBezTo>
                  <a:pt x="2886" y="620"/>
                  <a:pt x="2886" y="620"/>
                  <a:pt x="2886" y="620"/>
                </a:cubicBezTo>
                <a:lnTo>
                  <a:pt x="2886" y="622"/>
                </a:lnTo>
                <a:close/>
                <a:moveTo>
                  <a:pt x="2886" y="628"/>
                </a:moveTo>
                <a:cubicBezTo>
                  <a:pt x="2891" y="628"/>
                  <a:pt x="2891" y="628"/>
                  <a:pt x="2891" y="628"/>
                </a:cubicBezTo>
                <a:cubicBezTo>
                  <a:pt x="2891" y="625"/>
                  <a:pt x="2891" y="625"/>
                  <a:pt x="2891" y="625"/>
                </a:cubicBezTo>
                <a:cubicBezTo>
                  <a:pt x="2886" y="625"/>
                  <a:pt x="2886" y="625"/>
                  <a:pt x="2886" y="625"/>
                </a:cubicBezTo>
                <a:lnTo>
                  <a:pt x="2886" y="628"/>
                </a:lnTo>
                <a:close/>
                <a:moveTo>
                  <a:pt x="2886" y="633"/>
                </a:moveTo>
                <a:cubicBezTo>
                  <a:pt x="2891" y="633"/>
                  <a:pt x="2891" y="633"/>
                  <a:pt x="2891" y="633"/>
                </a:cubicBezTo>
                <a:cubicBezTo>
                  <a:pt x="2891" y="631"/>
                  <a:pt x="2891" y="631"/>
                  <a:pt x="2891" y="631"/>
                </a:cubicBezTo>
                <a:cubicBezTo>
                  <a:pt x="2886" y="631"/>
                  <a:pt x="2886" y="631"/>
                  <a:pt x="2886" y="631"/>
                </a:cubicBezTo>
                <a:lnTo>
                  <a:pt x="2886" y="633"/>
                </a:lnTo>
                <a:close/>
                <a:moveTo>
                  <a:pt x="2886" y="638"/>
                </a:moveTo>
                <a:cubicBezTo>
                  <a:pt x="2891" y="638"/>
                  <a:pt x="2891" y="638"/>
                  <a:pt x="2891" y="638"/>
                </a:cubicBezTo>
                <a:cubicBezTo>
                  <a:pt x="2891" y="636"/>
                  <a:pt x="2891" y="636"/>
                  <a:pt x="2891" y="636"/>
                </a:cubicBezTo>
                <a:cubicBezTo>
                  <a:pt x="2886" y="636"/>
                  <a:pt x="2886" y="636"/>
                  <a:pt x="2886" y="636"/>
                </a:cubicBezTo>
                <a:lnTo>
                  <a:pt x="2886" y="638"/>
                </a:lnTo>
                <a:close/>
                <a:moveTo>
                  <a:pt x="2903" y="554"/>
                </a:moveTo>
                <a:cubicBezTo>
                  <a:pt x="2928" y="554"/>
                  <a:pt x="2928" y="554"/>
                  <a:pt x="2928" y="554"/>
                </a:cubicBezTo>
                <a:cubicBezTo>
                  <a:pt x="2928" y="552"/>
                  <a:pt x="2928" y="552"/>
                  <a:pt x="2928" y="552"/>
                </a:cubicBezTo>
                <a:cubicBezTo>
                  <a:pt x="2903" y="552"/>
                  <a:pt x="2903" y="552"/>
                  <a:pt x="2903" y="552"/>
                </a:cubicBezTo>
                <a:lnTo>
                  <a:pt x="2903" y="554"/>
                </a:lnTo>
                <a:close/>
                <a:moveTo>
                  <a:pt x="2903" y="559"/>
                </a:moveTo>
                <a:cubicBezTo>
                  <a:pt x="2928" y="559"/>
                  <a:pt x="2928" y="559"/>
                  <a:pt x="2928" y="559"/>
                </a:cubicBezTo>
                <a:cubicBezTo>
                  <a:pt x="2928" y="557"/>
                  <a:pt x="2928" y="557"/>
                  <a:pt x="2928" y="557"/>
                </a:cubicBezTo>
                <a:cubicBezTo>
                  <a:pt x="2903" y="557"/>
                  <a:pt x="2903" y="557"/>
                  <a:pt x="2903" y="557"/>
                </a:cubicBezTo>
                <a:lnTo>
                  <a:pt x="2903" y="559"/>
                </a:lnTo>
                <a:close/>
                <a:moveTo>
                  <a:pt x="2903" y="565"/>
                </a:moveTo>
                <a:cubicBezTo>
                  <a:pt x="2928" y="565"/>
                  <a:pt x="2928" y="565"/>
                  <a:pt x="2928" y="565"/>
                </a:cubicBezTo>
                <a:cubicBezTo>
                  <a:pt x="2928" y="563"/>
                  <a:pt x="2928" y="563"/>
                  <a:pt x="2928" y="563"/>
                </a:cubicBezTo>
                <a:cubicBezTo>
                  <a:pt x="2903" y="563"/>
                  <a:pt x="2903" y="563"/>
                  <a:pt x="2903" y="563"/>
                </a:cubicBezTo>
                <a:lnTo>
                  <a:pt x="2903" y="565"/>
                </a:lnTo>
                <a:close/>
                <a:moveTo>
                  <a:pt x="2903" y="570"/>
                </a:moveTo>
                <a:cubicBezTo>
                  <a:pt x="2928" y="570"/>
                  <a:pt x="2928" y="570"/>
                  <a:pt x="2928" y="570"/>
                </a:cubicBezTo>
                <a:cubicBezTo>
                  <a:pt x="2928" y="568"/>
                  <a:pt x="2928" y="568"/>
                  <a:pt x="2928" y="568"/>
                </a:cubicBezTo>
                <a:cubicBezTo>
                  <a:pt x="2903" y="568"/>
                  <a:pt x="2903" y="568"/>
                  <a:pt x="2903" y="568"/>
                </a:cubicBezTo>
                <a:lnTo>
                  <a:pt x="2903" y="570"/>
                </a:lnTo>
                <a:close/>
                <a:moveTo>
                  <a:pt x="2903" y="576"/>
                </a:moveTo>
                <a:cubicBezTo>
                  <a:pt x="2928" y="576"/>
                  <a:pt x="2928" y="576"/>
                  <a:pt x="2928" y="576"/>
                </a:cubicBezTo>
                <a:cubicBezTo>
                  <a:pt x="2928" y="573"/>
                  <a:pt x="2928" y="573"/>
                  <a:pt x="2928" y="573"/>
                </a:cubicBezTo>
                <a:cubicBezTo>
                  <a:pt x="2903" y="573"/>
                  <a:pt x="2903" y="573"/>
                  <a:pt x="2903" y="573"/>
                </a:cubicBezTo>
                <a:lnTo>
                  <a:pt x="2903" y="576"/>
                </a:lnTo>
                <a:close/>
                <a:moveTo>
                  <a:pt x="2903" y="581"/>
                </a:moveTo>
                <a:cubicBezTo>
                  <a:pt x="2928" y="581"/>
                  <a:pt x="2928" y="581"/>
                  <a:pt x="2928" y="581"/>
                </a:cubicBezTo>
                <a:cubicBezTo>
                  <a:pt x="2928" y="579"/>
                  <a:pt x="2928" y="579"/>
                  <a:pt x="2928" y="579"/>
                </a:cubicBezTo>
                <a:cubicBezTo>
                  <a:pt x="2903" y="579"/>
                  <a:pt x="2903" y="579"/>
                  <a:pt x="2903" y="579"/>
                </a:cubicBezTo>
                <a:lnTo>
                  <a:pt x="2903" y="581"/>
                </a:lnTo>
                <a:close/>
                <a:moveTo>
                  <a:pt x="2903" y="586"/>
                </a:moveTo>
                <a:cubicBezTo>
                  <a:pt x="2928" y="586"/>
                  <a:pt x="2928" y="586"/>
                  <a:pt x="2928" y="586"/>
                </a:cubicBezTo>
                <a:cubicBezTo>
                  <a:pt x="2928" y="584"/>
                  <a:pt x="2928" y="584"/>
                  <a:pt x="2928" y="584"/>
                </a:cubicBezTo>
                <a:cubicBezTo>
                  <a:pt x="2903" y="584"/>
                  <a:pt x="2903" y="584"/>
                  <a:pt x="2903" y="584"/>
                </a:cubicBezTo>
                <a:lnTo>
                  <a:pt x="2903" y="586"/>
                </a:lnTo>
                <a:close/>
                <a:moveTo>
                  <a:pt x="2903" y="592"/>
                </a:moveTo>
                <a:cubicBezTo>
                  <a:pt x="2928" y="592"/>
                  <a:pt x="2928" y="592"/>
                  <a:pt x="2928" y="592"/>
                </a:cubicBezTo>
                <a:cubicBezTo>
                  <a:pt x="2928" y="590"/>
                  <a:pt x="2928" y="590"/>
                  <a:pt x="2928" y="590"/>
                </a:cubicBezTo>
                <a:cubicBezTo>
                  <a:pt x="2903" y="590"/>
                  <a:pt x="2903" y="590"/>
                  <a:pt x="2903" y="590"/>
                </a:cubicBezTo>
                <a:lnTo>
                  <a:pt x="2903" y="592"/>
                </a:lnTo>
                <a:close/>
                <a:moveTo>
                  <a:pt x="2903" y="597"/>
                </a:moveTo>
                <a:cubicBezTo>
                  <a:pt x="2928" y="597"/>
                  <a:pt x="2928" y="597"/>
                  <a:pt x="2928" y="597"/>
                </a:cubicBezTo>
                <a:cubicBezTo>
                  <a:pt x="2928" y="595"/>
                  <a:pt x="2928" y="595"/>
                  <a:pt x="2928" y="595"/>
                </a:cubicBezTo>
                <a:cubicBezTo>
                  <a:pt x="2903" y="595"/>
                  <a:pt x="2903" y="595"/>
                  <a:pt x="2903" y="595"/>
                </a:cubicBezTo>
                <a:lnTo>
                  <a:pt x="2903" y="597"/>
                </a:lnTo>
                <a:close/>
                <a:moveTo>
                  <a:pt x="2903" y="603"/>
                </a:moveTo>
                <a:cubicBezTo>
                  <a:pt x="2928" y="603"/>
                  <a:pt x="2928" y="603"/>
                  <a:pt x="2928" y="603"/>
                </a:cubicBezTo>
                <a:cubicBezTo>
                  <a:pt x="2928" y="600"/>
                  <a:pt x="2928" y="600"/>
                  <a:pt x="2928" y="600"/>
                </a:cubicBezTo>
                <a:cubicBezTo>
                  <a:pt x="2903" y="600"/>
                  <a:pt x="2903" y="600"/>
                  <a:pt x="2903" y="600"/>
                </a:cubicBezTo>
                <a:lnTo>
                  <a:pt x="2903" y="603"/>
                </a:lnTo>
                <a:close/>
                <a:moveTo>
                  <a:pt x="2903" y="608"/>
                </a:moveTo>
                <a:cubicBezTo>
                  <a:pt x="2928" y="608"/>
                  <a:pt x="2928" y="608"/>
                  <a:pt x="2928" y="608"/>
                </a:cubicBezTo>
                <a:cubicBezTo>
                  <a:pt x="2928" y="606"/>
                  <a:pt x="2928" y="606"/>
                  <a:pt x="2928" y="606"/>
                </a:cubicBezTo>
                <a:cubicBezTo>
                  <a:pt x="2903" y="606"/>
                  <a:pt x="2903" y="606"/>
                  <a:pt x="2903" y="606"/>
                </a:cubicBezTo>
                <a:lnTo>
                  <a:pt x="2903" y="608"/>
                </a:lnTo>
                <a:close/>
                <a:moveTo>
                  <a:pt x="2903" y="613"/>
                </a:moveTo>
                <a:cubicBezTo>
                  <a:pt x="2928" y="613"/>
                  <a:pt x="2928" y="613"/>
                  <a:pt x="2928" y="613"/>
                </a:cubicBezTo>
                <a:cubicBezTo>
                  <a:pt x="2928" y="611"/>
                  <a:pt x="2928" y="611"/>
                  <a:pt x="2928" y="611"/>
                </a:cubicBezTo>
                <a:cubicBezTo>
                  <a:pt x="2903" y="611"/>
                  <a:pt x="2903" y="611"/>
                  <a:pt x="2903" y="611"/>
                </a:cubicBezTo>
                <a:lnTo>
                  <a:pt x="2903" y="613"/>
                </a:lnTo>
                <a:close/>
                <a:moveTo>
                  <a:pt x="2903" y="619"/>
                </a:moveTo>
                <a:cubicBezTo>
                  <a:pt x="2928" y="619"/>
                  <a:pt x="2928" y="619"/>
                  <a:pt x="2928" y="619"/>
                </a:cubicBezTo>
                <a:cubicBezTo>
                  <a:pt x="2928" y="617"/>
                  <a:pt x="2928" y="617"/>
                  <a:pt x="2928" y="617"/>
                </a:cubicBezTo>
                <a:cubicBezTo>
                  <a:pt x="2903" y="617"/>
                  <a:pt x="2903" y="617"/>
                  <a:pt x="2903" y="617"/>
                </a:cubicBezTo>
                <a:lnTo>
                  <a:pt x="2903" y="619"/>
                </a:lnTo>
                <a:close/>
                <a:moveTo>
                  <a:pt x="2903" y="624"/>
                </a:moveTo>
                <a:cubicBezTo>
                  <a:pt x="2928" y="624"/>
                  <a:pt x="2928" y="624"/>
                  <a:pt x="2928" y="624"/>
                </a:cubicBezTo>
                <a:cubicBezTo>
                  <a:pt x="2928" y="622"/>
                  <a:pt x="2928" y="622"/>
                  <a:pt x="2928" y="622"/>
                </a:cubicBezTo>
                <a:cubicBezTo>
                  <a:pt x="2903" y="622"/>
                  <a:pt x="2903" y="622"/>
                  <a:pt x="2903" y="622"/>
                </a:cubicBezTo>
                <a:lnTo>
                  <a:pt x="2903" y="624"/>
                </a:lnTo>
                <a:close/>
                <a:moveTo>
                  <a:pt x="2903" y="630"/>
                </a:moveTo>
                <a:cubicBezTo>
                  <a:pt x="2928" y="630"/>
                  <a:pt x="2928" y="630"/>
                  <a:pt x="2928" y="630"/>
                </a:cubicBezTo>
                <a:cubicBezTo>
                  <a:pt x="2928" y="628"/>
                  <a:pt x="2928" y="628"/>
                  <a:pt x="2928" y="628"/>
                </a:cubicBezTo>
                <a:cubicBezTo>
                  <a:pt x="2903" y="628"/>
                  <a:pt x="2903" y="628"/>
                  <a:pt x="2903" y="628"/>
                </a:cubicBezTo>
                <a:lnTo>
                  <a:pt x="2903" y="630"/>
                </a:lnTo>
                <a:close/>
                <a:moveTo>
                  <a:pt x="2903" y="635"/>
                </a:moveTo>
                <a:cubicBezTo>
                  <a:pt x="2928" y="635"/>
                  <a:pt x="2928" y="635"/>
                  <a:pt x="2928" y="635"/>
                </a:cubicBezTo>
                <a:cubicBezTo>
                  <a:pt x="2928" y="633"/>
                  <a:pt x="2928" y="633"/>
                  <a:pt x="2928" y="633"/>
                </a:cubicBezTo>
                <a:cubicBezTo>
                  <a:pt x="2903" y="633"/>
                  <a:pt x="2903" y="633"/>
                  <a:pt x="2903" y="633"/>
                </a:cubicBezTo>
                <a:lnTo>
                  <a:pt x="2903" y="635"/>
                </a:lnTo>
                <a:close/>
                <a:moveTo>
                  <a:pt x="2903" y="641"/>
                </a:moveTo>
                <a:cubicBezTo>
                  <a:pt x="2928" y="641"/>
                  <a:pt x="2928" y="641"/>
                  <a:pt x="2928" y="641"/>
                </a:cubicBezTo>
                <a:cubicBezTo>
                  <a:pt x="2928" y="638"/>
                  <a:pt x="2928" y="638"/>
                  <a:pt x="2928" y="638"/>
                </a:cubicBezTo>
                <a:cubicBezTo>
                  <a:pt x="2903" y="638"/>
                  <a:pt x="2903" y="638"/>
                  <a:pt x="2903" y="638"/>
                </a:cubicBezTo>
                <a:lnTo>
                  <a:pt x="2903" y="641"/>
                </a:lnTo>
                <a:close/>
                <a:moveTo>
                  <a:pt x="2765" y="447"/>
                </a:moveTo>
                <a:cubicBezTo>
                  <a:pt x="2767" y="447"/>
                  <a:pt x="2767" y="447"/>
                  <a:pt x="2767" y="447"/>
                </a:cubicBezTo>
                <a:cubicBezTo>
                  <a:pt x="2767" y="420"/>
                  <a:pt x="2767" y="420"/>
                  <a:pt x="2767" y="420"/>
                </a:cubicBezTo>
                <a:cubicBezTo>
                  <a:pt x="2765" y="420"/>
                  <a:pt x="2765" y="420"/>
                  <a:pt x="2765" y="420"/>
                </a:cubicBezTo>
                <a:lnTo>
                  <a:pt x="2765" y="447"/>
                </a:lnTo>
                <a:close/>
                <a:moveTo>
                  <a:pt x="2773" y="433"/>
                </a:moveTo>
                <a:cubicBezTo>
                  <a:pt x="2775" y="433"/>
                  <a:pt x="2775" y="433"/>
                  <a:pt x="2775" y="433"/>
                </a:cubicBezTo>
                <a:cubicBezTo>
                  <a:pt x="2775" y="419"/>
                  <a:pt x="2775" y="419"/>
                  <a:pt x="2775" y="419"/>
                </a:cubicBezTo>
                <a:cubicBezTo>
                  <a:pt x="2773" y="419"/>
                  <a:pt x="2773" y="419"/>
                  <a:pt x="2773" y="419"/>
                </a:cubicBezTo>
                <a:lnTo>
                  <a:pt x="2773" y="433"/>
                </a:lnTo>
                <a:close/>
                <a:moveTo>
                  <a:pt x="2781" y="443"/>
                </a:moveTo>
                <a:cubicBezTo>
                  <a:pt x="2783" y="443"/>
                  <a:pt x="2783" y="443"/>
                  <a:pt x="2783" y="443"/>
                </a:cubicBezTo>
                <a:cubicBezTo>
                  <a:pt x="2783" y="418"/>
                  <a:pt x="2783" y="418"/>
                  <a:pt x="2783" y="418"/>
                </a:cubicBezTo>
                <a:cubicBezTo>
                  <a:pt x="2781" y="418"/>
                  <a:pt x="2781" y="418"/>
                  <a:pt x="2781" y="418"/>
                </a:cubicBezTo>
                <a:lnTo>
                  <a:pt x="2781" y="443"/>
                </a:lnTo>
                <a:close/>
                <a:moveTo>
                  <a:pt x="2790" y="451"/>
                </a:moveTo>
                <a:cubicBezTo>
                  <a:pt x="2793" y="451"/>
                  <a:pt x="2793" y="451"/>
                  <a:pt x="2793" y="451"/>
                </a:cubicBezTo>
                <a:cubicBezTo>
                  <a:pt x="2793" y="418"/>
                  <a:pt x="2793" y="418"/>
                  <a:pt x="2793" y="418"/>
                </a:cubicBezTo>
                <a:cubicBezTo>
                  <a:pt x="2790" y="418"/>
                  <a:pt x="2790" y="418"/>
                  <a:pt x="2790" y="418"/>
                </a:cubicBezTo>
                <a:lnTo>
                  <a:pt x="2790" y="451"/>
                </a:lnTo>
                <a:close/>
                <a:moveTo>
                  <a:pt x="2800" y="460"/>
                </a:moveTo>
                <a:cubicBezTo>
                  <a:pt x="2802" y="460"/>
                  <a:pt x="2802" y="460"/>
                  <a:pt x="2802" y="460"/>
                </a:cubicBezTo>
                <a:cubicBezTo>
                  <a:pt x="2802" y="418"/>
                  <a:pt x="2802" y="418"/>
                  <a:pt x="2802" y="418"/>
                </a:cubicBezTo>
                <a:cubicBezTo>
                  <a:pt x="2800" y="418"/>
                  <a:pt x="2800" y="418"/>
                  <a:pt x="2800" y="418"/>
                </a:cubicBezTo>
                <a:lnTo>
                  <a:pt x="2800" y="460"/>
                </a:lnTo>
                <a:close/>
                <a:moveTo>
                  <a:pt x="2809" y="489"/>
                </a:moveTo>
                <a:cubicBezTo>
                  <a:pt x="2811" y="489"/>
                  <a:pt x="2811" y="489"/>
                  <a:pt x="2811" y="489"/>
                </a:cubicBezTo>
                <a:cubicBezTo>
                  <a:pt x="2811" y="418"/>
                  <a:pt x="2811" y="418"/>
                  <a:pt x="2811" y="418"/>
                </a:cubicBezTo>
                <a:cubicBezTo>
                  <a:pt x="2809" y="418"/>
                  <a:pt x="2809" y="418"/>
                  <a:pt x="2809" y="418"/>
                </a:cubicBezTo>
                <a:lnTo>
                  <a:pt x="2809" y="489"/>
                </a:lnTo>
                <a:close/>
                <a:moveTo>
                  <a:pt x="2773" y="344"/>
                </a:moveTo>
                <a:cubicBezTo>
                  <a:pt x="2775" y="344"/>
                  <a:pt x="2775" y="344"/>
                  <a:pt x="2775" y="344"/>
                </a:cubicBezTo>
                <a:cubicBezTo>
                  <a:pt x="2775" y="317"/>
                  <a:pt x="2775" y="317"/>
                  <a:pt x="2775" y="317"/>
                </a:cubicBezTo>
                <a:cubicBezTo>
                  <a:pt x="2773" y="317"/>
                  <a:pt x="2773" y="317"/>
                  <a:pt x="2773" y="317"/>
                </a:cubicBezTo>
                <a:lnTo>
                  <a:pt x="2773" y="344"/>
                </a:lnTo>
                <a:close/>
                <a:moveTo>
                  <a:pt x="2781" y="330"/>
                </a:moveTo>
                <a:cubicBezTo>
                  <a:pt x="2783" y="330"/>
                  <a:pt x="2783" y="330"/>
                  <a:pt x="2783" y="330"/>
                </a:cubicBezTo>
                <a:cubicBezTo>
                  <a:pt x="2783" y="316"/>
                  <a:pt x="2783" y="316"/>
                  <a:pt x="2783" y="316"/>
                </a:cubicBezTo>
                <a:cubicBezTo>
                  <a:pt x="2781" y="316"/>
                  <a:pt x="2781" y="316"/>
                  <a:pt x="2781" y="316"/>
                </a:cubicBezTo>
                <a:lnTo>
                  <a:pt x="2781" y="330"/>
                </a:lnTo>
                <a:close/>
                <a:moveTo>
                  <a:pt x="2789" y="340"/>
                </a:moveTo>
                <a:cubicBezTo>
                  <a:pt x="2791" y="340"/>
                  <a:pt x="2791" y="340"/>
                  <a:pt x="2791" y="340"/>
                </a:cubicBezTo>
                <a:cubicBezTo>
                  <a:pt x="2791" y="315"/>
                  <a:pt x="2791" y="315"/>
                  <a:pt x="2791" y="315"/>
                </a:cubicBezTo>
                <a:cubicBezTo>
                  <a:pt x="2789" y="315"/>
                  <a:pt x="2789" y="315"/>
                  <a:pt x="2789" y="315"/>
                </a:cubicBezTo>
                <a:lnTo>
                  <a:pt x="2789" y="340"/>
                </a:lnTo>
                <a:close/>
                <a:moveTo>
                  <a:pt x="2798" y="348"/>
                </a:moveTo>
                <a:cubicBezTo>
                  <a:pt x="2800" y="348"/>
                  <a:pt x="2800" y="348"/>
                  <a:pt x="2800" y="348"/>
                </a:cubicBezTo>
                <a:cubicBezTo>
                  <a:pt x="2800" y="315"/>
                  <a:pt x="2800" y="315"/>
                  <a:pt x="2800" y="315"/>
                </a:cubicBezTo>
                <a:cubicBezTo>
                  <a:pt x="2798" y="315"/>
                  <a:pt x="2798" y="315"/>
                  <a:pt x="2798" y="315"/>
                </a:cubicBezTo>
                <a:lnTo>
                  <a:pt x="2798" y="348"/>
                </a:lnTo>
                <a:close/>
                <a:moveTo>
                  <a:pt x="2808" y="357"/>
                </a:moveTo>
                <a:cubicBezTo>
                  <a:pt x="2810" y="357"/>
                  <a:pt x="2810" y="357"/>
                  <a:pt x="2810" y="357"/>
                </a:cubicBezTo>
                <a:cubicBezTo>
                  <a:pt x="2810" y="315"/>
                  <a:pt x="2810" y="315"/>
                  <a:pt x="2810" y="315"/>
                </a:cubicBezTo>
                <a:cubicBezTo>
                  <a:pt x="2808" y="315"/>
                  <a:pt x="2808" y="315"/>
                  <a:pt x="2808" y="315"/>
                </a:cubicBezTo>
                <a:lnTo>
                  <a:pt x="2808" y="357"/>
                </a:lnTo>
                <a:close/>
                <a:moveTo>
                  <a:pt x="3795" y="575"/>
                </a:moveTo>
                <a:cubicBezTo>
                  <a:pt x="3812" y="575"/>
                  <a:pt x="3812" y="575"/>
                  <a:pt x="3812" y="575"/>
                </a:cubicBezTo>
                <a:cubicBezTo>
                  <a:pt x="3812" y="573"/>
                  <a:pt x="3812" y="573"/>
                  <a:pt x="3812" y="573"/>
                </a:cubicBezTo>
                <a:cubicBezTo>
                  <a:pt x="3795" y="573"/>
                  <a:pt x="3795" y="573"/>
                  <a:pt x="3795" y="573"/>
                </a:cubicBezTo>
                <a:lnTo>
                  <a:pt x="3795" y="575"/>
                </a:lnTo>
                <a:close/>
                <a:moveTo>
                  <a:pt x="3795" y="580"/>
                </a:moveTo>
                <a:cubicBezTo>
                  <a:pt x="3812" y="580"/>
                  <a:pt x="3812" y="580"/>
                  <a:pt x="3812" y="580"/>
                </a:cubicBezTo>
                <a:cubicBezTo>
                  <a:pt x="3812" y="578"/>
                  <a:pt x="3812" y="578"/>
                  <a:pt x="3812" y="578"/>
                </a:cubicBezTo>
                <a:cubicBezTo>
                  <a:pt x="3795" y="578"/>
                  <a:pt x="3795" y="578"/>
                  <a:pt x="3795" y="578"/>
                </a:cubicBezTo>
                <a:lnTo>
                  <a:pt x="3795" y="580"/>
                </a:lnTo>
                <a:close/>
                <a:moveTo>
                  <a:pt x="3795" y="585"/>
                </a:moveTo>
                <a:cubicBezTo>
                  <a:pt x="3812" y="585"/>
                  <a:pt x="3812" y="585"/>
                  <a:pt x="3812" y="585"/>
                </a:cubicBezTo>
                <a:cubicBezTo>
                  <a:pt x="3812" y="582"/>
                  <a:pt x="3812" y="582"/>
                  <a:pt x="3812" y="582"/>
                </a:cubicBezTo>
                <a:cubicBezTo>
                  <a:pt x="3795" y="582"/>
                  <a:pt x="3795" y="582"/>
                  <a:pt x="3795" y="582"/>
                </a:cubicBezTo>
                <a:lnTo>
                  <a:pt x="3795" y="585"/>
                </a:lnTo>
                <a:close/>
                <a:moveTo>
                  <a:pt x="3795" y="590"/>
                </a:moveTo>
                <a:cubicBezTo>
                  <a:pt x="3812" y="590"/>
                  <a:pt x="3812" y="590"/>
                  <a:pt x="3812" y="590"/>
                </a:cubicBezTo>
                <a:cubicBezTo>
                  <a:pt x="3812" y="587"/>
                  <a:pt x="3812" y="587"/>
                  <a:pt x="3812" y="587"/>
                </a:cubicBezTo>
                <a:cubicBezTo>
                  <a:pt x="3795" y="587"/>
                  <a:pt x="3795" y="587"/>
                  <a:pt x="3795" y="587"/>
                </a:cubicBezTo>
                <a:lnTo>
                  <a:pt x="3795" y="590"/>
                </a:lnTo>
                <a:close/>
                <a:moveTo>
                  <a:pt x="3795" y="595"/>
                </a:moveTo>
                <a:cubicBezTo>
                  <a:pt x="3812" y="595"/>
                  <a:pt x="3812" y="595"/>
                  <a:pt x="3812" y="595"/>
                </a:cubicBezTo>
                <a:cubicBezTo>
                  <a:pt x="3812" y="592"/>
                  <a:pt x="3812" y="592"/>
                  <a:pt x="3812" y="592"/>
                </a:cubicBezTo>
                <a:cubicBezTo>
                  <a:pt x="3795" y="592"/>
                  <a:pt x="3795" y="592"/>
                  <a:pt x="3795" y="592"/>
                </a:cubicBezTo>
                <a:lnTo>
                  <a:pt x="3795" y="595"/>
                </a:lnTo>
                <a:close/>
                <a:moveTo>
                  <a:pt x="3795" y="599"/>
                </a:moveTo>
                <a:cubicBezTo>
                  <a:pt x="3812" y="599"/>
                  <a:pt x="3812" y="599"/>
                  <a:pt x="3812" y="599"/>
                </a:cubicBezTo>
                <a:cubicBezTo>
                  <a:pt x="3812" y="597"/>
                  <a:pt x="3812" y="597"/>
                  <a:pt x="3812" y="597"/>
                </a:cubicBezTo>
                <a:cubicBezTo>
                  <a:pt x="3795" y="597"/>
                  <a:pt x="3795" y="597"/>
                  <a:pt x="3795" y="597"/>
                </a:cubicBezTo>
                <a:lnTo>
                  <a:pt x="3795" y="599"/>
                </a:lnTo>
                <a:close/>
                <a:moveTo>
                  <a:pt x="3795" y="604"/>
                </a:moveTo>
                <a:cubicBezTo>
                  <a:pt x="3812" y="604"/>
                  <a:pt x="3812" y="604"/>
                  <a:pt x="3812" y="604"/>
                </a:cubicBezTo>
                <a:cubicBezTo>
                  <a:pt x="3812" y="602"/>
                  <a:pt x="3812" y="602"/>
                  <a:pt x="3812" y="602"/>
                </a:cubicBezTo>
                <a:cubicBezTo>
                  <a:pt x="3795" y="602"/>
                  <a:pt x="3795" y="602"/>
                  <a:pt x="3795" y="602"/>
                </a:cubicBezTo>
                <a:lnTo>
                  <a:pt x="3795" y="604"/>
                </a:lnTo>
                <a:close/>
                <a:moveTo>
                  <a:pt x="3795" y="609"/>
                </a:moveTo>
                <a:cubicBezTo>
                  <a:pt x="3812" y="609"/>
                  <a:pt x="3812" y="609"/>
                  <a:pt x="3812" y="609"/>
                </a:cubicBezTo>
                <a:cubicBezTo>
                  <a:pt x="3812" y="607"/>
                  <a:pt x="3812" y="607"/>
                  <a:pt x="3812" y="607"/>
                </a:cubicBezTo>
                <a:cubicBezTo>
                  <a:pt x="3795" y="607"/>
                  <a:pt x="3795" y="607"/>
                  <a:pt x="3795" y="607"/>
                </a:cubicBezTo>
                <a:lnTo>
                  <a:pt x="3795" y="609"/>
                </a:lnTo>
                <a:close/>
                <a:moveTo>
                  <a:pt x="3795" y="614"/>
                </a:moveTo>
                <a:cubicBezTo>
                  <a:pt x="3812" y="614"/>
                  <a:pt x="3812" y="614"/>
                  <a:pt x="3812" y="614"/>
                </a:cubicBezTo>
                <a:cubicBezTo>
                  <a:pt x="3812" y="612"/>
                  <a:pt x="3812" y="612"/>
                  <a:pt x="3812" y="612"/>
                </a:cubicBezTo>
                <a:cubicBezTo>
                  <a:pt x="3795" y="612"/>
                  <a:pt x="3795" y="612"/>
                  <a:pt x="3795" y="612"/>
                </a:cubicBezTo>
                <a:lnTo>
                  <a:pt x="3795" y="614"/>
                </a:lnTo>
                <a:close/>
                <a:moveTo>
                  <a:pt x="3795" y="619"/>
                </a:moveTo>
                <a:cubicBezTo>
                  <a:pt x="3812" y="619"/>
                  <a:pt x="3812" y="619"/>
                  <a:pt x="3812" y="619"/>
                </a:cubicBezTo>
                <a:cubicBezTo>
                  <a:pt x="3812" y="617"/>
                  <a:pt x="3812" y="617"/>
                  <a:pt x="3812" y="617"/>
                </a:cubicBezTo>
                <a:cubicBezTo>
                  <a:pt x="3795" y="617"/>
                  <a:pt x="3795" y="617"/>
                  <a:pt x="3795" y="617"/>
                </a:cubicBezTo>
                <a:lnTo>
                  <a:pt x="3795" y="619"/>
                </a:lnTo>
                <a:close/>
                <a:moveTo>
                  <a:pt x="3374" y="426"/>
                </a:moveTo>
                <a:cubicBezTo>
                  <a:pt x="3390" y="426"/>
                  <a:pt x="3390" y="426"/>
                  <a:pt x="3390" y="426"/>
                </a:cubicBezTo>
                <a:cubicBezTo>
                  <a:pt x="3390" y="423"/>
                  <a:pt x="3390" y="423"/>
                  <a:pt x="3390" y="423"/>
                </a:cubicBezTo>
                <a:cubicBezTo>
                  <a:pt x="3374" y="423"/>
                  <a:pt x="3374" y="423"/>
                  <a:pt x="3374" y="423"/>
                </a:cubicBezTo>
                <a:lnTo>
                  <a:pt x="3374" y="426"/>
                </a:lnTo>
                <a:close/>
                <a:moveTo>
                  <a:pt x="3374" y="431"/>
                </a:moveTo>
                <a:cubicBezTo>
                  <a:pt x="3390" y="431"/>
                  <a:pt x="3390" y="431"/>
                  <a:pt x="3390" y="431"/>
                </a:cubicBezTo>
                <a:cubicBezTo>
                  <a:pt x="3390" y="428"/>
                  <a:pt x="3390" y="428"/>
                  <a:pt x="3390" y="428"/>
                </a:cubicBezTo>
                <a:cubicBezTo>
                  <a:pt x="3374" y="428"/>
                  <a:pt x="3374" y="428"/>
                  <a:pt x="3374" y="428"/>
                </a:cubicBezTo>
                <a:lnTo>
                  <a:pt x="3374" y="431"/>
                </a:lnTo>
                <a:close/>
                <a:moveTo>
                  <a:pt x="3374" y="435"/>
                </a:moveTo>
                <a:cubicBezTo>
                  <a:pt x="3390" y="435"/>
                  <a:pt x="3390" y="435"/>
                  <a:pt x="3390" y="435"/>
                </a:cubicBezTo>
                <a:cubicBezTo>
                  <a:pt x="3390" y="433"/>
                  <a:pt x="3390" y="433"/>
                  <a:pt x="3390" y="433"/>
                </a:cubicBezTo>
                <a:cubicBezTo>
                  <a:pt x="3374" y="433"/>
                  <a:pt x="3374" y="433"/>
                  <a:pt x="3374" y="433"/>
                </a:cubicBezTo>
                <a:lnTo>
                  <a:pt x="3374" y="435"/>
                </a:lnTo>
                <a:close/>
                <a:moveTo>
                  <a:pt x="3374" y="440"/>
                </a:moveTo>
                <a:cubicBezTo>
                  <a:pt x="3390" y="440"/>
                  <a:pt x="3390" y="440"/>
                  <a:pt x="3390" y="440"/>
                </a:cubicBezTo>
                <a:cubicBezTo>
                  <a:pt x="3390" y="438"/>
                  <a:pt x="3390" y="438"/>
                  <a:pt x="3390" y="438"/>
                </a:cubicBezTo>
                <a:cubicBezTo>
                  <a:pt x="3374" y="438"/>
                  <a:pt x="3374" y="438"/>
                  <a:pt x="3374" y="438"/>
                </a:cubicBezTo>
                <a:lnTo>
                  <a:pt x="3374" y="440"/>
                </a:lnTo>
                <a:close/>
                <a:moveTo>
                  <a:pt x="3374" y="445"/>
                </a:moveTo>
                <a:cubicBezTo>
                  <a:pt x="3390" y="445"/>
                  <a:pt x="3390" y="445"/>
                  <a:pt x="3390" y="445"/>
                </a:cubicBezTo>
                <a:cubicBezTo>
                  <a:pt x="3390" y="443"/>
                  <a:pt x="3390" y="443"/>
                  <a:pt x="3390" y="443"/>
                </a:cubicBezTo>
                <a:cubicBezTo>
                  <a:pt x="3374" y="443"/>
                  <a:pt x="3374" y="443"/>
                  <a:pt x="3374" y="443"/>
                </a:cubicBezTo>
                <a:lnTo>
                  <a:pt x="3374" y="445"/>
                </a:lnTo>
                <a:close/>
                <a:moveTo>
                  <a:pt x="3374" y="450"/>
                </a:moveTo>
                <a:cubicBezTo>
                  <a:pt x="3390" y="450"/>
                  <a:pt x="3390" y="450"/>
                  <a:pt x="3390" y="450"/>
                </a:cubicBezTo>
                <a:cubicBezTo>
                  <a:pt x="3390" y="448"/>
                  <a:pt x="3390" y="448"/>
                  <a:pt x="3390" y="448"/>
                </a:cubicBezTo>
                <a:cubicBezTo>
                  <a:pt x="3374" y="448"/>
                  <a:pt x="3374" y="448"/>
                  <a:pt x="3374" y="448"/>
                </a:cubicBezTo>
                <a:lnTo>
                  <a:pt x="3374" y="450"/>
                </a:lnTo>
                <a:close/>
                <a:moveTo>
                  <a:pt x="3374" y="455"/>
                </a:moveTo>
                <a:cubicBezTo>
                  <a:pt x="3390" y="455"/>
                  <a:pt x="3390" y="455"/>
                  <a:pt x="3390" y="455"/>
                </a:cubicBezTo>
                <a:cubicBezTo>
                  <a:pt x="3390" y="453"/>
                  <a:pt x="3390" y="453"/>
                  <a:pt x="3390" y="453"/>
                </a:cubicBezTo>
                <a:cubicBezTo>
                  <a:pt x="3374" y="453"/>
                  <a:pt x="3374" y="453"/>
                  <a:pt x="3374" y="453"/>
                </a:cubicBezTo>
                <a:lnTo>
                  <a:pt x="3374" y="455"/>
                </a:lnTo>
                <a:close/>
                <a:moveTo>
                  <a:pt x="3374" y="460"/>
                </a:moveTo>
                <a:cubicBezTo>
                  <a:pt x="3390" y="460"/>
                  <a:pt x="3390" y="460"/>
                  <a:pt x="3390" y="460"/>
                </a:cubicBezTo>
                <a:cubicBezTo>
                  <a:pt x="3390" y="458"/>
                  <a:pt x="3390" y="458"/>
                  <a:pt x="3390" y="458"/>
                </a:cubicBezTo>
                <a:cubicBezTo>
                  <a:pt x="3374" y="458"/>
                  <a:pt x="3374" y="458"/>
                  <a:pt x="3374" y="458"/>
                </a:cubicBezTo>
                <a:lnTo>
                  <a:pt x="3374" y="460"/>
                </a:lnTo>
                <a:close/>
                <a:moveTo>
                  <a:pt x="3374" y="465"/>
                </a:moveTo>
                <a:cubicBezTo>
                  <a:pt x="3390" y="465"/>
                  <a:pt x="3390" y="465"/>
                  <a:pt x="3390" y="465"/>
                </a:cubicBezTo>
                <a:cubicBezTo>
                  <a:pt x="3390" y="463"/>
                  <a:pt x="3390" y="463"/>
                  <a:pt x="3390" y="463"/>
                </a:cubicBezTo>
                <a:cubicBezTo>
                  <a:pt x="3374" y="463"/>
                  <a:pt x="3374" y="463"/>
                  <a:pt x="3374" y="463"/>
                </a:cubicBezTo>
                <a:lnTo>
                  <a:pt x="3374" y="465"/>
                </a:lnTo>
                <a:close/>
                <a:moveTo>
                  <a:pt x="3374" y="470"/>
                </a:moveTo>
                <a:cubicBezTo>
                  <a:pt x="3390" y="470"/>
                  <a:pt x="3390" y="470"/>
                  <a:pt x="3390" y="470"/>
                </a:cubicBezTo>
                <a:cubicBezTo>
                  <a:pt x="3390" y="468"/>
                  <a:pt x="3390" y="468"/>
                  <a:pt x="3390" y="468"/>
                </a:cubicBezTo>
                <a:cubicBezTo>
                  <a:pt x="3374" y="468"/>
                  <a:pt x="3374" y="468"/>
                  <a:pt x="3374" y="468"/>
                </a:cubicBezTo>
                <a:lnTo>
                  <a:pt x="3374" y="470"/>
                </a:lnTo>
                <a:close/>
                <a:moveTo>
                  <a:pt x="663" y="415"/>
                </a:moveTo>
                <a:cubicBezTo>
                  <a:pt x="665" y="415"/>
                  <a:pt x="665" y="415"/>
                  <a:pt x="665" y="415"/>
                </a:cubicBezTo>
                <a:cubicBezTo>
                  <a:pt x="665" y="408"/>
                  <a:pt x="665" y="408"/>
                  <a:pt x="665" y="408"/>
                </a:cubicBezTo>
                <a:cubicBezTo>
                  <a:pt x="663" y="408"/>
                  <a:pt x="663" y="408"/>
                  <a:pt x="663" y="408"/>
                </a:cubicBezTo>
                <a:lnTo>
                  <a:pt x="663" y="415"/>
                </a:lnTo>
                <a:close/>
                <a:moveTo>
                  <a:pt x="658" y="415"/>
                </a:moveTo>
                <a:cubicBezTo>
                  <a:pt x="661" y="415"/>
                  <a:pt x="661" y="415"/>
                  <a:pt x="661" y="415"/>
                </a:cubicBezTo>
                <a:cubicBezTo>
                  <a:pt x="661" y="408"/>
                  <a:pt x="661" y="408"/>
                  <a:pt x="661" y="408"/>
                </a:cubicBezTo>
                <a:cubicBezTo>
                  <a:pt x="658" y="408"/>
                  <a:pt x="658" y="408"/>
                  <a:pt x="658" y="408"/>
                </a:cubicBezTo>
                <a:lnTo>
                  <a:pt x="658" y="415"/>
                </a:lnTo>
                <a:close/>
                <a:moveTo>
                  <a:pt x="654" y="415"/>
                </a:moveTo>
                <a:cubicBezTo>
                  <a:pt x="656" y="415"/>
                  <a:pt x="656" y="415"/>
                  <a:pt x="656" y="415"/>
                </a:cubicBezTo>
                <a:cubicBezTo>
                  <a:pt x="656" y="408"/>
                  <a:pt x="656" y="408"/>
                  <a:pt x="656" y="408"/>
                </a:cubicBezTo>
                <a:cubicBezTo>
                  <a:pt x="654" y="408"/>
                  <a:pt x="654" y="408"/>
                  <a:pt x="654" y="408"/>
                </a:cubicBezTo>
                <a:lnTo>
                  <a:pt x="654" y="415"/>
                </a:lnTo>
                <a:close/>
                <a:moveTo>
                  <a:pt x="649" y="415"/>
                </a:moveTo>
                <a:cubicBezTo>
                  <a:pt x="651" y="415"/>
                  <a:pt x="651" y="415"/>
                  <a:pt x="651" y="415"/>
                </a:cubicBezTo>
                <a:cubicBezTo>
                  <a:pt x="651" y="408"/>
                  <a:pt x="651" y="408"/>
                  <a:pt x="651" y="408"/>
                </a:cubicBezTo>
                <a:cubicBezTo>
                  <a:pt x="649" y="408"/>
                  <a:pt x="649" y="408"/>
                  <a:pt x="649" y="408"/>
                </a:cubicBezTo>
                <a:lnTo>
                  <a:pt x="649" y="415"/>
                </a:lnTo>
                <a:close/>
                <a:moveTo>
                  <a:pt x="645" y="415"/>
                </a:moveTo>
                <a:cubicBezTo>
                  <a:pt x="647" y="415"/>
                  <a:pt x="647" y="415"/>
                  <a:pt x="647" y="415"/>
                </a:cubicBezTo>
                <a:cubicBezTo>
                  <a:pt x="647" y="408"/>
                  <a:pt x="647" y="408"/>
                  <a:pt x="647" y="408"/>
                </a:cubicBezTo>
                <a:cubicBezTo>
                  <a:pt x="645" y="408"/>
                  <a:pt x="645" y="408"/>
                  <a:pt x="645" y="408"/>
                </a:cubicBezTo>
                <a:lnTo>
                  <a:pt x="645" y="415"/>
                </a:lnTo>
                <a:close/>
                <a:moveTo>
                  <a:pt x="640" y="415"/>
                </a:moveTo>
                <a:cubicBezTo>
                  <a:pt x="642" y="415"/>
                  <a:pt x="642" y="415"/>
                  <a:pt x="642" y="415"/>
                </a:cubicBezTo>
                <a:cubicBezTo>
                  <a:pt x="642" y="408"/>
                  <a:pt x="642" y="408"/>
                  <a:pt x="642" y="408"/>
                </a:cubicBezTo>
                <a:cubicBezTo>
                  <a:pt x="640" y="408"/>
                  <a:pt x="640" y="408"/>
                  <a:pt x="640" y="408"/>
                </a:cubicBezTo>
                <a:lnTo>
                  <a:pt x="640" y="415"/>
                </a:lnTo>
                <a:close/>
                <a:moveTo>
                  <a:pt x="635" y="415"/>
                </a:moveTo>
                <a:cubicBezTo>
                  <a:pt x="637" y="415"/>
                  <a:pt x="637" y="415"/>
                  <a:pt x="637" y="415"/>
                </a:cubicBezTo>
                <a:cubicBezTo>
                  <a:pt x="637" y="408"/>
                  <a:pt x="637" y="408"/>
                  <a:pt x="637" y="408"/>
                </a:cubicBezTo>
                <a:cubicBezTo>
                  <a:pt x="635" y="408"/>
                  <a:pt x="635" y="408"/>
                  <a:pt x="635" y="408"/>
                </a:cubicBezTo>
                <a:lnTo>
                  <a:pt x="635" y="415"/>
                </a:lnTo>
                <a:close/>
                <a:moveTo>
                  <a:pt x="631" y="415"/>
                </a:moveTo>
                <a:cubicBezTo>
                  <a:pt x="633" y="415"/>
                  <a:pt x="633" y="415"/>
                  <a:pt x="633" y="415"/>
                </a:cubicBezTo>
                <a:cubicBezTo>
                  <a:pt x="633" y="408"/>
                  <a:pt x="633" y="408"/>
                  <a:pt x="633" y="408"/>
                </a:cubicBezTo>
                <a:cubicBezTo>
                  <a:pt x="631" y="408"/>
                  <a:pt x="631" y="408"/>
                  <a:pt x="631" y="408"/>
                </a:cubicBezTo>
                <a:lnTo>
                  <a:pt x="631" y="415"/>
                </a:lnTo>
                <a:close/>
                <a:moveTo>
                  <a:pt x="626" y="415"/>
                </a:moveTo>
                <a:cubicBezTo>
                  <a:pt x="628" y="415"/>
                  <a:pt x="628" y="415"/>
                  <a:pt x="628" y="415"/>
                </a:cubicBezTo>
                <a:cubicBezTo>
                  <a:pt x="628" y="408"/>
                  <a:pt x="628" y="408"/>
                  <a:pt x="628" y="408"/>
                </a:cubicBezTo>
                <a:cubicBezTo>
                  <a:pt x="626" y="408"/>
                  <a:pt x="626" y="408"/>
                  <a:pt x="626" y="408"/>
                </a:cubicBezTo>
                <a:lnTo>
                  <a:pt x="626" y="415"/>
                </a:lnTo>
                <a:close/>
                <a:moveTo>
                  <a:pt x="621" y="415"/>
                </a:moveTo>
                <a:cubicBezTo>
                  <a:pt x="623" y="415"/>
                  <a:pt x="623" y="415"/>
                  <a:pt x="623" y="415"/>
                </a:cubicBezTo>
                <a:cubicBezTo>
                  <a:pt x="623" y="408"/>
                  <a:pt x="623" y="408"/>
                  <a:pt x="623" y="408"/>
                </a:cubicBezTo>
                <a:cubicBezTo>
                  <a:pt x="621" y="408"/>
                  <a:pt x="621" y="408"/>
                  <a:pt x="621" y="408"/>
                </a:cubicBezTo>
                <a:lnTo>
                  <a:pt x="621" y="415"/>
                </a:lnTo>
                <a:close/>
                <a:moveTo>
                  <a:pt x="678" y="415"/>
                </a:moveTo>
                <a:cubicBezTo>
                  <a:pt x="680" y="415"/>
                  <a:pt x="680" y="415"/>
                  <a:pt x="680" y="415"/>
                </a:cubicBezTo>
                <a:cubicBezTo>
                  <a:pt x="680" y="408"/>
                  <a:pt x="680" y="408"/>
                  <a:pt x="680" y="408"/>
                </a:cubicBezTo>
                <a:cubicBezTo>
                  <a:pt x="678" y="408"/>
                  <a:pt x="678" y="408"/>
                  <a:pt x="678" y="408"/>
                </a:cubicBezTo>
                <a:lnTo>
                  <a:pt x="678" y="415"/>
                </a:lnTo>
                <a:close/>
                <a:moveTo>
                  <a:pt x="673" y="415"/>
                </a:moveTo>
                <a:cubicBezTo>
                  <a:pt x="675" y="415"/>
                  <a:pt x="675" y="415"/>
                  <a:pt x="675" y="415"/>
                </a:cubicBezTo>
                <a:cubicBezTo>
                  <a:pt x="675" y="408"/>
                  <a:pt x="675" y="408"/>
                  <a:pt x="675" y="408"/>
                </a:cubicBezTo>
                <a:cubicBezTo>
                  <a:pt x="673" y="408"/>
                  <a:pt x="673" y="408"/>
                  <a:pt x="673" y="408"/>
                </a:cubicBezTo>
                <a:lnTo>
                  <a:pt x="673" y="415"/>
                </a:lnTo>
                <a:close/>
                <a:moveTo>
                  <a:pt x="668" y="415"/>
                </a:moveTo>
                <a:cubicBezTo>
                  <a:pt x="671" y="415"/>
                  <a:pt x="671" y="415"/>
                  <a:pt x="671" y="415"/>
                </a:cubicBezTo>
                <a:cubicBezTo>
                  <a:pt x="671" y="408"/>
                  <a:pt x="671" y="408"/>
                  <a:pt x="671" y="408"/>
                </a:cubicBezTo>
                <a:cubicBezTo>
                  <a:pt x="668" y="408"/>
                  <a:pt x="668" y="408"/>
                  <a:pt x="668" y="408"/>
                </a:cubicBezTo>
                <a:lnTo>
                  <a:pt x="668" y="415"/>
                </a:lnTo>
                <a:close/>
                <a:moveTo>
                  <a:pt x="359" y="443"/>
                </a:moveTo>
                <a:cubicBezTo>
                  <a:pt x="363" y="443"/>
                  <a:pt x="363" y="443"/>
                  <a:pt x="363" y="443"/>
                </a:cubicBezTo>
                <a:cubicBezTo>
                  <a:pt x="363" y="440"/>
                  <a:pt x="363" y="440"/>
                  <a:pt x="363" y="440"/>
                </a:cubicBezTo>
                <a:cubicBezTo>
                  <a:pt x="359" y="440"/>
                  <a:pt x="359" y="440"/>
                  <a:pt x="359" y="440"/>
                </a:cubicBezTo>
                <a:lnTo>
                  <a:pt x="359" y="443"/>
                </a:lnTo>
                <a:close/>
                <a:moveTo>
                  <a:pt x="359" y="447"/>
                </a:moveTo>
                <a:cubicBezTo>
                  <a:pt x="363" y="447"/>
                  <a:pt x="363" y="447"/>
                  <a:pt x="363" y="447"/>
                </a:cubicBezTo>
                <a:cubicBezTo>
                  <a:pt x="363" y="445"/>
                  <a:pt x="363" y="445"/>
                  <a:pt x="363" y="445"/>
                </a:cubicBezTo>
                <a:cubicBezTo>
                  <a:pt x="359" y="445"/>
                  <a:pt x="359" y="445"/>
                  <a:pt x="359" y="445"/>
                </a:cubicBezTo>
                <a:lnTo>
                  <a:pt x="359" y="447"/>
                </a:lnTo>
                <a:close/>
                <a:moveTo>
                  <a:pt x="359" y="452"/>
                </a:moveTo>
                <a:cubicBezTo>
                  <a:pt x="363" y="452"/>
                  <a:pt x="363" y="452"/>
                  <a:pt x="363" y="452"/>
                </a:cubicBezTo>
                <a:cubicBezTo>
                  <a:pt x="363" y="450"/>
                  <a:pt x="363" y="450"/>
                  <a:pt x="363" y="450"/>
                </a:cubicBezTo>
                <a:cubicBezTo>
                  <a:pt x="359" y="450"/>
                  <a:pt x="359" y="450"/>
                  <a:pt x="359" y="450"/>
                </a:cubicBezTo>
                <a:lnTo>
                  <a:pt x="359" y="452"/>
                </a:lnTo>
                <a:close/>
                <a:moveTo>
                  <a:pt x="359" y="456"/>
                </a:moveTo>
                <a:cubicBezTo>
                  <a:pt x="363" y="456"/>
                  <a:pt x="363" y="456"/>
                  <a:pt x="363" y="456"/>
                </a:cubicBezTo>
                <a:cubicBezTo>
                  <a:pt x="363" y="454"/>
                  <a:pt x="363" y="454"/>
                  <a:pt x="363" y="454"/>
                </a:cubicBezTo>
                <a:cubicBezTo>
                  <a:pt x="359" y="454"/>
                  <a:pt x="359" y="454"/>
                  <a:pt x="359" y="454"/>
                </a:cubicBezTo>
                <a:lnTo>
                  <a:pt x="359" y="456"/>
                </a:lnTo>
                <a:close/>
                <a:moveTo>
                  <a:pt x="359" y="461"/>
                </a:moveTo>
                <a:cubicBezTo>
                  <a:pt x="363" y="461"/>
                  <a:pt x="363" y="461"/>
                  <a:pt x="363" y="461"/>
                </a:cubicBezTo>
                <a:cubicBezTo>
                  <a:pt x="363" y="459"/>
                  <a:pt x="363" y="459"/>
                  <a:pt x="363" y="459"/>
                </a:cubicBezTo>
                <a:cubicBezTo>
                  <a:pt x="359" y="459"/>
                  <a:pt x="359" y="459"/>
                  <a:pt x="359" y="459"/>
                </a:cubicBezTo>
                <a:lnTo>
                  <a:pt x="359" y="461"/>
                </a:lnTo>
                <a:close/>
                <a:moveTo>
                  <a:pt x="359" y="466"/>
                </a:moveTo>
                <a:cubicBezTo>
                  <a:pt x="363" y="466"/>
                  <a:pt x="363" y="466"/>
                  <a:pt x="363" y="466"/>
                </a:cubicBezTo>
                <a:cubicBezTo>
                  <a:pt x="363" y="464"/>
                  <a:pt x="363" y="464"/>
                  <a:pt x="363" y="464"/>
                </a:cubicBezTo>
                <a:cubicBezTo>
                  <a:pt x="359" y="464"/>
                  <a:pt x="359" y="464"/>
                  <a:pt x="359" y="464"/>
                </a:cubicBezTo>
                <a:lnTo>
                  <a:pt x="359" y="466"/>
                </a:lnTo>
                <a:close/>
                <a:moveTo>
                  <a:pt x="359" y="470"/>
                </a:moveTo>
                <a:cubicBezTo>
                  <a:pt x="363" y="470"/>
                  <a:pt x="363" y="470"/>
                  <a:pt x="363" y="470"/>
                </a:cubicBezTo>
                <a:cubicBezTo>
                  <a:pt x="363" y="468"/>
                  <a:pt x="363" y="468"/>
                  <a:pt x="363" y="468"/>
                </a:cubicBezTo>
                <a:cubicBezTo>
                  <a:pt x="359" y="468"/>
                  <a:pt x="359" y="468"/>
                  <a:pt x="359" y="468"/>
                </a:cubicBezTo>
                <a:lnTo>
                  <a:pt x="359" y="470"/>
                </a:lnTo>
                <a:close/>
                <a:moveTo>
                  <a:pt x="359" y="475"/>
                </a:moveTo>
                <a:cubicBezTo>
                  <a:pt x="363" y="475"/>
                  <a:pt x="363" y="475"/>
                  <a:pt x="363" y="475"/>
                </a:cubicBezTo>
                <a:cubicBezTo>
                  <a:pt x="363" y="473"/>
                  <a:pt x="363" y="473"/>
                  <a:pt x="363" y="473"/>
                </a:cubicBezTo>
                <a:cubicBezTo>
                  <a:pt x="359" y="473"/>
                  <a:pt x="359" y="473"/>
                  <a:pt x="359" y="473"/>
                </a:cubicBezTo>
                <a:lnTo>
                  <a:pt x="359" y="475"/>
                </a:lnTo>
                <a:close/>
                <a:moveTo>
                  <a:pt x="359" y="480"/>
                </a:moveTo>
                <a:cubicBezTo>
                  <a:pt x="363" y="480"/>
                  <a:pt x="363" y="480"/>
                  <a:pt x="363" y="480"/>
                </a:cubicBezTo>
                <a:cubicBezTo>
                  <a:pt x="363" y="477"/>
                  <a:pt x="363" y="477"/>
                  <a:pt x="363" y="477"/>
                </a:cubicBezTo>
                <a:cubicBezTo>
                  <a:pt x="359" y="477"/>
                  <a:pt x="359" y="477"/>
                  <a:pt x="359" y="477"/>
                </a:cubicBezTo>
                <a:lnTo>
                  <a:pt x="359" y="480"/>
                </a:lnTo>
                <a:close/>
                <a:moveTo>
                  <a:pt x="359" y="484"/>
                </a:moveTo>
                <a:cubicBezTo>
                  <a:pt x="363" y="484"/>
                  <a:pt x="363" y="484"/>
                  <a:pt x="363" y="484"/>
                </a:cubicBezTo>
                <a:cubicBezTo>
                  <a:pt x="363" y="482"/>
                  <a:pt x="363" y="482"/>
                  <a:pt x="363" y="482"/>
                </a:cubicBezTo>
                <a:cubicBezTo>
                  <a:pt x="359" y="482"/>
                  <a:pt x="359" y="482"/>
                  <a:pt x="359" y="482"/>
                </a:cubicBezTo>
                <a:lnTo>
                  <a:pt x="359" y="484"/>
                </a:lnTo>
                <a:close/>
                <a:moveTo>
                  <a:pt x="359" y="428"/>
                </a:moveTo>
                <a:cubicBezTo>
                  <a:pt x="363" y="428"/>
                  <a:pt x="363" y="428"/>
                  <a:pt x="363" y="428"/>
                </a:cubicBezTo>
                <a:cubicBezTo>
                  <a:pt x="363" y="426"/>
                  <a:pt x="363" y="426"/>
                  <a:pt x="363" y="426"/>
                </a:cubicBezTo>
                <a:cubicBezTo>
                  <a:pt x="359" y="426"/>
                  <a:pt x="359" y="426"/>
                  <a:pt x="359" y="426"/>
                </a:cubicBezTo>
                <a:lnTo>
                  <a:pt x="359" y="428"/>
                </a:lnTo>
                <a:close/>
                <a:moveTo>
                  <a:pt x="359" y="433"/>
                </a:moveTo>
                <a:cubicBezTo>
                  <a:pt x="363" y="433"/>
                  <a:pt x="363" y="433"/>
                  <a:pt x="363" y="433"/>
                </a:cubicBezTo>
                <a:cubicBezTo>
                  <a:pt x="363" y="430"/>
                  <a:pt x="363" y="430"/>
                  <a:pt x="363" y="430"/>
                </a:cubicBezTo>
                <a:cubicBezTo>
                  <a:pt x="359" y="430"/>
                  <a:pt x="359" y="430"/>
                  <a:pt x="359" y="430"/>
                </a:cubicBezTo>
                <a:lnTo>
                  <a:pt x="359" y="433"/>
                </a:lnTo>
                <a:close/>
                <a:moveTo>
                  <a:pt x="359" y="437"/>
                </a:moveTo>
                <a:cubicBezTo>
                  <a:pt x="363" y="437"/>
                  <a:pt x="363" y="437"/>
                  <a:pt x="363" y="437"/>
                </a:cubicBezTo>
                <a:cubicBezTo>
                  <a:pt x="363" y="435"/>
                  <a:pt x="363" y="435"/>
                  <a:pt x="363" y="435"/>
                </a:cubicBezTo>
                <a:cubicBezTo>
                  <a:pt x="359" y="435"/>
                  <a:pt x="359" y="435"/>
                  <a:pt x="359" y="435"/>
                </a:cubicBezTo>
                <a:lnTo>
                  <a:pt x="359" y="437"/>
                </a:lnTo>
                <a:close/>
                <a:moveTo>
                  <a:pt x="687" y="445"/>
                </a:moveTo>
                <a:cubicBezTo>
                  <a:pt x="690" y="445"/>
                  <a:pt x="690" y="445"/>
                  <a:pt x="690" y="445"/>
                </a:cubicBezTo>
                <a:cubicBezTo>
                  <a:pt x="690" y="440"/>
                  <a:pt x="690" y="440"/>
                  <a:pt x="690" y="440"/>
                </a:cubicBezTo>
                <a:cubicBezTo>
                  <a:pt x="687" y="440"/>
                  <a:pt x="687" y="440"/>
                  <a:pt x="687" y="440"/>
                </a:cubicBezTo>
                <a:lnTo>
                  <a:pt x="687" y="445"/>
                </a:lnTo>
                <a:close/>
                <a:moveTo>
                  <a:pt x="645" y="446"/>
                </a:moveTo>
                <a:cubicBezTo>
                  <a:pt x="647" y="446"/>
                  <a:pt x="647" y="446"/>
                  <a:pt x="647" y="446"/>
                </a:cubicBezTo>
                <a:cubicBezTo>
                  <a:pt x="647" y="441"/>
                  <a:pt x="647" y="441"/>
                  <a:pt x="647" y="441"/>
                </a:cubicBezTo>
                <a:cubicBezTo>
                  <a:pt x="645" y="441"/>
                  <a:pt x="645" y="441"/>
                  <a:pt x="645" y="441"/>
                </a:cubicBezTo>
                <a:lnTo>
                  <a:pt x="645" y="446"/>
                </a:lnTo>
                <a:close/>
                <a:moveTo>
                  <a:pt x="583" y="446"/>
                </a:moveTo>
                <a:cubicBezTo>
                  <a:pt x="585" y="446"/>
                  <a:pt x="585" y="446"/>
                  <a:pt x="585" y="446"/>
                </a:cubicBezTo>
                <a:cubicBezTo>
                  <a:pt x="585" y="440"/>
                  <a:pt x="585" y="440"/>
                  <a:pt x="585" y="440"/>
                </a:cubicBezTo>
                <a:cubicBezTo>
                  <a:pt x="583" y="440"/>
                  <a:pt x="583" y="440"/>
                  <a:pt x="583" y="440"/>
                </a:cubicBezTo>
                <a:lnTo>
                  <a:pt x="583" y="446"/>
                </a:lnTo>
                <a:close/>
                <a:moveTo>
                  <a:pt x="538" y="445"/>
                </a:moveTo>
                <a:cubicBezTo>
                  <a:pt x="541" y="445"/>
                  <a:pt x="541" y="445"/>
                  <a:pt x="541" y="445"/>
                </a:cubicBezTo>
                <a:cubicBezTo>
                  <a:pt x="541" y="440"/>
                  <a:pt x="541" y="440"/>
                  <a:pt x="541" y="440"/>
                </a:cubicBezTo>
                <a:cubicBezTo>
                  <a:pt x="538" y="440"/>
                  <a:pt x="538" y="440"/>
                  <a:pt x="538" y="440"/>
                </a:cubicBezTo>
                <a:lnTo>
                  <a:pt x="538" y="445"/>
                </a:lnTo>
                <a:close/>
                <a:moveTo>
                  <a:pt x="362" y="412"/>
                </a:moveTo>
                <a:cubicBezTo>
                  <a:pt x="364" y="412"/>
                  <a:pt x="364" y="412"/>
                  <a:pt x="364" y="412"/>
                </a:cubicBezTo>
                <a:cubicBezTo>
                  <a:pt x="364" y="409"/>
                  <a:pt x="364" y="409"/>
                  <a:pt x="364" y="409"/>
                </a:cubicBezTo>
                <a:cubicBezTo>
                  <a:pt x="362" y="409"/>
                  <a:pt x="362" y="409"/>
                  <a:pt x="362" y="409"/>
                </a:cubicBezTo>
                <a:lnTo>
                  <a:pt x="362" y="412"/>
                </a:lnTo>
                <a:close/>
                <a:moveTo>
                  <a:pt x="348" y="412"/>
                </a:moveTo>
                <a:cubicBezTo>
                  <a:pt x="350" y="412"/>
                  <a:pt x="350" y="412"/>
                  <a:pt x="350" y="412"/>
                </a:cubicBezTo>
                <a:cubicBezTo>
                  <a:pt x="350" y="409"/>
                  <a:pt x="350" y="409"/>
                  <a:pt x="350" y="409"/>
                </a:cubicBezTo>
                <a:cubicBezTo>
                  <a:pt x="348" y="409"/>
                  <a:pt x="348" y="409"/>
                  <a:pt x="348" y="409"/>
                </a:cubicBezTo>
                <a:lnTo>
                  <a:pt x="348" y="412"/>
                </a:lnTo>
                <a:close/>
                <a:moveTo>
                  <a:pt x="251" y="581"/>
                </a:moveTo>
                <a:cubicBezTo>
                  <a:pt x="253" y="581"/>
                  <a:pt x="253" y="581"/>
                  <a:pt x="253" y="581"/>
                </a:cubicBezTo>
                <a:cubicBezTo>
                  <a:pt x="253" y="577"/>
                  <a:pt x="253" y="577"/>
                  <a:pt x="253" y="577"/>
                </a:cubicBezTo>
                <a:cubicBezTo>
                  <a:pt x="251" y="577"/>
                  <a:pt x="251" y="577"/>
                  <a:pt x="251" y="577"/>
                </a:cubicBezTo>
                <a:lnTo>
                  <a:pt x="251" y="581"/>
                </a:lnTo>
                <a:close/>
                <a:moveTo>
                  <a:pt x="236" y="581"/>
                </a:moveTo>
                <a:cubicBezTo>
                  <a:pt x="238" y="581"/>
                  <a:pt x="238" y="581"/>
                  <a:pt x="238" y="581"/>
                </a:cubicBezTo>
                <a:cubicBezTo>
                  <a:pt x="238" y="577"/>
                  <a:pt x="238" y="577"/>
                  <a:pt x="238" y="577"/>
                </a:cubicBezTo>
                <a:cubicBezTo>
                  <a:pt x="236" y="577"/>
                  <a:pt x="236" y="577"/>
                  <a:pt x="236" y="577"/>
                </a:cubicBezTo>
                <a:lnTo>
                  <a:pt x="236" y="581"/>
                </a:lnTo>
                <a:close/>
                <a:moveTo>
                  <a:pt x="135" y="590"/>
                </a:moveTo>
                <a:cubicBezTo>
                  <a:pt x="137" y="590"/>
                  <a:pt x="137" y="590"/>
                  <a:pt x="137" y="590"/>
                </a:cubicBezTo>
                <a:cubicBezTo>
                  <a:pt x="137" y="585"/>
                  <a:pt x="137" y="585"/>
                  <a:pt x="137" y="585"/>
                </a:cubicBezTo>
                <a:cubicBezTo>
                  <a:pt x="135" y="585"/>
                  <a:pt x="135" y="585"/>
                  <a:pt x="135" y="585"/>
                </a:cubicBezTo>
                <a:lnTo>
                  <a:pt x="135" y="590"/>
                </a:lnTo>
                <a:close/>
                <a:moveTo>
                  <a:pt x="158" y="590"/>
                </a:moveTo>
                <a:cubicBezTo>
                  <a:pt x="160" y="590"/>
                  <a:pt x="160" y="590"/>
                  <a:pt x="160" y="590"/>
                </a:cubicBezTo>
                <a:cubicBezTo>
                  <a:pt x="160" y="586"/>
                  <a:pt x="160" y="586"/>
                  <a:pt x="160" y="586"/>
                </a:cubicBezTo>
                <a:cubicBezTo>
                  <a:pt x="158" y="586"/>
                  <a:pt x="158" y="586"/>
                  <a:pt x="158" y="586"/>
                </a:cubicBezTo>
                <a:lnTo>
                  <a:pt x="158" y="590"/>
                </a:lnTo>
                <a:close/>
                <a:moveTo>
                  <a:pt x="990" y="394"/>
                </a:moveTo>
                <a:cubicBezTo>
                  <a:pt x="992" y="394"/>
                  <a:pt x="992" y="394"/>
                  <a:pt x="992" y="394"/>
                </a:cubicBezTo>
                <a:cubicBezTo>
                  <a:pt x="992" y="390"/>
                  <a:pt x="992" y="390"/>
                  <a:pt x="992" y="390"/>
                </a:cubicBezTo>
                <a:cubicBezTo>
                  <a:pt x="990" y="390"/>
                  <a:pt x="990" y="390"/>
                  <a:pt x="990" y="390"/>
                </a:cubicBezTo>
                <a:lnTo>
                  <a:pt x="990" y="394"/>
                </a:lnTo>
                <a:close/>
                <a:moveTo>
                  <a:pt x="1047" y="394"/>
                </a:moveTo>
                <a:cubicBezTo>
                  <a:pt x="1049" y="394"/>
                  <a:pt x="1049" y="394"/>
                  <a:pt x="1049" y="394"/>
                </a:cubicBezTo>
                <a:cubicBezTo>
                  <a:pt x="1049" y="389"/>
                  <a:pt x="1049" y="389"/>
                  <a:pt x="1049" y="389"/>
                </a:cubicBezTo>
                <a:cubicBezTo>
                  <a:pt x="1047" y="389"/>
                  <a:pt x="1047" y="389"/>
                  <a:pt x="1047" y="389"/>
                </a:cubicBezTo>
                <a:lnTo>
                  <a:pt x="1047" y="394"/>
                </a:lnTo>
                <a:close/>
                <a:moveTo>
                  <a:pt x="1168" y="390"/>
                </a:moveTo>
                <a:cubicBezTo>
                  <a:pt x="1170" y="390"/>
                  <a:pt x="1170" y="390"/>
                  <a:pt x="1170" y="390"/>
                </a:cubicBezTo>
                <a:cubicBezTo>
                  <a:pt x="1170" y="385"/>
                  <a:pt x="1170" y="385"/>
                  <a:pt x="1170" y="385"/>
                </a:cubicBezTo>
                <a:cubicBezTo>
                  <a:pt x="1168" y="385"/>
                  <a:pt x="1168" y="385"/>
                  <a:pt x="1168" y="385"/>
                </a:cubicBezTo>
                <a:lnTo>
                  <a:pt x="1168" y="390"/>
                </a:lnTo>
                <a:close/>
                <a:moveTo>
                  <a:pt x="1228" y="389"/>
                </a:moveTo>
                <a:cubicBezTo>
                  <a:pt x="1230" y="389"/>
                  <a:pt x="1230" y="389"/>
                  <a:pt x="1230" y="389"/>
                </a:cubicBezTo>
                <a:cubicBezTo>
                  <a:pt x="1230" y="385"/>
                  <a:pt x="1230" y="385"/>
                  <a:pt x="1230" y="385"/>
                </a:cubicBezTo>
                <a:cubicBezTo>
                  <a:pt x="1228" y="385"/>
                  <a:pt x="1228" y="385"/>
                  <a:pt x="1228" y="385"/>
                </a:cubicBezTo>
                <a:lnTo>
                  <a:pt x="1228" y="389"/>
                </a:lnTo>
                <a:close/>
                <a:moveTo>
                  <a:pt x="1543" y="529"/>
                </a:moveTo>
                <a:cubicBezTo>
                  <a:pt x="1545" y="529"/>
                  <a:pt x="1545" y="529"/>
                  <a:pt x="1545" y="529"/>
                </a:cubicBezTo>
                <a:cubicBezTo>
                  <a:pt x="1545" y="521"/>
                  <a:pt x="1545" y="521"/>
                  <a:pt x="1545" y="521"/>
                </a:cubicBezTo>
                <a:cubicBezTo>
                  <a:pt x="1543" y="521"/>
                  <a:pt x="1543" y="521"/>
                  <a:pt x="1543" y="521"/>
                </a:cubicBezTo>
                <a:lnTo>
                  <a:pt x="1543" y="529"/>
                </a:lnTo>
                <a:close/>
                <a:moveTo>
                  <a:pt x="1600" y="528"/>
                </a:moveTo>
                <a:cubicBezTo>
                  <a:pt x="1602" y="528"/>
                  <a:pt x="1602" y="528"/>
                  <a:pt x="1602" y="528"/>
                </a:cubicBezTo>
                <a:cubicBezTo>
                  <a:pt x="1602" y="522"/>
                  <a:pt x="1602" y="522"/>
                  <a:pt x="1602" y="522"/>
                </a:cubicBezTo>
                <a:cubicBezTo>
                  <a:pt x="1600" y="522"/>
                  <a:pt x="1600" y="522"/>
                  <a:pt x="1600" y="522"/>
                </a:cubicBezTo>
                <a:lnTo>
                  <a:pt x="1600" y="528"/>
                </a:lnTo>
                <a:close/>
                <a:moveTo>
                  <a:pt x="1446" y="530"/>
                </a:moveTo>
                <a:cubicBezTo>
                  <a:pt x="1448" y="530"/>
                  <a:pt x="1448" y="530"/>
                  <a:pt x="1448" y="530"/>
                </a:cubicBezTo>
                <a:cubicBezTo>
                  <a:pt x="1448" y="525"/>
                  <a:pt x="1448" y="525"/>
                  <a:pt x="1448" y="525"/>
                </a:cubicBezTo>
                <a:cubicBezTo>
                  <a:pt x="1446" y="525"/>
                  <a:pt x="1446" y="525"/>
                  <a:pt x="1446" y="525"/>
                </a:cubicBezTo>
                <a:lnTo>
                  <a:pt x="1446" y="530"/>
                </a:lnTo>
                <a:close/>
                <a:moveTo>
                  <a:pt x="2380" y="423"/>
                </a:moveTo>
                <a:cubicBezTo>
                  <a:pt x="2382" y="423"/>
                  <a:pt x="2382" y="423"/>
                  <a:pt x="2382" y="423"/>
                </a:cubicBezTo>
                <a:cubicBezTo>
                  <a:pt x="2382" y="419"/>
                  <a:pt x="2382" y="419"/>
                  <a:pt x="2382" y="419"/>
                </a:cubicBezTo>
                <a:cubicBezTo>
                  <a:pt x="2380" y="419"/>
                  <a:pt x="2380" y="419"/>
                  <a:pt x="2380" y="419"/>
                </a:cubicBezTo>
                <a:lnTo>
                  <a:pt x="2380" y="423"/>
                </a:lnTo>
                <a:close/>
                <a:moveTo>
                  <a:pt x="2417" y="422"/>
                </a:moveTo>
                <a:cubicBezTo>
                  <a:pt x="2420" y="422"/>
                  <a:pt x="2420" y="422"/>
                  <a:pt x="2420" y="422"/>
                </a:cubicBezTo>
                <a:cubicBezTo>
                  <a:pt x="2420" y="419"/>
                  <a:pt x="2420" y="419"/>
                  <a:pt x="2420" y="419"/>
                </a:cubicBezTo>
                <a:cubicBezTo>
                  <a:pt x="2417" y="419"/>
                  <a:pt x="2417" y="419"/>
                  <a:pt x="2417" y="419"/>
                </a:cubicBezTo>
                <a:lnTo>
                  <a:pt x="2417" y="422"/>
                </a:lnTo>
                <a:close/>
                <a:moveTo>
                  <a:pt x="3305" y="425"/>
                </a:moveTo>
                <a:cubicBezTo>
                  <a:pt x="3307" y="425"/>
                  <a:pt x="3307" y="425"/>
                  <a:pt x="3307" y="425"/>
                </a:cubicBezTo>
                <a:cubicBezTo>
                  <a:pt x="3307" y="421"/>
                  <a:pt x="3307" y="421"/>
                  <a:pt x="3307" y="421"/>
                </a:cubicBezTo>
                <a:cubicBezTo>
                  <a:pt x="3305" y="421"/>
                  <a:pt x="3305" y="421"/>
                  <a:pt x="3305" y="421"/>
                </a:cubicBezTo>
                <a:lnTo>
                  <a:pt x="3305" y="425"/>
                </a:lnTo>
                <a:close/>
                <a:moveTo>
                  <a:pt x="132" y="576"/>
                </a:moveTo>
                <a:cubicBezTo>
                  <a:pt x="131" y="576"/>
                  <a:pt x="131" y="576"/>
                  <a:pt x="131" y="576"/>
                </a:cubicBezTo>
                <a:cubicBezTo>
                  <a:pt x="131" y="587"/>
                  <a:pt x="131" y="587"/>
                  <a:pt x="131" y="587"/>
                </a:cubicBezTo>
                <a:cubicBezTo>
                  <a:pt x="175" y="587"/>
                  <a:pt x="175" y="587"/>
                  <a:pt x="175" y="587"/>
                </a:cubicBezTo>
                <a:cubicBezTo>
                  <a:pt x="175" y="575"/>
                  <a:pt x="175" y="575"/>
                  <a:pt x="175" y="575"/>
                </a:cubicBezTo>
                <a:cubicBezTo>
                  <a:pt x="131" y="575"/>
                  <a:pt x="131" y="575"/>
                  <a:pt x="131" y="575"/>
                </a:cubicBezTo>
                <a:cubicBezTo>
                  <a:pt x="131" y="576"/>
                  <a:pt x="131" y="576"/>
                  <a:pt x="131" y="576"/>
                </a:cubicBezTo>
                <a:cubicBezTo>
                  <a:pt x="132" y="576"/>
                  <a:pt x="132" y="576"/>
                  <a:pt x="132" y="576"/>
                </a:cubicBezTo>
                <a:cubicBezTo>
                  <a:pt x="132" y="577"/>
                  <a:pt x="132" y="577"/>
                  <a:pt x="132" y="577"/>
                </a:cubicBezTo>
                <a:cubicBezTo>
                  <a:pt x="173" y="577"/>
                  <a:pt x="173" y="577"/>
                  <a:pt x="173" y="577"/>
                </a:cubicBezTo>
                <a:cubicBezTo>
                  <a:pt x="173" y="585"/>
                  <a:pt x="173" y="585"/>
                  <a:pt x="173" y="585"/>
                </a:cubicBezTo>
                <a:cubicBezTo>
                  <a:pt x="133" y="585"/>
                  <a:pt x="133" y="585"/>
                  <a:pt x="133" y="585"/>
                </a:cubicBezTo>
                <a:cubicBezTo>
                  <a:pt x="133" y="576"/>
                  <a:pt x="133" y="576"/>
                  <a:pt x="133" y="576"/>
                </a:cubicBezTo>
                <a:cubicBezTo>
                  <a:pt x="132" y="576"/>
                  <a:pt x="132" y="576"/>
                  <a:pt x="132" y="576"/>
                </a:cubicBezTo>
                <a:cubicBezTo>
                  <a:pt x="132" y="577"/>
                  <a:pt x="132" y="577"/>
                  <a:pt x="132" y="577"/>
                </a:cubicBezTo>
                <a:cubicBezTo>
                  <a:pt x="132" y="576"/>
                  <a:pt x="132" y="576"/>
                  <a:pt x="132" y="576"/>
                </a:cubicBezTo>
                <a:moveTo>
                  <a:pt x="146" y="575"/>
                </a:moveTo>
                <a:cubicBezTo>
                  <a:pt x="146" y="480"/>
                  <a:pt x="146" y="480"/>
                  <a:pt x="146" y="480"/>
                </a:cubicBezTo>
                <a:cubicBezTo>
                  <a:pt x="132" y="486"/>
                  <a:pt x="132" y="486"/>
                  <a:pt x="132" y="486"/>
                </a:cubicBezTo>
                <a:cubicBezTo>
                  <a:pt x="132" y="565"/>
                  <a:pt x="132" y="565"/>
                  <a:pt x="132" y="565"/>
                </a:cubicBezTo>
                <a:cubicBezTo>
                  <a:pt x="135" y="565"/>
                  <a:pt x="135" y="565"/>
                  <a:pt x="135" y="565"/>
                </a:cubicBezTo>
                <a:cubicBezTo>
                  <a:pt x="135" y="488"/>
                  <a:pt x="135" y="488"/>
                  <a:pt x="135" y="488"/>
                </a:cubicBezTo>
                <a:cubicBezTo>
                  <a:pt x="144" y="484"/>
                  <a:pt x="144" y="484"/>
                  <a:pt x="144" y="484"/>
                </a:cubicBezTo>
                <a:cubicBezTo>
                  <a:pt x="144" y="575"/>
                  <a:pt x="144" y="575"/>
                  <a:pt x="144" y="575"/>
                </a:cubicBezTo>
                <a:cubicBezTo>
                  <a:pt x="146" y="575"/>
                  <a:pt x="146" y="575"/>
                  <a:pt x="146" y="575"/>
                </a:cubicBezTo>
                <a:moveTo>
                  <a:pt x="118" y="670"/>
                </a:moveTo>
                <a:cubicBezTo>
                  <a:pt x="118" y="573"/>
                  <a:pt x="118" y="573"/>
                  <a:pt x="118" y="573"/>
                </a:cubicBezTo>
                <a:cubicBezTo>
                  <a:pt x="125" y="573"/>
                  <a:pt x="125" y="573"/>
                  <a:pt x="125" y="573"/>
                </a:cubicBezTo>
                <a:cubicBezTo>
                  <a:pt x="125" y="566"/>
                  <a:pt x="125" y="566"/>
                  <a:pt x="125" y="566"/>
                </a:cubicBezTo>
                <a:cubicBezTo>
                  <a:pt x="132" y="566"/>
                  <a:pt x="132" y="566"/>
                  <a:pt x="132" y="566"/>
                </a:cubicBezTo>
                <a:cubicBezTo>
                  <a:pt x="134" y="569"/>
                  <a:pt x="134" y="569"/>
                  <a:pt x="134" y="569"/>
                </a:cubicBezTo>
                <a:cubicBezTo>
                  <a:pt x="134" y="575"/>
                  <a:pt x="134" y="575"/>
                  <a:pt x="134" y="575"/>
                </a:cubicBezTo>
                <a:cubicBezTo>
                  <a:pt x="137" y="575"/>
                  <a:pt x="137" y="575"/>
                  <a:pt x="137" y="575"/>
                </a:cubicBezTo>
                <a:cubicBezTo>
                  <a:pt x="137" y="568"/>
                  <a:pt x="137" y="568"/>
                  <a:pt x="137" y="568"/>
                </a:cubicBezTo>
                <a:cubicBezTo>
                  <a:pt x="137" y="568"/>
                  <a:pt x="137" y="568"/>
                  <a:pt x="137" y="568"/>
                </a:cubicBezTo>
                <a:cubicBezTo>
                  <a:pt x="133" y="564"/>
                  <a:pt x="133" y="564"/>
                  <a:pt x="133" y="564"/>
                </a:cubicBezTo>
                <a:cubicBezTo>
                  <a:pt x="133" y="563"/>
                  <a:pt x="133" y="563"/>
                  <a:pt x="133" y="563"/>
                </a:cubicBezTo>
                <a:cubicBezTo>
                  <a:pt x="123" y="563"/>
                  <a:pt x="123" y="563"/>
                  <a:pt x="123" y="563"/>
                </a:cubicBezTo>
                <a:cubicBezTo>
                  <a:pt x="123" y="570"/>
                  <a:pt x="123" y="570"/>
                  <a:pt x="123" y="570"/>
                </a:cubicBezTo>
                <a:cubicBezTo>
                  <a:pt x="116" y="570"/>
                  <a:pt x="116" y="570"/>
                  <a:pt x="116" y="570"/>
                </a:cubicBezTo>
                <a:cubicBezTo>
                  <a:pt x="116" y="670"/>
                  <a:pt x="116" y="670"/>
                  <a:pt x="116" y="670"/>
                </a:cubicBezTo>
                <a:cubicBezTo>
                  <a:pt x="118" y="670"/>
                  <a:pt x="118" y="670"/>
                  <a:pt x="118" y="670"/>
                </a:cubicBezTo>
                <a:moveTo>
                  <a:pt x="0" y="672"/>
                </a:moveTo>
                <a:cubicBezTo>
                  <a:pt x="4349" y="672"/>
                  <a:pt x="4349" y="672"/>
                  <a:pt x="4349" y="672"/>
                </a:cubicBezTo>
                <a:cubicBezTo>
                  <a:pt x="4349" y="670"/>
                  <a:pt x="4349" y="670"/>
                  <a:pt x="4349" y="670"/>
                </a:cubicBezTo>
                <a:cubicBezTo>
                  <a:pt x="0" y="670"/>
                  <a:pt x="0" y="670"/>
                  <a:pt x="0" y="670"/>
                </a:cubicBezTo>
                <a:lnTo>
                  <a:pt x="0" y="672"/>
                </a:lnTo>
                <a:close/>
                <a:moveTo>
                  <a:pt x="126" y="670"/>
                </a:moveTo>
                <a:cubicBezTo>
                  <a:pt x="126" y="591"/>
                  <a:pt x="126" y="591"/>
                  <a:pt x="126" y="591"/>
                </a:cubicBezTo>
                <a:cubicBezTo>
                  <a:pt x="161" y="591"/>
                  <a:pt x="161" y="591"/>
                  <a:pt x="161" y="591"/>
                </a:cubicBezTo>
                <a:cubicBezTo>
                  <a:pt x="161" y="669"/>
                  <a:pt x="161" y="669"/>
                  <a:pt x="161" y="669"/>
                </a:cubicBezTo>
                <a:cubicBezTo>
                  <a:pt x="163" y="669"/>
                  <a:pt x="163" y="669"/>
                  <a:pt x="163" y="669"/>
                </a:cubicBezTo>
                <a:cubicBezTo>
                  <a:pt x="163" y="589"/>
                  <a:pt x="163" y="589"/>
                  <a:pt x="163" y="589"/>
                </a:cubicBezTo>
                <a:cubicBezTo>
                  <a:pt x="124" y="589"/>
                  <a:pt x="124" y="589"/>
                  <a:pt x="124" y="589"/>
                </a:cubicBezTo>
                <a:cubicBezTo>
                  <a:pt x="124" y="670"/>
                  <a:pt x="124" y="670"/>
                  <a:pt x="124" y="670"/>
                </a:cubicBezTo>
                <a:cubicBezTo>
                  <a:pt x="126" y="670"/>
                  <a:pt x="126" y="670"/>
                  <a:pt x="126" y="670"/>
                </a:cubicBezTo>
                <a:moveTo>
                  <a:pt x="142" y="484"/>
                </a:moveTo>
                <a:cubicBezTo>
                  <a:pt x="142" y="480"/>
                  <a:pt x="142" y="480"/>
                  <a:pt x="142" y="480"/>
                </a:cubicBezTo>
                <a:cubicBezTo>
                  <a:pt x="154" y="480"/>
                  <a:pt x="154" y="480"/>
                  <a:pt x="154" y="480"/>
                </a:cubicBezTo>
                <a:cubicBezTo>
                  <a:pt x="154" y="562"/>
                  <a:pt x="154" y="562"/>
                  <a:pt x="154" y="562"/>
                </a:cubicBezTo>
                <a:cubicBezTo>
                  <a:pt x="168" y="562"/>
                  <a:pt x="168" y="562"/>
                  <a:pt x="168" y="562"/>
                </a:cubicBezTo>
                <a:cubicBezTo>
                  <a:pt x="168" y="575"/>
                  <a:pt x="168" y="575"/>
                  <a:pt x="168" y="575"/>
                </a:cubicBezTo>
                <a:cubicBezTo>
                  <a:pt x="171" y="575"/>
                  <a:pt x="171" y="575"/>
                  <a:pt x="171" y="575"/>
                </a:cubicBezTo>
                <a:cubicBezTo>
                  <a:pt x="171" y="560"/>
                  <a:pt x="171" y="560"/>
                  <a:pt x="171" y="560"/>
                </a:cubicBezTo>
                <a:cubicBezTo>
                  <a:pt x="157" y="560"/>
                  <a:pt x="157" y="560"/>
                  <a:pt x="157" y="560"/>
                </a:cubicBezTo>
                <a:cubicBezTo>
                  <a:pt x="157" y="478"/>
                  <a:pt x="157" y="478"/>
                  <a:pt x="157" y="478"/>
                </a:cubicBezTo>
                <a:cubicBezTo>
                  <a:pt x="140" y="478"/>
                  <a:pt x="140" y="478"/>
                  <a:pt x="140" y="478"/>
                </a:cubicBezTo>
                <a:cubicBezTo>
                  <a:pt x="140" y="484"/>
                  <a:pt x="140" y="484"/>
                  <a:pt x="140" y="484"/>
                </a:cubicBezTo>
                <a:cubicBezTo>
                  <a:pt x="142" y="484"/>
                  <a:pt x="142" y="484"/>
                  <a:pt x="142" y="484"/>
                </a:cubicBezTo>
                <a:moveTo>
                  <a:pt x="201" y="638"/>
                </a:moveTo>
                <a:cubicBezTo>
                  <a:pt x="201" y="560"/>
                  <a:pt x="201" y="560"/>
                  <a:pt x="201" y="560"/>
                </a:cubicBezTo>
                <a:cubicBezTo>
                  <a:pt x="178" y="560"/>
                  <a:pt x="178" y="560"/>
                  <a:pt x="178" y="560"/>
                </a:cubicBezTo>
                <a:cubicBezTo>
                  <a:pt x="178" y="591"/>
                  <a:pt x="178" y="591"/>
                  <a:pt x="178" y="591"/>
                </a:cubicBezTo>
                <a:cubicBezTo>
                  <a:pt x="180" y="591"/>
                  <a:pt x="180" y="591"/>
                  <a:pt x="180" y="591"/>
                </a:cubicBezTo>
                <a:cubicBezTo>
                  <a:pt x="180" y="562"/>
                  <a:pt x="180" y="562"/>
                  <a:pt x="180" y="562"/>
                </a:cubicBezTo>
                <a:cubicBezTo>
                  <a:pt x="198" y="562"/>
                  <a:pt x="198" y="562"/>
                  <a:pt x="198" y="562"/>
                </a:cubicBezTo>
                <a:cubicBezTo>
                  <a:pt x="198" y="638"/>
                  <a:pt x="198" y="638"/>
                  <a:pt x="198" y="638"/>
                </a:cubicBezTo>
                <a:cubicBezTo>
                  <a:pt x="201" y="638"/>
                  <a:pt x="201" y="638"/>
                  <a:pt x="201" y="638"/>
                </a:cubicBezTo>
                <a:moveTo>
                  <a:pt x="181" y="562"/>
                </a:moveTo>
                <a:cubicBezTo>
                  <a:pt x="189" y="553"/>
                  <a:pt x="189" y="553"/>
                  <a:pt x="189" y="553"/>
                </a:cubicBezTo>
                <a:cubicBezTo>
                  <a:pt x="197" y="561"/>
                  <a:pt x="197" y="561"/>
                  <a:pt x="197" y="561"/>
                </a:cubicBezTo>
                <a:cubicBezTo>
                  <a:pt x="199" y="560"/>
                  <a:pt x="199" y="560"/>
                  <a:pt x="199" y="560"/>
                </a:cubicBezTo>
                <a:cubicBezTo>
                  <a:pt x="189" y="550"/>
                  <a:pt x="189" y="550"/>
                  <a:pt x="189" y="550"/>
                </a:cubicBezTo>
                <a:cubicBezTo>
                  <a:pt x="179" y="560"/>
                  <a:pt x="179" y="560"/>
                  <a:pt x="179" y="560"/>
                </a:cubicBezTo>
                <a:cubicBezTo>
                  <a:pt x="181" y="562"/>
                  <a:pt x="181" y="562"/>
                  <a:pt x="181" y="562"/>
                </a:cubicBezTo>
                <a:moveTo>
                  <a:pt x="188" y="552"/>
                </a:moveTo>
                <a:cubicBezTo>
                  <a:pt x="190" y="552"/>
                  <a:pt x="190" y="552"/>
                  <a:pt x="190" y="552"/>
                </a:cubicBezTo>
                <a:cubicBezTo>
                  <a:pt x="190" y="539"/>
                  <a:pt x="190" y="539"/>
                  <a:pt x="190" y="539"/>
                </a:cubicBezTo>
                <a:cubicBezTo>
                  <a:pt x="188" y="539"/>
                  <a:pt x="188" y="539"/>
                  <a:pt x="188" y="539"/>
                </a:cubicBezTo>
                <a:lnTo>
                  <a:pt x="188" y="552"/>
                </a:lnTo>
                <a:close/>
                <a:moveTo>
                  <a:pt x="187" y="607"/>
                </a:moveTo>
                <a:cubicBezTo>
                  <a:pt x="190" y="607"/>
                  <a:pt x="190" y="607"/>
                  <a:pt x="190" y="607"/>
                </a:cubicBezTo>
                <a:cubicBezTo>
                  <a:pt x="190" y="561"/>
                  <a:pt x="190" y="561"/>
                  <a:pt x="190" y="561"/>
                </a:cubicBezTo>
                <a:cubicBezTo>
                  <a:pt x="187" y="561"/>
                  <a:pt x="187" y="561"/>
                  <a:pt x="187" y="561"/>
                </a:cubicBezTo>
                <a:lnTo>
                  <a:pt x="187" y="607"/>
                </a:lnTo>
                <a:close/>
                <a:moveTo>
                  <a:pt x="201" y="560"/>
                </a:moveTo>
                <a:cubicBezTo>
                  <a:pt x="201" y="517"/>
                  <a:pt x="201" y="517"/>
                  <a:pt x="201" y="517"/>
                </a:cubicBezTo>
                <a:cubicBezTo>
                  <a:pt x="226" y="517"/>
                  <a:pt x="226" y="517"/>
                  <a:pt x="226" y="517"/>
                </a:cubicBezTo>
                <a:cubicBezTo>
                  <a:pt x="226" y="646"/>
                  <a:pt x="226" y="646"/>
                  <a:pt x="226" y="646"/>
                </a:cubicBezTo>
                <a:cubicBezTo>
                  <a:pt x="228" y="646"/>
                  <a:pt x="228" y="646"/>
                  <a:pt x="228" y="646"/>
                </a:cubicBezTo>
                <a:cubicBezTo>
                  <a:pt x="228" y="515"/>
                  <a:pt x="228" y="515"/>
                  <a:pt x="228" y="515"/>
                </a:cubicBezTo>
                <a:cubicBezTo>
                  <a:pt x="198" y="515"/>
                  <a:pt x="198" y="515"/>
                  <a:pt x="198" y="515"/>
                </a:cubicBezTo>
                <a:cubicBezTo>
                  <a:pt x="198" y="560"/>
                  <a:pt x="198" y="560"/>
                  <a:pt x="198" y="560"/>
                </a:cubicBezTo>
                <a:cubicBezTo>
                  <a:pt x="201" y="560"/>
                  <a:pt x="201" y="560"/>
                  <a:pt x="201" y="560"/>
                </a:cubicBezTo>
                <a:moveTo>
                  <a:pt x="227" y="517"/>
                </a:moveTo>
                <a:cubicBezTo>
                  <a:pt x="235" y="519"/>
                  <a:pt x="235" y="519"/>
                  <a:pt x="235" y="519"/>
                </a:cubicBezTo>
                <a:cubicBezTo>
                  <a:pt x="235" y="560"/>
                  <a:pt x="235" y="560"/>
                  <a:pt x="235" y="560"/>
                </a:cubicBezTo>
                <a:cubicBezTo>
                  <a:pt x="237" y="560"/>
                  <a:pt x="237" y="560"/>
                  <a:pt x="237" y="560"/>
                </a:cubicBezTo>
                <a:cubicBezTo>
                  <a:pt x="237" y="518"/>
                  <a:pt x="237" y="518"/>
                  <a:pt x="237" y="518"/>
                </a:cubicBezTo>
                <a:cubicBezTo>
                  <a:pt x="228" y="515"/>
                  <a:pt x="228" y="515"/>
                  <a:pt x="228" y="515"/>
                </a:cubicBezTo>
                <a:cubicBezTo>
                  <a:pt x="227" y="517"/>
                  <a:pt x="227" y="517"/>
                  <a:pt x="227" y="517"/>
                </a:cubicBezTo>
                <a:moveTo>
                  <a:pt x="231" y="560"/>
                </a:moveTo>
                <a:cubicBezTo>
                  <a:pt x="230" y="560"/>
                  <a:pt x="230" y="560"/>
                  <a:pt x="230" y="560"/>
                </a:cubicBezTo>
                <a:cubicBezTo>
                  <a:pt x="230" y="578"/>
                  <a:pt x="230" y="578"/>
                  <a:pt x="230" y="578"/>
                </a:cubicBezTo>
                <a:cubicBezTo>
                  <a:pt x="260" y="578"/>
                  <a:pt x="260" y="578"/>
                  <a:pt x="260" y="578"/>
                </a:cubicBezTo>
                <a:cubicBezTo>
                  <a:pt x="260" y="559"/>
                  <a:pt x="260" y="559"/>
                  <a:pt x="260" y="559"/>
                </a:cubicBezTo>
                <a:cubicBezTo>
                  <a:pt x="230" y="559"/>
                  <a:pt x="230" y="559"/>
                  <a:pt x="230" y="559"/>
                </a:cubicBezTo>
                <a:cubicBezTo>
                  <a:pt x="230" y="560"/>
                  <a:pt x="230" y="560"/>
                  <a:pt x="230" y="560"/>
                </a:cubicBezTo>
                <a:cubicBezTo>
                  <a:pt x="231" y="560"/>
                  <a:pt x="231" y="560"/>
                  <a:pt x="231" y="560"/>
                </a:cubicBezTo>
                <a:cubicBezTo>
                  <a:pt x="231" y="561"/>
                  <a:pt x="231" y="561"/>
                  <a:pt x="231" y="561"/>
                </a:cubicBezTo>
                <a:cubicBezTo>
                  <a:pt x="258" y="561"/>
                  <a:pt x="258" y="561"/>
                  <a:pt x="258" y="561"/>
                </a:cubicBezTo>
                <a:cubicBezTo>
                  <a:pt x="258" y="576"/>
                  <a:pt x="258" y="576"/>
                  <a:pt x="258" y="576"/>
                </a:cubicBezTo>
                <a:cubicBezTo>
                  <a:pt x="232" y="576"/>
                  <a:pt x="232" y="576"/>
                  <a:pt x="232" y="576"/>
                </a:cubicBezTo>
                <a:cubicBezTo>
                  <a:pt x="232" y="560"/>
                  <a:pt x="232" y="560"/>
                  <a:pt x="232" y="560"/>
                </a:cubicBezTo>
                <a:cubicBezTo>
                  <a:pt x="231" y="560"/>
                  <a:pt x="231" y="560"/>
                  <a:pt x="231" y="560"/>
                </a:cubicBezTo>
                <a:cubicBezTo>
                  <a:pt x="231" y="561"/>
                  <a:pt x="231" y="561"/>
                  <a:pt x="231" y="561"/>
                </a:cubicBezTo>
                <a:cubicBezTo>
                  <a:pt x="231" y="560"/>
                  <a:pt x="231" y="560"/>
                  <a:pt x="231" y="560"/>
                </a:cubicBezTo>
                <a:moveTo>
                  <a:pt x="245" y="545"/>
                </a:moveTo>
                <a:cubicBezTo>
                  <a:pt x="245" y="474"/>
                  <a:pt x="245" y="474"/>
                  <a:pt x="245" y="474"/>
                </a:cubicBezTo>
                <a:cubicBezTo>
                  <a:pt x="251" y="474"/>
                  <a:pt x="251" y="474"/>
                  <a:pt x="251" y="474"/>
                </a:cubicBezTo>
                <a:cubicBezTo>
                  <a:pt x="251" y="451"/>
                  <a:pt x="251" y="451"/>
                  <a:pt x="251" y="451"/>
                </a:cubicBezTo>
                <a:cubicBezTo>
                  <a:pt x="284" y="451"/>
                  <a:pt x="284" y="451"/>
                  <a:pt x="284" y="451"/>
                </a:cubicBezTo>
                <a:cubicBezTo>
                  <a:pt x="284" y="462"/>
                  <a:pt x="284" y="462"/>
                  <a:pt x="284" y="462"/>
                </a:cubicBezTo>
                <a:cubicBezTo>
                  <a:pt x="250" y="461"/>
                  <a:pt x="250" y="461"/>
                  <a:pt x="250" y="461"/>
                </a:cubicBezTo>
                <a:cubicBezTo>
                  <a:pt x="250" y="464"/>
                  <a:pt x="250" y="464"/>
                  <a:pt x="250" y="464"/>
                </a:cubicBezTo>
                <a:cubicBezTo>
                  <a:pt x="286" y="464"/>
                  <a:pt x="286" y="464"/>
                  <a:pt x="286" y="464"/>
                </a:cubicBezTo>
                <a:cubicBezTo>
                  <a:pt x="286" y="448"/>
                  <a:pt x="286" y="448"/>
                  <a:pt x="286" y="448"/>
                </a:cubicBezTo>
                <a:cubicBezTo>
                  <a:pt x="249" y="448"/>
                  <a:pt x="249" y="448"/>
                  <a:pt x="249" y="448"/>
                </a:cubicBezTo>
                <a:cubicBezTo>
                  <a:pt x="249" y="472"/>
                  <a:pt x="249" y="472"/>
                  <a:pt x="249" y="472"/>
                </a:cubicBezTo>
                <a:cubicBezTo>
                  <a:pt x="242" y="472"/>
                  <a:pt x="242" y="472"/>
                  <a:pt x="242" y="472"/>
                </a:cubicBezTo>
                <a:cubicBezTo>
                  <a:pt x="242" y="545"/>
                  <a:pt x="242" y="545"/>
                  <a:pt x="242" y="545"/>
                </a:cubicBezTo>
                <a:cubicBezTo>
                  <a:pt x="245" y="545"/>
                  <a:pt x="245" y="545"/>
                  <a:pt x="245" y="545"/>
                </a:cubicBezTo>
                <a:moveTo>
                  <a:pt x="264" y="449"/>
                </a:moveTo>
                <a:cubicBezTo>
                  <a:pt x="266" y="449"/>
                  <a:pt x="266" y="449"/>
                  <a:pt x="266" y="449"/>
                </a:cubicBezTo>
                <a:cubicBezTo>
                  <a:pt x="266" y="433"/>
                  <a:pt x="266" y="433"/>
                  <a:pt x="266" y="433"/>
                </a:cubicBezTo>
                <a:cubicBezTo>
                  <a:pt x="264" y="433"/>
                  <a:pt x="264" y="433"/>
                  <a:pt x="264" y="433"/>
                </a:cubicBezTo>
                <a:lnTo>
                  <a:pt x="264" y="449"/>
                </a:lnTo>
                <a:close/>
                <a:moveTo>
                  <a:pt x="270" y="449"/>
                </a:moveTo>
                <a:cubicBezTo>
                  <a:pt x="272" y="449"/>
                  <a:pt x="272" y="449"/>
                  <a:pt x="272" y="449"/>
                </a:cubicBezTo>
                <a:cubicBezTo>
                  <a:pt x="272" y="427"/>
                  <a:pt x="272" y="427"/>
                  <a:pt x="272" y="427"/>
                </a:cubicBezTo>
                <a:cubicBezTo>
                  <a:pt x="270" y="427"/>
                  <a:pt x="270" y="427"/>
                  <a:pt x="270" y="427"/>
                </a:cubicBezTo>
                <a:lnTo>
                  <a:pt x="270" y="449"/>
                </a:lnTo>
                <a:close/>
                <a:moveTo>
                  <a:pt x="284" y="510"/>
                </a:moveTo>
                <a:cubicBezTo>
                  <a:pt x="286" y="510"/>
                  <a:pt x="286" y="510"/>
                  <a:pt x="286" y="510"/>
                </a:cubicBezTo>
                <a:cubicBezTo>
                  <a:pt x="286" y="463"/>
                  <a:pt x="286" y="463"/>
                  <a:pt x="286" y="463"/>
                </a:cubicBezTo>
                <a:cubicBezTo>
                  <a:pt x="284" y="463"/>
                  <a:pt x="284" y="463"/>
                  <a:pt x="284" y="463"/>
                </a:cubicBezTo>
                <a:lnTo>
                  <a:pt x="284" y="510"/>
                </a:lnTo>
                <a:close/>
                <a:moveTo>
                  <a:pt x="260" y="555"/>
                </a:moveTo>
                <a:cubicBezTo>
                  <a:pt x="260" y="512"/>
                  <a:pt x="260" y="512"/>
                  <a:pt x="260" y="512"/>
                </a:cubicBezTo>
                <a:cubicBezTo>
                  <a:pt x="298" y="512"/>
                  <a:pt x="298" y="512"/>
                  <a:pt x="298" y="512"/>
                </a:cubicBezTo>
                <a:cubicBezTo>
                  <a:pt x="298" y="646"/>
                  <a:pt x="298" y="646"/>
                  <a:pt x="298" y="646"/>
                </a:cubicBezTo>
                <a:cubicBezTo>
                  <a:pt x="300" y="646"/>
                  <a:pt x="300" y="646"/>
                  <a:pt x="300" y="646"/>
                </a:cubicBezTo>
                <a:cubicBezTo>
                  <a:pt x="300" y="510"/>
                  <a:pt x="300" y="510"/>
                  <a:pt x="300" y="510"/>
                </a:cubicBezTo>
                <a:cubicBezTo>
                  <a:pt x="258" y="510"/>
                  <a:pt x="258" y="510"/>
                  <a:pt x="258" y="510"/>
                </a:cubicBezTo>
                <a:cubicBezTo>
                  <a:pt x="258" y="555"/>
                  <a:pt x="258" y="555"/>
                  <a:pt x="258" y="555"/>
                </a:cubicBezTo>
                <a:cubicBezTo>
                  <a:pt x="260" y="555"/>
                  <a:pt x="260" y="555"/>
                  <a:pt x="260" y="555"/>
                </a:cubicBezTo>
                <a:moveTo>
                  <a:pt x="260" y="525"/>
                </a:moveTo>
                <a:cubicBezTo>
                  <a:pt x="291" y="525"/>
                  <a:pt x="291" y="525"/>
                  <a:pt x="291" y="525"/>
                </a:cubicBezTo>
                <a:cubicBezTo>
                  <a:pt x="291" y="523"/>
                  <a:pt x="291" y="523"/>
                  <a:pt x="291" y="523"/>
                </a:cubicBezTo>
                <a:cubicBezTo>
                  <a:pt x="260" y="523"/>
                  <a:pt x="260" y="523"/>
                  <a:pt x="260" y="523"/>
                </a:cubicBezTo>
                <a:lnTo>
                  <a:pt x="260" y="525"/>
                </a:lnTo>
                <a:close/>
                <a:moveTo>
                  <a:pt x="285" y="473"/>
                </a:moveTo>
                <a:cubicBezTo>
                  <a:pt x="293" y="473"/>
                  <a:pt x="293" y="473"/>
                  <a:pt x="293" y="473"/>
                </a:cubicBezTo>
                <a:cubicBezTo>
                  <a:pt x="293" y="504"/>
                  <a:pt x="293" y="504"/>
                  <a:pt x="293" y="504"/>
                </a:cubicBezTo>
                <a:cubicBezTo>
                  <a:pt x="295" y="504"/>
                  <a:pt x="295" y="504"/>
                  <a:pt x="295" y="504"/>
                </a:cubicBezTo>
                <a:cubicBezTo>
                  <a:pt x="295" y="471"/>
                  <a:pt x="295" y="471"/>
                  <a:pt x="295" y="471"/>
                </a:cubicBezTo>
                <a:cubicBezTo>
                  <a:pt x="285" y="471"/>
                  <a:pt x="285" y="471"/>
                  <a:pt x="285" y="471"/>
                </a:cubicBezTo>
                <a:cubicBezTo>
                  <a:pt x="285" y="473"/>
                  <a:pt x="285" y="473"/>
                  <a:pt x="285" y="473"/>
                </a:cubicBezTo>
                <a:moveTo>
                  <a:pt x="234" y="646"/>
                </a:moveTo>
                <a:cubicBezTo>
                  <a:pt x="234" y="582"/>
                  <a:pt x="234" y="582"/>
                  <a:pt x="234" y="582"/>
                </a:cubicBezTo>
                <a:cubicBezTo>
                  <a:pt x="256" y="582"/>
                  <a:pt x="256" y="582"/>
                  <a:pt x="256" y="582"/>
                </a:cubicBezTo>
                <a:cubicBezTo>
                  <a:pt x="256" y="646"/>
                  <a:pt x="256" y="646"/>
                  <a:pt x="256" y="646"/>
                </a:cubicBezTo>
                <a:cubicBezTo>
                  <a:pt x="258" y="646"/>
                  <a:pt x="258" y="646"/>
                  <a:pt x="258" y="646"/>
                </a:cubicBezTo>
                <a:cubicBezTo>
                  <a:pt x="258" y="580"/>
                  <a:pt x="258" y="580"/>
                  <a:pt x="258" y="580"/>
                </a:cubicBezTo>
                <a:cubicBezTo>
                  <a:pt x="231" y="580"/>
                  <a:pt x="231" y="580"/>
                  <a:pt x="231" y="580"/>
                </a:cubicBezTo>
                <a:cubicBezTo>
                  <a:pt x="231" y="646"/>
                  <a:pt x="231" y="646"/>
                  <a:pt x="231" y="646"/>
                </a:cubicBezTo>
                <a:cubicBezTo>
                  <a:pt x="234" y="646"/>
                  <a:pt x="234" y="646"/>
                  <a:pt x="234" y="646"/>
                </a:cubicBezTo>
                <a:moveTo>
                  <a:pt x="165" y="591"/>
                </a:moveTo>
                <a:cubicBezTo>
                  <a:pt x="179" y="591"/>
                  <a:pt x="179" y="591"/>
                  <a:pt x="179" y="591"/>
                </a:cubicBezTo>
                <a:cubicBezTo>
                  <a:pt x="179" y="654"/>
                  <a:pt x="179" y="654"/>
                  <a:pt x="179" y="654"/>
                </a:cubicBezTo>
                <a:cubicBezTo>
                  <a:pt x="181" y="654"/>
                  <a:pt x="181" y="654"/>
                  <a:pt x="181" y="654"/>
                </a:cubicBezTo>
                <a:cubicBezTo>
                  <a:pt x="181" y="589"/>
                  <a:pt x="181" y="589"/>
                  <a:pt x="181" y="589"/>
                </a:cubicBezTo>
                <a:cubicBezTo>
                  <a:pt x="165" y="589"/>
                  <a:pt x="165" y="589"/>
                  <a:pt x="165" y="589"/>
                </a:cubicBezTo>
                <a:cubicBezTo>
                  <a:pt x="165" y="591"/>
                  <a:pt x="165" y="591"/>
                  <a:pt x="165" y="591"/>
                </a:cubicBezTo>
                <a:moveTo>
                  <a:pt x="201" y="516"/>
                </a:moveTo>
                <a:cubicBezTo>
                  <a:pt x="201" y="510"/>
                  <a:pt x="201" y="510"/>
                  <a:pt x="201" y="510"/>
                </a:cubicBezTo>
                <a:cubicBezTo>
                  <a:pt x="212" y="510"/>
                  <a:pt x="212" y="510"/>
                  <a:pt x="212" y="510"/>
                </a:cubicBezTo>
                <a:cubicBezTo>
                  <a:pt x="212" y="516"/>
                  <a:pt x="212" y="516"/>
                  <a:pt x="212" y="516"/>
                </a:cubicBezTo>
                <a:cubicBezTo>
                  <a:pt x="214" y="516"/>
                  <a:pt x="214" y="516"/>
                  <a:pt x="214" y="516"/>
                </a:cubicBezTo>
                <a:cubicBezTo>
                  <a:pt x="214" y="509"/>
                  <a:pt x="214" y="509"/>
                  <a:pt x="214" y="509"/>
                </a:cubicBezTo>
                <a:cubicBezTo>
                  <a:pt x="214" y="507"/>
                  <a:pt x="214" y="507"/>
                  <a:pt x="214" y="507"/>
                </a:cubicBezTo>
                <a:cubicBezTo>
                  <a:pt x="199" y="507"/>
                  <a:pt x="199" y="507"/>
                  <a:pt x="199" y="507"/>
                </a:cubicBezTo>
                <a:cubicBezTo>
                  <a:pt x="199" y="516"/>
                  <a:pt x="199" y="516"/>
                  <a:pt x="199" y="516"/>
                </a:cubicBezTo>
                <a:cubicBezTo>
                  <a:pt x="201" y="516"/>
                  <a:pt x="201" y="516"/>
                  <a:pt x="201" y="516"/>
                </a:cubicBezTo>
                <a:moveTo>
                  <a:pt x="299" y="571"/>
                </a:moveTo>
                <a:cubicBezTo>
                  <a:pt x="311" y="571"/>
                  <a:pt x="311" y="571"/>
                  <a:pt x="311" y="571"/>
                </a:cubicBezTo>
                <a:cubicBezTo>
                  <a:pt x="311" y="646"/>
                  <a:pt x="311" y="646"/>
                  <a:pt x="311" y="646"/>
                </a:cubicBezTo>
                <a:cubicBezTo>
                  <a:pt x="313" y="646"/>
                  <a:pt x="313" y="646"/>
                  <a:pt x="313" y="646"/>
                </a:cubicBezTo>
                <a:cubicBezTo>
                  <a:pt x="313" y="569"/>
                  <a:pt x="313" y="569"/>
                  <a:pt x="313" y="569"/>
                </a:cubicBezTo>
                <a:cubicBezTo>
                  <a:pt x="299" y="569"/>
                  <a:pt x="299" y="569"/>
                  <a:pt x="299" y="569"/>
                </a:cubicBezTo>
                <a:cubicBezTo>
                  <a:pt x="299" y="571"/>
                  <a:pt x="299" y="571"/>
                  <a:pt x="299" y="571"/>
                </a:cubicBezTo>
                <a:moveTo>
                  <a:pt x="322" y="671"/>
                </a:moveTo>
                <a:cubicBezTo>
                  <a:pt x="322" y="613"/>
                  <a:pt x="322" y="613"/>
                  <a:pt x="322" y="613"/>
                </a:cubicBezTo>
                <a:cubicBezTo>
                  <a:pt x="337" y="613"/>
                  <a:pt x="337" y="613"/>
                  <a:pt x="337" y="613"/>
                </a:cubicBezTo>
                <a:cubicBezTo>
                  <a:pt x="337" y="557"/>
                  <a:pt x="337" y="557"/>
                  <a:pt x="337" y="557"/>
                </a:cubicBezTo>
                <a:cubicBezTo>
                  <a:pt x="354" y="557"/>
                  <a:pt x="354" y="557"/>
                  <a:pt x="354" y="557"/>
                </a:cubicBezTo>
                <a:cubicBezTo>
                  <a:pt x="354" y="644"/>
                  <a:pt x="354" y="644"/>
                  <a:pt x="354" y="644"/>
                </a:cubicBezTo>
                <a:cubicBezTo>
                  <a:pt x="356" y="644"/>
                  <a:pt x="356" y="644"/>
                  <a:pt x="356" y="644"/>
                </a:cubicBezTo>
                <a:cubicBezTo>
                  <a:pt x="356" y="555"/>
                  <a:pt x="356" y="555"/>
                  <a:pt x="356" y="555"/>
                </a:cubicBezTo>
                <a:cubicBezTo>
                  <a:pt x="335" y="555"/>
                  <a:pt x="335" y="555"/>
                  <a:pt x="335" y="555"/>
                </a:cubicBezTo>
                <a:cubicBezTo>
                  <a:pt x="335" y="611"/>
                  <a:pt x="335" y="611"/>
                  <a:pt x="335" y="611"/>
                </a:cubicBezTo>
                <a:cubicBezTo>
                  <a:pt x="320" y="611"/>
                  <a:pt x="320" y="611"/>
                  <a:pt x="320" y="611"/>
                </a:cubicBezTo>
                <a:cubicBezTo>
                  <a:pt x="320" y="671"/>
                  <a:pt x="320" y="671"/>
                  <a:pt x="320" y="671"/>
                </a:cubicBezTo>
                <a:cubicBezTo>
                  <a:pt x="322" y="671"/>
                  <a:pt x="322" y="671"/>
                  <a:pt x="322" y="671"/>
                </a:cubicBezTo>
                <a:moveTo>
                  <a:pt x="306" y="569"/>
                </a:moveTo>
                <a:cubicBezTo>
                  <a:pt x="306" y="563"/>
                  <a:pt x="306" y="563"/>
                  <a:pt x="306" y="563"/>
                </a:cubicBezTo>
                <a:cubicBezTo>
                  <a:pt x="326" y="563"/>
                  <a:pt x="326" y="563"/>
                  <a:pt x="326" y="563"/>
                </a:cubicBezTo>
                <a:cubicBezTo>
                  <a:pt x="326" y="612"/>
                  <a:pt x="326" y="612"/>
                  <a:pt x="326" y="612"/>
                </a:cubicBezTo>
                <a:cubicBezTo>
                  <a:pt x="328" y="612"/>
                  <a:pt x="328" y="612"/>
                  <a:pt x="328" y="612"/>
                </a:cubicBezTo>
                <a:cubicBezTo>
                  <a:pt x="328" y="561"/>
                  <a:pt x="328" y="561"/>
                  <a:pt x="328" y="561"/>
                </a:cubicBezTo>
                <a:cubicBezTo>
                  <a:pt x="304" y="561"/>
                  <a:pt x="304" y="561"/>
                  <a:pt x="304" y="561"/>
                </a:cubicBezTo>
                <a:cubicBezTo>
                  <a:pt x="304" y="569"/>
                  <a:pt x="304" y="569"/>
                  <a:pt x="304" y="569"/>
                </a:cubicBezTo>
                <a:cubicBezTo>
                  <a:pt x="306" y="569"/>
                  <a:pt x="306" y="569"/>
                  <a:pt x="306" y="569"/>
                </a:cubicBezTo>
                <a:moveTo>
                  <a:pt x="324" y="562"/>
                </a:moveTo>
                <a:cubicBezTo>
                  <a:pt x="324" y="412"/>
                  <a:pt x="324" y="412"/>
                  <a:pt x="324" y="412"/>
                </a:cubicBezTo>
                <a:cubicBezTo>
                  <a:pt x="332" y="413"/>
                  <a:pt x="332" y="413"/>
                  <a:pt x="332" y="413"/>
                </a:cubicBezTo>
                <a:cubicBezTo>
                  <a:pt x="332" y="545"/>
                  <a:pt x="332" y="545"/>
                  <a:pt x="332" y="545"/>
                </a:cubicBezTo>
                <a:cubicBezTo>
                  <a:pt x="334" y="545"/>
                  <a:pt x="334" y="545"/>
                  <a:pt x="334" y="545"/>
                </a:cubicBezTo>
                <a:cubicBezTo>
                  <a:pt x="334" y="411"/>
                  <a:pt x="334" y="411"/>
                  <a:pt x="334" y="411"/>
                </a:cubicBezTo>
                <a:cubicBezTo>
                  <a:pt x="322" y="409"/>
                  <a:pt x="322" y="409"/>
                  <a:pt x="322" y="409"/>
                </a:cubicBezTo>
                <a:cubicBezTo>
                  <a:pt x="322" y="562"/>
                  <a:pt x="322" y="562"/>
                  <a:pt x="322" y="562"/>
                </a:cubicBezTo>
                <a:cubicBezTo>
                  <a:pt x="324" y="562"/>
                  <a:pt x="324" y="562"/>
                  <a:pt x="324" y="562"/>
                </a:cubicBezTo>
                <a:moveTo>
                  <a:pt x="333" y="414"/>
                </a:moveTo>
                <a:cubicBezTo>
                  <a:pt x="368" y="414"/>
                  <a:pt x="368" y="414"/>
                  <a:pt x="368" y="414"/>
                </a:cubicBezTo>
                <a:cubicBezTo>
                  <a:pt x="368" y="514"/>
                  <a:pt x="368" y="514"/>
                  <a:pt x="368" y="514"/>
                </a:cubicBezTo>
                <a:cubicBezTo>
                  <a:pt x="370" y="514"/>
                  <a:pt x="370" y="514"/>
                  <a:pt x="370" y="514"/>
                </a:cubicBezTo>
                <a:cubicBezTo>
                  <a:pt x="370" y="411"/>
                  <a:pt x="370" y="411"/>
                  <a:pt x="370" y="411"/>
                </a:cubicBezTo>
                <a:cubicBezTo>
                  <a:pt x="333" y="411"/>
                  <a:pt x="333" y="411"/>
                  <a:pt x="333" y="411"/>
                </a:cubicBezTo>
                <a:cubicBezTo>
                  <a:pt x="333" y="414"/>
                  <a:pt x="333" y="414"/>
                  <a:pt x="333" y="414"/>
                </a:cubicBezTo>
                <a:moveTo>
                  <a:pt x="346" y="390"/>
                </a:moveTo>
                <a:cubicBezTo>
                  <a:pt x="345" y="390"/>
                  <a:pt x="345" y="390"/>
                  <a:pt x="345" y="390"/>
                </a:cubicBezTo>
                <a:cubicBezTo>
                  <a:pt x="345" y="410"/>
                  <a:pt x="345" y="410"/>
                  <a:pt x="345" y="410"/>
                </a:cubicBezTo>
                <a:cubicBezTo>
                  <a:pt x="369" y="410"/>
                  <a:pt x="369" y="410"/>
                  <a:pt x="369" y="410"/>
                </a:cubicBezTo>
                <a:cubicBezTo>
                  <a:pt x="369" y="389"/>
                  <a:pt x="369" y="389"/>
                  <a:pt x="369" y="389"/>
                </a:cubicBezTo>
                <a:cubicBezTo>
                  <a:pt x="345" y="389"/>
                  <a:pt x="345" y="389"/>
                  <a:pt x="345" y="389"/>
                </a:cubicBezTo>
                <a:cubicBezTo>
                  <a:pt x="345" y="390"/>
                  <a:pt x="345" y="390"/>
                  <a:pt x="345" y="390"/>
                </a:cubicBezTo>
                <a:cubicBezTo>
                  <a:pt x="346" y="390"/>
                  <a:pt x="346" y="390"/>
                  <a:pt x="346" y="390"/>
                </a:cubicBezTo>
                <a:cubicBezTo>
                  <a:pt x="346" y="391"/>
                  <a:pt x="346" y="391"/>
                  <a:pt x="346" y="391"/>
                </a:cubicBezTo>
                <a:cubicBezTo>
                  <a:pt x="367" y="391"/>
                  <a:pt x="367" y="391"/>
                  <a:pt x="367" y="391"/>
                </a:cubicBezTo>
                <a:cubicBezTo>
                  <a:pt x="367" y="407"/>
                  <a:pt x="367" y="407"/>
                  <a:pt x="367" y="407"/>
                </a:cubicBezTo>
                <a:cubicBezTo>
                  <a:pt x="347" y="407"/>
                  <a:pt x="347" y="407"/>
                  <a:pt x="347" y="407"/>
                </a:cubicBezTo>
                <a:cubicBezTo>
                  <a:pt x="347" y="390"/>
                  <a:pt x="347" y="390"/>
                  <a:pt x="347" y="390"/>
                </a:cubicBezTo>
                <a:cubicBezTo>
                  <a:pt x="346" y="390"/>
                  <a:pt x="346" y="390"/>
                  <a:pt x="346" y="390"/>
                </a:cubicBezTo>
                <a:cubicBezTo>
                  <a:pt x="346" y="391"/>
                  <a:pt x="346" y="391"/>
                  <a:pt x="346" y="391"/>
                </a:cubicBezTo>
                <a:cubicBezTo>
                  <a:pt x="346" y="390"/>
                  <a:pt x="346" y="390"/>
                  <a:pt x="346" y="390"/>
                </a:cubicBezTo>
                <a:moveTo>
                  <a:pt x="341" y="426"/>
                </a:moveTo>
                <a:cubicBezTo>
                  <a:pt x="357" y="426"/>
                  <a:pt x="357" y="426"/>
                  <a:pt x="357" y="426"/>
                </a:cubicBezTo>
                <a:cubicBezTo>
                  <a:pt x="357" y="508"/>
                  <a:pt x="357" y="508"/>
                  <a:pt x="357" y="508"/>
                </a:cubicBezTo>
                <a:cubicBezTo>
                  <a:pt x="359" y="508"/>
                  <a:pt x="359" y="508"/>
                  <a:pt x="359" y="508"/>
                </a:cubicBezTo>
                <a:cubicBezTo>
                  <a:pt x="359" y="424"/>
                  <a:pt x="359" y="424"/>
                  <a:pt x="359" y="424"/>
                </a:cubicBezTo>
                <a:cubicBezTo>
                  <a:pt x="341" y="424"/>
                  <a:pt x="341" y="424"/>
                  <a:pt x="341" y="424"/>
                </a:cubicBezTo>
                <a:cubicBezTo>
                  <a:pt x="341" y="426"/>
                  <a:pt x="341" y="426"/>
                  <a:pt x="341" y="426"/>
                </a:cubicBezTo>
                <a:moveTo>
                  <a:pt x="333" y="421"/>
                </a:moveTo>
                <a:cubicBezTo>
                  <a:pt x="340" y="421"/>
                  <a:pt x="340" y="421"/>
                  <a:pt x="340" y="421"/>
                </a:cubicBezTo>
                <a:cubicBezTo>
                  <a:pt x="340" y="448"/>
                  <a:pt x="340" y="448"/>
                  <a:pt x="340" y="448"/>
                </a:cubicBezTo>
                <a:cubicBezTo>
                  <a:pt x="358" y="448"/>
                  <a:pt x="358" y="448"/>
                  <a:pt x="358" y="448"/>
                </a:cubicBezTo>
                <a:cubicBezTo>
                  <a:pt x="358" y="446"/>
                  <a:pt x="358" y="446"/>
                  <a:pt x="358" y="446"/>
                </a:cubicBezTo>
                <a:cubicBezTo>
                  <a:pt x="342" y="446"/>
                  <a:pt x="342" y="446"/>
                  <a:pt x="342" y="446"/>
                </a:cubicBezTo>
                <a:cubicBezTo>
                  <a:pt x="342" y="418"/>
                  <a:pt x="342" y="418"/>
                  <a:pt x="342" y="418"/>
                </a:cubicBezTo>
                <a:cubicBezTo>
                  <a:pt x="333" y="418"/>
                  <a:pt x="333" y="418"/>
                  <a:pt x="333" y="418"/>
                </a:cubicBezTo>
                <a:cubicBezTo>
                  <a:pt x="333" y="421"/>
                  <a:pt x="333" y="421"/>
                  <a:pt x="333" y="421"/>
                </a:cubicBezTo>
                <a:moveTo>
                  <a:pt x="162" y="655"/>
                </a:moveTo>
                <a:cubicBezTo>
                  <a:pt x="219" y="655"/>
                  <a:pt x="219" y="655"/>
                  <a:pt x="219" y="655"/>
                </a:cubicBezTo>
                <a:cubicBezTo>
                  <a:pt x="219" y="647"/>
                  <a:pt x="219" y="647"/>
                  <a:pt x="219" y="647"/>
                </a:cubicBezTo>
                <a:cubicBezTo>
                  <a:pt x="314" y="647"/>
                  <a:pt x="314" y="647"/>
                  <a:pt x="314" y="647"/>
                </a:cubicBezTo>
                <a:cubicBezTo>
                  <a:pt x="314" y="671"/>
                  <a:pt x="314" y="671"/>
                  <a:pt x="314" y="671"/>
                </a:cubicBezTo>
                <a:cubicBezTo>
                  <a:pt x="316" y="671"/>
                  <a:pt x="316" y="671"/>
                  <a:pt x="316" y="671"/>
                </a:cubicBezTo>
                <a:cubicBezTo>
                  <a:pt x="316" y="645"/>
                  <a:pt x="316" y="645"/>
                  <a:pt x="316" y="645"/>
                </a:cubicBezTo>
                <a:cubicBezTo>
                  <a:pt x="217" y="645"/>
                  <a:pt x="217" y="645"/>
                  <a:pt x="217" y="645"/>
                </a:cubicBezTo>
                <a:cubicBezTo>
                  <a:pt x="217" y="652"/>
                  <a:pt x="217" y="652"/>
                  <a:pt x="217" y="652"/>
                </a:cubicBezTo>
                <a:cubicBezTo>
                  <a:pt x="162" y="652"/>
                  <a:pt x="162" y="652"/>
                  <a:pt x="162" y="652"/>
                </a:cubicBezTo>
                <a:cubicBezTo>
                  <a:pt x="162" y="655"/>
                  <a:pt x="162" y="655"/>
                  <a:pt x="162" y="655"/>
                </a:cubicBezTo>
                <a:moveTo>
                  <a:pt x="365" y="641"/>
                </a:moveTo>
                <a:cubicBezTo>
                  <a:pt x="365" y="526"/>
                  <a:pt x="365" y="526"/>
                  <a:pt x="365" y="526"/>
                </a:cubicBezTo>
                <a:cubicBezTo>
                  <a:pt x="369" y="522"/>
                  <a:pt x="369" y="522"/>
                  <a:pt x="369" y="522"/>
                </a:cubicBezTo>
                <a:cubicBezTo>
                  <a:pt x="387" y="522"/>
                  <a:pt x="387" y="522"/>
                  <a:pt x="387" y="522"/>
                </a:cubicBezTo>
                <a:cubicBezTo>
                  <a:pt x="386" y="535"/>
                  <a:pt x="386" y="535"/>
                  <a:pt x="386" y="535"/>
                </a:cubicBezTo>
                <a:cubicBezTo>
                  <a:pt x="382" y="539"/>
                  <a:pt x="382" y="539"/>
                  <a:pt x="382" y="539"/>
                </a:cubicBezTo>
                <a:cubicBezTo>
                  <a:pt x="382" y="539"/>
                  <a:pt x="382" y="539"/>
                  <a:pt x="382" y="539"/>
                </a:cubicBezTo>
                <a:cubicBezTo>
                  <a:pt x="382" y="639"/>
                  <a:pt x="382" y="639"/>
                  <a:pt x="382" y="639"/>
                </a:cubicBezTo>
                <a:cubicBezTo>
                  <a:pt x="384" y="639"/>
                  <a:pt x="384" y="639"/>
                  <a:pt x="384" y="639"/>
                </a:cubicBezTo>
                <a:cubicBezTo>
                  <a:pt x="384" y="540"/>
                  <a:pt x="384" y="540"/>
                  <a:pt x="384" y="540"/>
                </a:cubicBezTo>
                <a:cubicBezTo>
                  <a:pt x="388" y="537"/>
                  <a:pt x="388" y="537"/>
                  <a:pt x="388" y="537"/>
                </a:cubicBezTo>
                <a:cubicBezTo>
                  <a:pt x="389" y="536"/>
                  <a:pt x="389" y="536"/>
                  <a:pt x="389" y="536"/>
                </a:cubicBezTo>
                <a:cubicBezTo>
                  <a:pt x="389" y="520"/>
                  <a:pt x="389" y="520"/>
                  <a:pt x="389" y="520"/>
                </a:cubicBezTo>
                <a:cubicBezTo>
                  <a:pt x="368" y="520"/>
                  <a:pt x="368" y="520"/>
                  <a:pt x="368" y="520"/>
                </a:cubicBezTo>
                <a:cubicBezTo>
                  <a:pt x="362" y="525"/>
                  <a:pt x="362" y="525"/>
                  <a:pt x="362" y="525"/>
                </a:cubicBezTo>
                <a:cubicBezTo>
                  <a:pt x="362" y="641"/>
                  <a:pt x="362" y="641"/>
                  <a:pt x="362" y="641"/>
                </a:cubicBezTo>
                <a:cubicBezTo>
                  <a:pt x="365" y="641"/>
                  <a:pt x="365" y="641"/>
                  <a:pt x="365" y="641"/>
                </a:cubicBezTo>
                <a:moveTo>
                  <a:pt x="444" y="671"/>
                </a:moveTo>
                <a:cubicBezTo>
                  <a:pt x="444" y="646"/>
                  <a:pt x="444" y="646"/>
                  <a:pt x="444" y="646"/>
                </a:cubicBezTo>
                <a:cubicBezTo>
                  <a:pt x="380" y="646"/>
                  <a:pt x="380" y="646"/>
                  <a:pt x="380" y="646"/>
                </a:cubicBezTo>
                <a:cubicBezTo>
                  <a:pt x="382" y="640"/>
                  <a:pt x="382" y="640"/>
                  <a:pt x="382" y="640"/>
                </a:cubicBezTo>
                <a:cubicBezTo>
                  <a:pt x="402" y="640"/>
                  <a:pt x="402" y="640"/>
                  <a:pt x="402" y="640"/>
                </a:cubicBezTo>
                <a:cubicBezTo>
                  <a:pt x="402" y="382"/>
                  <a:pt x="402" y="382"/>
                  <a:pt x="402" y="382"/>
                </a:cubicBezTo>
                <a:cubicBezTo>
                  <a:pt x="459" y="382"/>
                  <a:pt x="459" y="382"/>
                  <a:pt x="459" y="382"/>
                </a:cubicBezTo>
                <a:cubicBezTo>
                  <a:pt x="459" y="622"/>
                  <a:pt x="459" y="622"/>
                  <a:pt x="459" y="622"/>
                </a:cubicBezTo>
                <a:cubicBezTo>
                  <a:pt x="462" y="622"/>
                  <a:pt x="462" y="622"/>
                  <a:pt x="462" y="622"/>
                </a:cubicBezTo>
                <a:cubicBezTo>
                  <a:pt x="462" y="380"/>
                  <a:pt x="462" y="380"/>
                  <a:pt x="462" y="380"/>
                </a:cubicBezTo>
                <a:cubicBezTo>
                  <a:pt x="400" y="380"/>
                  <a:pt x="400" y="380"/>
                  <a:pt x="400" y="380"/>
                </a:cubicBezTo>
                <a:cubicBezTo>
                  <a:pt x="400" y="638"/>
                  <a:pt x="400" y="638"/>
                  <a:pt x="400" y="638"/>
                </a:cubicBezTo>
                <a:cubicBezTo>
                  <a:pt x="381" y="638"/>
                  <a:pt x="381" y="638"/>
                  <a:pt x="381" y="638"/>
                </a:cubicBezTo>
                <a:cubicBezTo>
                  <a:pt x="376" y="648"/>
                  <a:pt x="376" y="648"/>
                  <a:pt x="376" y="648"/>
                </a:cubicBezTo>
                <a:cubicBezTo>
                  <a:pt x="441" y="648"/>
                  <a:pt x="441" y="648"/>
                  <a:pt x="441" y="648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4" y="671"/>
                  <a:pt x="444" y="671"/>
                  <a:pt x="444" y="671"/>
                </a:cubicBezTo>
                <a:moveTo>
                  <a:pt x="460" y="382"/>
                </a:moveTo>
                <a:cubicBezTo>
                  <a:pt x="480" y="390"/>
                  <a:pt x="480" y="390"/>
                  <a:pt x="480" y="390"/>
                </a:cubicBezTo>
                <a:cubicBezTo>
                  <a:pt x="480" y="635"/>
                  <a:pt x="480" y="635"/>
                  <a:pt x="480" y="635"/>
                </a:cubicBezTo>
                <a:cubicBezTo>
                  <a:pt x="482" y="635"/>
                  <a:pt x="482" y="635"/>
                  <a:pt x="482" y="635"/>
                </a:cubicBezTo>
                <a:cubicBezTo>
                  <a:pt x="482" y="388"/>
                  <a:pt x="482" y="388"/>
                  <a:pt x="482" y="388"/>
                </a:cubicBezTo>
                <a:cubicBezTo>
                  <a:pt x="461" y="380"/>
                  <a:pt x="461" y="380"/>
                  <a:pt x="461" y="380"/>
                </a:cubicBezTo>
                <a:cubicBezTo>
                  <a:pt x="460" y="382"/>
                  <a:pt x="460" y="382"/>
                  <a:pt x="460" y="382"/>
                </a:cubicBezTo>
                <a:moveTo>
                  <a:pt x="402" y="621"/>
                </a:moveTo>
                <a:cubicBezTo>
                  <a:pt x="439" y="621"/>
                  <a:pt x="439" y="621"/>
                  <a:pt x="439" y="621"/>
                </a:cubicBezTo>
                <a:cubicBezTo>
                  <a:pt x="446" y="636"/>
                  <a:pt x="446" y="636"/>
                  <a:pt x="446" y="636"/>
                </a:cubicBezTo>
                <a:cubicBezTo>
                  <a:pt x="490" y="636"/>
                  <a:pt x="490" y="636"/>
                  <a:pt x="490" y="636"/>
                </a:cubicBezTo>
                <a:cubicBezTo>
                  <a:pt x="490" y="671"/>
                  <a:pt x="490" y="671"/>
                  <a:pt x="490" y="671"/>
                </a:cubicBezTo>
                <a:cubicBezTo>
                  <a:pt x="492" y="671"/>
                  <a:pt x="492" y="671"/>
                  <a:pt x="492" y="671"/>
                </a:cubicBezTo>
                <a:cubicBezTo>
                  <a:pt x="492" y="634"/>
                  <a:pt x="492" y="634"/>
                  <a:pt x="492" y="634"/>
                </a:cubicBezTo>
                <a:cubicBezTo>
                  <a:pt x="447" y="634"/>
                  <a:pt x="447" y="634"/>
                  <a:pt x="447" y="634"/>
                </a:cubicBezTo>
                <a:cubicBezTo>
                  <a:pt x="440" y="619"/>
                  <a:pt x="440" y="619"/>
                  <a:pt x="440" y="619"/>
                </a:cubicBezTo>
                <a:cubicBezTo>
                  <a:pt x="402" y="619"/>
                  <a:pt x="402" y="619"/>
                  <a:pt x="402" y="619"/>
                </a:cubicBezTo>
                <a:cubicBezTo>
                  <a:pt x="402" y="621"/>
                  <a:pt x="402" y="621"/>
                  <a:pt x="402" y="621"/>
                </a:cubicBezTo>
                <a:moveTo>
                  <a:pt x="299" y="522"/>
                </a:moveTo>
                <a:cubicBezTo>
                  <a:pt x="314" y="522"/>
                  <a:pt x="314" y="522"/>
                  <a:pt x="314" y="522"/>
                </a:cubicBezTo>
                <a:cubicBezTo>
                  <a:pt x="314" y="562"/>
                  <a:pt x="314" y="562"/>
                  <a:pt x="314" y="562"/>
                </a:cubicBezTo>
                <a:cubicBezTo>
                  <a:pt x="316" y="562"/>
                  <a:pt x="316" y="562"/>
                  <a:pt x="316" y="562"/>
                </a:cubicBezTo>
                <a:cubicBezTo>
                  <a:pt x="316" y="520"/>
                  <a:pt x="316" y="520"/>
                  <a:pt x="316" y="520"/>
                </a:cubicBezTo>
                <a:cubicBezTo>
                  <a:pt x="299" y="520"/>
                  <a:pt x="299" y="520"/>
                  <a:pt x="299" y="520"/>
                </a:cubicBezTo>
                <a:cubicBezTo>
                  <a:pt x="299" y="522"/>
                  <a:pt x="299" y="522"/>
                  <a:pt x="299" y="522"/>
                </a:cubicBezTo>
                <a:moveTo>
                  <a:pt x="334" y="670"/>
                </a:moveTo>
                <a:cubicBezTo>
                  <a:pt x="334" y="654"/>
                  <a:pt x="334" y="654"/>
                  <a:pt x="334" y="654"/>
                </a:cubicBezTo>
                <a:cubicBezTo>
                  <a:pt x="392" y="654"/>
                  <a:pt x="392" y="654"/>
                  <a:pt x="392" y="654"/>
                </a:cubicBezTo>
                <a:cubicBezTo>
                  <a:pt x="392" y="671"/>
                  <a:pt x="392" y="671"/>
                  <a:pt x="392" y="671"/>
                </a:cubicBezTo>
                <a:cubicBezTo>
                  <a:pt x="394" y="671"/>
                  <a:pt x="394" y="671"/>
                  <a:pt x="394" y="671"/>
                </a:cubicBezTo>
                <a:cubicBezTo>
                  <a:pt x="394" y="652"/>
                  <a:pt x="394" y="652"/>
                  <a:pt x="394" y="652"/>
                </a:cubicBezTo>
                <a:cubicBezTo>
                  <a:pt x="332" y="652"/>
                  <a:pt x="332" y="652"/>
                  <a:pt x="332" y="652"/>
                </a:cubicBezTo>
                <a:cubicBezTo>
                  <a:pt x="332" y="670"/>
                  <a:pt x="332" y="670"/>
                  <a:pt x="332" y="670"/>
                </a:cubicBezTo>
                <a:cubicBezTo>
                  <a:pt x="334" y="670"/>
                  <a:pt x="334" y="670"/>
                  <a:pt x="334" y="670"/>
                </a:cubicBezTo>
                <a:moveTo>
                  <a:pt x="494" y="627"/>
                </a:moveTo>
                <a:cubicBezTo>
                  <a:pt x="494" y="473"/>
                  <a:pt x="494" y="473"/>
                  <a:pt x="494" y="473"/>
                </a:cubicBezTo>
                <a:cubicBezTo>
                  <a:pt x="520" y="473"/>
                  <a:pt x="520" y="473"/>
                  <a:pt x="520" y="473"/>
                </a:cubicBezTo>
                <a:cubicBezTo>
                  <a:pt x="520" y="637"/>
                  <a:pt x="520" y="637"/>
                  <a:pt x="520" y="637"/>
                </a:cubicBezTo>
                <a:cubicBezTo>
                  <a:pt x="523" y="637"/>
                  <a:pt x="523" y="637"/>
                  <a:pt x="523" y="637"/>
                </a:cubicBezTo>
                <a:cubicBezTo>
                  <a:pt x="523" y="471"/>
                  <a:pt x="523" y="471"/>
                  <a:pt x="523" y="471"/>
                </a:cubicBezTo>
                <a:cubicBezTo>
                  <a:pt x="491" y="471"/>
                  <a:pt x="491" y="471"/>
                  <a:pt x="491" y="471"/>
                </a:cubicBezTo>
                <a:cubicBezTo>
                  <a:pt x="491" y="627"/>
                  <a:pt x="491" y="627"/>
                  <a:pt x="491" y="627"/>
                </a:cubicBezTo>
                <a:cubicBezTo>
                  <a:pt x="494" y="627"/>
                  <a:pt x="494" y="627"/>
                  <a:pt x="494" y="627"/>
                </a:cubicBezTo>
                <a:moveTo>
                  <a:pt x="499" y="472"/>
                </a:moveTo>
                <a:cubicBezTo>
                  <a:pt x="499" y="462"/>
                  <a:pt x="499" y="462"/>
                  <a:pt x="499" y="462"/>
                </a:cubicBezTo>
                <a:cubicBezTo>
                  <a:pt x="519" y="462"/>
                  <a:pt x="519" y="462"/>
                  <a:pt x="519" y="462"/>
                </a:cubicBezTo>
                <a:cubicBezTo>
                  <a:pt x="519" y="472"/>
                  <a:pt x="519" y="472"/>
                  <a:pt x="519" y="472"/>
                </a:cubicBezTo>
                <a:cubicBezTo>
                  <a:pt x="521" y="472"/>
                  <a:pt x="521" y="472"/>
                  <a:pt x="521" y="472"/>
                </a:cubicBezTo>
                <a:cubicBezTo>
                  <a:pt x="521" y="460"/>
                  <a:pt x="521" y="460"/>
                  <a:pt x="521" y="460"/>
                </a:cubicBezTo>
                <a:cubicBezTo>
                  <a:pt x="497" y="460"/>
                  <a:pt x="497" y="460"/>
                  <a:pt x="497" y="460"/>
                </a:cubicBezTo>
                <a:cubicBezTo>
                  <a:pt x="497" y="472"/>
                  <a:pt x="497" y="472"/>
                  <a:pt x="497" y="472"/>
                </a:cubicBezTo>
                <a:cubicBezTo>
                  <a:pt x="499" y="472"/>
                  <a:pt x="499" y="472"/>
                  <a:pt x="499" y="472"/>
                </a:cubicBezTo>
                <a:moveTo>
                  <a:pt x="527" y="613"/>
                </a:moveTo>
                <a:cubicBezTo>
                  <a:pt x="528" y="613"/>
                  <a:pt x="528" y="613"/>
                  <a:pt x="528" y="613"/>
                </a:cubicBezTo>
                <a:cubicBezTo>
                  <a:pt x="528" y="446"/>
                  <a:pt x="528" y="446"/>
                  <a:pt x="528" y="446"/>
                </a:cubicBezTo>
                <a:cubicBezTo>
                  <a:pt x="589" y="446"/>
                  <a:pt x="589" y="446"/>
                  <a:pt x="589" y="446"/>
                </a:cubicBezTo>
                <a:cubicBezTo>
                  <a:pt x="589" y="612"/>
                  <a:pt x="589" y="612"/>
                  <a:pt x="589" y="612"/>
                </a:cubicBezTo>
                <a:cubicBezTo>
                  <a:pt x="527" y="612"/>
                  <a:pt x="527" y="612"/>
                  <a:pt x="527" y="612"/>
                </a:cubicBezTo>
                <a:cubicBezTo>
                  <a:pt x="527" y="613"/>
                  <a:pt x="527" y="613"/>
                  <a:pt x="527" y="613"/>
                </a:cubicBezTo>
                <a:cubicBezTo>
                  <a:pt x="528" y="613"/>
                  <a:pt x="528" y="613"/>
                  <a:pt x="528" y="613"/>
                </a:cubicBezTo>
                <a:cubicBezTo>
                  <a:pt x="527" y="613"/>
                  <a:pt x="527" y="613"/>
                  <a:pt x="527" y="613"/>
                </a:cubicBezTo>
                <a:cubicBezTo>
                  <a:pt x="527" y="614"/>
                  <a:pt x="527" y="614"/>
                  <a:pt x="527" y="614"/>
                </a:cubicBezTo>
                <a:cubicBezTo>
                  <a:pt x="591" y="614"/>
                  <a:pt x="591" y="614"/>
                  <a:pt x="591" y="614"/>
                </a:cubicBezTo>
                <a:cubicBezTo>
                  <a:pt x="591" y="444"/>
                  <a:pt x="591" y="444"/>
                  <a:pt x="591" y="444"/>
                </a:cubicBezTo>
                <a:cubicBezTo>
                  <a:pt x="526" y="444"/>
                  <a:pt x="526" y="444"/>
                  <a:pt x="526" y="444"/>
                </a:cubicBezTo>
                <a:cubicBezTo>
                  <a:pt x="526" y="614"/>
                  <a:pt x="526" y="614"/>
                  <a:pt x="526" y="614"/>
                </a:cubicBezTo>
                <a:cubicBezTo>
                  <a:pt x="527" y="614"/>
                  <a:pt x="527" y="614"/>
                  <a:pt x="527" y="614"/>
                </a:cubicBezTo>
                <a:cubicBezTo>
                  <a:pt x="527" y="613"/>
                  <a:pt x="527" y="613"/>
                  <a:pt x="527" y="613"/>
                </a:cubicBezTo>
                <a:moveTo>
                  <a:pt x="522" y="620"/>
                </a:moveTo>
                <a:cubicBezTo>
                  <a:pt x="604" y="620"/>
                  <a:pt x="604" y="620"/>
                  <a:pt x="604" y="620"/>
                </a:cubicBezTo>
                <a:cubicBezTo>
                  <a:pt x="604" y="636"/>
                  <a:pt x="604" y="636"/>
                  <a:pt x="604" y="636"/>
                </a:cubicBezTo>
                <a:cubicBezTo>
                  <a:pt x="522" y="636"/>
                  <a:pt x="522" y="636"/>
                  <a:pt x="522" y="636"/>
                </a:cubicBezTo>
                <a:cubicBezTo>
                  <a:pt x="522" y="638"/>
                  <a:pt x="522" y="638"/>
                  <a:pt x="522" y="638"/>
                </a:cubicBezTo>
                <a:cubicBezTo>
                  <a:pt x="606" y="638"/>
                  <a:pt x="606" y="638"/>
                  <a:pt x="606" y="638"/>
                </a:cubicBezTo>
                <a:cubicBezTo>
                  <a:pt x="606" y="618"/>
                  <a:pt x="606" y="618"/>
                  <a:pt x="606" y="618"/>
                </a:cubicBezTo>
                <a:cubicBezTo>
                  <a:pt x="522" y="618"/>
                  <a:pt x="522" y="618"/>
                  <a:pt x="522" y="618"/>
                </a:cubicBezTo>
                <a:cubicBezTo>
                  <a:pt x="522" y="620"/>
                  <a:pt x="522" y="620"/>
                  <a:pt x="522" y="620"/>
                </a:cubicBezTo>
                <a:moveTo>
                  <a:pt x="536" y="429"/>
                </a:moveTo>
                <a:cubicBezTo>
                  <a:pt x="535" y="429"/>
                  <a:pt x="535" y="429"/>
                  <a:pt x="535" y="429"/>
                </a:cubicBezTo>
                <a:cubicBezTo>
                  <a:pt x="535" y="441"/>
                  <a:pt x="535" y="441"/>
                  <a:pt x="535" y="441"/>
                </a:cubicBezTo>
                <a:cubicBezTo>
                  <a:pt x="590" y="441"/>
                  <a:pt x="590" y="441"/>
                  <a:pt x="590" y="441"/>
                </a:cubicBezTo>
                <a:cubicBezTo>
                  <a:pt x="590" y="428"/>
                  <a:pt x="590" y="428"/>
                  <a:pt x="590" y="428"/>
                </a:cubicBezTo>
                <a:cubicBezTo>
                  <a:pt x="535" y="428"/>
                  <a:pt x="535" y="428"/>
                  <a:pt x="535" y="428"/>
                </a:cubicBezTo>
                <a:cubicBezTo>
                  <a:pt x="535" y="429"/>
                  <a:pt x="535" y="429"/>
                  <a:pt x="535" y="429"/>
                </a:cubicBezTo>
                <a:cubicBezTo>
                  <a:pt x="536" y="429"/>
                  <a:pt x="536" y="429"/>
                  <a:pt x="536" y="429"/>
                </a:cubicBezTo>
                <a:cubicBezTo>
                  <a:pt x="536" y="430"/>
                  <a:pt x="536" y="430"/>
                  <a:pt x="536" y="430"/>
                </a:cubicBezTo>
                <a:cubicBezTo>
                  <a:pt x="588" y="430"/>
                  <a:pt x="588" y="430"/>
                  <a:pt x="588" y="430"/>
                </a:cubicBezTo>
                <a:cubicBezTo>
                  <a:pt x="588" y="439"/>
                  <a:pt x="588" y="439"/>
                  <a:pt x="588" y="439"/>
                </a:cubicBezTo>
                <a:cubicBezTo>
                  <a:pt x="537" y="439"/>
                  <a:pt x="537" y="439"/>
                  <a:pt x="537" y="439"/>
                </a:cubicBezTo>
                <a:cubicBezTo>
                  <a:pt x="537" y="429"/>
                  <a:pt x="537" y="429"/>
                  <a:pt x="537" y="429"/>
                </a:cubicBezTo>
                <a:cubicBezTo>
                  <a:pt x="536" y="429"/>
                  <a:pt x="536" y="429"/>
                  <a:pt x="536" y="429"/>
                </a:cubicBezTo>
                <a:cubicBezTo>
                  <a:pt x="536" y="430"/>
                  <a:pt x="536" y="430"/>
                  <a:pt x="536" y="430"/>
                </a:cubicBezTo>
                <a:cubicBezTo>
                  <a:pt x="536" y="429"/>
                  <a:pt x="536" y="429"/>
                  <a:pt x="536" y="429"/>
                </a:cubicBezTo>
                <a:moveTo>
                  <a:pt x="590" y="446"/>
                </a:moveTo>
                <a:cubicBezTo>
                  <a:pt x="608" y="452"/>
                  <a:pt x="608" y="452"/>
                  <a:pt x="608" y="452"/>
                </a:cubicBezTo>
                <a:cubicBezTo>
                  <a:pt x="608" y="613"/>
                  <a:pt x="608" y="613"/>
                  <a:pt x="608" y="613"/>
                </a:cubicBezTo>
                <a:cubicBezTo>
                  <a:pt x="610" y="613"/>
                  <a:pt x="610" y="613"/>
                  <a:pt x="610" y="613"/>
                </a:cubicBezTo>
                <a:cubicBezTo>
                  <a:pt x="610" y="451"/>
                  <a:pt x="610" y="451"/>
                  <a:pt x="610" y="451"/>
                </a:cubicBezTo>
                <a:cubicBezTo>
                  <a:pt x="591" y="444"/>
                  <a:pt x="591" y="444"/>
                  <a:pt x="591" y="444"/>
                </a:cubicBezTo>
                <a:cubicBezTo>
                  <a:pt x="590" y="446"/>
                  <a:pt x="590" y="446"/>
                  <a:pt x="590" y="446"/>
                </a:cubicBezTo>
                <a:moveTo>
                  <a:pt x="507" y="581"/>
                </a:moveTo>
                <a:cubicBezTo>
                  <a:pt x="509" y="581"/>
                  <a:pt x="509" y="581"/>
                  <a:pt x="509" y="581"/>
                </a:cubicBezTo>
                <a:cubicBezTo>
                  <a:pt x="509" y="473"/>
                  <a:pt x="509" y="473"/>
                  <a:pt x="509" y="473"/>
                </a:cubicBezTo>
                <a:cubicBezTo>
                  <a:pt x="507" y="473"/>
                  <a:pt x="507" y="473"/>
                  <a:pt x="507" y="473"/>
                </a:cubicBezTo>
                <a:lnTo>
                  <a:pt x="507" y="581"/>
                </a:lnTo>
                <a:close/>
                <a:moveTo>
                  <a:pt x="527" y="498"/>
                </a:moveTo>
                <a:cubicBezTo>
                  <a:pt x="590" y="498"/>
                  <a:pt x="590" y="498"/>
                  <a:pt x="590" y="498"/>
                </a:cubicBezTo>
                <a:cubicBezTo>
                  <a:pt x="590" y="496"/>
                  <a:pt x="590" y="496"/>
                  <a:pt x="590" y="496"/>
                </a:cubicBezTo>
                <a:cubicBezTo>
                  <a:pt x="527" y="496"/>
                  <a:pt x="527" y="496"/>
                  <a:pt x="527" y="496"/>
                </a:cubicBezTo>
                <a:moveTo>
                  <a:pt x="527" y="552"/>
                </a:moveTo>
                <a:cubicBezTo>
                  <a:pt x="590" y="552"/>
                  <a:pt x="590" y="552"/>
                  <a:pt x="590" y="552"/>
                </a:cubicBezTo>
                <a:cubicBezTo>
                  <a:pt x="590" y="550"/>
                  <a:pt x="590" y="550"/>
                  <a:pt x="590" y="550"/>
                </a:cubicBezTo>
                <a:cubicBezTo>
                  <a:pt x="527" y="550"/>
                  <a:pt x="527" y="550"/>
                  <a:pt x="527" y="550"/>
                </a:cubicBezTo>
                <a:lnTo>
                  <a:pt x="527" y="552"/>
                </a:lnTo>
                <a:close/>
                <a:moveTo>
                  <a:pt x="527" y="460"/>
                </a:moveTo>
                <a:cubicBezTo>
                  <a:pt x="590" y="460"/>
                  <a:pt x="590" y="460"/>
                  <a:pt x="590" y="460"/>
                </a:cubicBezTo>
                <a:cubicBezTo>
                  <a:pt x="609" y="465"/>
                  <a:pt x="609" y="465"/>
                  <a:pt x="609" y="465"/>
                </a:cubicBezTo>
                <a:cubicBezTo>
                  <a:pt x="609" y="463"/>
                  <a:pt x="609" y="463"/>
                  <a:pt x="609" y="463"/>
                </a:cubicBezTo>
                <a:cubicBezTo>
                  <a:pt x="590" y="458"/>
                  <a:pt x="590" y="458"/>
                  <a:pt x="590" y="458"/>
                </a:cubicBezTo>
                <a:cubicBezTo>
                  <a:pt x="527" y="458"/>
                  <a:pt x="527" y="458"/>
                  <a:pt x="527" y="458"/>
                </a:cubicBezTo>
                <a:cubicBezTo>
                  <a:pt x="527" y="460"/>
                  <a:pt x="527" y="460"/>
                  <a:pt x="527" y="460"/>
                </a:cubicBezTo>
                <a:moveTo>
                  <a:pt x="541" y="613"/>
                </a:moveTo>
                <a:cubicBezTo>
                  <a:pt x="544" y="613"/>
                  <a:pt x="544" y="613"/>
                  <a:pt x="544" y="613"/>
                </a:cubicBezTo>
                <a:cubicBezTo>
                  <a:pt x="544" y="446"/>
                  <a:pt x="544" y="446"/>
                  <a:pt x="544" y="446"/>
                </a:cubicBezTo>
                <a:cubicBezTo>
                  <a:pt x="541" y="446"/>
                  <a:pt x="541" y="446"/>
                  <a:pt x="541" y="446"/>
                </a:cubicBezTo>
                <a:lnTo>
                  <a:pt x="541" y="613"/>
                </a:lnTo>
                <a:close/>
                <a:moveTo>
                  <a:pt x="558" y="613"/>
                </a:moveTo>
                <a:cubicBezTo>
                  <a:pt x="560" y="613"/>
                  <a:pt x="560" y="613"/>
                  <a:pt x="560" y="613"/>
                </a:cubicBezTo>
                <a:cubicBezTo>
                  <a:pt x="560" y="446"/>
                  <a:pt x="560" y="446"/>
                  <a:pt x="560" y="446"/>
                </a:cubicBezTo>
                <a:cubicBezTo>
                  <a:pt x="558" y="446"/>
                  <a:pt x="558" y="446"/>
                  <a:pt x="558" y="446"/>
                </a:cubicBezTo>
                <a:lnTo>
                  <a:pt x="558" y="613"/>
                </a:lnTo>
                <a:close/>
                <a:moveTo>
                  <a:pt x="573" y="613"/>
                </a:moveTo>
                <a:cubicBezTo>
                  <a:pt x="576" y="613"/>
                  <a:pt x="576" y="613"/>
                  <a:pt x="576" y="613"/>
                </a:cubicBezTo>
                <a:cubicBezTo>
                  <a:pt x="576" y="445"/>
                  <a:pt x="576" y="445"/>
                  <a:pt x="576" y="445"/>
                </a:cubicBezTo>
                <a:cubicBezTo>
                  <a:pt x="573" y="445"/>
                  <a:pt x="573" y="445"/>
                  <a:pt x="573" y="445"/>
                </a:cubicBezTo>
                <a:lnTo>
                  <a:pt x="573" y="613"/>
                </a:lnTo>
                <a:close/>
                <a:moveTo>
                  <a:pt x="606" y="451"/>
                </a:moveTo>
                <a:cubicBezTo>
                  <a:pt x="606" y="407"/>
                  <a:pt x="606" y="407"/>
                  <a:pt x="606" y="407"/>
                </a:cubicBezTo>
                <a:cubicBezTo>
                  <a:pt x="683" y="407"/>
                  <a:pt x="683" y="407"/>
                  <a:pt x="683" y="407"/>
                </a:cubicBezTo>
                <a:cubicBezTo>
                  <a:pt x="683" y="422"/>
                  <a:pt x="683" y="422"/>
                  <a:pt x="683" y="422"/>
                </a:cubicBezTo>
                <a:cubicBezTo>
                  <a:pt x="686" y="422"/>
                  <a:pt x="686" y="422"/>
                  <a:pt x="686" y="422"/>
                </a:cubicBezTo>
                <a:cubicBezTo>
                  <a:pt x="686" y="405"/>
                  <a:pt x="686" y="405"/>
                  <a:pt x="686" y="405"/>
                </a:cubicBezTo>
                <a:cubicBezTo>
                  <a:pt x="604" y="405"/>
                  <a:pt x="604" y="405"/>
                  <a:pt x="604" y="405"/>
                </a:cubicBezTo>
                <a:cubicBezTo>
                  <a:pt x="604" y="451"/>
                  <a:pt x="604" y="451"/>
                  <a:pt x="604" y="451"/>
                </a:cubicBezTo>
                <a:cubicBezTo>
                  <a:pt x="606" y="451"/>
                  <a:pt x="606" y="451"/>
                  <a:pt x="606" y="451"/>
                </a:cubicBezTo>
                <a:moveTo>
                  <a:pt x="631" y="592"/>
                </a:moveTo>
                <a:cubicBezTo>
                  <a:pt x="631" y="446"/>
                  <a:pt x="631" y="446"/>
                  <a:pt x="631" y="446"/>
                </a:cubicBezTo>
                <a:cubicBezTo>
                  <a:pt x="698" y="446"/>
                  <a:pt x="698" y="446"/>
                  <a:pt x="698" y="446"/>
                </a:cubicBezTo>
                <a:cubicBezTo>
                  <a:pt x="698" y="561"/>
                  <a:pt x="698" y="561"/>
                  <a:pt x="698" y="561"/>
                </a:cubicBezTo>
                <a:cubicBezTo>
                  <a:pt x="700" y="561"/>
                  <a:pt x="700" y="561"/>
                  <a:pt x="700" y="561"/>
                </a:cubicBezTo>
                <a:cubicBezTo>
                  <a:pt x="700" y="444"/>
                  <a:pt x="700" y="444"/>
                  <a:pt x="700" y="444"/>
                </a:cubicBezTo>
                <a:cubicBezTo>
                  <a:pt x="629" y="444"/>
                  <a:pt x="629" y="444"/>
                  <a:pt x="629" y="444"/>
                </a:cubicBezTo>
                <a:cubicBezTo>
                  <a:pt x="629" y="592"/>
                  <a:pt x="629" y="592"/>
                  <a:pt x="629" y="592"/>
                </a:cubicBezTo>
                <a:cubicBezTo>
                  <a:pt x="631" y="592"/>
                  <a:pt x="631" y="592"/>
                  <a:pt x="631" y="592"/>
                </a:cubicBezTo>
                <a:moveTo>
                  <a:pt x="630" y="459"/>
                </a:moveTo>
                <a:cubicBezTo>
                  <a:pt x="698" y="459"/>
                  <a:pt x="698" y="459"/>
                  <a:pt x="698" y="459"/>
                </a:cubicBezTo>
                <a:cubicBezTo>
                  <a:pt x="717" y="464"/>
                  <a:pt x="717" y="464"/>
                  <a:pt x="717" y="464"/>
                </a:cubicBezTo>
                <a:cubicBezTo>
                  <a:pt x="717" y="462"/>
                  <a:pt x="717" y="462"/>
                  <a:pt x="717" y="462"/>
                </a:cubicBezTo>
                <a:cubicBezTo>
                  <a:pt x="698" y="457"/>
                  <a:pt x="698" y="457"/>
                  <a:pt x="698" y="457"/>
                </a:cubicBezTo>
                <a:cubicBezTo>
                  <a:pt x="630" y="457"/>
                  <a:pt x="630" y="457"/>
                  <a:pt x="630" y="457"/>
                </a:cubicBezTo>
                <a:cubicBezTo>
                  <a:pt x="630" y="459"/>
                  <a:pt x="630" y="459"/>
                  <a:pt x="630" y="459"/>
                </a:cubicBezTo>
                <a:moveTo>
                  <a:pt x="630" y="498"/>
                </a:moveTo>
                <a:cubicBezTo>
                  <a:pt x="698" y="498"/>
                  <a:pt x="698" y="498"/>
                  <a:pt x="698" y="498"/>
                </a:cubicBezTo>
                <a:cubicBezTo>
                  <a:pt x="698" y="495"/>
                  <a:pt x="698" y="495"/>
                  <a:pt x="698" y="495"/>
                </a:cubicBezTo>
                <a:cubicBezTo>
                  <a:pt x="630" y="495"/>
                  <a:pt x="630" y="495"/>
                  <a:pt x="630" y="495"/>
                </a:cubicBezTo>
                <a:lnTo>
                  <a:pt x="630" y="498"/>
                </a:lnTo>
                <a:close/>
                <a:moveTo>
                  <a:pt x="630" y="551"/>
                </a:moveTo>
                <a:cubicBezTo>
                  <a:pt x="698" y="551"/>
                  <a:pt x="698" y="551"/>
                  <a:pt x="698" y="551"/>
                </a:cubicBezTo>
                <a:cubicBezTo>
                  <a:pt x="698" y="549"/>
                  <a:pt x="698" y="549"/>
                  <a:pt x="698" y="549"/>
                </a:cubicBezTo>
                <a:cubicBezTo>
                  <a:pt x="630" y="549"/>
                  <a:pt x="630" y="549"/>
                  <a:pt x="630" y="549"/>
                </a:cubicBezTo>
                <a:lnTo>
                  <a:pt x="630" y="551"/>
                </a:lnTo>
                <a:close/>
                <a:moveTo>
                  <a:pt x="649" y="579"/>
                </a:moveTo>
                <a:cubicBezTo>
                  <a:pt x="651" y="579"/>
                  <a:pt x="651" y="579"/>
                  <a:pt x="651" y="579"/>
                </a:cubicBezTo>
                <a:cubicBezTo>
                  <a:pt x="651" y="445"/>
                  <a:pt x="651" y="445"/>
                  <a:pt x="651" y="445"/>
                </a:cubicBezTo>
                <a:cubicBezTo>
                  <a:pt x="649" y="445"/>
                  <a:pt x="649" y="445"/>
                  <a:pt x="649" y="445"/>
                </a:cubicBezTo>
                <a:lnTo>
                  <a:pt x="649" y="579"/>
                </a:lnTo>
                <a:close/>
                <a:moveTo>
                  <a:pt x="666" y="561"/>
                </a:moveTo>
                <a:cubicBezTo>
                  <a:pt x="668" y="561"/>
                  <a:pt x="668" y="561"/>
                  <a:pt x="668" y="561"/>
                </a:cubicBezTo>
                <a:cubicBezTo>
                  <a:pt x="668" y="445"/>
                  <a:pt x="668" y="445"/>
                  <a:pt x="668" y="445"/>
                </a:cubicBezTo>
                <a:cubicBezTo>
                  <a:pt x="666" y="445"/>
                  <a:pt x="666" y="445"/>
                  <a:pt x="666" y="445"/>
                </a:cubicBezTo>
                <a:lnTo>
                  <a:pt x="666" y="561"/>
                </a:lnTo>
                <a:close/>
                <a:moveTo>
                  <a:pt x="682" y="554"/>
                </a:moveTo>
                <a:cubicBezTo>
                  <a:pt x="685" y="554"/>
                  <a:pt x="685" y="554"/>
                  <a:pt x="685" y="554"/>
                </a:cubicBezTo>
                <a:cubicBezTo>
                  <a:pt x="685" y="445"/>
                  <a:pt x="685" y="445"/>
                  <a:pt x="685" y="445"/>
                </a:cubicBezTo>
                <a:cubicBezTo>
                  <a:pt x="682" y="445"/>
                  <a:pt x="682" y="445"/>
                  <a:pt x="682" y="445"/>
                </a:cubicBezTo>
                <a:lnTo>
                  <a:pt x="682" y="554"/>
                </a:lnTo>
                <a:close/>
                <a:moveTo>
                  <a:pt x="641" y="427"/>
                </a:moveTo>
                <a:cubicBezTo>
                  <a:pt x="640" y="426"/>
                  <a:pt x="640" y="426"/>
                  <a:pt x="640" y="426"/>
                </a:cubicBezTo>
                <a:cubicBezTo>
                  <a:pt x="640" y="441"/>
                  <a:pt x="640" y="441"/>
                  <a:pt x="640" y="441"/>
                </a:cubicBezTo>
                <a:cubicBezTo>
                  <a:pt x="695" y="441"/>
                  <a:pt x="695" y="441"/>
                  <a:pt x="695" y="441"/>
                </a:cubicBezTo>
                <a:cubicBezTo>
                  <a:pt x="695" y="425"/>
                  <a:pt x="695" y="425"/>
                  <a:pt x="695" y="425"/>
                </a:cubicBezTo>
                <a:cubicBezTo>
                  <a:pt x="640" y="425"/>
                  <a:pt x="640" y="425"/>
                  <a:pt x="640" y="425"/>
                </a:cubicBezTo>
                <a:cubicBezTo>
                  <a:pt x="640" y="426"/>
                  <a:pt x="640" y="426"/>
                  <a:pt x="640" y="426"/>
                </a:cubicBezTo>
                <a:cubicBezTo>
                  <a:pt x="641" y="427"/>
                  <a:pt x="641" y="427"/>
                  <a:pt x="641" y="427"/>
                </a:cubicBezTo>
                <a:cubicBezTo>
                  <a:pt x="641" y="428"/>
                  <a:pt x="641" y="428"/>
                  <a:pt x="641" y="428"/>
                </a:cubicBezTo>
                <a:cubicBezTo>
                  <a:pt x="693" y="428"/>
                  <a:pt x="693" y="428"/>
                  <a:pt x="693" y="428"/>
                </a:cubicBezTo>
                <a:cubicBezTo>
                  <a:pt x="693" y="439"/>
                  <a:pt x="693" y="439"/>
                  <a:pt x="693" y="439"/>
                </a:cubicBezTo>
                <a:cubicBezTo>
                  <a:pt x="642" y="439"/>
                  <a:pt x="642" y="439"/>
                  <a:pt x="642" y="439"/>
                </a:cubicBezTo>
                <a:cubicBezTo>
                  <a:pt x="642" y="427"/>
                  <a:pt x="642" y="427"/>
                  <a:pt x="642" y="427"/>
                </a:cubicBezTo>
                <a:cubicBezTo>
                  <a:pt x="641" y="427"/>
                  <a:pt x="641" y="427"/>
                  <a:pt x="641" y="427"/>
                </a:cubicBezTo>
                <a:cubicBezTo>
                  <a:pt x="641" y="428"/>
                  <a:pt x="641" y="428"/>
                  <a:pt x="641" y="428"/>
                </a:cubicBezTo>
                <a:cubicBezTo>
                  <a:pt x="641" y="427"/>
                  <a:pt x="641" y="427"/>
                  <a:pt x="641" y="427"/>
                </a:cubicBezTo>
                <a:moveTo>
                  <a:pt x="684" y="407"/>
                </a:moveTo>
                <a:cubicBezTo>
                  <a:pt x="699" y="413"/>
                  <a:pt x="699" y="413"/>
                  <a:pt x="699" y="413"/>
                </a:cubicBezTo>
                <a:cubicBezTo>
                  <a:pt x="699" y="445"/>
                  <a:pt x="699" y="445"/>
                  <a:pt x="699" y="445"/>
                </a:cubicBezTo>
                <a:cubicBezTo>
                  <a:pt x="702" y="445"/>
                  <a:pt x="702" y="445"/>
                  <a:pt x="702" y="445"/>
                </a:cubicBezTo>
                <a:cubicBezTo>
                  <a:pt x="702" y="411"/>
                  <a:pt x="702" y="411"/>
                  <a:pt x="702" y="411"/>
                </a:cubicBezTo>
                <a:cubicBezTo>
                  <a:pt x="685" y="405"/>
                  <a:pt x="685" y="405"/>
                  <a:pt x="685" y="405"/>
                </a:cubicBezTo>
                <a:cubicBezTo>
                  <a:pt x="684" y="407"/>
                  <a:pt x="684" y="407"/>
                  <a:pt x="684" y="407"/>
                </a:cubicBezTo>
                <a:moveTo>
                  <a:pt x="633" y="636"/>
                </a:moveTo>
                <a:cubicBezTo>
                  <a:pt x="616" y="636"/>
                  <a:pt x="616" y="636"/>
                  <a:pt x="616" y="636"/>
                </a:cubicBezTo>
                <a:cubicBezTo>
                  <a:pt x="616" y="620"/>
                  <a:pt x="616" y="620"/>
                  <a:pt x="616" y="620"/>
                </a:cubicBezTo>
                <a:cubicBezTo>
                  <a:pt x="634" y="620"/>
                  <a:pt x="634" y="620"/>
                  <a:pt x="634" y="620"/>
                </a:cubicBezTo>
                <a:cubicBezTo>
                  <a:pt x="634" y="618"/>
                  <a:pt x="634" y="618"/>
                  <a:pt x="634" y="618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33" y="638"/>
                  <a:pt x="633" y="638"/>
                  <a:pt x="633" y="638"/>
                </a:cubicBezTo>
                <a:cubicBezTo>
                  <a:pt x="633" y="636"/>
                  <a:pt x="633" y="636"/>
                  <a:pt x="633" y="636"/>
                </a:cubicBezTo>
                <a:moveTo>
                  <a:pt x="634" y="671"/>
                </a:moveTo>
                <a:cubicBezTo>
                  <a:pt x="634" y="597"/>
                  <a:pt x="634" y="597"/>
                  <a:pt x="634" y="597"/>
                </a:cubicBezTo>
                <a:cubicBezTo>
                  <a:pt x="633" y="597"/>
                  <a:pt x="633" y="597"/>
                  <a:pt x="633" y="597"/>
                </a:cubicBezTo>
                <a:cubicBezTo>
                  <a:pt x="634" y="598"/>
                  <a:pt x="634" y="598"/>
                  <a:pt x="634" y="598"/>
                </a:cubicBezTo>
                <a:cubicBezTo>
                  <a:pt x="637" y="594"/>
                  <a:pt x="641" y="591"/>
                  <a:pt x="647" y="591"/>
                </a:cubicBezTo>
                <a:cubicBezTo>
                  <a:pt x="650" y="591"/>
                  <a:pt x="654" y="592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5"/>
                  <a:pt x="658" y="595"/>
                </a:cubicBezTo>
                <a:cubicBezTo>
                  <a:pt x="658" y="595"/>
                  <a:pt x="658" y="596"/>
                  <a:pt x="659" y="597"/>
                </a:cubicBezTo>
                <a:cubicBezTo>
                  <a:pt x="659" y="598"/>
                  <a:pt x="659" y="599"/>
                  <a:pt x="659" y="600"/>
                </a:cubicBezTo>
                <a:cubicBezTo>
                  <a:pt x="659" y="601"/>
                  <a:pt x="659" y="602"/>
                  <a:pt x="659" y="602"/>
                </a:cubicBezTo>
                <a:cubicBezTo>
                  <a:pt x="661" y="602"/>
                  <a:pt x="661" y="602"/>
                  <a:pt x="661" y="602"/>
                </a:cubicBezTo>
                <a:cubicBezTo>
                  <a:pt x="661" y="602"/>
                  <a:pt x="661" y="601"/>
                  <a:pt x="661" y="600"/>
                </a:cubicBezTo>
                <a:cubicBezTo>
                  <a:pt x="661" y="599"/>
                  <a:pt x="661" y="598"/>
                  <a:pt x="661" y="596"/>
                </a:cubicBezTo>
                <a:cubicBezTo>
                  <a:pt x="661" y="595"/>
                  <a:pt x="660" y="594"/>
                  <a:pt x="659" y="593"/>
                </a:cubicBezTo>
                <a:cubicBezTo>
                  <a:pt x="655" y="590"/>
                  <a:pt x="650" y="589"/>
                  <a:pt x="647" y="589"/>
                </a:cubicBezTo>
                <a:cubicBezTo>
                  <a:pt x="640" y="589"/>
                  <a:pt x="635" y="593"/>
                  <a:pt x="632" y="596"/>
                </a:cubicBezTo>
                <a:cubicBezTo>
                  <a:pt x="632" y="597"/>
                  <a:pt x="632" y="597"/>
                  <a:pt x="632" y="597"/>
                </a:cubicBezTo>
                <a:cubicBezTo>
                  <a:pt x="632" y="671"/>
                  <a:pt x="632" y="671"/>
                  <a:pt x="632" y="671"/>
                </a:cubicBezTo>
                <a:cubicBezTo>
                  <a:pt x="634" y="671"/>
                  <a:pt x="634" y="671"/>
                  <a:pt x="634" y="671"/>
                </a:cubicBezTo>
                <a:moveTo>
                  <a:pt x="720" y="617"/>
                </a:moveTo>
                <a:cubicBezTo>
                  <a:pt x="720" y="618"/>
                  <a:pt x="720" y="618"/>
                  <a:pt x="720" y="618"/>
                </a:cubicBezTo>
                <a:cubicBezTo>
                  <a:pt x="858" y="618"/>
                  <a:pt x="858" y="618"/>
                  <a:pt x="858" y="618"/>
                </a:cubicBezTo>
                <a:cubicBezTo>
                  <a:pt x="858" y="618"/>
                  <a:pt x="858" y="618"/>
                  <a:pt x="858" y="618"/>
                </a:cubicBezTo>
                <a:cubicBezTo>
                  <a:pt x="721" y="618"/>
                  <a:pt x="721" y="618"/>
                  <a:pt x="721" y="618"/>
                </a:cubicBezTo>
                <a:cubicBezTo>
                  <a:pt x="721" y="617"/>
                  <a:pt x="721" y="617"/>
                  <a:pt x="721" y="617"/>
                </a:cubicBezTo>
                <a:cubicBezTo>
                  <a:pt x="720" y="617"/>
                  <a:pt x="720" y="617"/>
                  <a:pt x="720" y="617"/>
                </a:cubicBezTo>
                <a:cubicBezTo>
                  <a:pt x="720" y="618"/>
                  <a:pt x="720" y="618"/>
                  <a:pt x="720" y="618"/>
                </a:cubicBezTo>
                <a:cubicBezTo>
                  <a:pt x="720" y="617"/>
                  <a:pt x="720" y="617"/>
                  <a:pt x="720" y="617"/>
                </a:cubicBezTo>
                <a:cubicBezTo>
                  <a:pt x="719" y="617"/>
                  <a:pt x="719" y="617"/>
                  <a:pt x="719" y="617"/>
                </a:cubicBezTo>
                <a:cubicBezTo>
                  <a:pt x="719" y="620"/>
                  <a:pt x="719" y="620"/>
                  <a:pt x="719" y="620"/>
                </a:cubicBezTo>
                <a:cubicBezTo>
                  <a:pt x="861" y="620"/>
                  <a:pt x="861" y="620"/>
                  <a:pt x="861" y="620"/>
                </a:cubicBezTo>
                <a:cubicBezTo>
                  <a:pt x="861" y="616"/>
                  <a:pt x="861" y="616"/>
                  <a:pt x="861" y="616"/>
                </a:cubicBezTo>
                <a:cubicBezTo>
                  <a:pt x="719" y="616"/>
                  <a:pt x="719" y="616"/>
                  <a:pt x="719" y="616"/>
                </a:cubicBezTo>
                <a:cubicBezTo>
                  <a:pt x="719" y="617"/>
                  <a:pt x="719" y="617"/>
                  <a:pt x="719" y="617"/>
                </a:cubicBezTo>
                <a:cubicBezTo>
                  <a:pt x="720" y="617"/>
                  <a:pt x="720" y="617"/>
                  <a:pt x="720" y="617"/>
                </a:cubicBezTo>
                <a:moveTo>
                  <a:pt x="720" y="635"/>
                </a:moveTo>
                <a:cubicBezTo>
                  <a:pt x="720" y="636"/>
                  <a:pt x="720" y="636"/>
                  <a:pt x="720" y="636"/>
                </a:cubicBezTo>
                <a:cubicBezTo>
                  <a:pt x="860" y="636"/>
                  <a:pt x="860" y="636"/>
                  <a:pt x="860" y="636"/>
                </a:cubicBezTo>
                <a:cubicBezTo>
                  <a:pt x="860" y="636"/>
                  <a:pt x="860" y="636"/>
                  <a:pt x="860" y="636"/>
                </a:cubicBezTo>
                <a:cubicBezTo>
                  <a:pt x="721" y="636"/>
                  <a:pt x="721" y="636"/>
                  <a:pt x="721" y="636"/>
                </a:cubicBezTo>
                <a:cubicBezTo>
                  <a:pt x="721" y="635"/>
                  <a:pt x="721" y="635"/>
                  <a:pt x="721" y="635"/>
                </a:cubicBezTo>
                <a:cubicBezTo>
                  <a:pt x="720" y="635"/>
                  <a:pt x="720" y="635"/>
                  <a:pt x="720" y="635"/>
                </a:cubicBezTo>
                <a:cubicBezTo>
                  <a:pt x="720" y="636"/>
                  <a:pt x="720" y="636"/>
                  <a:pt x="720" y="636"/>
                </a:cubicBezTo>
                <a:cubicBezTo>
                  <a:pt x="720" y="635"/>
                  <a:pt x="720" y="635"/>
                  <a:pt x="720" y="635"/>
                </a:cubicBezTo>
                <a:cubicBezTo>
                  <a:pt x="719" y="635"/>
                  <a:pt x="719" y="635"/>
                  <a:pt x="719" y="635"/>
                </a:cubicBezTo>
                <a:cubicBezTo>
                  <a:pt x="719" y="638"/>
                  <a:pt x="719" y="638"/>
                  <a:pt x="719" y="638"/>
                </a:cubicBezTo>
                <a:cubicBezTo>
                  <a:pt x="862" y="638"/>
                  <a:pt x="862" y="638"/>
                  <a:pt x="862" y="638"/>
                </a:cubicBezTo>
                <a:cubicBezTo>
                  <a:pt x="862" y="633"/>
                  <a:pt x="862" y="633"/>
                  <a:pt x="862" y="633"/>
                </a:cubicBezTo>
                <a:cubicBezTo>
                  <a:pt x="719" y="633"/>
                  <a:pt x="719" y="633"/>
                  <a:pt x="719" y="633"/>
                </a:cubicBezTo>
                <a:cubicBezTo>
                  <a:pt x="719" y="635"/>
                  <a:pt x="719" y="635"/>
                  <a:pt x="719" y="635"/>
                </a:cubicBezTo>
                <a:cubicBezTo>
                  <a:pt x="720" y="635"/>
                  <a:pt x="720" y="635"/>
                  <a:pt x="720" y="635"/>
                </a:cubicBezTo>
                <a:moveTo>
                  <a:pt x="672" y="594"/>
                </a:moveTo>
                <a:cubicBezTo>
                  <a:pt x="672" y="594"/>
                  <a:pt x="671" y="591"/>
                  <a:pt x="670" y="588"/>
                </a:cubicBezTo>
                <a:cubicBezTo>
                  <a:pt x="668" y="585"/>
                  <a:pt x="667" y="581"/>
                  <a:pt x="667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6" y="578"/>
                  <a:pt x="666" y="578"/>
                  <a:pt x="666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7" y="578"/>
                  <a:pt x="667" y="578"/>
                  <a:pt x="667" y="578"/>
                </a:cubicBezTo>
                <a:cubicBezTo>
                  <a:pt x="667" y="578"/>
                  <a:pt x="667" y="575"/>
                  <a:pt x="668" y="572"/>
                </a:cubicBezTo>
                <a:cubicBezTo>
                  <a:pt x="668" y="570"/>
                  <a:pt x="670" y="567"/>
                  <a:pt x="671" y="567"/>
                </a:cubicBezTo>
                <a:cubicBezTo>
                  <a:pt x="672" y="566"/>
                  <a:pt x="674" y="566"/>
                  <a:pt x="675" y="566"/>
                </a:cubicBezTo>
                <a:cubicBezTo>
                  <a:pt x="679" y="566"/>
                  <a:pt x="683" y="569"/>
                  <a:pt x="686" y="572"/>
                </a:cubicBezTo>
                <a:cubicBezTo>
                  <a:pt x="688" y="574"/>
                  <a:pt x="689" y="576"/>
                  <a:pt x="690" y="577"/>
                </a:cubicBezTo>
                <a:cubicBezTo>
                  <a:pt x="691" y="578"/>
                  <a:pt x="692" y="580"/>
                  <a:pt x="693" y="580"/>
                </a:cubicBezTo>
                <a:cubicBezTo>
                  <a:pt x="693" y="581"/>
                  <a:pt x="694" y="581"/>
                  <a:pt x="696" y="582"/>
                </a:cubicBezTo>
                <a:cubicBezTo>
                  <a:pt x="705" y="587"/>
                  <a:pt x="734" y="602"/>
                  <a:pt x="734" y="602"/>
                </a:cubicBezTo>
                <a:cubicBezTo>
                  <a:pt x="735" y="600"/>
                  <a:pt x="735" y="600"/>
                  <a:pt x="735" y="600"/>
                </a:cubicBezTo>
                <a:cubicBezTo>
                  <a:pt x="735" y="600"/>
                  <a:pt x="726" y="595"/>
                  <a:pt x="716" y="590"/>
                </a:cubicBezTo>
                <a:cubicBezTo>
                  <a:pt x="711" y="587"/>
                  <a:pt x="706" y="585"/>
                  <a:pt x="702" y="583"/>
                </a:cubicBezTo>
                <a:cubicBezTo>
                  <a:pt x="700" y="582"/>
                  <a:pt x="698" y="581"/>
                  <a:pt x="697" y="580"/>
                </a:cubicBezTo>
                <a:cubicBezTo>
                  <a:pt x="695" y="579"/>
                  <a:pt x="694" y="579"/>
                  <a:pt x="694" y="579"/>
                </a:cubicBezTo>
                <a:cubicBezTo>
                  <a:pt x="694" y="578"/>
                  <a:pt x="693" y="577"/>
                  <a:pt x="692" y="576"/>
                </a:cubicBezTo>
                <a:cubicBezTo>
                  <a:pt x="688" y="571"/>
                  <a:pt x="683" y="564"/>
                  <a:pt x="675" y="564"/>
                </a:cubicBezTo>
                <a:cubicBezTo>
                  <a:pt x="673" y="564"/>
                  <a:pt x="672" y="564"/>
                  <a:pt x="670" y="565"/>
                </a:cubicBezTo>
                <a:cubicBezTo>
                  <a:pt x="668" y="566"/>
                  <a:pt x="666" y="569"/>
                  <a:pt x="666" y="572"/>
                </a:cubicBezTo>
                <a:cubicBezTo>
                  <a:pt x="665" y="575"/>
                  <a:pt x="664" y="577"/>
                  <a:pt x="664" y="578"/>
                </a:cubicBezTo>
                <a:cubicBezTo>
                  <a:pt x="664" y="579"/>
                  <a:pt x="664" y="579"/>
                  <a:pt x="664" y="579"/>
                </a:cubicBezTo>
                <a:cubicBezTo>
                  <a:pt x="665" y="579"/>
                  <a:pt x="665" y="579"/>
                  <a:pt x="665" y="579"/>
                </a:cubicBezTo>
                <a:cubicBezTo>
                  <a:pt x="665" y="579"/>
                  <a:pt x="665" y="579"/>
                  <a:pt x="665" y="579"/>
                </a:cubicBezTo>
                <a:cubicBezTo>
                  <a:pt x="664" y="579"/>
                  <a:pt x="664" y="579"/>
                  <a:pt x="664" y="579"/>
                </a:cubicBezTo>
                <a:cubicBezTo>
                  <a:pt x="665" y="585"/>
                  <a:pt x="670" y="595"/>
                  <a:pt x="670" y="595"/>
                </a:cubicBezTo>
                <a:cubicBezTo>
                  <a:pt x="672" y="594"/>
                  <a:pt x="672" y="594"/>
                  <a:pt x="672" y="594"/>
                </a:cubicBezTo>
                <a:moveTo>
                  <a:pt x="734" y="617"/>
                </a:moveTo>
                <a:cubicBezTo>
                  <a:pt x="736" y="617"/>
                  <a:pt x="736" y="617"/>
                  <a:pt x="736" y="617"/>
                </a:cubicBezTo>
                <a:cubicBezTo>
                  <a:pt x="736" y="550"/>
                  <a:pt x="736" y="550"/>
                  <a:pt x="736" y="550"/>
                </a:cubicBezTo>
                <a:cubicBezTo>
                  <a:pt x="734" y="550"/>
                  <a:pt x="734" y="550"/>
                  <a:pt x="734" y="550"/>
                </a:cubicBezTo>
                <a:lnTo>
                  <a:pt x="734" y="617"/>
                </a:lnTo>
                <a:close/>
                <a:moveTo>
                  <a:pt x="673" y="566"/>
                </a:moveTo>
                <a:cubicBezTo>
                  <a:pt x="708" y="562"/>
                  <a:pt x="708" y="562"/>
                  <a:pt x="708" y="562"/>
                </a:cubicBezTo>
                <a:cubicBezTo>
                  <a:pt x="707" y="559"/>
                  <a:pt x="707" y="559"/>
                  <a:pt x="707" y="559"/>
                </a:cubicBezTo>
                <a:cubicBezTo>
                  <a:pt x="673" y="564"/>
                  <a:pt x="673" y="564"/>
                  <a:pt x="673" y="564"/>
                </a:cubicBezTo>
                <a:moveTo>
                  <a:pt x="648" y="602"/>
                </a:moveTo>
                <a:cubicBezTo>
                  <a:pt x="648" y="604"/>
                  <a:pt x="648" y="604"/>
                  <a:pt x="648" y="604"/>
                </a:cubicBezTo>
                <a:cubicBezTo>
                  <a:pt x="697" y="604"/>
                  <a:pt x="697" y="604"/>
                  <a:pt x="697" y="604"/>
                </a:cubicBezTo>
                <a:cubicBezTo>
                  <a:pt x="697" y="604"/>
                  <a:pt x="697" y="604"/>
                  <a:pt x="697" y="604"/>
                </a:cubicBezTo>
                <a:cubicBezTo>
                  <a:pt x="698" y="604"/>
                  <a:pt x="698" y="604"/>
                  <a:pt x="698" y="604"/>
                </a:cubicBezTo>
                <a:cubicBezTo>
                  <a:pt x="698" y="603"/>
                  <a:pt x="698" y="603"/>
                  <a:pt x="698" y="603"/>
                </a:cubicBezTo>
                <a:cubicBezTo>
                  <a:pt x="649" y="603"/>
                  <a:pt x="649" y="603"/>
                  <a:pt x="649" y="603"/>
                </a:cubicBezTo>
                <a:cubicBezTo>
                  <a:pt x="649" y="602"/>
                  <a:pt x="649" y="602"/>
                  <a:pt x="649" y="602"/>
                </a:cubicBezTo>
                <a:cubicBezTo>
                  <a:pt x="648" y="602"/>
                  <a:pt x="648" y="602"/>
                  <a:pt x="648" y="602"/>
                </a:cubicBezTo>
                <a:cubicBezTo>
                  <a:pt x="648" y="604"/>
                  <a:pt x="648" y="604"/>
                  <a:pt x="648" y="604"/>
                </a:cubicBezTo>
                <a:cubicBezTo>
                  <a:pt x="648" y="602"/>
                  <a:pt x="648" y="602"/>
                  <a:pt x="648" y="602"/>
                </a:cubicBezTo>
                <a:cubicBezTo>
                  <a:pt x="646" y="602"/>
                  <a:pt x="646" y="602"/>
                  <a:pt x="646" y="602"/>
                </a:cubicBezTo>
                <a:cubicBezTo>
                  <a:pt x="646" y="605"/>
                  <a:pt x="646" y="605"/>
                  <a:pt x="646" y="605"/>
                </a:cubicBezTo>
                <a:cubicBezTo>
                  <a:pt x="699" y="605"/>
                  <a:pt x="699" y="605"/>
                  <a:pt x="699" y="605"/>
                </a:cubicBezTo>
                <a:cubicBezTo>
                  <a:pt x="699" y="601"/>
                  <a:pt x="699" y="601"/>
                  <a:pt x="699" y="601"/>
                </a:cubicBezTo>
                <a:cubicBezTo>
                  <a:pt x="646" y="601"/>
                  <a:pt x="646" y="601"/>
                  <a:pt x="646" y="601"/>
                </a:cubicBezTo>
                <a:cubicBezTo>
                  <a:pt x="646" y="602"/>
                  <a:pt x="646" y="602"/>
                  <a:pt x="646" y="602"/>
                </a:cubicBezTo>
                <a:cubicBezTo>
                  <a:pt x="648" y="602"/>
                  <a:pt x="648" y="602"/>
                  <a:pt x="648" y="602"/>
                </a:cubicBezTo>
                <a:moveTo>
                  <a:pt x="647" y="619"/>
                </a:moveTo>
                <a:cubicBezTo>
                  <a:pt x="647" y="620"/>
                  <a:pt x="647" y="620"/>
                  <a:pt x="647" y="620"/>
                </a:cubicBezTo>
                <a:cubicBezTo>
                  <a:pt x="697" y="620"/>
                  <a:pt x="697" y="620"/>
                  <a:pt x="697" y="620"/>
                </a:cubicBezTo>
                <a:cubicBezTo>
                  <a:pt x="697" y="621"/>
                  <a:pt x="697" y="621"/>
                  <a:pt x="697" y="621"/>
                </a:cubicBezTo>
                <a:cubicBezTo>
                  <a:pt x="698" y="621"/>
                  <a:pt x="698" y="621"/>
                  <a:pt x="698" y="621"/>
                </a:cubicBezTo>
                <a:cubicBezTo>
                  <a:pt x="698" y="620"/>
                  <a:pt x="698" y="620"/>
                  <a:pt x="698" y="620"/>
                </a:cubicBezTo>
                <a:cubicBezTo>
                  <a:pt x="649" y="620"/>
                  <a:pt x="649" y="620"/>
                  <a:pt x="649" y="620"/>
                </a:cubicBezTo>
                <a:cubicBezTo>
                  <a:pt x="649" y="619"/>
                  <a:pt x="649" y="619"/>
                  <a:pt x="649" y="619"/>
                </a:cubicBezTo>
                <a:cubicBezTo>
                  <a:pt x="647" y="619"/>
                  <a:pt x="647" y="619"/>
                  <a:pt x="647" y="619"/>
                </a:cubicBezTo>
                <a:cubicBezTo>
                  <a:pt x="647" y="620"/>
                  <a:pt x="647" y="620"/>
                  <a:pt x="647" y="620"/>
                </a:cubicBezTo>
                <a:cubicBezTo>
                  <a:pt x="647" y="619"/>
                  <a:pt x="647" y="619"/>
                  <a:pt x="647" y="619"/>
                </a:cubicBezTo>
                <a:cubicBezTo>
                  <a:pt x="646" y="619"/>
                  <a:pt x="646" y="619"/>
                  <a:pt x="646" y="619"/>
                </a:cubicBezTo>
                <a:cubicBezTo>
                  <a:pt x="646" y="622"/>
                  <a:pt x="646" y="622"/>
                  <a:pt x="646" y="622"/>
                </a:cubicBezTo>
                <a:cubicBezTo>
                  <a:pt x="699" y="622"/>
                  <a:pt x="699" y="622"/>
                  <a:pt x="699" y="622"/>
                </a:cubicBezTo>
                <a:cubicBezTo>
                  <a:pt x="699" y="618"/>
                  <a:pt x="699" y="618"/>
                  <a:pt x="699" y="618"/>
                </a:cubicBezTo>
                <a:cubicBezTo>
                  <a:pt x="646" y="618"/>
                  <a:pt x="646" y="618"/>
                  <a:pt x="646" y="618"/>
                </a:cubicBezTo>
                <a:cubicBezTo>
                  <a:pt x="646" y="619"/>
                  <a:pt x="646" y="619"/>
                  <a:pt x="646" y="619"/>
                </a:cubicBezTo>
                <a:cubicBezTo>
                  <a:pt x="647" y="619"/>
                  <a:pt x="647" y="619"/>
                  <a:pt x="647" y="619"/>
                </a:cubicBezTo>
                <a:moveTo>
                  <a:pt x="648" y="636"/>
                </a:moveTo>
                <a:cubicBezTo>
                  <a:pt x="648" y="637"/>
                  <a:pt x="648" y="637"/>
                  <a:pt x="648" y="637"/>
                </a:cubicBezTo>
                <a:cubicBezTo>
                  <a:pt x="697" y="637"/>
                  <a:pt x="697" y="637"/>
                  <a:pt x="697" y="637"/>
                </a:cubicBezTo>
                <a:cubicBezTo>
                  <a:pt x="697" y="638"/>
                  <a:pt x="697" y="638"/>
                  <a:pt x="697" y="638"/>
                </a:cubicBezTo>
                <a:cubicBezTo>
                  <a:pt x="699" y="638"/>
                  <a:pt x="699" y="638"/>
                  <a:pt x="699" y="638"/>
                </a:cubicBezTo>
                <a:cubicBezTo>
                  <a:pt x="699" y="636"/>
                  <a:pt x="699" y="636"/>
                  <a:pt x="699" y="636"/>
                </a:cubicBezTo>
                <a:cubicBezTo>
                  <a:pt x="649" y="636"/>
                  <a:pt x="649" y="636"/>
                  <a:pt x="649" y="636"/>
                </a:cubicBezTo>
                <a:cubicBezTo>
                  <a:pt x="649" y="636"/>
                  <a:pt x="649" y="636"/>
                  <a:pt x="649" y="636"/>
                </a:cubicBezTo>
                <a:cubicBezTo>
                  <a:pt x="648" y="636"/>
                  <a:pt x="648" y="636"/>
                  <a:pt x="648" y="636"/>
                </a:cubicBezTo>
                <a:cubicBezTo>
                  <a:pt x="648" y="637"/>
                  <a:pt x="648" y="637"/>
                  <a:pt x="648" y="637"/>
                </a:cubicBezTo>
                <a:cubicBezTo>
                  <a:pt x="648" y="636"/>
                  <a:pt x="648" y="636"/>
                  <a:pt x="648" y="636"/>
                </a:cubicBezTo>
                <a:cubicBezTo>
                  <a:pt x="647" y="636"/>
                  <a:pt x="647" y="636"/>
                  <a:pt x="647" y="636"/>
                </a:cubicBezTo>
                <a:cubicBezTo>
                  <a:pt x="647" y="639"/>
                  <a:pt x="647" y="639"/>
                  <a:pt x="647" y="639"/>
                </a:cubicBezTo>
                <a:cubicBezTo>
                  <a:pt x="700" y="639"/>
                  <a:pt x="700" y="639"/>
                  <a:pt x="700" y="639"/>
                </a:cubicBezTo>
                <a:cubicBezTo>
                  <a:pt x="700" y="635"/>
                  <a:pt x="700" y="635"/>
                  <a:pt x="700" y="635"/>
                </a:cubicBezTo>
                <a:cubicBezTo>
                  <a:pt x="647" y="635"/>
                  <a:pt x="647" y="635"/>
                  <a:pt x="647" y="635"/>
                </a:cubicBezTo>
                <a:cubicBezTo>
                  <a:pt x="647" y="636"/>
                  <a:pt x="647" y="636"/>
                  <a:pt x="647" y="636"/>
                </a:cubicBezTo>
                <a:cubicBezTo>
                  <a:pt x="648" y="636"/>
                  <a:pt x="648" y="636"/>
                  <a:pt x="648" y="636"/>
                </a:cubicBezTo>
                <a:moveTo>
                  <a:pt x="647" y="652"/>
                </a:moveTo>
                <a:cubicBezTo>
                  <a:pt x="647" y="653"/>
                  <a:pt x="647" y="653"/>
                  <a:pt x="647" y="653"/>
                </a:cubicBezTo>
                <a:cubicBezTo>
                  <a:pt x="697" y="653"/>
                  <a:pt x="697" y="653"/>
                  <a:pt x="697" y="653"/>
                </a:cubicBezTo>
                <a:cubicBezTo>
                  <a:pt x="697" y="654"/>
                  <a:pt x="697" y="654"/>
                  <a:pt x="697" y="654"/>
                </a:cubicBezTo>
                <a:cubicBezTo>
                  <a:pt x="698" y="654"/>
                  <a:pt x="698" y="654"/>
                  <a:pt x="698" y="654"/>
                </a:cubicBezTo>
                <a:cubicBezTo>
                  <a:pt x="698" y="653"/>
                  <a:pt x="698" y="653"/>
                  <a:pt x="698" y="653"/>
                </a:cubicBezTo>
                <a:cubicBezTo>
                  <a:pt x="649" y="653"/>
                  <a:pt x="649" y="653"/>
                  <a:pt x="649" y="653"/>
                </a:cubicBezTo>
                <a:cubicBezTo>
                  <a:pt x="649" y="652"/>
                  <a:pt x="649" y="652"/>
                  <a:pt x="649" y="652"/>
                </a:cubicBezTo>
                <a:cubicBezTo>
                  <a:pt x="647" y="652"/>
                  <a:pt x="647" y="652"/>
                  <a:pt x="647" y="652"/>
                </a:cubicBezTo>
                <a:cubicBezTo>
                  <a:pt x="647" y="653"/>
                  <a:pt x="647" y="653"/>
                  <a:pt x="647" y="653"/>
                </a:cubicBezTo>
                <a:cubicBezTo>
                  <a:pt x="647" y="652"/>
                  <a:pt x="647" y="652"/>
                  <a:pt x="647" y="652"/>
                </a:cubicBezTo>
                <a:cubicBezTo>
                  <a:pt x="646" y="652"/>
                  <a:pt x="646" y="652"/>
                  <a:pt x="646" y="652"/>
                </a:cubicBezTo>
                <a:cubicBezTo>
                  <a:pt x="646" y="655"/>
                  <a:pt x="646" y="655"/>
                  <a:pt x="646" y="655"/>
                </a:cubicBezTo>
                <a:cubicBezTo>
                  <a:pt x="699" y="655"/>
                  <a:pt x="699" y="655"/>
                  <a:pt x="699" y="655"/>
                </a:cubicBezTo>
                <a:cubicBezTo>
                  <a:pt x="699" y="651"/>
                  <a:pt x="699" y="651"/>
                  <a:pt x="699" y="651"/>
                </a:cubicBezTo>
                <a:cubicBezTo>
                  <a:pt x="646" y="651"/>
                  <a:pt x="646" y="651"/>
                  <a:pt x="646" y="651"/>
                </a:cubicBezTo>
                <a:cubicBezTo>
                  <a:pt x="646" y="652"/>
                  <a:pt x="646" y="652"/>
                  <a:pt x="646" y="652"/>
                </a:cubicBezTo>
                <a:cubicBezTo>
                  <a:pt x="647" y="652"/>
                  <a:pt x="647" y="652"/>
                  <a:pt x="647" y="652"/>
                </a:cubicBezTo>
                <a:moveTo>
                  <a:pt x="762" y="613"/>
                </a:moveTo>
                <a:cubicBezTo>
                  <a:pt x="764" y="613"/>
                  <a:pt x="764" y="613"/>
                  <a:pt x="764" y="613"/>
                </a:cubicBezTo>
                <a:cubicBezTo>
                  <a:pt x="764" y="536"/>
                  <a:pt x="764" y="536"/>
                  <a:pt x="764" y="536"/>
                </a:cubicBezTo>
                <a:cubicBezTo>
                  <a:pt x="762" y="536"/>
                  <a:pt x="762" y="536"/>
                  <a:pt x="762" y="536"/>
                </a:cubicBezTo>
                <a:lnTo>
                  <a:pt x="762" y="613"/>
                </a:lnTo>
                <a:close/>
                <a:moveTo>
                  <a:pt x="791" y="612"/>
                </a:moveTo>
                <a:cubicBezTo>
                  <a:pt x="793" y="612"/>
                  <a:pt x="793" y="612"/>
                  <a:pt x="793" y="612"/>
                </a:cubicBezTo>
                <a:cubicBezTo>
                  <a:pt x="793" y="535"/>
                  <a:pt x="793" y="535"/>
                  <a:pt x="793" y="535"/>
                </a:cubicBezTo>
                <a:cubicBezTo>
                  <a:pt x="791" y="535"/>
                  <a:pt x="791" y="535"/>
                  <a:pt x="791" y="535"/>
                </a:cubicBezTo>
                <a:lnTo>
                  <a:pt x="791" y="612"/>
                </a:lnTo>
                <a:close/>
                <a:moveTo>
                  <a:pt x="808" y="612"/>
                </a:moveTo>
                <a:cubicBezTo>
                  <a:pt x="811" y="612"/>
                  <a:pt x="811" y="612"/>
                  <a:pt x="811" y="612"/>
                </a:cubicBezTo>
                <a:cubicBezTo>
                  <a:pt x="811" y="540"/>
                  <a:pt x="811" y="540"/>
                  <a:pt x="811" y="540"/>
                </a:cubicBezTo>
                <a:cubicBezTo>
                  <a:pt x="808" y="540"/>
                  <a:pt x="808" y="540"/>
                  <a:pt x="808" y="540"/>
                </a:cubicBezTo>
                <a:lnTo>
                  <a:pt x="808" y="612"/>
                </a:lnTo>
                <a:close/>
                <a:moveTo>
                  <a:pt x="827" y="612"/>
                </a:moveTo>
                <a:cubicBezTo>
                  <a:pt x="830" y="612"/>
                  <a:pt x="830" y="612"/>
                  <a:pt x="830" y="612"/>
                </a:cubicBezTo>
                <a:cubicBezTo>
                  <a:pt x="830" y="549"/>
                  <a:pt x="830" y="549"/>
                  <a:pt x="830" y="549"/>
                </a:cubicBezTo>
                <a:cubicBezTo>
                  <a:pt x="827" y="549"/>
                  <a:pt x="827" y="549"/>
                  <a:pt x="827" y="549"/>
                </a:cubicBezTo>
                <a:lnTo>
                  <a:pt x="827" y="612"/>
                </a:lnTo>
                <a:close/>
                <a:moveTo>
                  <a:pt x="843" y="595"/>
                </a:moveTo>
                <a:cubicBezTo>
                  <a:pt x="845" y="595"/>
                  <a:pt x="845" y="595"/>
                  <a:pt x="845" y="595"/>
                </a:cubicBezTo>
                <a:cubicBezTo>
                  <a:pt x="845" y="559"/>
                  <a:pt x="845" y="559"/>
                  <a:pt x="845" y="559"/>
                </a:cubicBezTo>
                <a:cubicBezTo>
                  <a:pt x="843" y="559"/>
                  <a:pt x="843" y="559"/>
                  <a:pt x="843" y="559"/>
                </a:cubicBezTo>
                <a:lnTo>
                  <a:pt x="843" y="595"/>
                </a:lnTo>
                <a:close/>
                <a:moveTo>
                  <a:pt x="761" y="628"/>
                </a:moveTo>
                <a:cubicBezTo>
                  <a:pt x="764" y="628"/>
                  <a:pt x="764" y="628"/>
                  <a:pt x="764" y="628"/>
                </a:cubicBezTo>
                <a:cubicBezTo>
                  <a:pt x="764" y="617"/>
                  <a:pt x="764" y="617"/>
                  <a:pt x="764" y="617"/>
                </a:cubicBezTo>
                <a:cubicBezTo>
                  <a:pt x="761" y="617"/>
                  <a:pt x="761" y="617"/>
                  <a:pt x="761" y="617"/>
                </a:cubicBezTo>
                <a:lnTo>
                  <a:pt x="761" y="628"/>
                </a:lnTo>
                <a:close/>
                <a:moveTo>
                  <a:pt x="761" y="646"/>
                </a:moveTo>
                <a:cubicBezTo>
                  <a:pt x="764" y="646"/>
                  <a:pt x="764" y="646"/>
                  <a:pt x="764" y="646"/>
                </a:cubicBezTo>
                <a:cubicBezTo>
                  <a:pt x="764" y="634"/>
                  <a:pt x="764" y="634"/>
                  <a:pt x="764" y="634"/>
                </a:cubicBezTo>
                <a:cubicBezTo>
                  <a:pt x="761" y="634"/>
                  <a:pt x="761" y="634"/>
                  <a:pt x="761" y="634"/>
                </a:cubicBezTo>
                <a:lnTo>
                  <a:pt x="761" y="646"/>
                </a:lnTo>
                <a:close/>
                <a:moveTo>
                  <a:pt x="791" y="628"/>
                </a:moveTo>
                <a:cubicBezTo>
                  <a:pt x="793" y="628"/>
                  <a:pt x="793" y="628"/>
                  <a:pt x="793" y="628"/>
                </a:cubicBezTo>
                <a:cubicBezTo>
                  <a:pt x="793" y="616"/>
                  <a:pt x="793" y="616"/>
                  <a:pt x="793" y="616"/>
                </a:cubicBezTo>
                <a:cubicBezTo>
                  <a:pt x="791" y="616"/>
                  <a:pt x="791" y="616"/>
                  <a:pt x="791" y="616"/>
                </a:cubicBezTo>
                <a:lnTo>
                  <a:pt x="791" y="628"/>
                </a:lnTo>
                <a:close/>
                <a:moveTo>
                  <a:pt x="790" y="645"/>
                </a:moveTo>
                <a:cubicBezTo>
                  <a:pt x="792" y="645"/>
                  <a:pt x="792" y="645"/>
                  <a:pt x="792" y="645"/>
                </a:cubicBezTo>
                <a:cubicBezTo>
                  <a:pt x="792" y="634"/>
                  <a:pt x="792" y="634"/>
                  <a:pt x="792" y="634"/>
                </a:cubicBezTo>
                <a:cubicBezTo>
                  <a:pt x="790" y="634"/>
                  <a:pt x="790" y="634"/>
                  <a:pt x="790" y="634"/>
                </a:cubicBezTo>
                <a:lnTo>
                  <a:pt x="790" y="645"/>
                </a:lnTo>
                <a:close/>
                <a:moveTo>
                  <a:pt x="808" y="629"/>
                </a:moveTo>
                <a:cubicBezTo>
                  <a:pt x="811" y="629"/>
                  <a:pt x="811" y="629"/>
                  <a:pt x="811" y="629"/>
                </a:cubicBezTo>
                <a:cubicBezTo>
                  <a:pt x="811" y="617"/>
                  <a:pt x="811" y="617"/>
                  <a:pt x="811" y="617"/>
                </a:cubicBezTo>
                <a:cubicBezTo>
                  <a:pt x="808" y="617"/>
                  <a:pt x="808" y="617"/>
                  <a:pt x="808" y="617"/>
                </a:cubicBezTo>
                <a:lnTo>
                  <a:pt x="808" y="629"/>
                </a:lnTo>
                <a:close/>
                <a:moveTo>
                  <a:pt x="808" y="645"/>
                </a:moveTo>
                <a:cubicBezTo>
                  <a:pt x="811" y="645"/>
                  <a:pt x="811" y="645"/>
                  <a:pt x="811" y="645"/>
                </a:cubicBezTo>
                <a:cubicBezTo>
                  <a:pt x="811" y="634"/>
                  <a:pt x="811" y="634"/>
                  <a:pt x="811" y="634"/>
                </a:cubicBezTo>
                <a:cubicBezTo>
                  <a:pt x="808" y="634"/>
                  <a:pt x="808" y="634"/>
                  <a:pt x="808" y="634"/>
                </a:cubicBezTo>
                <a:lnTo>
                  <a:pt x="808" y="645"/>
                </a:lnTo>
                <a:close/>
                <a:moveTo>
                  <a:pt x="827" y="628"/>
                </a:moveTo>
                <a:cubicBezTo>
                  <a:pt x="829" y="628"/>
                  <a:pt x="829" y="628"/>
                  <a:pt x="829" y="628"/>
                </a:cubicBezTo>
                <a:cubicBezTo>
                  <a:pt x="829" y="616"/>
                  <a:pt x="829" y="616"/>
                  <a:pt x="829" y="616"/>
                </a:cubicBezTo>
                <a:cubicBezTo>
                  <a:pt x="827" y="616"/>
                  <a:pt x="827" y="616"/>
                  <a:pt x="827" y="616"/>
                </a:cubicBezTo>
                <a:lnTo>
                  <a:pt x="827" y="628"/>
                </a:lnTo>
                <a:close/>
                <a:moveTo>
                  <a:pt x="827" y="645"/>
                </a:moveTo>
                <a:cubicBezTo>
                  <a:pt x="829" y="645"/>
                  <a:pt x="829" y="645"/>
                  <a:pt x="829" y="645"/>
                </a:cubicBezTo>
                <a:cubicBezTo>
                  <a:pt x="829" y="634"/>
                  <a:pt x="829" y="634"/>
                  <a:pt x="829" y="634"/>
                </a:cubicBezTo>
                <a:cubicBezTo>
                  <a:pt x="827" y="634"/>
                  <a:pt x="827" y="634"/>
                  <a:pt x="827" y="634"/>
                </a:cubicBezTo>
                <a:lnTo>
                  <a:pt x="827" y="645"/>
                </a:lnTo>
                <a:close/>
                <a:moveTo>
                  <a:pt x="843" y="629"/>
                </a:moveTo>
                <a:cubicBezTo>
                  <a:pt x="845" y="629"/>
                  <a:pt x="845" y="629"/>
                  <a:pt x="845" y="629"/>
                </a:cubicBezTo>
                <a:cubicBezTo>
                  <a:pt x="845" y="616"/>
                  <a:pt x="845" y="616"/>
                  <a:pt x="845" y="616"/>
                </a:cubicBezTo>
                <a:cubicBezTo>
                  <a:pt x="843" y="616"/>
                  <a:pt x="843" y="616"/>
                  <a:pt x="843" y="616"/>
                </a:cubicBezTo>
                <a:lnTo>
                  <a:pt x="843" y="629"/>
                </a:lnTo>
                <a:close/>
                <a:moveTo>
                  <a:pt x="843" y="645"/>
                </a:moveTo>
                <a:cubicBezTo>
                  <a:pt x="845" y="645"/>
                  <a:pt x="845" y="645"/>
                  <a:pt x="845" y="645"/>
                </a:cubicBezTo>
                <a:cubicBezTo>
                  <a:pt x="845" y="635"/>
                  <a:pt x="845" y="635"/>
                  <a:pt x="845" y="635"/>
                </a:cubicBezTo>
                <a:cubicBezTo>
                  <a:pt x="843" y="635"/>
                  <a:pt x="843" y="635"/>
                  <a:pt x="843" y="635"/>
                </a:cubicBezTo>
                <a:lnTo>
                  <a:pt x="843" y="645"/>
                </a:lnTo>
                <a:close/>
                <a:moveTo>
                  <a:pt x="719" y="651"/>
                </a:moveTo>
                <a:cubicBezTo>
                  <a:pt x="719" y="653"/>
                  <a:pt x="719" y="653"/>
                  <a:pt x="719" y="653"/>
                </a:cubicBezTo>
                <a:cubicBezTo>
                  <a:pt x="860" y="653"/>
                  <a:pt x="860" y="653"/>
                  <a:pt x="860" y="653"/>
                </a:cubicBezTo>
                <a:cubicBezTo>
                  <a:pt x="860" y="653"/>
                  <a:pt x="860" y="653"/>
                  <a:pt x="860" y="653"/>
                </a:cubicBezTo>
                <a:cubicBezTo>
                  <a:pt x="720" y="653"/>
                  <a:pt x="720" y="653"/>
                  <a:pt x="720" y="653"/>
                </a:cubicBezTo>
                <a:cubicBezTo>
                  <a:pt x="720" y="651"/>
                  <a:pt x="720" y="651"/>
                  <a:pt x="720" y="651"/>
                </a:cubicBezTo>
                <a:cubicBezTo>
                  <a:pt x="719" y="651"/>
                  <a:pt x="719" y="651"/>
                  <a:pt x="719" y="651"/>
                </a:cubicBezTo>
                <a:cubicBezTo>
                  <a:pt x="719" y="653"/>
                  <a:pt x="719" y="653"/>
                  <a:pt x="719" y="653"/>
                </a:cubicBezTo>
                <a:cubicBezTo>
                  <a:pt x="719" y="651"/>
                  <a:pt x="719" y="651"/>
                  <a:pt x="719" y="651"/>
                </a:cubicBezTo>
                <a:cubicBezTo>
                  <a:pt x="718" y="651"/>
                  <a:pt x="718" y="651"/>
                  <a:pt x="718" y="651"/>
                </a:cubicBezTo>
                <a:cubicBezTo>
                  <a:pt x="718" y="655"/>
                  <a:pt x="718" y="655"/>
                  <a:pt x="718" y="655"/>
                </a:cubicBezTo>
                <a:cubicBezTo>
                  <a:pt x="862" y="655"/>
                  <a:pt x="862" y="655"/>
                  <a:pt x="862" y="655"/>
                </a:cubicBezTo>
                <a:cubicBezTo>
                  <a:pt x="862" y="650"/>
                  <a:pt x="862" y="650"/>
                  <a:pt x="862" y="650"/>
                </a:cubicBezTo>
                <a:cubicBezTo>
                  <a:pt x="718" y="650"/>
                  <a:pt x="718" y="650"/>
                  <a:pt x="718" y="650"/>
                </a:cubicBezTo>
                <a:cubicBezTo>
                  <a:pt x="718" y="651"/>
                  <a:pt x="718" y="651"/>
                  <a:pt x="718" y="651"/>
                </a:cubicBezTo>
                <a:cubicBezTo>
                  <a:pt x="719" y="651"/>
                  <a:pt x="719" y="651"/>
                  <a:pt x="719" y="651"/>
                </a:cubicBezTo>
                <a:moveTo>
                  <a:pt x="710" y="588"/>
                </a:moveTo>
                <a:cubicBezTo>
                  <a:pt x="710" y="588"/>
                  <a:pt x="711" y="586"/>
                  <a:pt x="713" y="583"/>
                </a:cubicBezTo>
                <a:cubicBezTo>
                  <a:pt x="719" y="573"/>
                  <a:pt x="731" y="552"/>
                  <a:pt x="744" y="544"/>
                </a:cubicBezTo>
                <a:cubicBezTo>
                  <a:pt x="755" y="538"/>
                  <a:pt x="763" y="535"/>
                  <a:pt x="772" y="535"/>
                </a:cubicBezTo>
                <a:cubicBezTo>
                  <a:pt x="774" y="535"/>
                  <a:pt x="774" y="535"/>
                  <a:pt x="774" y="535"/>
                </a:cubicBezTo>
                <a:cubicBezTo>
                  <a:pt x="784" y="536"/>
                  <a:pt x="793" y="536"/>
                  <a:pt x="800" y="538"/>
                </a:cubicBezTo>
                <a:cubicBezTo>
                  <a:pt x="807" y="540"/>
                  <a:pt x="825" y="547"/>
                  <a:pt x="836" y="554"/>
                </a:cubicBezTo>
                <a:cubicBezTo>
                  <a:pt x="837" y="553"/>
                  <a:pt x="837" y="553"/>
                  <a:pt x="837" y="553"/>
                </a:cubicBezTo>
                <a:cubicBezTo>
                  <a:pt x="836" y="554"/>
                  <a:pt x="836" y="554"/>
                  <a:pt x="836" y="554"/>
                </a:cubicBezTo>
                <a:cubicBezTo>
                  <a:pt x="872" y="582"/>
                  <a:pt x="872" y="582"/>
                  <a:pt x="872" y="582"/>
                </a:cubicBezTo>
                <a:cubicBezTo>
                  <a:pt x="871" y="578"/>
                  <a:pt x="871" y="578"/>
                  <a:pt x="871" y="578"/>
                </a:cubicBezTo>
                <a:cubicBezTo>
                  <a:pt x="871" y="578"/>
                  <a:pt x="865" y="563"/>
                  <a:pt x="849" y="547"/>
                </a:cubicBezTo>
                <a:cubicBezTo>
                  <a:pt x="834" y="532"/>
                  <a:pt x="810" y="517"/>
                  <a:pt x="774" y="517"/>
                </a:cubicBezTo>
                <a:cubicBezTo>
                  <a:pt x="773" y="517"/>
                  <a:pt x="771" y="517"/>
                  <a:pt x="770" y="517"/>
                </a:cubicBezTo>
                <a:cubicBezTo>
                  <a:pt x="739" y="518"/>
                  <a:pt x="722" y="531"/>
                  <a:pt x="713" y="545"/>
                </a:cubicBezTo>
                <a:cubicBezTo>
                  <a:pt x="704" y="559"/>
                  <a:pt x="703" y="575"/>
                  <a:pt x="703" y="582"/>
                </a:cubicBezTo>
                <a:cubicBezTo>
                  <a:pt x="703" y="584"/>
                  <a:pt x="703" y="585"/>
                  <a:pt x="703" y="586"/>
                </a:cubicBezTo>
                <a:cubicBezTo>
                  <a:pt x="706" y="585"/>
                  <a:pt x="706" y="585"/>
                  <a:pt x="706" y="585"/>
                </a:cubicBezTo>
                <a:cubicBezTo>
                  <a:pt x="706" y="585"/>
                  <a:pt x="706" y="584"/>
                  <a:pt x="706" y="582"/>
                </a:cubicBezTo>
                <a:cubicBezTo>
                  <a:pt x="706" y="575"/>
                  <a:pt x="707" y="560"/>
                  <a:pt x="715" y="546"/>
                </a:cubicBezTo>
                <a:cubicBezTo>
                  <a:pt x="724" y="532"/>
                  <a:pt x="740" y="520"/>
                  <a:pt x="770" y="519"/>
                </a:cubicBezTo>
                <a:cubicBezTo>
                  <a:pt x="771" y="519"/>
                  <a:pt x="773" y="519"/>
                  <a:pt x="774" y="519"/>
                </a:cubicBezTo>
                <a:cubicBezTo>
                  <a:pt x="810" y="519"/>
                  <a:pt x="833" y="534"/>
                  <a:pt x="848" y="549"/>
                </a:cubicBezTo>
                <a:cubicBezTo>
                  <a:pt x="855" y="556"/>
                  <a:pt x="860" y="564"/>
                  <a:pt x="864" y="569"/>
                </a:cubicBezTo>
                <a:cubicBezTo>
                  <a:pt x="865" y="572"/>
                  <a:pt x="867" y="575"/>
                  <a:pt x="867" y="576"/>
                </a:cubicBezTo>
                <a:cubicBezTo>
                  <a:pt x="868" y="578"/>
                  <a:pt x="869" y="579"/>
                  <a:pt x="869" y="579"/>
                </a:cubicBezTo>
                <a:cubicBezTo>
                  <a:pt x="870" y="578"/>
                  <a:pt x="870" y="578"/>
                  <a:pt x="870" y="578"/>
                </a:cubicBezTo>
                <a:cubicBezTo>
                  <a:pt x="870" y="577"/>
                  <a:pt x="870" y="577"/>
                  <a:pt x="870" y="577"/>
                </a:cubicBezTo>
                <a:cubicBezTo>
                  <a:pt x="837" y="552"/>
                  <a:pt x="837" y="552"/>
                  <a:pt x="837" y="552"/>
                </a:cubicBezTo>
                <a:cubicBezTo>
                  <a:pt x="837" y="552"/>
                  <a:pt x="837" y="552"/>
                  <a:pt x="837" y="552"/>
                </a:cubicBezTo>
                <a:cubicBezTo>
                  <a:pt x="826" y="545"/>
                  <a:pt x="808" y="538"/>
                  <a:pt x="801" y="536"/>
                </a:cubicBezTo>
                <a:cubicBezTo>
                  <a:pt x="793" y="534"/>
                  <a:pt x="784" y="534"/>
                  <a:pt x="774" y="533"/>
                </a:cubicBezTo>
                <a:cubicBezTo>
                  <a:pt x="774" y="533"/>
                  <a:pt x="773" y="533"/>
                  <a:pt x="772" y="533"/>
                </a:cubicBezTo>
                <a:cubicBezTo>
                  <a:pt x="763" y="533"/>
                  <a:pt x="754" y="536"/>
                  <a:pt x="743" y="542"/>
                </a:cubicBezTo>
                <a:cubicBezTo>
                  <a:pt x="724" y="553"/>
                  <a:pt x="709" y="587"/>
                  <a:pt x="708" y="587"/>
                </a:cubicBezTo>
                <a:cubicBezTo>
                  <a:pt x="710" y="588"/>
                  <a:pt x="710" y="588"/>
                  <a:pt x="710" y="588"/>
                </a:cubicBezTo>
                <a:moveTo>
                  <a:pt x="735" y="568"/>
                </a:moveTo>
                <a:cubicBezTo>
                  <a:pt x="763" y="563"/>
                  <a:pt x="763" y="563"/>
                  <a:pt x="763" y="563"/>
                </a:cubicBezTo>
                <a:cubicBezTo>
                  <a:pt x="763" y="561"/>
                  <a:pt x="763" y="561"/>
                  <a:pt x="763" y="561"/>
                </a:cubicBezTo>
                <a:cubicBezTo>
                  <a:pt x="735" y="565"/>
                  <a:pt x="735" y="565"/>
                  <a:pt x="735" y="565"/>
                </a:cubicBezTo>
                <a:moveTo>
                  <a:pt x="735" y="585"/>
                </a:moveTo>
                <a:cubicBezTo>
                  <a:pt x="763" y="581"/>
                  <a:pt x="763" y="581"/>
                  <a:pt x="763" y="581"/>
                </a:cubicBezTo>
                <a:cubicBezTo>
                  <a:pt x="762" y="579"/>
                  <a:pt x="762" y="579"/>
                  <a:pt x="762" y="579"/>
                </a:cubicBezTo>
                <a:cubicBezTo>
                  <a:pt x="735" y="583"/>
                  <a:pt x="735" y="583"/>
                  <a:pt x="735" y="583"/>
                </a:cubicBezTo>
                <a:moveTo>
                  <a:pt x="734" y="602"/>
                </a:moveTo>
                <a:cubicBezTo>
                  <a:pt x="763" y="598"/>
                  <a:pt x="763" y="598"/>
                  <a:pt x="763" y="598"/>
                </a:cubicBezTo>
                <a:cubicBezTo>
                  <a:pt x="762" y="596"/>
                  <a:pt x="762" y="596"/>
                  <a:pt x="762" y="596"/>
                </a:cubicBezTo>
                <a:cubicBezTo>
                  <a:pt x="734" y="600"/>
                  <a:pt x="734" y="600"/>
                  <a:pt x="734" y="600"/>
                </a:cubicBezTo>
                <a:moveTo>
                  <a:pt x="792" y="563"/>
                </a:moveTo>
                <a:cubicBezTo>
                  <a:pt x="844" y="563"/>
                  <a:pt x="844" y="563"/>
                  <a:pt x="844" y="563"/>
                </a:cubicBezTo>
                <a:cubicBezTo>
                  <a:pt x="844" y="561"/>
                  <a:pt x="844" y="561"/>
                  <a:pt x="844" y="561"/>
                </a:cubicBezTo>
                <a:cubicBezTo>
                  <a:pt x="792" y="561"/>
                  <a:pt x="792" y="561"/>
                  <a:pt x="792" y="561"/>
                </a:cubicBezTo>
                <a:moveTo>
                  <a:pt x="792" y="581"/>
                </a:moveTo>
                <a:cubicBezTo>
                  <a:pt x="867" y="581"/>
                  <a:pt x="867" y="581"/>
                  <a:pt x="867" y="581"/>
                </a:cubicBezTo>
                <a:cubicBezTo>
                  <a:pt x="867" y="579"/>
                  <a:pt x="867" y="579"/>
                  <a:pt x="867" y="579"/>
                </a:cubicBezTo>
                <a:cubicBezTo>
                  <a:pt x="792" y="579"/>
                  <a:pt x="792" y="579"/>
                  <a:pt x="792" y="579"/>
                </a:cubicBezTo>
                <a:moveTo>
                  <a:pt x="792" y="597"/>
                </a:moveTo>
                <a:cubicBezTo>
                  <a:pt x="841" y="597"/>
                  <a:pt x="841" y="597"/>
                  <a:pt x="841" y="597"/>
                </a:cubicBezTo>
                <a:cubicBezTo>
                  <a:pt x="841" y="595"/>
                  <a:pt x="841" y="595"/>
                  <a:pt x="841" y="595"/>
                </a:cubicBezTo>
                <a:cubicBezTo>
                  <a:pt x="792" y="595"/>
                  <a:pt x="792" y="595"/>
                  <a:pt x="792" y="595"/>
                </a:cubicBezTo>
                <a:moveTo>
                  <a:pt x="659" y="595"/>
                </a:moveTo>
                <a:cubicBezTo>
                  <a:pt x="690" y="595"/>
                  <a:pt x="690" y="595"/>
                  <a:pt x="690" y="595"/>
                </a:cubicBezTo>
                <a:cubicBezTo>
                  <a:pt x="690" y="574"/>
                  <a:pt x="690" y="574"/>
                  <a:pt x="690" y="574"/>
                </a:cubicBezTo>
                <a:cubicBezTo>
                  <a:pt x="688" y="574"/>
                  <a:pt x="688" y="574"/>
                  <a:pt x="688" y="574"/>
                </a:cubicBezTo>
                <a:cubicBezTo>
                  <a:pt x="688" y="593"/>
                  <a:pt x="688" y="593"/>
                  <a:pt x="688" y="593"/>
                </a:cubicBezTo>
                <a:cubicBezTo>
                  <a:pt x="659" y="593"/>
                  <a:pt x="659" y="593"/>
                  <a:pt x="659" y="593"/>
                </a:cubicBezTo>
                <a:cubicBezTo>
                  <a:pt x="659" y="595"/>
                  <a:pt x="659" y="595"/>
                  <a:pt x="659" y="595"/>
                </a:cubicBezTo>
                <a:moveTo>
                  <a:pt x="772" y="519"/>
                </a:moveTo>
                <a:cubicBezTo>
                  <a:pt x="773" y="519"/>
                  <a:pt x="773" y="519"/>
                  <a:pt x="773" y="519"/>
                </a:cubicBezTo>
                <a:cubicBezTo>
                  <a:pt x="820" y="519"/>
                  <a:pt x="848" y="531"/>
                  <a:pt x="865" y="544"/>
                </a:cubicBezTo>
                <a:cubicBezTo>
                  <a:pt x="874" y="550"/>
                  <a:pt x="879" y="557"/>
                  <a:pt x="883" y="561"/>
                </a:cubicBezTo>
                <a:cubicBezTo>
                  <a:pt x="884" y="564"/>
                  <a:pt x="886" y="566"/>
                  <a:pt x="886" y="567"/>
                </a:cubicBezTo>
                <a:cubicBezTo>
                  <a:pt x="887" y="569"/>
                  <a:pt x="887" y="569"/>
                  <a:pt x="887" y="569"/>
                </a:cubicBezTo>
                <a:cubicBezTo>
                  <a:pt x="887" y="569"/>
                  <a:pt x="887" y="569"/>
                  <a:pt x="887" y="569"/>
                </a:cubicBezTo>
                <a:cubicBezTo>
                  <a:pt x="888" y="569"/>
                  <a:pt x="888" y="569"/>
                  <a:pt x="888" y="569"/>
                </a:cubicBezTo>
                <a:cubicBezTo>
                  <a:pt x="888" y="568"/>
                  <a:pt x="888" y="568"/>
                  <a:pt x="888" y="568"/>
                </a:cubicBezTo>
                <a:cubicBezTo>
                  <a:pt x="869" y="577"/>
                  <a:pt x="869" y="577"/>
                  <a:pt x="869" y="577"/>
                </a:cubicBezTo>
                <a:cubicBezTo>
                  <a:pt x="870" y="579"/>
                  <a:pt x="870" y="579"/>
                  <a:pt x="870" y="579"/>
                </a:cubicBezTo>
                <a:cubicBezTo>
                  <a:pt x="890" y="569"/>
                  <a:pt x="890" y="569"/>
                  <a:pt x="890" y="569"/>
                </a:cubicBezTo>
                <a:cubicBezTo>
                  <a:pt x="890" y="568"/>
                  <a:pt x="890" y="568"/>
                  <a:pt x="890" y="568"/>
                </a:cubicBezTo>
                <a:cubicBezTo>
                  <a:pt x="889" y="568"/>
                  <a:pt x="867" y="516"/>
                  <a:pt x="773" y="516"/>
                </a:cubicBezTo>
                <a:cubicBezTo>
                  <a:pt x="772" y="516"/>
                  <a:pt x="772" y="516"/>
                  <a:pt x="772" y="516"/>
                </a:cubicBezTo>
                <a:cubicBezTo>
                  <a:pt x="772" y="519"/>
                  <a:pt x="772" y="519"/>
                  <a:pt x="772" y="519"/>
                </a:cubicBezTo>
                <a:moveTo>
                  <a:pt x="801" y="521"/>
                </a:moveTo>
                <a:cubicBezTo>
                  <a:pt x="801" y="427"/>
                  <a:pt x="801" y="427"/>
                  <a:pt x="801" y="427"/>
                </a:cubicBezTo>
                <a:cubicBezTo>
                  <a:pt x="831" y="418"/>
                  <a:pt x="831" y="418"/>
                  <a:pt x="831" y="418"/>
                </a:cubicBezTo>
                <a:cubicBezTo>
                  <a:pt x="831" y="526"/>
                  <a:pt x="831" y="526"/>
                  <a:pt x="831" y="526"/>
                </a:cubicBezTo>
                <a:cubicBezTo>
                  <a:pt x="833" y="526"/>
                  <a:pt x="833" y="526"/>
                  <a:pt x="833" y="526"/>
                </a:cubicBezTo>
                <a:cubicBezTo>
                  <a:pt x="833" y="415"/>
                  <a:pt x="833" y="415"/>
                  <a:pt x="833" y="415"/>
                </a:cubicBezTo>
                <a:cubicBezTo>
                  <a:pt x="799" y="425"/>
                  <a:pt x="799" y="425"/>
                  <a:pt x="799" y="425"/>
                </a:cubicBezTo>
                <a:cubicBezTo>
                  <a:pt x="799" y="521"/>
                  <a:pt x="799" y="521"/>
                  <a:pt x="799" y="521"/>
                </a:cubicBezTo>
                <a:cubicBezTo>
                  <a:pt x="801" y="521"/>
                  <a:pt x="801" y="521"/>
                  <a:pt x="801" y="521"/>
                </a:cubicBezTo>
                <a:moveTo>
                  <a:pt x="811" y="423"/>
                </a:moveTo>
                <a:cubicBezTo>
                  <a:pt x="811" y="380"/>
                  <a:pt x="811" y="380"/>
                  <a:pt x="811" y="380"/>
                </a:cubicBezTo>
                <a:cubicBezTo>
                  <a:pt x="836" y="372"/>
                  <a:pt x="836" y="372"/>
                  <a:pt x="836" y="372"/>
                </a:cubicBezTo>
                <a:cubicBezTo>
                  <a:pt x="880" y="373"/>
                  <a:pt x="880" y="373"/>
                  <a:pt x="880" y="373"/>
                </a:cubicBezTo>
                <a:cubicBezTo>
                  <a:pt x="890" y="381"/>
                  <a:pt x="890" y="381"/>
                  <a:pt x="890" y="381"/>
                </a:cubicBezTo>
                <a:cubicBezTo>
                  <a:pt x="890" y="460"/>
                  <a:pt x="890" y="460"/>
                  <a:pt x="890" y="460"/>
                </a:cubicBezTo>
                <a:cubicBezTo>
                  <a:pt x="892" y="460"/>
                  <a:pt x="892" y="460"/>
                  <a:pt x="892" y="460"/>
                </a:cubicBezTo>
                <a:cubicBezTo>
                  <a:pt x="892" y="380"/>
                  <a:pt x="892" y="380"/>
                  <a:pt x="892" y="380"/>
                </a:cubicBezTo>
                <a:cubicBezTo>
                  <a:pt x="881" y="371"/>
                  <a:pt x="881" y="371"/>
                  <a:pt x="881" y="371"/>
                </a:cubicBezTo>
                <a:cubicBezTo>
                  <a:pt x="835" y="370"/>
                  <a:pt x="835" y="370"/>
                  <a:pt x="835" y="370"/>
                </a:cubicBezTo>
                <a:cubicBezTo>
                  <a:pt x="809" y="379"/>
                  <a:pt x="809" y="379"/>
                  <a:pt x="809" y="379"/>
                </a:cubicBezTo>
                <a:cubicBezTo>
                  <a:pt x="809" y="423"/>
                  <a:pt x="809" y="423"/>
                  <a:pt x="809" y="423"/>
                </a:cubicBezTo>
                <a:cubicBezTo>
                  <a:pt x="811" y="423"/>
                  <a:pt x="811" y="423"/>
                  <a:pt x="811" y="423"/>
                </a:cubicBezTo>
                <a:moveTo>
                  <a:pt x="835" y="407"/>
                </a:moveTo>
                <a:cubicBezTo>
                  <a:pt x="837" y="407"/>
                  <a:pt x="837" y="407"/>
                  <a:pt x="837" y="407"/>
                </a:cubicBezTo>
                <a:cubicBezTo>
                  <a:pt x="837" y="371"/>
                  <a:pt x="837" y="371"/>
                  <a:pt x="837" y="371"/>
                </a:cubicBezTo>
                <a:cubicBezTo>
                  <a:pt x="835" y="371"/>
                  <a:pt x="835" y="371"/>
                  <a:pt x="835" y="371"/>
                </a:cubicBezTo>
                <a:lnTo>
                  <a:pt x="835" y="407"/>
                </a:lnTo>
                <a:close/>
                <a:moveTo>
                  <a:pt x="832" y="418"/>
                </a:moveTo>
                <a:cubicBezTo>
                  <a:pt x="861" y="418"/>
                  <a:pt x="861" y="418"/>
                  <a:pt x="861" y="418"/>
                </a:cubicBezTo>
                <a:cubicBezTo>
                  <a:pt x="861" y="461"/>
                  <a:pt x="861" y="461"/>
                  <a:pt x="861" y="461"/>
                </a:cubicBezTo>
                <a:cubicBezTo>
                  <a:pt x="899" y="461"/>
                  <a:pt x="899" y="461"/>
                  <a:pt x="899" y="461"/>
                </a:cubicBezTo>
                <a:cubicBezTo>
                  <a:pt x="899" y="459"/>
                  <a:pt x="899" y="459"/>
                  <a:pt x="899" y="459"/>
                </a:cubicBezTo>
                <a:cubicBezTo>
                  <a:pt x="864" y="459"/>
                  <a:pt x="864" y="459"/>
                  <a:pt x="864" y="459"/>
                </a:cubicBezTo>
                <a:cubicBezTo>
                  <a:pt x="864" y="415"/>
                  <a:pt x="864" y="415"/>
                  <a:pt x="864" y="415"/>
                </a:cubicBezTo>
                <a:cubicBezTo>
                  <a:pt x="832" y="415"/>
                  <a:pt x="832" y="415"/>
                  <a:pt x="832" y="415"/>
                </a:cubicBezTo>
                <a:cubicBezTo>
                  <a:pt x="832" y="418"/>
                  <a:pt x="832" y="418"/>
                  <a:pt x="832" y="418"/>
                </a:cubicBezTo>
                <a:moveTo>
                  <a:pt x="880" y="454"/>
                </a:moveTo>
                <a:cubicBezTo>
                  <a:pt x="882" y="454"/>
                  <a:pt x="882" y="454"/>
                  <a:pt x="882" y="454"/>
                </a:cubicBezTo>
                <a:cubicBezTo>
                  <a:pt x="882" y="372"/>
                  <a:pt x="882" y="372"/>
                  <a:pt x="882" y="372"/>
                </a:cubicBezTo>
                <a:cubicBezTo>
                  <a:pt x="880" y="372"/>
                  <a:pt x="880" y="372"/>
                  <a:pt x="880" y="372"/>
                </a:cubicBezTo>
                <a:lnTo>
                  <a:pt x="880" y="454"/>
                </a:lnTo>
                <a:close/>
                <a:moveTo>
                  <a:pt x="862" y="417"/>
                </a:moveTo>
                <a:cubicBezTo>
                  <a:pt x="870" y="422"/>
                  <a:pt x="870" y="422"/>
                  <a:pt x="870" y="422"/>
                </a:cubicBezTo>
                <a:cubicBezTo>
                  <a:pt x="870" y="450"/>
                  <a:pt x="870" y="450"/>
                  <a:pt x="870" y="450"/>
                </a:cubicBezTo>
                <a:cubicBezTo>
                  <a:pt x="873" y="450"/>
                  <a:pt x="873" y="450"/>
                  <a:pt x="873" y="450"/>
                </a:cubicBezTo>
                <a:cubicBezTo>
                  <a:pt x="873" y="421"/>
                  <a:pt x="873" y="421"/>
                  <a:pt x="873" y="421"/>
                </a:cubicBezTo>
                <a:cubicBezTo>
                  <a:pt x="863" y="415"/>
                  <a:pt x="863" y="415"/>
                  <a:pt x="863" y="415"/>
                </a:cubicBezTo>
                <a:cubicBezTo>
                  <a:pt x="862" y="417"/>
                  <a:pt x="862" y="417"/>
                  <a:pt x="862" y="417"/>
                </a:cubicBezTo>
                <a:moveTo>
                  <a:pt x="758" y="519"/>
                </a:moveTo>
                <a:cubicBezTo>
                  <a:pt x="758" y="494"/>
                  <a:pt x="758" y="494"/>
                  <a:pt x="758" y="494"/>
                </a:cubicBezTo>
                <a:cubicBezTo>
                  <a:pt x="782" y="494"/>
                  <a:pt x="782" y="494"/>
                  <a:pt x="782" y="494"/>
                </a:cubicBezTo>
                <a:cubicBezTo>
                  <a:pt x="782" y="519"/>
                  <a:pt x="782" y="519"/>
                  <a:pt x="782" y="519"/>
                </a:cubicBezTo>
                <a:cubicBezTo>
                  <a:pt x="785" y="519"/>
                  <a:pt x="785" y="519"/>
                  <a:pt x="785" y="519"/>
                </a:cubicBezTo>
                <a:cubicBezTo>
                  <a:pt x="785" y="492"/>
                  <a:pt x="785" y="492"/>
                  <a:pt x="785" y="492"/>
                </a:cubicBezTo>
                <a:cubicBezTo>
                  <a:pt x="755" y="492"/>
                  <a:pt x="755" y="492"/>
                  <a:pt x="755" y="492"/>
                </a:cubicBezTo>
                <a:cubicBezTo>
                  <a:pt x="755" y="519"/>
                  <a:pt x="755" y="519"/>
                  <a:pt x="755" y="519"/>
                </a:cubicBezTo>
                <a:cubicBezTo>
                  <a:pt x="758" y="519"/>
                  <a:pt x="758" y="519"/>
                  <a:pt x="758" y="519"/>
                </a:cubicBezTo>
                <a:moveTo>
                  <a:pt x="784" y="504"/>
                </a:moveTo>
                <a:cubicBezTo>
                  <a:pt x="800" y="504"/>
                  <a:pt x="800" y="504"/>
                  <a:pt x="800" y="504"/>
                </a:cubicBezTo>
                <a:cubicBezTo>
                  <a:pt x="800" y="501"/>
                  <a:pt x="800" y="501"/>
                  <a:pt x="800" y="501"/>
                </a:cubicBezTo>
                <a:cubicBezTo>
                  <a:pt x="784" y="501"/>
                  <a:pt x="784" y="501"/>
                  <a:pt x="784" y="501"/>
                </a:cubicBezTo>
                <a:lnTo>
                  <a:pt x="784" y="504"/>
                </a:lnTo>
                <a:close/>
                <a:moveTo>
                  <a:pt x="876" y="372"/>
                </a:moveTo>
                <a:cubicBezTo>
                  <a:pt x="876" y="276"/>
                  <a:pt x="876" y="276"/>
                  <a:pt x="876" y="276"/>
                </a:cubicBezTo>
                <a:cubicBezTo>
                  <a:pt x="898" y="264"/>
                  <a:pt x="898" y="264"/>
                  <a:pt x="898" y="264"/>
                </a:cubicBezTo>
                <a:cubicBezTo>
                  <a:pt x="898" y="534"/>
                  <a:pt x="898" y="534"/>
                  <a:pt x="898" y="534"/>
                </a:cubicBezTo>
                <a:cubicBezTo>
                  <a:pt x="900" y="534"/>
                  <a:pt x="900" y="534"/>
                  <a:pt x="900" y="534"/>
                </a:cubicBezTo>
                <a:cubicBezTo>
                  <a:pt x="900" y="261"/>
                  <a:pt x="900" y="261"/>
                  <a:pt x="900" y="261"/>
                </a:cubicBezTo>
                <a:cubicBezTo>
                  <a:pt x="874" y="274"/>
                  <a:pt x="874" y="274"/>
                  <a:pt x="874" y="274"/>
                </a:cubicBezTo>
                <a:cubicBezTo>
                  <a:pt x="874" y="372"/>
                  <a:pt x="874" y="372"/>
                  <a:pt x="874" y="372"/>
                </a:cubicBezTo>
                <a:cubicBezTo>
                  <a:pt x="876" y="372"/>
                  <a:pt x="876" y="372"/>
                  <a:pt x="876" y="372"/>
                </a:cubicBezTo>
                <a:moveTo>
                  <a:pt x="889" y="269"/>
                </a:moveTo>
                <a:cubicBezTo>
                  <a:pt x="889" y="260"/>
                  <a:pt x="889" y="260"/>
                  <a:pt x="889" y="260"/>
                </a:cubicBezTo>
                <a:cubicBezTo>
                  <a:pt x="910" y="250"/>
                  <a:pt x="910" y="250"/>
                  <a:pt x="910" y="250"/>
                </a:cubicBezTo>
                <a:cubicBezTo>
                  <a:pt x="948" y="260"/>
                  <a:pt x="948" y="260"/>
                  <a:pt x="948" y="260"/>
                </a:cubicBezTo>
                <a:cubicBezTo>
                  <a:pt x="948" y="267"/>
                  <a:pt x="948" y="267"/>
                  <a:pt x="948" y="267"/>
                </a:cubicBezTo>
                <a:cubicBezTo>
                  <a:pt x="950" y="268"/>
                  <a:pt x="950" y="268"/>
                  <a:pt x="950" y="268"/>
                </a:cubicBezTo>
                <a:cubicBezTo>
                  <a:pt x="950" y="259"/>
                  <a:pt x="950" y="259"/>
                  <a:pt x="950" y="259"/>
                </a:cubicBezTo>
                <a:cubicBezTo>
                  <a:pt x="950" y="258"/>
                  <a:pt x="950" y="258"/>
                  <a:pt x="950" y="258"/>
                </a:cubicBezTo>
                <a:cubicBezTo>
                  <a:pt x="910" y="248"/>
                  <a:pt x="910" y="248"/>
                  <a:pt x="910" y="248"/>
                </a:cubicBezTo>
                <a:cubicBezTo>
                  <a:pt x="887" y="259"/>
                  <a:pt x="887" y="259"/>
                  <a:pt x="887" y="259"/>
                </a:cubicBezTo>
                <a:cubicBezTo>
                  <a:pt x="887" y="269"/>
                  <a:pt x="887" y="269"/>
                  <a:pt x="887" y="269"/>
                </a:cubicBezTo>
                <a:cubicBezTo>
                  <a:pt x="889" y="269"/>
                  <a:pt x="889" y="269"/>
                  <a:pt x="889" y="269"/>
                </a:cubicBezTo>
                <a:moveTo>
                  <a:pt x="899" y="264"/>
                </a:moveTo>
                <a:cubicBezTo>
                  <a:pt x="907" y="267"/>
                  <a:pt x="907" y="267"/>
                  <a:pt x="907" y="267"/>
                </a:cubicBezTo>
                <a:cubicBezTo>
                  <a:pt x="919" y="262"/>
                  <a:pt x="919" y="262"/>
                  <a:pt x="919" y="262"/>
                </a:cubicBezTo>
                <a:cubicBezTo>
                  <a:pt x="965" y="272"/>
                  <a:pt x="965" y="272"/>
                  <a:pt x="965" y="272"/>
                </a:cubicBezTo>
                <a:cubicBezTo>
                  <a:pt x="965" y="536"/>
                  <a:pt x="965" y="536"/>
                  <a:pt x="965" y="536"/>
                </a:cubicBezTo>
                <a:cubicBezTo>
                  <a:pt x="967" y="536"/>
                  <a:pt x="967" y="536"/>
                  <a:pt x="967" y="536"/>
                </a:cubicBezTo>
                <a:cubicBezTo>
                  <a:pt x="967" y="271"/>
                  <a:pt x="967" y="271"/>
                  <a:pt x="967" y="271"/>
                </a:cubicBezTo>
                <a:cubicBezTo>
                  <a:pt x="919" y="260"/>
                  <a:pt x="919" y="260"/>
                  <a:pt x="919" y="260"/>
                </a:cubicBezTo>
                <a:cubicBezTo>
                  <a:pt x="907" y="265"/>
                  <a:pt x="907" y="265"/>
                  <a:pt x="907" y="265"/>
                </a:cubicBezTo>
                <a:cubicBezTo>
                  <a:pt x="900" y="262"/>
                  <a:pt x="900" y="262"/>
                  <a:pt x="900" y="262"/>
                </a:cubicBezTo>
                <a:cubicBezTo>
                  <a:pt x="899" y="264"/>
                  <a:pt x="899" y="264"/>
                  <a:pt x="899" y="264"/>
                </a:cubicBezTo>
                <a:moveTo>
                  <a:pt x="911" y="264"/>
                </a:moveTo>
                <a:cubicBezTo>
                  <a:pt x="911" y="531"/>
                  <a:pt x="911" y="531"/>
                  <a:pt x="911" y="531"/>
                </a:cubicBezTo>
                <a:cubicBezTo>
                  <a:pt x="913" y="531"/>
                  <a:pt x="913" y="531"/>
                  <a:pt x="913" y="531"/>
                </a:cubicBezTo>
                <a:cubicBezTo>
                  <a:pt x="913" y="264"/>
                  <a:pt x="913" y="264"/>
                  <a:pt x="913" y="264"/>
                </a:cubicBezTo>
                <a:moveTo>
                  <a:pt x="925" y="510"/>
                </a:moveTo>
                <a:cubicBezTo>
                  <a:pt x="927" y="510"/>
                  <a:pt x="927" y="510"/>
                  <a:pt x="927" y="510"/>
                </a:cubicBezTo>
                <a:cubicBezTo>
                  <a:pt x="927" y="283"/>
                  <a:pt x="927" y="283"/>
                  <a:pt x="927" y="283"/>
                </a:cubicBezTo>
                <a:cubicBezTo>
                  <a:pt x="925" y="283"/>
                  <a:pt x="925" y="283"/>
                  <a:pt x="925" y="283"/>
                </a:cubicBezTo>
                <a:lnTo>
                  <a:pt x="925" y="510"/>
                </a:lnTo>
                <a:close/>
                <a:moveTo>
                  <a:pt x="883" y="271"/>
                </a:moveTo>
                <a:cubicBezTo>
                  <a:pt x="883" y="247"/>
                  <a:pt x="883" y="247"/>
                  <a:pt x="883" y="247"/>
                </a:cubicBezTo>
                <a:cubicBezTo>
                  <a:pt x="914" y="208"/>
                  <a:pt x="914" y="208"/>
                  <a:pt x="914" y="208"/>
                </a:cubicBezTo>
                <a:cubicBezTo>
                  <a:pt x="923" y="208"/>
                  <a:pt x="923" y="208"/>
                  <a:pt x="923" y="208"/>
                </a:cubicBezTo>
                <a:cubicBezTo>
                  <a:pt x="957" y="247"/>
                  <a:pt x="957" y="247"/>
                  <a:pt x="957" y="247"/>
                </a:cubicBezTo>
                <a:cubicBezTo>
                  <a:pt x="957" y="270"/>
                  <a:pt x="957" y="270"/>
                  <a:pt x="957" y="270"/>
                </a:cubicBezTo>
                <a:cubicBezTo>
                  <a:pt x="960" y="270"/>
                  <a:pt x="960" y="270"/>
                  <a:pt x="960" y="270"/>
                </a:cubicBezTo>
                <a:cubicBezTo>
                  <a:pt x="960" y="246"/>
                  <a:pt x="960" y="246"/>
                  <a:pt x="960" y="246"/>
                </a:cubicBezTo>
                <a:cubicBezTo>
                  <a:pt x="924" y="206"/>
                  <a:pt x="924" y="206"/>
                  <a:pt x="924" y="206"/>
                </a:cubicBezTo>
                <a:cubicBezTo>
                  <a:pt x="913" y="206"/>
                  <a:pt x="913" y="206"/>
                  <a:pt x="913" y="206"/>
                </a:cubicBezTo>
                <a:cubicBezTo>
                  <a:pt x="881" y="246"/>
                  <a:pt x="881" y="246"/>
                  <a:pt x="881" y="246"/>
                </a:cubicBezTo>
                <a:cubicBezTo>
                  <a:pt x="881" y="271"/>
                  <a:pt x="881" y="271"/>
                  <a:pt x="881" y="271"/>
                </a:cubicBezTo>
                <a:cubicBezTo>
                  <a:pt x="883" y="271"/>
                  <a:pt x="883" y="271"/>
                  <a:pt x="883" y="271"/>
                </a:cubicBezTo>
                <a:moveTo>
                  <a:pt x="917" y="207"/>
                </a:moveTo>
                <a:cubicBezTo>
                  <a:pt x="909" y="238"/>
                  <a:pt x="909" y="238"/>
                  <a:pt x="909" y="238"/>
                </a:cubicBezTo>
                <a:cubicBezTo>
                  <a:pt x="909" y="249"/>
                  <a:pt x="909" y="249"/>
                  <a:pt x="909" y="249"/>
                </a:cubicBezTo>
                <a:cubicBezTo>
                  <a:pt x="909" y="265"/>
                  <a:pt x="909" y="265"/>
                  <a:pt x="909" y="265"/>
                </a:cubicBezTo>
                <a:cubicBezTo>
                  <a:pt x="911" y="265"/>
                  <a:pt x="911" y="265"/>
                  <a:pt x="911" y="265"/>
                </a:cubicBezTo>
                <a:cubicBezTo>
                  <a:pt x="911" y="249"/>
                  <a:pt x="911" y="249"/>
                  <a:pt x="911" y="249"/>
                </a:cubicBezTo>
                <a:cubicBezTo>
                  <a:pt x="911" y="238"/>
                  <a:pt x="911" y="238"/>
                  <a:pt x="911" y="238"/>
                </a:cubicBezTo>
                <a:cubicBezTo>
                  <a:pt x="920" y="208"/>
                  <a:pt x="920" y="208"/>
                  <a:pt x="920" y="208"/>
                </a:cubicBezTo>
                <a:cubicBezTo>
                  <a:pt x="917" y="207"/>
                  <a:pt x="917" y="207"/>
                  <a:pt x="917" y="207"/>
                </a:cubicBezTo>
                <a:moveTo>
                  <a:pt x="894" y="257"/>
                </a:moveTo>
                <a:cubicBezTo>
                  <a:pt x="894" y="249"/>
                  <a:pt x="894" y="249"/>
                  <a:pt x="894" y="249"/>
                </a:cubicBezTo>
                <a:cubicBezTo>
                  <a:pt x="910" y="239"/>
                  <a:pt x="910" y="239"/>
                  <a:pt x="910" y="239"/>
                </a:cubicBezTo>
                <a:cubicBezTo>
                  <a:pt x="945" y="247"/>
                  <a:pt x="945" y="247"/>
                  <a:pt x="945" y="247"/>
                </a:cubicBezTo>
                <a:cubicBezTo>
                  <a:pt x="945" y="257"/>
                  <a:pt x="945" y="257"/>
                  <a:pt x="945" y="257"/>
                </a:cubicBezTo>
                <a:cubicBezTo>
                  <a:pt x="947" y="257"/>
                  <a:pt x="947" y="257"/>
                  <a:pt x="947" y="257"/>
                </a:cubicBezTo>
                <a:cubicBezTo>
                  <a:pt x="947" y="245"/>
                  <a:pt x="947" y="245"/>
                  <a:pt x="947" y="245"/>
                </a:cubicBezTo>
                <a:cubicBezTo>
                  <a:pt x="910" y="236"/>
                  <a:pt x="910" y="236"/>
                  <a:pt x="910" y="236"/>
                </a:cubicBezTo>
                <a:cubicBezTo>
                  <a:pt x="892" y="247"/>
                  <a:pt x="892" y="247"/>
                  <a:pt x="892" y="247"/>
                </a:cubicBezTo>
                <a:cubicBezTo>
                  <a:pt x="892" y="257"/>
                  <a:pt x="892" y="257"/>
                  <a:pt x="892" y="257"/>
                </a:cubicBezTo>
                <a:cubicBezTo>
                  <a:pt x="894" y="257"/>
                  <a:pt x="894" y="257"/>
                  <a:pt x="894" y="257"/>
                </a:cubicBezTo>
                <a:moveTo>
                  <a:pt x="943" y="230"/>
                </a:moveTo>
                <a:cubicBezTo>
                  <a:pt x="942" y="245"/>
                  <a:pt x="942" y="245"/>
                  <a:pt x="942" y="245"/>
                </a:cubicBezTo>
                <a:cubicBezTo>
                  <a:pt x="945" y="245"/>
                  <a:pt x="945" y="245"/>
                  <a:pt x="945" y="245"/>
                </a:cubicBezTo>
                <a:cubicBezTo>
                  <a:pt x="945" y="230"/>
                  <a:pt x="945" y="230"/>
                  <a:pt x="945" y="230"/>
                </a:cubicBezTo>
                <a:moveTo>
                  <a:pt x="896" y="245"/>
                </a:moveTo>
                <a:cubicBezTo>
                  <a:pt x="898" y="245"/>
                  <a:pt x="898" y="245"/>
                  <a:pt x="898" y="245"/>
                </a:cubicBezTo>
                <a:cubicBezTo>
                  <a:pt x="898" y="228"/>
                  <a:pt x="898" y="228"/>
                  <a:pt x="898" y="228"/>
                </a:cubicBezTo>
                <a:cubicBezTo>
                  <a:pt x="896" y="228"/>
                  <a:pt x="896" y="228"/>
                  <a:pt x="896" y="228"/>
                </a:cubicBezTo>
                <a:lnTo>
                  <a:pt x="896" y="245"/>
                </a:lnTo>
                <a:close/>
                <a:moveTo>
                  <a:pt x="945" y="252"/>
                </a:moveTo>
                <a:cubicBezTo>
                  <a:pt x="958" y="252"/>
                  <a:pt x="958" y="252"/>
                  <a:pt x="958" y="252"/>
                </a:cubicBezTo>
                <a:cubicBezTo>
                  <a:pt x="958" y="250"/>
                  <a:pt x="958" y="250"/>
                  <a:pt x="958" y="250"/>
                </a:cubicBezTo>
                <a:cubicBezTo>
                  <a:pt x="945" y="250"/>
                  <a:pt x="945" y="250"/>
                  <a:pt x="945" y="250"/>
                </a:cubicBezTo>
                <a:moveTo>
                  <a:pt x="914" y="207"/>
                </a:moveTo>
                <a:cubicBezTo>
                  <a:pt x="914" y="182"/>
                  <a:pt x="914" y="182"/>
                  <a:pt x="914" y="182"/>
                </a:cubicBezTo>
                <a:cubicBezTo>
                  <a:pt x="919" y="177"/>
                  <a:pt x="919" y="177"/>
                  <a:pt x="919" y="177"/>
                </a:cubicBezTo>
                <a:cubicBezTo>
                  <a:pt x="924" y="182"/>
                  <a:pt x="924" y="182"/>
                  <a:pt x="924" y="182"/>
                </a:cubicBezTo>
                <a:cubicBezTo>
                  <a:pt x="924" y="208"/>
                  <a:pt x="924" y="208"/>
                  <a:pt x="924" y="208"/>
                </a:cubicBezTo>
                <a:cubicBezTo>
                  <a:pt x="926" y="208"/>
                  <a:pt x="926" y="208"/>
                  <a:pt x="926" y="208"/>
                </a:cubicBezTo>
                <a:cubicBezTo>
                  <a:pt x="926" y="181"/>
                  <a:pt x="926" y="181"/>
                  <a:pt x="926" y="181"/>
                </a:cubicBezTo>
                <a:cubicBezTo>
                  <a:pt x="919" y="174"/>
                  <a:pt x="919" y="174"/>
                  <a:pt x="919" y="174"/>
                </a:cubicBezTo>
                <a:cubicBezTo>
                  <a:pt x="912" y="181"/>
                  <a:pt x="912" y="181"/>
                  <a:pt x="912" y="181"/>
                </a:cubicBezTo>
                <a:cubicBezTo>
                  <a:pt x="912" y="207"/>
                  <a:pt x="912" y="207"/>
                  <a:pt x="912" y="207"/>
                </a:cubicBezTo>
                <a:cubicBezTo>
                  <a:pt x="914" y="207"/>
                  <a:pt x="914" y="207"/>
                  <a:pt x="914" y="207"/>
                </a:cubicBezTo>
                <a:moveTo>
                  <a:pt x="918" y="175"/>
                </a:moveTo>
                <a:cubicBezTo>
                  <a:pt x="920" y="175"/>
                  <a:pt x="920" y="175"/>
                  <a:pt x="920" y="175"/>
                </a:cubicBezTo>
                <a:cubicBezTo>
                  <a:pt x="920" y="114"/>
                  <a:pt x="920" y="114"/>
                  <a:pt x="920" y="114"/>
                </a:cubicBezTo>
                <a:cubicBezTo>
                  <a:pt x="918" y="114"/>
                  <a:pt x="918" y="114"/>
                  <a:pt x="918" y="114"/>
                </a:cubicBezTo>
                <a:lnTo>
                  <a:pt x="918" y="175"/>
                </a:lnTo>
                <a:close/>
                <a:moveTo>
                  <a:pt x="917" y="207"/>
                </a:moveTo>
                <a:cubicBezTo>
                  <a:pt x="920" y="207"/>
                  <a:pt x="920" y="207"/>
                  <a:pt x="920" y="207"/>
                </a:cubicBezTo>
                <a:cubicBezTo>
                  <a:pt x="920" y="176"/>
                  <a:pt x="920" y="176"/>
                  <a:pt x="920" y="176"/>
                </a:cubicBezTo>
                <a:cubicBezTo>
                  <a:pt x="917" y="176"/>
                  <a:pt x="917" y="176"/>
                  <a:pt x="917" y="176"/>
                </a:cubicBezTo>
                <a:lnTo>
                  <a:pt x="917" y="207"/>
                </a:lnTo>
                <a:close/>
                <a:moveTo>
                  <a:pt x="867" y="544"/>
                </a:moveTo>
                <a:cubicBezTo>
                  <a:pt x="892" y="535"/>
                  <a:pt x="913" y="531"/>
                  <a:pt x="931" y="531"/>
                </a:cubicBezTo>
                <a:cubicBezTo>
                  <a:pt x="969" y="531"/>
                  <a:pt x="992" y="546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8" y="550"/>
                  <a:pt x="998" y="550"/>
                  <a:pt x="998" y="550"/>
                </a:cubicBezTo>
                <a:cubicBezTo>
                  <a:pt x="997" y="551"/>
                  <a:pt x="997" y="551"/>
                  <a:pt x="997" y="551"/>
                </a:cubicBezTo>
                <a:cubicBezTo>
                  <a:pt x="995" y="552"/>
                  <a:pt x="990" y="554"/>
                  <a:pt x="983" y="556"/>
                </a:cubicBezTo>
                <a:cubicBezTo>
                  <a:pt x="977" y="558"/>
                  <a:pt x="970" y="559"/>
                  <a:pt x="964" y="560"/>
                </a:cubicBezTo>
                <a:cubicBezTo>
                  <a:pt x="964" y="562"/>
                  <a:pt x="964" y="562"/>
                  <a:pt x="964" y="562"/>
                </a:cubicBezTo>
                <a:cubicBezTo>
                  <a:pt x="972" y="561"/>
                  <a:pt x="980" y="559"/>
                  <a:pt x="987" y="557"/>
                </a:cubicBezTo>
                <a:cubicBezTo>
                  <a:pt x="991" y="556"/>
                  <a:pt x="994" y="555"/>
                  <a:pt x="996" y="554"/>
                </a:cubicBezTo>
                <a:cubicBezTo>
                  <a:pt x="997" y="553"/>
                  <a:pt x="998" y="553"/>
                  <a:pt x="999" y="552"/>
                </a:cubicBezTo>
                <a:cubicBezTo>
                  <a:pt x="999" y="552"/>
                  <a:pt x="1000" y="551"/>
                  <a:pt x="1000" y="550"/>
                </a:cubicBezTo>
                <a:cubicBezTo>
                  <a:pt x="1000" y="549"/>
                  <a:pt x="999" y="549"/>
                  <a:pt x="999" y="548"/>
                </a:cubicBezTo>
                <a:cubicBezTo>
                  <a:pt x="993" y="544"/>
                  <a:pt x="970" y="529"/>
                  <a:pt x="931" y="529"/>
                </a:cubicBezTo>
                <a:cubicBezTo>
                  <a:pt x="913" y="529"/>
                  <a:pt x="891" y="533"/>
                  <a:pt x="866" y="542"/>
                </a:cubicBezTo>
                <a:cubicBezTo>
                  <a:pt x="867" y="544"/>
                  <a:pt x="867" y="544"/>
                  <a:pt x="867" y="544"/>
                </a:cubicBezTo>
                <a:moveTo>
                  <a:pt x="895" y="567"/>
                </a:moveTo>
                <a:cubicBezTo>
                  <a:pt x="895" y="567"/>
                  <a:pt x="895" y="566"/>
                  <a:pt x="895" y="565"/>
                </a:cubicBezTo>
                <a:cubicBezTo>
                  <a:pt x="896" y="562"/>
                  <a:pt x="900" y="555"/>
                  <a:pt x="907" y="550"/>
                </a:cubicBezTo>
                <a:cubicBezTo>
                  <a:pt x="918" y="543"/>
                  <a:pt x="923" y="543"/>
                  <a:pt x="935" y="542"/>
                </a:cubicBezTo>
                <a:cubicBezTo>
                  <a:pt x="935" y="540"/>
                  <a:pt x="935" y="540"/>
                  <a:pt x="935" y="540"/>
                </a:cubicBezTo>
                <a:cubicBezTo>
                  <a:pt x="923" y="541"/>
                  <a:pt x="917" y="541"/>
                  <a:pt x="906" y="548"/>
                </a:cubicBezTo>
                <a:cubicBezTo>
                  <a:pt x="895" y="555"/>
                  <a:pt x="893" y="566"/>
                  <a:pt x="893" y="567"/>
                </a:cubicBezTo>
                <a:cubicBezTo>
                  <a:pt x="895" y="567"/>
                  <a:pt x="895" y="567"/>
                  <a:pt x="895" y="567"/>
                </a:cubicBezTo>
                <a:moveTo>
                  <a:pt x="889" y="570"/>
                </a:moveTo>
                <a:cubicBezTo>
                  <a:pt x="889" y="570"/>
                  <a:pt x="890" y="569"/>
                  <a:pt x="891" y="569"/>
                </a:cubicBezTo>
                <a:cubicBezTo>
                  <a:pt x="896" y="567"/>
                  <a:pt x="908" y="562"/>
                  <a:pt x="926" y="561"/>
                </a:cubicBezTo>
                <a:cubicBezTo>
                  <a:pt x="930" y="561"/>
                  <a:pt x="934" y="561"/>
                  <a:pt x="938" y="561"/>
                </a:cubicBezTo>
                <a:cubicBezTo>
                  <a:pt x="960" y="561"/>
                  <a:pt x="979" y="565"/>
                  <a:pt x="993" y="571"/>
                </a:cubicBezTo>
                <a:cubicBezTo>
                  <a:pt x="1009" y="579"/>
                  <a:pt x="1014" y="585"/>
                  <a:pt x="1023" y="590"/>
                </a:cubicBezTo>
                <a:cubicBezTo>
                  <a:pt x="1033" y="594"/>
                  <a:pt x="1033" y="595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2" y="597"/>
                  <a:pt x="1042" y="597"/>
                  <a:pt x="1042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8"/>
                  <a:pt x="1041" y="598"/>
                  <a:pt x="1041" y="598"/>
                </a:cubicBezTo>
                <a:cubicBezTo>
                  <a:pt x="1042" y="597"/>
                  <a:pt x="1042" y="597"/>
                  <a:pt x="1042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1" y="597"/>
                  <a:pt x="1041" y="597"/>
                </a:cubicBezTo>
                <a:cubicBezTo>
                  <a:pt x="1041" y="597"/>
                  <a:pt x="1040" y="598"/>
                  <a:pt x="1038" y="598"/>
                </a:cubicBezTo>
                <a:cubicBezTo>
                  <a:pt x="1037" y="598"/>
                  <a:pt x="1034" y="599"/>
                  <a:pt x="1032" y="599"/>
                </a:cubicBezTo>
                <a:cubicBezTo>
                  <a:pt x="1027" y="599"/>
                  <a:pt x="1021" y="598"/>
                  <a:pt x="1014" y="595"/>
                </a:cubicBezTo>
                <a:cubicBezTo>
                  <a:pt x="1010" y="593"/>
                  <a:pt x="1003" y="588"/>
                  <a:pt x="995" y="585"/>
                </a:cubicBezTo>
                <a:cubicBezTo>
                  <a:pt x="987" y="582"/>
                  <a:pt x="976" y="573"/>
                  <a:pt x="958" y="571"/>
                </a:cubicBezTo>
                <a:cubicBezTo>
                  <a:pt x="952" y="571"/>
                  <a:pt x="945" y="570"/>
                  <a:pt x="937" y="570"/>
                </a:cubicBezTo>
                <a:cubicBezTo>
                  <a:pt x="929" y="570"/>
                  <a:pt x="920" y="571"/>
                  <a:pt x="910" y="573"/>
                </a:cubicBezTo>
                <a:cubicBezTo>
                  <a:pt x="904" y="574"/>
                  <a:pt x="879" y="584"/>
                  <a:pt x="868" y="588"/>
                </a:cubicBezTo>
                <a:cubicBezTo>
                  <a:pt x="858" y="592"/>
                  <a:pt x="858" y="594"/>
                  <a:pt x="840" y="598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39" y="598"/>
                  <a:pt x="839" y="598"/>
                  <a:pt x="839" y="598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39" y="599"/>
                  <a:pt x="839" y="599"/>
                  <a:pt x="839" y="599"/>
                </a:cubicBezTo>
                <a:cubicBezTo>
                  <a:pt x="840" y="599"/>
                  <a:pt x="840" y="599"/>
                  <a:pt x="840" y="599"/>
                </a:cubicBezTo>
                <a:cubicBezTo>
                  <a:pt x="840" y="599"/>
                  <a:pt x="840" y="598"/>
                  <a:pt x="841" y="598"/>
                </a:cubicBezTo>
                <a:cubicBezTo>
                  <a:pt x="844" y="595"/>
                  <a:pt x="851" y="590"/>
                  <a:pt x="857" y="586"/>
                </a:cubicBezTo>
                <a:cubicBezTo>
                  <a:pt x="860" y="585"/>
                  <a:pt x="864" y="583"/>
                  <a:pt x="866" y="581"/>
                </a:cubicBezTo>
                <a:cubicBezTo>
                  <a:pt x="868" y="580"/>
                  <a:pt x="870" y="579"/>
                  <a:pt x="871" y="579"/>
                </a:cubicBezTo>
                <a:cubicBezTo>
                  <a:pt x="870" y="577"/>
                  <a:pt x="870" y="577"/>
                  <a:pt x="870" y="577"/>
                </a:cubicBezTo>
                <a:cubicBezTo>
                  <a:pt x="869" y="577"/>
                  <a:pt x="867" y="578"/>
                  <a:pt x="863" y="580"/>
                </a:cubicBezTo>
                <a:cubicBezTo>
                  <a:pt x="859" y="583"/>
                  <a:pt x="852" y="587"/>
                  <a:pt x="847" y="590"/>
                </a:cubicBezTo>
                <a:cubicBezTo>
                  <a:pt x="845" y="592"/>
                  <a:pt x="842" y="594"/>
                  <a:pt x="841" y="595"/>
                </a:cubicBezTo>
                <a:cubicBezTo>
                  <a:pt x="840" y="596"/>
                  <a:pt x="839" y="596"/>
                  <a:pt x="839" y="597"/>
                </a:cubicBezTo>
                <a:cubicBezTo>
                  <a:pt x="838" y="598"/>
                  <a:pt x="838" y="598"/>
                  <a:pt x="838" y="599"/>
                </a:cubicBezTo>
                <a:cubicBezTo>
                  <a:pt x="838" y="600"/>
                  <a:pt x="838" y="600"/>
                  <a:pt x="838" y="600"/>
                </a:cubicBezTo>
                <a:cubicBezTo>
                  <a:pt x="839" y="600"/>
                  <a:pt x="839" y="600"/>
                  <a:pt x="839" y="600"/>
                </a:cubicBezTo>
                <a:cubicBezTo>
                  <a:pt x="841" y="600"/>
                  <a:pt x="841" y="600"/>
                  <a:pt x="841" y="600"/>
                </a:cubicBezTo>
                <a:cubicBezTo>
                  <a:pt x="858" y="596"/>
                  <a:pt x="859" y="594"/>
                  <a:pt x="869" y="590"/>
                </a:cubicBezTo>
                <a:cubicBezTo>
                  <a:pt x="879" y="586"/>
                  <a:pt x="905" y="576"/>
                  <a:pt x="911" y="575"/>
                </a:cubicBezTo>
                <a:cubicBezTo>
                  <a:pt x="920" y="573"/>
                  <a:pt x="929" y="572"/>
                  <a:pt x="937" y="572"/>
                </a:cubicBezTo>
                <a:cubicBezTo>
                  <a:pt x="945" y="572"/>
                  <a:pt x="952" y="573"/>
                  <a:pt x="958" y="574"/>
                </a:cubicBezTo>
                <a:cubicBezTo>
                  <a:pt x="975" y="576"/>
                  <a:pt x="986" y="584"/>
                  <a:pt x="994" y="587"/>
                </a:cubicBezTo>
                <a:cubicBezTo>
                  <a:pt x="1002" y="590"/>
                  <a:pt x="1008" y="595"/>
                  <a:pt x="1013" y="597"/>
                </a:cubicBezTo>
                <a:cubicBezTo>
                  <a:pt x="1020" y="600"/>
                  <a:pt x="1027" y="601"/>
                  <a:pt x="1032" y="601"/>
                </a:cubicBezTo>
                <a:cubicBezTo>
                  <a:pt x="1035" y="601"/>
                  <a:pt x="1038" y="600"/>
                  <a:pt x="1040" y="600"/>
                </a:cubicBezTo>
                <a:cubicBezTo>
                  <a:pt x="1040" y="600"/>
                  <a:pt x="1041" y="599"/>
                  <a:pt x="1042" y="599"/>
                </a:cubicBezTo>
                <a:cubicBezTo>
                  <a:pt x="1042" y="599"/>
                  <a:pt x="1043" y="598"/>
                  <a:pt x="1043" y="597"/>
                </a:cubicBezTo>
                <a:cubicBezTo>
                  <a:pt x="1043" y="596"/>
                  <a:pt x="1043" y="596"/>
                  <a:pt x="1043" y="596"/>
                </a:cubicBezTo>
                <a:cubicBezTo>
                  <a:pt x="1042" y="596"/>
                  <a:pt x="1042" y="596"/>
                  <a:pt x="1042" y="596"/>
                </a:cubicBezTo>
                <a:cubicBezTo>
                  <a:pt x="1033" y="593"/>
                  <a:pt x="1034" y="592"/>
                  <a:pt x="1024" y="588"/>
                </a:cubicBezTo>
                <a:cubicBezTo>
                  <a:pt x="1016" y="584"/>
                  <a:pt x="1010" y="577"/>
                  <a:pt x="994" y="569"/>
                </a:cubicBezTo>
                <a:cubicBezTo>
                  <a:pt x="979" y="563"/>
                  <a:pt x="960" y="559"/>
                  <a:pt x="938" y="559"/>
                </a:cubicBezTo>
                <a:cubicBezTo>
                  <a:pt x="934" y="559"/>
                  <a:pt x="930" y="559"/>
                  <a:pt x="926" y="559"/>
                </a:cubicBezTo>
                <a:cubicBezTo>
                  <a:pt x="902" y="561"/>
                  <a:pt x="888" y="568"/>
                  <a:pt x="888" y="568"/>
                </a:cubicBezTo>
                <a:cubicBezTo>
                  <a:pt x="889" y="570"/>
                  <a:pt x="889" y="570"/>
                  <a:pt x="889" y="570"/>
                </a:cubicBezTo>
                <a:moveTo>
                  <a:pt x="906" y="605"/>
                </a:moveTo>
                <a:cubicBezTo>
                  <a:pt x="906" y="606"/>
                  <a:pt x="906" y="606"/>
                  <a:pt x="906" y="606"/>
                </a:cubicBezTo>
                <a:cubicBezTo>
                  <a:pt x="937" y="606"/>
                  <a:pt x="937" y="606"/>
                  <a:pt x="937" y="606"/>
                </a:cubicBezTo>
                <a:cubicBezTo>
                  <a:pt x="937" y="607"/>
                  <a:pt x="937" y="607"/>
                  <a:pt x="937" y="607"/>
                </a:cubicBezTo>
                <a:cubicBezTo>
                  <a:pt x="907" y="607"/>
                  <a:pt x="907" y="607"/>
                  <a:pt x="907" y="607"/>
                </a:cubicBezTo>
                <a:cubicBezTo>
                  <a:pt x="907" y="605"/>
                  <a:pt x="907" y="605"/>
                  <a:pt x="907" y="605"/>
                </a:cubicBezTo>
                <a:cubicBezTo>
                  <a:pt x="906" y="605"/>
                  <a:pt x="906" y="605"/>
                  <a:pt x="906" y="605"/>
                </a:cubicBezTo>
                <a:cubicBezTo>
                  <a:pt x="906" y="606"/>
                  <a:pt x="906" y="606"/>
                  <a:pt x="906" y="606"/>
                </a:cubicBezTo>
                <a:cubicBezTo>
                  <a:pt x="906" y="605"/>
                  <a:pt x="906" y="605"/>
                  <a:pt x="906" y="605"/>
                </a:cubicBezTo>
                <a:cubicBezTo>
                  <a:pt x="905" y="605"/>
                  <a:pt x="905" y="605"/>
                  <a:pt x="905" y="605"/>
                </a:cubicBezTo>
                <a:cubicBezTo>
                  <a:pt x="905" y="610"/>
                  <a:pt x="905" y="610"/>
                  <a:pt x="905" y="610"/>
                </a:cubicBezTo>
                <a:cubicBezTo>
                  <a:pt x="939" y="610"/>
                  <a:pt x="939" y="610"/>
                  <a:pt x="939" y="610"/>
                </a:cubicBezTo>
                <a:cubicBezTo>
                  <a:pt x="939" y="604"/>
                  <a:pt x="939" y="604"/>
                  <a:pt x="939" y="604"/>
                </a:cubicBezTo>
                <a:cubicBezTo>
                  <a:pt x="905" y="604"/>
                  <a:pt x="905" y="604"/>
                  <a:pt x="905" y="604"/>
                </a:cubicBezTo>
                <a:cubicBezTo>
                  <a:pt x="905" y="605"/>
                  <a:pt x="905" y="605"/>
                  <a:pt x="905" y="605"/>
                </a:cubicBezTo>
                <a:cubicBezTo>
                  <a:pt x="906" y="605"/>
                  <a:pt x="906" y="605"/>
                  <a:pt x="906" y="605"/>
                </a:cubicBezTo>
                <a:moveTo>
                  <a:pt x="906" y="617"/>
                </a:moveTo>
                <a:cubicBezTo>
                  <a:pt x="906" y="619"/>
                  <a:pt x="906" y="619"/>
                  <a:pt x="906" y="619"/>
                </a:cubicBezTo>
                <a:cubicBezTo>
                  <a:pt x="937" y="619"/>
                  <a:pt x="937" y="619"/>
                  <a:pt x="937" y="619"/>
                </a:cubicBezTo>
                <a:cubicBezTo>
                  <a:pt x="937" y="620"/>
                  <a:pt x="937" y="620"/>
                  <a:pt x="937" y="620"/>
                </a:cubicBezTo>
                <a:cubicBezTo>
                  <a:pt x="907" y="620"/>
                  <a:pt x="907" y="620"/>
                  <a:pt x="907" y="620"/>
                </a:cubicBezTo>
                <a:cubicBezTo>
                  <a:pt x="907" y="617"/>
                  <a:pt x="907" y="617"/>
                  <a:pt x="907" y="617"/>
                </a:cubicBezTo>
                <a:cubicBezTo>
                  <a:pt x="906" y="617"/>
                  <a:pt x="906" y="617"/>
                  <a:pt x="906" y="617"/>
                </a:cubicBezTo>
                <a:cubicBezTo>
                  <a:pt x="906" y="619"/>
                  <a:pt x="906" y="619"/>
                  <a:pt x="906" y="619"/>
                </a:cubicBezTo>
                <a:cubicBezTo>
                  <a:pt x="906" y="617"/>
                  <a:pt x="906" y="617"/>
                  <a:pt x="906" y="617"/>
                </a:cubicBezTo>
                <a:cubicBezTo>
                  <a:pt x="905" y="617"/>
                  <a:pt x="905" y="617"/>
                  <a:pt x="905" y="617"/>
                </a:cubicBezTo>
                <a:cubicBezTo>
                  <a:pt x="905" y="622"/>
                  <a:pt x="905" y="622"/>
                  <a:pt x="905" y="622"/>
                </a:cubicBezTo>
                <a:cubicBezTo>
                  <a:pt x="939" y="622"/>
                  <a:pt x="939" y="622"/>
                  <a:pt x="939" y="622"/>
                </a:cubicBezTo>
                <a:cubicBezTo>
                  <a:pt x="939" y="616"/>
                  <a:pt x="939" y="616"/>
                  <a:pt x="939" y="616"/>
                </a:cubicBezTo>
                <a:cubicBezTo>
                  <a:pt x="905" y="616"/>
                  <a:pt x="905" y="616"/>
                  <a:pt x="905" y="616"/>
                </a:cubicBezTo>
                <a:cubicBezTo>
                  <a:pt x="905" y="617"/>
                  <a:pt x="905" y="617"/>
                  <a:pt x="905" y="617"/>
                </a:cubicBezTo>
                <a:cubicBezTo>
                  <a:pt x="906" y="617"/>
                  <a:pt x="906" y="617"/>
                  <a:pt x="906" y="617"/>
                </a:cubicBezTo>
                <a:moveTo>
                  <a:pt x="906" y="632"/>
                </a:moveTo>
                <a:cubicBezTo>
                  <a:pt x="906" y="634"/>
                  <a:pt x="906" y="634"/>
                  <a:pt x="906" y="634"/>
                </a:cubicBezTo>
                <a:cubicBezTo>
                  <a:pt x="937" y="634"/>
                  <a:pt x="937" y="634"/>
                  <a:pt x="937" y="634"/>
                </a:cubicBezTo>
                <a:cubicBezTo>
                  <a:pt x="937" y="635"/>
                  <a:pt x="937" y="635"/>
                  <a:pt x="937" y="635"/>
                </a:cubicBezTo>
                <a:cubicBezTo>
                  <a:pt x="907" y="635"/>
                  <a:pt x="907" y="635"/>
                  <a:pt x="907" y="635"/>
                </a:cubicBezTo>
                <a:cubicBezTo>
                  <a:pt x="907" y="632"/>
                  <a:pt x="907" y="632"/>
                  <a:pt x="907" y="632"/>
                </a:cubicBezTo>
                <a:cubicBezTo>
                  <a:pt x="906" y="632"/>
                  <a:pt x="906" y="632"/>
                  <a:pt x="906" y="632"/>
                </a:cubicBezTo>
                <a:cubicBezTo>
                  <a:pt x="906" y="634"/>
                  <a:pt x="906" y="634"/>
                  <a:pt x="906" y="634"/>
                </a:cubicBezTo>
                <a:cubicBezTo>
                  <a:pt x="906" y="632"/>
                  <a:pt x="906" y="632"/>
                  <a:pt x="906" y="632"/>
                </a:cubicBezTo>
                <a:cubicBezTo>
                  <a:pt x="905" y="632"/>
                  <a:pt x="905" y="632"/>
                  <a:pt x="905" y="632"/>
                </a:cubicBezTo>
                <a:cubicBezTo>
                  <a:pt x="905" y="637"/>
                  <a:pt x="905" y="637"/>
                  <a:pt x="905" y="637"/>
                </a:cubicBezTo>
                <a:cubicBezTo>
                  <a:pt x="939" y="637"/>
                  <a:pt x="939" y="637"/>
                  <a:pt x="939" y="637"/>
                </a:cubicBezTo>
                <a:cubicBezTo>
                  <a:pt x="939" y="631"/>
                  <a:pt x="939" y="631"/>
                  <a:pt x="939" y="631"/>
                </a:cubicBezTo>
                <a:cubicBezTo>
                  <a:pt x="905" y="631"/>
                  <a:pt x="905" y="631"/>
                  <a:pt x="905" y="631"/>
                </a:cubicBezTo>
                <a:cubicBezTo>
                  <a:pt x="905" y="632"/>
                  <a:pt x="905" y="632"/>
                  <a:pt x="905" y="632"/>
                </a:cubicBezTo>
                <a:cubicBezTo>
                  <a:pt x="906" y="632"/>
                  <a:pt x="906" y="632"/>
                  <a:pt x="906" y="632"/>
                </a:cubicBezTo>
                <a:moveTo>
                  <a:pt x="906" y="646"/>
                </a:moveTo>
                <a:cubicBezTo>
                  <a:pt x="906" y="647"/>
                  <a:pt x="906" y="647"/>
                  <a:pt x="906" y="647"/>
                </a:cubicBezTo>
                <a:cubicBezTo>
                  <a:pt x="937" y="647"/>
                  <a:pt x="937" y="647"/>
                  <a:pt x="937" y="647"/>
                </a:cubicBezTo>
                <a:cubicBezTo>
                  <a:pt x="937" y="650"/>
                  <a:pt x="937" y="650"/>
                  <a:pt x="937" y="650"/>
                </a:cubicBezTo>
                <a:cubicBezTo>
                  <a:pt x="907" y="650"/>
                  <a:pt x="907" y="650"/>
                  <a:pt x="907" y="650"/>
                </a:cubicBezTo>
                <a:cubicBezTo>
                  <a:pt x="907" y="646"/>
                  <a:pt x="907" y="646"/>
                  <a:pt x="907" y="646"/>
                </a:cubicBezTo>
                <a:cubicBezTo>
                  <a:pt x="906" y="646"/>
                  <a:pt x="906" y="646"/>
                  <a:pt x="906" y="646"/>
                </a:cubicBezTo>
                <a:cubicBezTo>
                  <a:pt x="906" y="647"/>
                  <a:pt x="906" y="647"/>
                  <a:pt x="906" y="647"/>
                </a:cubicBezTo>
                <a:cubicBezTo>
                  <a:pt x="906" y="646"/>
                  <a:pt x="906" y="646"/>
                  <a:pt x="906" y="646"/>
                </a:cubicBezTo>
                <a:cubicBezTo>
                  <a:pt x="905" y="646"/>
                  <a:pt x="905" y="646"/>
                  <a:pt x="905" y="646"/>
                </a:cubicBezTo>
                <a:cubicBezTo>
                  <a:pt x="905" y="652"/>
                  <a:pt x="905" y="652"/>
                  <a:pt x="905" y="652"/>
                </a:cubicBezTo>
                <a:cubicBezTo>
                  <a:pt x="939" y="652"/>
                  <a:pt x="939" y="652"/>
                  <a:pt x="939" y="652"/>
                </a:cubicBezTo>
                <a:cubicBezTo>
                  <a:pt x="939" y="645"/>
                  <a:pt x="939" y="645"/>
                  <a:pt x="939" y="645"/>
                </a:cubicBezTo>
                <a:cubicBezTo>
                  <a:pt x="905" y="645"/>
                  <a:pt x="905" y="645"/>
                  <a:pt x="905" y="645"/>
                </a:cubicBezTo>
                <a:cubicBezTo>
                  <a:pt x="905" y="646"/>
                  <a:pt x="905" y="646"/>
                  <a:pt x="905" y="646"/>
                </a:cubicBezTo>
                <a:cubicBezTo>
                  <a:pt x="906" y="646"/>
                  <a:pt x="906" y="646"/>
                  <a:pt x="906" y="646"/>
                </a:cubicBezTo>
                <a:moveTo>
                  <a:pt x="986" y="374"/>
                </a:moveTo>
                <a:cubicBezTo>
                  <a:pt x="985" y="374"/>
                  <a:pt x="985" y="374"/>
                  <a:pt x="985" y="374"/>
                </a:cubicBezTo>
                <a:cubicBezTo>
                  <a:pt x="985" y="390"/>
                  <a:pt x="985" y="390"/>
                  <a:pt x="985" y="390"/>
                </a:cubicBezTo>
                <a:cubicBezTo>
                  <a:pt x="1053" y="390"/>
                  <a:pt x="1053" y="390"/>
                  <a:pt x="1053" y="390"/>
                </a:cubicBezTo>
                <a:cubicBezTo>
                  <a:pt x="1053" y="373"/>
                  <a:pt x="1053" y="373"/>
                  <a:pt x="1053" y="373"/>
                </a:cubicBezTo>
                <a:cubicBezTo>
                  <a:pt x="985" y="373"/>
                  <a:pt x="985" y="373"/>
                  <a:pt x="985" y="373"/>
                </a:cubicBezTo>
                <a:cubicBezTo>
                  <a:pt x="985" y="374"/>
                  <a:pt x="985" y="374"/>
                  <a:pt x="985" y="374"/>
                </a:cubicBezTo>
                <a:cubicBezTo>
                  <a:pt x="986" y="374"/>
                  <a:pt x="986" y="374"/>
                  <a:pt x="986" y="374"/>
                </a:cubicBezTo>
                <a:cubicBezTo>
                  <a:pt x="986" y="375"/>
                  <a:pt x="986" y="375"/>
                  <a:pt x="986" y="375"/>
                </a:cubicBezTo>
                <a:cubicBezTo>
                  <a:pt x="1051" y="375"/>
                  <a:pt x="1051" y="375"/>
                  <a:pt x="1051" y="375"/>
                </a:cubicBezTo>
                <a:cubicBezTo>
                  <a:pt x="1051" y="388"/>
                  <a:pt x="1051" y="388"/>
                  <a:pt x="1051" y="388"/>
                </a:cubicBezTo>
                <a:cubicBezTo>
                  <a:pt x="987" y="388"/>
                  <a:pt x="987" y="388"/>
                  <a:pt x="987" y="388"/>
                </a:cubicBezTo>
                <a:cubicBezTo>
                  <a:pt x="987" y="374"/>
                  <a:pt x="987" y="374"/>
                  <a:pt x="987" y="374"/>
                </a:cubicBezTo>
                <a:cubicBezTo>
                  <a:pt x="986" y="374"/>
                  <a:pt x="986" y="374"/>
                  <a:pt x="986" y="374"/>
                </a:cubicBezTo>
                <a:cubicBezTo>
                  <a:pt x="986" y="375"/>
                  <a:pt x="986" y="375"/>
                  <a:pt x="986" y="375"/>
                </a:cubicBezTo>
                <a:cubicBezTo>
                  <a:pt x="986" y="374"/>
                  <a:pt x="986" y="374"/>
                  <a:pt x="986" y="374"/>
                </a:cubicBezTo>
                <a:moveTo>
                  <a:pt x="983" y="541"/>
                </a:moveTo>
                <a:cubicBezTo>
                  <a:pt x="983" y="396"/>
                  <a:pt x="983" y="396"/>
                  <a:pt x="983" y="396"/>
                </a:cubicBezTo>
                <a:cubicBezTo>
                  <a:pt x="1055" y="396"/>
                  <a:pt x="1055" y="396"/>
                  <a:pt x="1055" y="396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8" y="400"/>
                  <a:pt x="1058" y="400"/>
                  <a:pt x="1058" y="400"/>
                </a:cubicBezTo>
                <a:cubicBezTo>
                  <a:pt x="1058" y="393"/>
                  <a:pt x="1058" y="393"/>
                  <a:pt x="1058" y="393"/>
                </a:cubicBezTo>
                <a:cubicBezTo>
                  <a:pt x="981" y="393"/>
                  <a:pt x="981" y="393"/>
                  <a:pt x="981" y="393"/>
                </a:cubicBezTo>
                <a:cubicBezTo>
                  <a:pt x="981" y="541"/>
                  <a:pt x="981" y="541"/>
                  <a:pt x="981" y="541"/>
                </a:cubicBezTo>
                <a:cubicBezTo>
                  <a:pt x="983" y="541"/>
                  <a:pt x="983" y="541"/>
                  <a:pt x="983" y="541"/>
                </a:cubicBezTo>
                <a:moveTo>
                  <a:pt x="1033" y="583"/>
                </a:moveTo>
                <a:cubicBezTo>
                  <a:pt x="1033" y="402"/>
                  <a:pt x="1033" y="402"/>
                  <a:pt x="1033" y="402"/>
                </a:cubicBezTo>
                <a:cubicBezTo>
                  <a:pt x="1105" y="402"/>
                  <a:pt x="1105" y="402"/>
                  <a:pt x="1105" y="402"/>
                </a:cubicBezTo>
                <a:cubicBezTo>
                  <a:pt x="1105" y="435"/>
                  <a:pt x="1105" y="435"/>
                  <a:pt x="1105" y="435"/>
                </a:cubicBezTo>
                <a:cubicBezTo>
                  <a:pt x="1107" y="435"/>
                  <a:pt x="1107" y="435"/>
                  <a:pt x="1107" y="435"/>
                </a:cubicBezTo>
                <a:cubicBezTo>
                  <a:pt x="1107" y="399"/>
                  <a:pt x="1107" y="399"/>
                  <a:pt x="1107" y="399"/>
                </a:cubicBezTo>
                <a:cubicBezTo>
                  <a:pt x="1031" y="399"/>
                  <a:pt x="1031" y="399"/>
                  <a:pt x="1031" y="399"/>
                </a:cubicBezTo>
                <a:cubicBezTo>
                  <a:pt x="1031" y="583"/>
                  <a:pt x="1031" y="583"/>
                  <a:pt x="1031" y="583"/>
                </a:cubicBezTo>
                <a:cubicBezTo>
                  <a:pt x="1033" y="583"/>
                  <a:pt x="1033" y="583"/>
                  <a:pt x="1033" y="583"/>
                </a:cubicBezTo>
                <a:moveTo>
                  <a:pt x="1089" y="577"/>
                </a:moveTo>
                <a:cubicBezTo>
                  <a:pt x="1089" y="449"/>
                  <a:pt x="1089" y="449"/>
                  <a:pt x="1089" y="449"/>
                </a:cubicBezTo>
                <a:cubicBezTo>
                  <a:pt x="1101" y="444"/>
                  <a:pt x="1101" y="444"/>
                  <a:pt x="1101" y="444"/>
                </a:cubicBezTo>
                <a:cubicBezTo>
                  <a:pt x="1147" y="444"/>
                  <a:pt x="1147" y="444"/>
                  <a:pt x="1147" y="444"/>
                </a:cubicBezTo>
                <a:cubicBezTo>
                  <a:pt x="1147" y="577"/>
                  <a:pt x="1147" y="577"/>
                  <a:pt x="1147" y="577"/>
                </a:cubicBezTo>
                <a:cubicBezTo>
                  <a:pt x="1032" y="577"/>
                  <a:pt x="1032" y="577"/>
                  <a:pt x="1032" y="577"/>
                </a:cubicBezTo>
                <a:cubicBezTo>
                  <a:pt x="1032" y="579"/>
                  <a:pt x="1032" y="579"/>
                  <a:pt x="1032" y="579"/>
                </a:cubicBezTo>
                <a:cubicBezTo>
                  <a:pt x="1149" y="579"/>
                  <a:pt x="1149" y="579"/>
                  <a:pt x="1149" y="579"/>
                </a:cubicBezTo>
                <a:cubicBezTo>
                  <a:pt x="1149" y="441"/>
                  <a:pt x="1149" y="441"/>
                  <a:pt x="1149" y="441"/>
                </a:cubicBezTo>
                <a:cubicBezTo>
                  <a:pt x="1101" y="441"/>
                  <a:pt x="1101" y="441"/>
                  <a:pt x="1101" y="441"/>
                </a:cubicBezTo>
                <a:cubicBezTo>
                  <a:pt x="1087" y="448"/>
                  <a:pt x="1087" y="448"/>
                  <a:pt x="1087" y="448"/>
                </a:cubicBezTo>
                <a:cubicBezTo>
                  <a:pt x="1087" y="577"/>
                  <a:pt x="1087" y="577"/>
                  <a:pt x="1087" y="577"/>
                </a:cubicBezTo>
                <a:cubicBezTo>
                  <a:pt x="1089" y="577"/>
                  <a:pt x="1089" y="577"/>
                  <a:pt x="1089" y="577"/>
                </a:cubicBezTo>
                <a:moveTo>
                  <a:pt x="1121" y="442"/>
                </a:moveTo>
                <a:cubicBezTo>
                  <a:pt x="1121" y="421"/>
                  <a:pt x="1121" y="421"/>
                  <a:pt x="1121" y="421"/>
                </a:cubicBezTo>
                <a:cubicBezTo>
                  <a:pt x="1152" y="421"/>
                  <a:pt x="1152" y="421"/>
                  <a:pt x="1152" y="421"/>
                </a:cubicBezTo>
                <a:cubicBezTo>
                  <a:pt x="1152" y="393"/>
                  <a:pt x="1152" y="393"/>
                  <a:pt x="1152" y="393"/>
                </a:cubicBezTo>
                <a:cubicBezTo>
                  <a:pt x="1126" y="393"/>
                  <a:pt x="1126" y="393"/>
                  <a:pt x="1126" y="393"/>
                </a:cubicBezTo>
                <a:cubicBezTo>
                  <a:pt x="1106" y="399"/>
                  <a:pt x="1106" y="399"/>
                  <a:pt x="1106" y="399"/>
                </a:cubicBezTo>
                <a:cubicBezTo>
                  <a:pt x="1107" y="402"/>
                  <a:pt x="1107" y="402"/>
                  <a:pt x="1107" y="402"/>
                </a:cubicBezTo>
                <a:cubicBezTo>
                  <a:pt x="1127" y="396"/>
                  <a:pt x="1127" y="396"/>
                  <a:pt x="1127" y="396"/>
                </a:cubicBezTo>
                <a:cubicBezTo>
                  <a:pt x="1149" y="395"/>
                  <a:pt x="1149" y="395"/>
                  <a:pt x="1149" y="395"/>
                </a:cubicBezTo>
                <a:cubicBezTo>
                  <a:pt x="1149" y="418"/>
                  <a:pt x="1149" y="418"/>
                  <a:pt x="1149" y="418"/>
                </a:cubicBezTo>
                <a:cubicBezTo>
                  <a:pt x="1119" y="418"/>
                  <a:pt x="1119" y="418"/>
                  <a:pt x="1119" y="418"/>
                </a:cubicBezTo>
                <a:cubicBezTo>
                  <a:pt x="1119" y="442"/>
                  <a:pt x="1119" y="442"/>
                  <a:pt x="1119" y="442"/>
                </a:cubicBezTo>
                <a:cubicBezTo>
                  <a:pt x="1121" y="442"/>
                  <a:pt x="1121" y="442"/>
                  <a:pt x="1121" y="442"/>
                </a:cubicBezTo>
                <a:moveTo>
                  <a:pt x="1083" y="670"/>
                </a:moveTo>
                <a:cubicBezTo>
                  <a:pt x="1085" y="670"/>
                  <a:pt x="1085" y="670"/>
                  <a:pt x="1085" y="670"/>
                </a:cubicBezTo>
                <a:cubicBezTo>
                  <a:pt x="1085" y="609"/>
                  <a:pt x="1085" y="609"/>
                  <a:pt x="1085" y="609"/>
                </a:cubicBezTo>
                <a:cubicBezTo>
                  <a:pt x="1083" y="609"/>
                  <a:pt x="1083" y="609"/>
                  <a:pt x="1083" y="609"/>
                </a:cubicBezTo>
                <a:lnTo>
                  <a:pt x="1083" y="670"/>
                </a:lnTo>
                <a:close/>
                <a:moveTo>
                  <a:pt x="1074" y="672"/>
                </a:moveTo>
                <a:cubicBezTo>
                  <a:pt x="1076" y="672"/>
                  <a:pt x="1076" y="672"/>
                  <a:pt x="1076" y="672"/>
                </a:cubicBezTo>
                <a:cubicBezTo>
                  <a:pt x="1076" y="577"/>
                  <a:pt x="1076" y="577"/>
                  <a:pt x="1076" y="577"/>
                </a:cubicBezTo>
                <a:cubicBezTo>
                  <a:pt x="1074" y="577"/>
                  <a:pt x="1074" y="577"/>
                  <a:pt x="1074" y="577"/>
                </a:cubicBezTo>
                <a:lnTo>
                  <a:pt x="1074" y="672"/>
                </a:lnTo>
                <a:close/>
                <a:moveTo>
                  <a:pt x="1020" y="671"/>
                </a:moveTo>
                <a:cubicBezTo>
                  <a:pt x="1022" y="671"/>
                  <a:pt x="1022" y="671"/>
                  <a:pt x="1022" y="671"/>
                </a:cubicBezTo>
                <a:cubicBezTo>
                  <a:pt x="1022" y="611"/>
                  <a:pt x="1022" y="611"/>
                  <a:pt x="1022" y="611"/>
                </a:cubicBezTo>
                <a:cubicBezTo>
                  <a:pt x="1020" y="611"/>
                  <a:pt x="1020" y="611"/>
                  <a:pt x="1020" y="611"/>
                </a:cubicBezTo>
                <a:lnTo>
                  <a:pt x="1020" y="671"/>
                </a:lnTo>
                <a:close/>
                <a:moveTo>
                  <a:pt x="1020" y="630"/>
                </a:moveTo>
                <a:cubicBezTo>
                  <a:pt x="1067" y="630"/>
                  <a:pt x="1067" y="630"/>
                  <a:pt x="1067" y="630"/>
                </a:cubicBezTo>
                <a:cubicBezTo>
                  <a:pt x="1067" y="628"/>
                  <a:pt x="1067" y="628"/>
                  <a:pt x="1067" y="628"/>
                </a:cubicBezTo>
                <a:cubicBezTo>
                  <a:pt x="1020" y="628"/>
                  <a:pt x="1020" y="628"/>
                  <a:pt x="1020" y="628"/>
                </a:cubicBezTo>
                <a:lnTo>
                  <a:pt x="1020" y="630"/>
                </a:lnTo>
                <a:close/>
                <a:moveTo>
                  <a:pt x="1021" y="649"/>
                </a:moveTo>
                <a:cubicBezTo>
                  <a:pt x="1067" y="649"/>
                  <a:pt x="1067" y="649"/>
                  <a:pt x="1067" y="649"/>
                </a:cubicBezTo>
                <a:cubicBezTo>
                  <a:pt x="1067" y="647"/>
                  <a:pt x="1067" y="647"/>
                  <a:pt x="1067" y="647"/>
                </a:cubicBezTo>
                <a:cubicBezTo>
                  <a:pt x="1021" y="647"/>
                  <a:pt x="1021" y="647"/>
                  <a:pt x="1021" y="647"/>
                </a:cubicBezTo>
                <a:lnTo>
                  <a:pt x="1021" y="649"/>
                </a:lnTo>
                <a:close/>
                <a:moveTo>
                  <a:pt x="1047" y="606"/>
                </a:moveTo>
                <a:cubicBezTo>
                  <a:pt x="1066" y="606"/>
                  <a:pt x="1066" y="606"/>
                  <a:pt x="1066" y="606"/>
                </a:cubicBezTo>
                <a:cubicBezTo>
                  <a:pt x="1066" y="604"/>
                  <a:pt x="1066" y="604"/>
                  <a:pt x="1066" y="604"/>
                </a:cubicBezTo>
                <a:cubicBezTo>
                  <a:pt x="1047" y="604"/>
                  <a:pt x="1047" y="604"/>
                  <a:pt x="1047" y="604"/>
                </a:cubicBezTo>
                <a:lnTo>
                  <a:pt x="1047" y="606"/>
                </a:lnTo>
                <a:close/>
                <a:moveTo>
                  <a:pt x="1065" y="671"/>
                </a:moveTo>
                <a:cubicBezTo>
                  <a:pt x="1067" y="671"/>
                  <a:pt x="1067" y="671"/>
                  <a:pt x="1067" y="671"/>
                </a:cubicBezTo>
                <a:cubicBezTo>
                  <a:pt x="1067" y="598"/>
                  <a:pt x="1067" y="598"/>
                  <a:pt x="1067" y="598"/>
                </a:cubicBezTo>
                <a:cubicBezTo>
                  <a:pt x="1065" y="598"/>
                  <a:pt x="1065" y="598"/>
                  <a:pt x="1065" y="598"/>
                </a:cubicBezTo>
                <a:lnTo>
                  <a:pt x="1065" y="671"/>
                </a:lnTo>
                <a:close/>
                <a:moveTo>
                  <a:pt x="1149" y="420"/>
                </a:moveTo>
                <a:cubicBezTo>
                  <a:pt x="1156" y="427"/>
                  <a:pt x="1156" y="427"/>
                  <a:pt x="1156" y="427"/>
                </a:cubicBezTo>
                <a:cubicBezTo>
                  <a:pt x="1156" y="671"/>
                  <a:pt x="1156" y="671"/>
                  <a:pt x="1156" y="671"/>
                </a:cubicBezTo>
                <a:cubicBezTo>
                  <a:pt x="1158" y="671"/>
                  <a:pt x="1158" y="671"/>
                  <a:pt x="1158" y="671"/>
                </a:cubicBezTo>
                <a:cubicBezTo>
                  <a:pt x="1158" y="426"/>
                  <a:pt x="1158" y="426"/>
                  <a:pt x="1158" y="426"/>
                </a:cubicBezTo>
                <a:cubicBezTo>
                  <a:pt x="1151" y="419"/>
                  <a:pt x="1151" y="419"/>
                  <a:pt x="1151" y="419"/>
                </a:cubicBezTo>
                <a:cubicBezTo>
                  <a:pt x="1149" y="420"/>
                  <a:pt x="1149" y="420"/>
                  <a:pt x="1149" y="420"/>
                </a:cubicBezTo>
                <a:moveTo>
                  <a:pt x="1149" y="636"/>
                </a:moveTo>
                <a:cubicBezTo>
                  <a:pt x="1149" y="580"/>
                  <a:pt x="1149" y="580"/>
                  <a:pt x="1149" y="580"/>
                </a:cubicBezTo>
                <a:cubicBezTo>
                  <a:pt x="1156" y="586"/>
                  <a:pt x="1156" y="586"/>
                  <a:pt x="1156" y="586"/>
                </a:cubicBezTo>
                <a:cubicBezTo>
                  <a:pt x="1158" y="584"/>
                  <a:pt x="1158" y="584"/>
                  <a:pt x="1158" y="584"/>
                </a:cubicBezTo>
                <a:cubicBezTo>
                  <a:pt x="1147" y="576"/>
                  <a:pt x="1147" y="576"/>
                  <a:pt x="1147" y="576"/>
                </a:cubicBezTo>
                <a:cubicBezTo>
                  <a:pt x="1147" y="636"/>
                  <a:pt x="1147" y="636"/>
                  <a:pt x="1147" y="636"/>
                </a:cubicBezTo>
                <a:cubicBezTo>
                  <a:pt x="1149" y="636"/>
                  <a:pt x="1149" y="636"/>
                  <a:pt x="1149" y="636"/>
                </a:cubicBezTo>
                <a:moveTo>
                  <a:pt x="1084" y="637"/>
                </a:moveTo>
                <a:cubicBezTo>
                  <a:pt x="1148" y="637"/>
                  <a:pt x="1148" y="637"/>
                  <a:pt x="1148" y="637"/>
                </a:cubicBezTo>
                <a:cubicBezTo>
                  <a:pt x="1156" y="643"/>
                  <a:pt x="1156" y="643"/>
                  <a:pt x="1156" y="643"/>
                </a:cubicBezTo>
                <a:cubicBezTo>
                  <a:pt x="1157" y="641"/>
                  <a:pt x="1157" y="641"/>
                  <a:pt x="1157" y="641"/>
                </a:cubicBezTo>
                <a:cubicBezTo>
                  <a:pt x="1148" y="635"/>
                  <a:pt x="1148" y="635"/>
                  <a:pt x="1148" y="635"/>
                </a:cubicBezTo>
                <a:cubicBezTo>
                  <a:pt x="1084" y="635"/>
                  <a:pt x="1084" y="635"/>
                  <a:pt x="1084" y="635"/>
                </a:cubicBezTo>
                <a:cubicBezTo>
                  <a:pt x="1084" y="637"/>
                  <a:pt x="1084" y="637"/>
                  <a:pt x="1084" y="637"/>
                </a:cubicBezTo>
                <a:moveTo>
                  <a:pt x="1101" y="443"/>
                </a:moveTo>
                <a:cubicBezTo>
                  <a:pt x="1101" y="504"/>
                  <a:pt x="1101" y="504"/>
                  <a:pt x="1101" y="504"/>
                </a:cubicBezTo>
                <a:cubicBezTo>
                  <a:pt x="1103" y="504"/>
                  <a:pt x="1103" y="504"/>
                  <a:pt x="1103" y="504"/>
                </a:cubicBezTo>
                <a:cubicBezTo>
                  <a:pt x="1103" y="443"/>
                  <a:pt x="1103" y="443"/>
                  <a:pt x="1103" y="443"/>
                </a:cubicBezTo>
                <a:moveTo>
                  <a:pt x="1163" y="370"/>
                </a:moveTo>
                <a:cubicBezTo>
                  <a:pt x="1163" y="371"/>
                  <a:pt x="1163" y="371"/>
                  <a:pt x="1163" y="371"/>
                </a:cubicBezTo>
                <a:cubicBezTo>
                  <a:pt x="1234" y="371"/>
                  <a:pt x="1234" y="371"/>
                  <a:pt x="1234" y="371"/>
                </a:cubicBezTo>
                <a:cubicBezTo>
                  <a:pt x="1234" y="383"/>
                  <a:pt x="1234" y="383"/>
                  <a:pt x="1234" y="383"/>
                </a:cubicBezTo>
                <a:cubicBezTo>
                  <a:pt x="1164" y="383"/>
                  <a:pt x="1164" y="383"/>
                  <a:pt x="1164" y="383"/>
                </a:cubicBezTo>
                <a:cubicBezTo>
                  <a:pt x="1164" y="370"/>
                  <a:pt x="1164" y="370"/>
                  <a:pt x="1164" y="370"/>
                </a:cubicBezTo>
                <a:cubicBezTo>
                  <a:pt x="1163" y="370"/>
                  <a:pt x="1163" y="370"/>
                  <a:pt x="1163" y="370"/>
                </a:cubicBezTo>
                <a:cubicBezTo>
                  <a:pt x="1163" y="371"/>
                  <a:pt x="1163" y="371"/>
                  <a:pt x="1163" y="371"/>
                </a:cubicBezTo>
                <a:cubicBezTo>
                  <a:pt x="1163" y="370"/>
                  <a:pt x="1163" y="370"/>
                  <a:pt x="1163" y="370"/>
                </a:cubicBezTo>
                <a:cubicBezTo>
                  <a:pt x="1162" y="370"/>
                  <a:pt x="1162" y="370"/>
                  <a:pt x="1162" y="370"/>
                </a:cubicBezTo>
                <a:cubicBezTo>
                  <a:pt x="1162" y="386"/>
                  <a:pt x="1162" y="386"/>
                  <a:pt x="1162" y="386"/>
                </a:cubicBezTo>
                <a:cubicBezTo>
                  <a:pt x="1237" y="386"/>
                  <a:pt x="1237" y="386"/>
                  <a:pt x="1237" y="386"/>
                </a:cubicBezTo>
                <a:cubicBezTo>
                  <a:pt x="1237" y="369"/>
                  <a:pt x="1237" y="369"/>
                  <a:pt x="1237" y="369"/>
                </a:cubicBezTo>
                <a:cubicBezTo>
                  <a:pt x="1162" y="369"/>
                  <a:pt x="1162" y="369"/>
                  <a:pt x="1162" y="369"/>
                </a:cubicBezTo>
                <a:cubicBezTo>
                  <a:pt x="1162" y="370"/>
                  <a:pt x="1162" y="370"/>
                  <a:pt x="1162" y="370"/>
                </a:cubicBezTo>
                <a:cubicBezTo>
                  <a:pt x="1163" y="370"/>
                  <a:pt x="1163" y="370"/>
                  <a:pt x="1163" y="370"/>
                </a:cubicBezTo>
                <a:moveTo>
                  <a:pt x="1164" y="421"/>
                </a:moveTo>
                <a:cubicBezTo>
                  <a:pt x="1164" y="391"/>
                  <a:pt x="1164" y="391"/>
                  <a:pt x="1164" y="391"/>
                </a:cubicBezTo>
                <a:cubicBezTo>
                  <a:pt x="1238" y="391"/>
                  <a:pt x="1238" y="391"/>
                  <a:pt x="1238" y="391"/>
                </a:cubicBezTo>
                <a:cubicBezTo>
                  <a:pt x="1238" y="480"/>
                  <a:pt x="1238" y="480"/>
                  <a:pt x="1238" y="480"/>
                </a:cubicBezTo>
                <a:cubicBezTo>
                  <a:pt x="1240" y="480"/>
                  <a:pt x="1240" y="480"/>
                  <a:pt x="1240" y="480"/>
                </a:cubicBezTo>
                <a:cubicBezTo>
                  <a:pt x="1240" y="389"/>
                  <a:pt x="1240" y="389"/>
                  <a:pt x="1240" y="389"/>
                </a:cubicBezTo>
                <a:cubicBezTo>
                  <a:pt x="1161" y="389"/>
                  <a:pt x="1161" y="389"/>
                  <a:pt x="1161" y="389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4" y="421"/>
                  <a:pt x="1164" y="421"/>
                  <a:pt x="1164" y="421"/>
                </a:cubicBezTo>
                <a:moveTo>
                  <a:pt x="1222" y="671"/>
                </a:moveTo>
                <a:cubicBezTo>
                  <a:pt x="1222" y="481"/>
                  <a:pt x="1222" y="481"/>
                  <a:pt x="1222" y="481"/>
                </a:cubicBezTo>
                <a:cubicBezTo>
                  <a:pt x="1271" y="481"/>
                  <a:pt x="1271" y="481"/>
                  <a:pt x="1271" y="481"/>
                </a:cubicBezTo>
                <a:cubicBezTo>
                  <a:pt x="1271" y="671"/>
                  <a:pt x="1271" y="671"/>
                  <a:pt x="1271" y="671"/>
                </a:cubicBezTo>
                <a:cubicBezTo>
                  <a:pt x="1273" y="671"/>
                  <a:pt x="1273" y="671"/>
                  <a:pt x="1273" y="671"/>
                </a:cubicBezTo>
                <a:cubicBezTo>
                  <a:pt x="1273" y="478"/>
                  <a:pt x="1273" y="478"/>
                  <a:pt x="1273" y="478"/>
                </a:cubicBezTo>
                <a:cubicBezTo>
                  <a:pt x="1220" y="478"/>
                  <a:pt x="1220" y="478"/>
                  <a:pt x="1220" y="478"/>
                </a:cubicBezTo>
                <a:cubicBezTo>
                  <a:pt x="1220" y="671"/>
                  <a:pt x="1220" y="671"/>
                  <a:pt x="1220" y="671"/>
                </a:cubicBezTo>
                <a:cubicBezTo>
                  <a:pt x="1222" y="671"/>
                  <a:pt x="1222" y="671"/>
                  <a:pt x="1222" y="671"/>
                </a:cubicBezTo>
                <a:moveTo>
                  <a:pt x="1162" y="422"/>
                </a:moveTo>
                <a:cubicBezTo>
                  <a:pt x="1239" y="422"/>
                  <a:pt x="1239" y="422"/>
                  <a:pt x="1239" y="422"/>
                </a:cubicBezTo>
                <a:cubicBezTo>
                  <a:pt x="1239" y="420"/>
                  <a:pt x="1239" y="420"/>
                  <a:pt x="1239" y="420"/>
                </a:cubicBezTo>
                <a:cubicBezTo>
                  <a:pt x="1162" y="420"/>
                  <a:pt x="1162" y="420"/>
                  <a:pt x="1162" y="420"/>
                </a:cubicBezTo>
                <a:lnTo>
                  <a:pt x="1162" y="422"/>
                </a:lnTo>
                <a:close/>
                <a:moveTo>
                  <a:pt x="1157" y="491"/>
                </a:moveTo>
                <a:cubicBezTo>
                  <a:pt x="1221" y="491"/>
                  <a:pt x="1221" y="491"/>
                  <a:pt x="1221" y="491"/>
                </a:cubicBezTo>
                <a:cubicBezTo>
                  <a:pt x="1221" y="489"/>
                  <a:pt x="1221" y="489"/>
                  <a:pt x="1221" y="489"/>
                </a:cubicBezTo>
                <a:cubicBezTo>
                  <a:pt x="1157" y="489"/>
                  <a:pt x="1157" y="489"/>
                  <a:pt x="1157" y="489"/>
                </a:cubicBezTo>
                <a:lnTo>
                  <a:pt x="1157" y="491"/>
                </a:lnTo>
                <a:close/>
                <a:moveTo>
                  <a:pt x="982" y="487"/>
                </a:moveTo>
                <a:cubicBezTo>
                  <a:pt x="1032" y="487"/>
                  <a:pt x="1032" y="487"/>
                  <a:pt x="1032" y="487"/>
                </a:cubicBezTo>
                <a:cubicBezTo>
                  <a:pt x="1032" y="485"/>
                  <a:pt x="1032" y="485"/>
                  <a:pt x="1032" y="485"/>
                </a:cubicBezTo>
                <a:cubicBezTo>
                  <a:pt x="982" y="485"/>
                  <a:pt x="982" y="485"/>
                  <a:pt x="982" y="485"/>
                </a:cubicBezTo>
                <a:lnTo>
                  <a:pt x="982" y="487"/>
                </a:lnTo>
                <a:close/>
                <a:moveTo>
                  <a:pt x="983" y="423"/>
                </a:moveTo>
                <a:cubicBezTo>
                  <a:pt x="1032" y="424"/>
                  <a:pt x="1032" y="424"/>
                  <a:pt x="1032" y="424"/>
                </a:cubicBezTo>
                <a:cubicBezTo>
                  <a:pt x="1032" y="421"/>
                  <a:pt x="1032" y="421"/>
                  <a:pt x="1032" y="421"/>
                </a:cubicBezTo>
                <a:cubicBezTo>
                  <a:pt x="983" y="421"/>
                  <a:pt x="983" y="421"/>
                  <a:pt x="983" y="421"/>
                </a:cubicBezTo>
                <a:moveTo>
                  <a:pt x="1157" y="568"/>
                </a:moveTo>
                <a:cubicBezTo>
                  <a:pt x="1222" y="568"/>
                  <a:pt x="1222" y="568"/>
                  <a:pt x="1222" y="568"/>
                </a:cubicBezTo>
                <a:cubicBezTo>
                  <a:pt x="1222" y="566"/>
                  <a:pt x="1222" y="566"/>
                  <a:pt x="1222" y="566"/>
                </a:cubicBezTo>
                <a:cubicBezTo>
                  <a:pt x="1157" y="566"/>
                  <a:pt x="1157" y="566"/>
                  <a:pt x="1157" y="566"/>
                </a:cubicBezTo>
                <a:lnTo>
                  <a:pt x="1157" y="568"/>
                </a:lnTo>
                <a:close/>
                <a:moveTo>
                  <a:pt x="1273" y="542"/>
                </a:moveTo>
                <a:cubicBezTo>
                  <a:pt x="1293" y="542"/>
                  <a:pt x="1293" y="542"/>
                  <a:pt x="1293" y="542"/>
                </a:cubicBezTo>
                <a:cubicBezTo>
                  <a:pt x="1293" y="671"/>
                  <a:pt x="1293" y="671"/>
                  <a:pt x="1293" y="671"/>
                </a:cubicBezTo>
                <a:cubicBezTo>
                  <a:pt x="1296" y="671"/>
                  <a:pt x="1296" y="671"/>
                  <a:pt x="1296" y="671"/>
                </a:cubicBezTo>
                <a:cubicBezTo>
                  <a:pt x="1296" y="540"/>
                  <a:pt x="1296" y="540"/>
                  <a:pt x="1296" y="540"/>
                </a:cubicBezTo>
                <a:cubicBezTo>
                  <a:pt x="1273" y="540"/>
                  <a:pt x="1273" y="540"/>
                  <a:pt x="1273" y="540"/>
                </a:cubicBezTo>
                <a:cubicBezTo>
                  <a:pt x="1273" y="542"/>
                  <a:pt x="1273" y="542"/>
                  <a:pt x="1273" y="542"/>
                </a:cubicBezTo>
                <a:moveTo>
                  <a:pt x="1272" y="508"/>
                </a:moveTo>
                <a:cubicBezTo>
                  <a:pt x="1334" y="508"/>
                  <a:pt x="1334" y="508"/>
                  <a:pt x="1334" y="508"/>
                </a:cubicBezTo>
                <a:cubicBezTo>
                  <a:pt x="1334" y="538"/>
                  <a:pt x="1334" y="538"/>
                  <a:pt x="1334" y="538"/>
                </a:cubicBezTo>
                <a:cubicBezTo>
                  <a:pt x="1336" y="538"/>
                  <a:pt x="1336" y="538"/>
                  <a:pt x="1336" y="538"/>
                </a:cubicBezTo>
                <a:cubicBezTo>
                  <a:pt x="1336" y="506"/>
                  <a:pt x="1336" y="506"/>
                  <a:pt x="1336" y="506"/>
                </a:cubicBezTo>
                <a:cubicBezTo>
                  <a:pt x="1272" y="506"/>
                  <a:pt x="1272" y="506"/>
                  <a:pt x="1272" y="506"/>
                </a:cubicBezTo>
                <a:cubicBezTo>
                  <a:pt x="1272" y="508"/>
                  <a:pt x="1272" y="508"/>
                  <a:pt x="1272" y="508"/>
                </a:cubicBezTo>
                <a:moveTo>
                  <a:pt x="1286" y="507"/>
                </a:moveTo>
                <a:cubicBezTo>
                  <a:pt x="1286" y="498"/>
                  <a:pt x="1286" y="498"/>
                  <a:pt x="1286" y="498"/>
                </a:cubicBezTo>
                <a:cubicBezTo>
                  <a:pt x="1319" y="485"/>
                  <a:pt x="1319" y="485"/>
                  <a:pt x="1319" y="485"/>
                </a:cubicBezTo>
                <a:cubicBezTo>
                  <a:pt x="1340" y="499"/>
                  <a:pt x="1340" y="499"/>
                  <a:pt x="1340" y="499"/>
                </a:cubicBezTo>
                <a:cubicBezTo>
                  <a:pt x="1340" y="512"/>
                  <a:pt x="1340" y="512"/>
                  <a:pt x="1340" y="512"/>
                </a:cubicBezTo>
                <a:cubicBezTo>
                  <a:pt x="1342" y="512"/>
                  <a:pt x="1342" y="512"/>
                  <a:pt x="1342" y="512"/>
                </a:cubicBezTo>
                <a:cubicBezTo>
                  <a:pt x="1342" y="498"/>
                  <a:pt x="1342" y="498"/>
                  <a:pt x="1342" y="498"/>
                </a:cubicBezTo>
                <a:cubicBezTo>
                  <a:pt x="1319" y="482"/>
                  <a:pt x="1319" y="482"/>
                  <a:pt x="1319" y="482"/>
                </a:cubicBezTo>
                <a:cubicBezTo>
                  <a:pt x="1284" y="497"/>
                  <a:pt x="1284" y="497"/>
                  <a:pt x="1284" y="497"/>
                </a:cubicBezTo>
                <a:cubicBezTo>
                  <a:pt x="1284" y="507"/>
                  <a:pt x="1284" y="507"/>
                  <a:pt x="1284" y="507"/>
                </a:cubicBezTo>
                <a:cubicBezTo>
                  <a:pt x="1286" y="507"/>
                  <a:pt x="1286" y="507"/>
                  <a:pt x="1286" y="507"/>
                </a:cubicBezTo>
                <a:moveTo>
                  <a:pt x="1295" y="494"/>
                </a:moveTo>
                <a:cubicBezTo>
                  <a:pt x="1295" y="452"/>
                  <a:pt x="1295" y="452"/>
                  <a:pt x="1295" y="452"/>
                </a:cubicBezTo>
                <a:cubicBezTo>
                  <a:pt x="1294" y="452"/>
                  <a:pt x="1294" y="452"/>
                  <a:pt x="1294" y="452"/>
                </a:cubicBezTo>
                <a:cubicBezTo>
                  <a:pt x="1295" y="452"/>
                  <a:pt x="1295" y="452"/>
                  <a:pt x="1295" y="452"/>
                </a:cubicBezTo>
                <a:cubicBezTo>
                  <a:pt x="1296" y="450"/>
                  <a:pt x="1299" y="448"/>
                  <a:pt x="1303" y="447"/>
                </a:cubicBezTo>
                <a:cubicBezTo>
                  <a:pt x="1308" y="446"/>
                  <a:pt x="1313" y="445"/>
                  <a:pt x="1318" y="445"/>
                </a:cubicBezTo>
                <a:cubicBezTo>
                  <a:pt x="1324" y="445"/>
                  <a:pt x="1330" y="446"/>
                  <a:pt x="1335" y="447"/>
                </a:cubicBezTo>
                <a:cubicBezTo>
                  <a:pt x="1339" y="448"/>
                  <a:pt x="1343" y="450"/>
                  <a:pt x="1345" y="452"/>
                </a:cubicBezTo>
                <a:cubicBezTo>
                  <a:pt x="1346" y="452"/>
                  <a:pt x="1346" y="452"/>
                  <a:pt x="1346" y="452"/>
                </a:cubicBezTo>
                <a:cubicBezTo>
                  <a:pt x="1345" y="452"/>
                  <a:pt x="1345" y="452"/>
                  <a:pt x="1345" y="452"/>
                </a:cubicBezTo>
                <a:cubicBezTo>
                  <a:pt x="1345" y="511"/>
                  <a:pt x="1345" y="511"/>
                  <a:pt x="1345" y="511"/>
                </a:cubicBezTo>
                <a:cubicBezTo>
                  <a:pt x="1347" y="511"/>
                  <a:pt x="1347" y="511"/>
                  <a:pt x="1347" y="511"/>
                </a:cubicBezTo>
                <a:cubicBezTo>
                  <a:pt x="1347" y="451"/>
                  <a:pt x="1347" y="451"/>
                  <a:pt x="1347" y="451"/>
                </a:cubicBezTo>
                <a:cubicBezTo>
                  <a:pt x="1347" y="451"/>
                  <a:pt x="1347" y="451"/>
                  <a:pt x="1347" y="451"/>
                </a:cubicBezTo>
                <a:cubicBezTo>
                  <a:pt x="1344" y="448"/>
                  <a:pt x="1340" y="446"/>
                  <a:pt x="1335" y="445"/>
                </a:cubicBezTo>
                <a:cubicBezTo>
                  <a:pt x="1330" y="444"/>
                  <a:pt x="1324" y="443"/>
                  <a:pt x="1318" y="443"/>
                </a:cubicBezTo>
                <a:cubicBezTo>
                  <a:pt x="1313" y="443"/>
                  <a:pt x="1307" y="444"/>
                  <a:pt x="1303" y="445"/>
                </a:cubicBezTo>
                <a:cubicBezTo>
                  <a:pt x="1298" y="446"/>
                  <a:pt x="1295" y="448"/>
                  <a:pt x="1293" y="451"/>
                </a:cubicBezTo>
                <a:cubicBezTo>
                  <a:pt x="1293" y="451"/>
                  <a:pt x="1293" y="451"/>
                  <a:pt x="1293" y="451"/>
                </a:cubicBezTo>
                <a:cubicBezTo>
                  <a:pt x="1293" y="494"/>
                  <a:pt x="1293" y="494"/>
                  <a:pt x="1293" y="494"/>
                </a:cubicBezTo>
                <a:cubicBezTo>
                  <a:pt x="1295" y="494"/>
                  <a:pt x="1295" y="494"/>
                  <a:pt x="1295" y="494"/>
                </a:cubicBezTo>
                <a:moveTo>
                  <a:pt x="1303" y="446"/>
                </a:moveTo>
                <a:cubicBezTo>
                  <a:pt x="1303" y="446"/>
                  <a:pt x="1302" y="446"/>
                  <a:pt x="1302" y="445"/>
                </a:cubicBezTo>
                <a:cubicBezTo>
                  <a:pt x="1301" y="442"/>
                  <a:pt x="1300" y="438"/>
                  <a:pt x="1300" y="436"/>
                </a:cubicBezTo>
                <a:cubicBezTo>
                  <a:pt x="1300" y="436"/>
                  <a:pt x="1300" y="435"/>
                  <a:pt x="1300" y="434"/>
                </a:cubicBezTo>
                <a:cubicBezTo>
                  <a:pt x="1300" y="432"/>
                  <a:pt x="1300" y="431"/>
                  <a:pt x="1300" y="429"/>
                </a:cubicBezTo>
                <a:cubicBezTo>
                  <a:pt x="1300" y="428"/>
                  <a:pt x="1300" y="427"/>
                  <a:pt x="1301" y="427"/>
                </a:cubicBezTo>
                <a:cubicBezTo>
                  <a:pt x="1300" y="426"/>
                  <a:pt x="1300" y="426"/>
                  <a:pt x="1300" y="426"/>
                </a:cubicBezTo>
                <a:cubicBezTo>
                  <a:pt x="1300" y="427"/>
                  <a:pt x="1300" y="427"/>
                  <a:pt x="1300" y="427"/>
                </a:cubicBezTo>
                <a:cubicBezTo>
                  <a:pt x="1304" y="423"/>
                  <a:pt x="1311" y="422"/>
                  <a:pt x="1318" y="422"/>
                </a:cubicBezTo>
                <a:cubicBezTo>
                  <a:pt x="1323" y="422"/>
                  <a:pt x="1327" y="422"/>
                  <a:pt x="1331" y="423"/>
                </a:cubicBezTo>
                <a:cubicBezTo>
                  <a:pt x="1334" y="424"/>
                  <a:pt x="1337" y="425"/>
                  <a:pt x="1338" y="426"/>
                </a:cubicBezTo>
                <a:cubicBezTo>
                  <a:pt x="1338" y="426"/>
                  <a:pt x="1339" y="428"/>
                  <a:pt x="1339" y="430"/>
                </a:cubicBezTo>
                <a:cubicBezTo>
                  <a:pt x="1339" y="432"/>
                  <a:pt x="1340" y="434"/>
                  <a:pt x="1340" y="435"/>
                </a:cubicBezTo>
                <a:cubicBezTo>
                  <a:pt x="1340" y="436"/>
                  <a:pt x="1340" y="437"/>
                  <a:pt x="1339" y="437"/>
                </a:cubicBezTo>
                <a:cubicBezTo>
                  <a:pt x="1339" y="440"/>
                  <a:pt x="1336" y="447"/>
                  <a:pt x="1336" y="447"/>
                </a:cubicBezTo>
                <a:cubicBezTo>
                  <a:pt x="1338" y="448"/>
                  <a:pt x="1338" y="448"/>
                  <a:pt x="1338" y="448"/>
                </a:cubicBezTo>
                <a:cubicBezTo>
                  <a:pt x="1338" y="448"/>
                  <a:pt x="1341" y="441"/>
                  <a:pt x="1342" y="438"/>
                </a:cubicBezTo>
                <a:cubicBezTo>
                  <a:pt x="1342" y="437"/>
                  <a:pt x="1342" y="437"/>
                  <a:pt x="1342" y="435"/>
                </a:cubicBezTo>
                <a:cubicBezTo>
                  <a:pt x="1342" y="434"/>
                  <a:pt x="1342" y="431"/>
                  <a:pt x="1341" y="429"/>
                </a:cubicBezTo>
                <a:cubicBezTo>
                  <a:pt x="1341" y="427"/>
                  <a:pt x="1340" y="426"/>
                  <a:pt x="1339" y="424"/>
                </a:cubicBezTo>
                <a:cubicBezTo>
                  <a:pt x="1338" y="423"/>
                  <a:pt x="1335" y="422"/>
                  <a:pt x="1331" y="421"/>
                </a:cubicBezTo>
                <a:cubicBezTo>
                  <a:pt x="1327" y="420"/>
                  <a:pt x="1323" y="419"/>
                  <a:pt x="1318" y="419"/>
                </a:cubicBezTo>
                <a:cubicBezTo>
                  <a:pt x="1311" y="419"/>
                  <a:pt x="1303" y="421"/>
                  <a:pt x="1299" y="425"/>
                </a:cubicBezTo>
                <a:cubicBezTo>
                  <a:pt x="1299" y="425"/>
                  <a:pt x="1299" y="425"/>
                  <a:pt x="1299" y="425"/>
                </a:cubicBezTo>
                <a:cubicBezTo>
                  <a:pt x="1299" y="426"/>
                  <a:pt x="1299" y="426"/>
                  <a:pt x="1299" y="426"/>
                </a:cubicBezTo>
                <a:cubicBezTo>
                  <a:pt x="1298" y="426"/>
                  <a:pt x="1298" y="428"/>
                  <a:pt x="1298" y="429"/>
                </a:cubicBezTo>
                <a:cubicBezTo>
                  <a:pt x="1298" y="431"/>
                  <a:pt x="1298" y="432"/>
                  <a:pt x="1298" y="434"/>
                </a:cubicBezTo>
                <a:cubicBezTo>
                  <a:pt x="1298" y="435"/>
                  <a:pt x="1298" y="436"/>
                  <a:pt x="1298" y="437"/>
                </a:cubicBezTo>
                <a:cubicBezTo>
                  <a:pt x="1298" y="438"/>
                  <a:pt x="1298" y="440"/>
                  <a:pt x="1299" y="442"/>
                </a:cubicBezTo>
                <a:cubicBezTo>
                  <a:pt x="1299" y="443"/>
                  <a:pt x="1300" y="445"/>
                  <a:pt x="1300" y="446"/>
                </a:cubicBezTo>
                <a:cubicBezTo>
                  <a:pt x="1301" y="447"/>
                  <a:pt x="1301" y="447"/>
                  <a:pt x="1302" y="448"/>
                </a:cubicBezTo>
                <a:cubicBezTo>
                  <a:pt x="1303" y="446"/>
                  <a:pt x="1303" y="446"/>
                  <a:pt x="1303" y="446"/>
                </a:cubicBezTo>
                <a:moveTo>
                  <a:pt x="1302" y="491"/>
                </a:moveTo>
                <a:cubicBezTo>
                  <a:pt x="1304" y="491"/>
                  <a:pt x="1304" y="491"/>
                  <a:pt x="1304" y="491"/>
                </a:cubicBezTo>
                <a:cubicBezTo>
                  <a:pt x="1304" y="447"/>
                  <a:pt x="1304" y="447"/>
                  <a:pt x="1304" y="447"/>
                </a:cubicBezTo>
                <a:cubicBezTo>
                  <a:pt x="1302" y="447"/>
                  <a:pt x="1302" y="447"/>
                  <a:pt x="1302" y="447"/>
                </a:cubicBezTo>
                <a:lnTo>
                  <a:pt x="1302" y="491"/>
                </a:lnTo>
                <a:close/>
                <a:moveTo>
                  <a:pt x="1314" y="486"/>
                </a:moveTo>
                <a:cubicBezTo>
                  <a:pt x="1317" y="486"/>
                  <a:pt x="1317" y="486"/>
                  <a:pt x="1317" y="486"/>
                </a:cubicBezTo>
                <a:cubicBezTo>
                  <a:pt x="1317" y="445"/>
                  <a:pt x="1317" y="445"/>
                  <a:pt x="1317" y="445"/>
                </a:cubicBezTo>
                <a:cubicBezTo>
                  <a:pt x="1314" y="445"/>
                  <a:pt x="1314" y="445"/>
                  <a:pt x="1314" y="445"/>
                </a:cubicBezTo>
                <a:lnTo>
                  <a:pt x="1314" y="486"/>
                </a:lnTo>
                <a:close/>
                <a:moveTo>
                  <a:pt x="1325" y="488"/>
                </a:moveTo>
                <a:cubicBezTo>
                  <a:pt x="1327" y="488"/>
                  <a:pt x="1327" y="488"/>
                  <a:pt x="1327" y="488"/>
                </a:cubicBezTo>
                <a:cubicBezTo>
                  <a:pt x="1327" y="446"/>
                  <a:pt x="1327" y="446"/>
                  <a:pt x="1327" y="446"/>
                </a:cubicBezTo>
                <a:cubicBezTo>
                  <a:pt x="1325" y="446"/>
                  <a:pt x="1325" y="446"/>
                  <a:pt x="1325" y="446"/>
                </a:cubicBezTo>
                <a:lnTo>
                  <a:pt x="1325" y="488"/>
                </a:lnTo>
                <a:close/>
                <a:moveTo>
                  <a:pt x="1335" y="494"/>
                </a:moveTo>
                <a:cubicBezTo>
                  <a:pt x="1337" y="494"/>
                  <a:pt x="1337" y="494"/>
                  <a:pt x="1337" y="494"/>
                </a:cubicBezTo>
                <a:cubicBezTo>
                  <a:pt x="1337" y="447"/>
                  <a:pt x="1337" y="447"/>
                  <a:pt x="1337" y="447"/>
                </a:cubicBezTo>
                <a:cubicBezTo>
                  <a:pt x="1335" y="447"/>
                  <a:pt x="1335" y="447"/>
                  <a:pt x="1335" y="447"/>
                </a:cubicBezTo>
                <a:lnTo>
                  <a:pt x="1335" y="494"/>
                </a:lnTo>
                <a:close/>
                <a:moveTo>
                  <a:pt x="1294" y="549"/>
                </a:moveTo>
                <a:cubicBezTo>
                  <a:pt x="1326" y="549"/>
                  <a:pt x="1326" y="549"/>
                  <a:pt x="1326" y="549"/>
                </a:cubicBezTo>
                <a:cubicBezTo>
                  <a:pt x="1326" y="671"/>
                  <a:pt x="1326" y="671"/>
                  <a:pt x="1326" y="671"/>
                </a:cubicBezTo>
                <a:cubicBezTo>
                  <a:pt x="1328" y="671"/>
                  <a:pt x="1328" y="671"/>
                  <a:pt x="1328" y="671"/>
                </a:cubicBezTo>
                <a:cubicBezTo>
                  <a:pt x="1328" y="547"/>
                  <a:pt x="1328" y="547"/>
                  <a:pt x="1328" y="547"/>
                </a:cubicBezTo>
                <a:cubicBezTo>
                  <a:pt x="1294" y="547"/>
                  <a:pt x="1294" y="547"/>
                  <a:pt x="1294" y="547"/>
                </a:cubicBezTo>
                <a:cubicBezTo>
                  <a:pt x="1294" y="549"/>
                  <a:pt x="1294" y="549"/>
                  <a:pt x="1294" y="549"/>
                </a:cubicBezTo>
                <a:moveTo>
                  <a:pt x="1336" y="513"/>
                </a:moveTo>
                <a:cubicBezTo>
                  <a:pt x="1356" y="513"/>
                  <a:pt x="1356" y="513"/>
                  <a:pt x="1356" y="513"/>
                </a:cubicBezTo>
                <a:cubicBezTo>
                  <a:pt x="1356" y="551"/>
                  <a:pt x="1356" y="551"/>
                  <a:pt x="1356" y="551"/>
                </a:cubicBezTo>
                <a:cubicBezTo>
                  <a:pt x="1358" y="551"/>
                  <a:pt x="1358" y="551"/>
                  <a:pt x="1358" y="551"/>
                </a:cubicBezTo>
                <a:cubicBezTo>
                  <a:pt x="1358" y="511"/>
                  <a:pt x="1358" y="511"/>
                  <a:pt x="1358" y="511"/>
                </a:cubicBezTo>
                <a:cubicBezTo>
                  <a:pt x="1336" y="511"/>
                  <a:pt x="1336" y="511"/>
                  <a:pt x="1336" y="511"/>
                </a:cubicBezTo>
                <a:cubicBezTo>
                  <a:pt x="1336" y="513"/>
                  <a:pt x="1336" y="513"/>
                  <a:pt x="1336" y="513"/>
                </a:cubicBezTo>
                <a:moveTo>
                  <a:pt x="1357" y="513"/>
                </a:moveTo>
                <a:cubicBezTo>
                  <a:pt x="1365" y="517"/>
                  <a:pt x="1365" y="517"/>
                  <a:pt x="1365" y="517"/>
                </a:cubicBezTo>
                <a:cubicBezTo>
                  <a:pt x="1365" y="566"/>
                  <a:pt x="1365" y="566"/>
                  <a:pt x="1365" y="566"/>
                </a:cubicBezTo>
                <a:cubicBezTo>
                  <a:pt x="1367" y="566"/>
                  <a:pt x="1367" y="566"/>
                  <a:pt x="1367" y="566"/>
                </a:cubicBezTo>
                <a:cubicBezTo>
                  <a:pt x="1367" y="516"/>
                  <a:pt x="1367" y="516"/>
                  <a:pt x="1367" y="516"/>
                </a:cubicBezTo>
                <a:cubicBezTo>
                  <a:pt x="1358" y="511"/>
                  <a:pt x="1358" y="511"/>
                  <a:pt x="1358" y="511"/>
                </a:cubicBezTo>
                <a:cubicBezTo>
                  <a:pt x="1357" y="513"/>
                  <a:pt x="1357" y="513"/>
                  <a:pt x="1357" y="513"/>
                </a:cubicBezTo>
                <a:moveTo>
                  <a:pt x="1300" y="442"/>
                </a:moveTo>
                <a:cubicBezTo>
                  <a:pt x="1301" y="441"/>
                  <a:pt x="1301" y="441"/>
                  <a:pt x="1301" y="441"/>
                </a:cubicBezTo>
                <a:cubicBezTo>
                  <a:pt x="1302" y="441"/>
                  <a:pt x="1307" y="438"/>
                  <a:pt x="1318" y="438"/>
                </a:cubicBezTo>
                <a:cubicBezTo>
                  <a:pt x="1319" y="438"/>
                  <a:pt x="1320" y="438"/>
                  <a:pt x="1321" y="438"/>
                </a:cubicBezTo>
                <a:cubicBezTo>
                  <a:pt x="1329" y="438"/>
                  <a:pt x="1333" y="439"/>
                  <a:pt x="1336" y="440"/>
                </a:cubicBezTo>
                <a:cubicBezTo>
                  <a:pt x="1337" y="441"/>
                  <a:pt x="1338" y="441"/>
                  <a:pt x="1338" y="441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39" y="442"/>
                  <a:pt x="1339" y="442"/>
                  <a:pt x="1339" y="442"/>
                </a:cubicBezTo>
                <a:cubicBezTo>
                  <a:pt x="1340" y="440"/>
                  <a:pt x="1340" y="440"/>
                  <a:pt x="1340" y="440"/>
                </a:cubicBezTo>
                <a:cubicBezTo>
                  <a:pt x="1340" y="440"/>
                  <a:pt x="1336" y="437"/>
                  <a:pt x="1321" y="436"/>
                </a:cubicBezTo>
                <a:cubicBezTo>
                  <a:pt x="1320" y="436"/>
                  <a:pt x="1319" y="436"/>
                  <a:pt x="1318" y="436"/>
                </a:cubicBezTo>
                <a:cubicBezTo>
                  <a:pt x="1305" y="436"/>
                  <a:pt x="1299" y="440"/>
                  <a:pt x="1299" y="440"/>
                </a:cubicBezTo>
                <a:cubicBezTo>
                  <a:pt x="1300" y="442"/>
                  <a:pt x="1300" y="442"/>
                  <a:pt x="1300" y="442"/>
                </a:cubicBezTo>
                <a:moveTo>
                  <a:pt x="1300" y="434"/>
                </a:moveTo>
                <a:cubicBezTo>
                  <a:pt x="1300" y="434"/>
                  <a:pt x="1300" y="434"/>
                  <a:pt x="1300" y="434"/>
                </a:cubicBezTo>
                <a:cubicBezTo>
                  <a:pt x="1301" y="433"/>
                  <a:pt x="1307" y="430"/>
                  <a:pt x="1318" y="430"/>
                </a:cubicBezTo>
                <a:cubicBezTo>
                  <a:pt x="1319" y="430"/>
                  <a:pt x="1320" y="430"/>
                  <a:pt x="1321" y="430"/>
                </a:cubicBezTo>
                <a:cubicBezTo>
                  <a:pt x="1329" y="430"/>
                  <a:pt x="1333" y="431"/>
                  <a:pt x="1336" y="432"/>
                </a:cubicBezTo>
                <a:cubicBezTo>
                  <a:pt x="1338" y="433"/>
                  <a:pt x="1339" y="433"/>
                  <a:pt x="1339" y="433"/>
                </a:cubicBezTo>
                <a:cubicBezTo>
                  <a:pt x="1340" y="433"/>
                  <a:pt x="1340" y="433"/>
                  <a:pt x="1340" y="433"/>
                </a:cubicBezTo>
                <a:cubicBezTo>
                  <a:pt x="1340" y="434"/>
                  <a:pt x="1340" y="434"/>
                  <a:pt x="1340" y="434"/>
                </a:cubicBezTo>
                <a:cubicBezTo>
                  <a:pt x="1341" y="432"/>
                  <a:pt x="1341" y="432"/>
                  <a:pt x="1341" y="432"/>
                </a:cubicBezTo>
                <a:cubicBezTo>
                  <a:pt x="1341" y="432"/>
                  <a:pt x="1336" y="429"/>
                  <a:pt x="1322" y="428"/>
                </a:cubicBezTo>
                <a:cubicBezTo>
                  <a:pt x="1320" y="428"/>
                  <a:pt x="1319" y="428"/>
                  <a:pt x="1318" y="428"/>
                </a:cubicBezTo>
                <a:cubicBezTo>
                  <a:pt x="1305" y="428"/>
                  <a:pt x="1298" y="432"/>
                  <a:pt x="1298" y="432"/>
                </a:cubicBezTo>
                <a:cubicBezTo>
                  <a:pt x="1300" y="434"/>
                  <a:pt x="1300" y="434"/>
                  <a:pt x="1300" y="434"/>
                </a:cubicBezTo>
                <a:moveTo>
                  <a:pt x="1327" y="566"/>
                </a:moveTo>
                <a:cubicBezTo>
                  <a:pt x="1339" y="566"/>
                  <a:pt x="1339" y="566"/>
                  <a:pt x="1339" y="566"/>
                </a:cubicBezTo>
                <a:cubicBezTo>
                  <a:pt x="1339" y="652"/>
                  <a:pt x="1339" y="652"/>
                  <a:pt x="1339" y="652"/>
                </a:cubicBezTo>
                <a:cubicBezTo>
                  <a:pt x="1341" y="652"/>
                  <a:pt x="1341" y="652"/>
                  <a:pt x="1341" y="652"/>
                </a:cubicBezTo>
                <a:cubicBezTo>
                  <a:pt x="1341" y="564"/>
                  <a:pt x="1341" y="564"/>
                  <a:pt x="1341" y="564"/>
                </a:cubicBezTo>
                <a:cubicBezTo>
                  <a:pt x="1327" y="564"/>
                  <a:pt x="1327" y="564"/>
                  <a:pt x="1327" y="564"/>
                </a:cubicBezTo>
                <a:cubicBezTo>
                  <a:pt x="1327" y="566"/>
                  <a:pt x="1327" y="566"/>
                  <a:pt x="1327" y="566"/>
                </a:cubicBezTo>
                <a:moveTo>
                  <a:pt x="1367" y="537"/>
                </a:moveTo>
                <a:cubicBezTo>
                  <a:pt x="1403" y="537"/>
                  <a:pt x="1403" y="537"/>
                  <a:pt x="1403" y="537"/>
                </a:cubicBezTo>
                <a:cubicBezTo>
                  <a:pt x="1403" y="671"/>
                  <a:pt x="1403" y="671"/>
                  <a:pt x="1403" y="671"/>
                </a:cubicBezTo>
                <a:cubicBezTo>
                  <a:pt x="1405" y="671"/>
                  <a:pt x="1405" y="671"/>
                  <a:pt x="1405" y="671"/>
                </a:cubicBezTo>
                <a:cubicBezTo>
                  <a:pt x="1405" y="534"/>
                  <a:pt x="1405" y="534"/>
                  <a:pt x="1405" y="534"/>
                </a:cubicBezTo>
                <a:cubicBezTo>
                  <a:pt x="1367" y="534"/>
                  <a:pt x="1367" y="534"/>
                  <a:pt x="1367" y="534"/>
                </a:cubicBezTo>
                <a:cubicBezTo>
                  <a:pt x="1367" y="537"/>
                  <a:pt x="1367" y="537"/>
                  <a:pt x="1367" y="537"/>
                </a:cubicBezTo>
                <a:moveTo>
                  <a:pt x="1341" y="574"/>
                </a:moveTo>
                <a:cubicBezTo>
                  <a:pt x="1351" y="574"/>
                  <a:pt x="1351" y="574"/>
                  <a:pt x="1351" y="574"/>
                </a:cubicBezTo>
                <a:cubicBezTo>
                  <a:pt x="1351" y="566"/>
                  <a:pt x="1351" y="566"/>
                  <a:pt x="1351" y="566"/>
                </a:cubicBezTo>
                <a:cubicBezTo>
                  <a:pt x="1377" y="569"/>
                  <a:pt x="1377" y="569"/>
                  <a:pt x="1377" y="569"/>
                </a:cubicBezTo>
                <a:cubicBezTo>
                  <a:pt x="1377" y="653"/>
                  <a:pt x="1377" y="653"/>
                  <a:pt x="1377" y="653"/>
                </a:cubicBezTo>
                <a:cubicBezTo>
                  <a:pt x="1379" y="653"/>
                  <a:pt x="1379" y="653"/>
                  <a:pt x="1379" y="653"/>
                </a:cubicBezTo>
                <a:cubicBezTo>
                  <a:pt x="1379" y="567"/>
                  <a:pt x="1379" y="567"/>
                  <a:pt x="1379" y="567"/>
                </a:cubicBezTo>
                <a:cubicBezTo>
                  <a:pt x="1349" y="563"/>
                  <a:pt x="1349" y="563"/>
                  <a:pt x="1349" y="563"/>
                </a:cubicBezTo>
                <a:cubicBezTo>
                  <a:pt x="1349" y="571"/>
                  <a:pt x="1349" y="571"/>
                  <a:pt x="1349" y="571"/>
                </a:cubicBezTo>
                <a:cubicBezTo>
                  <a:pt x="1341" y="571"/>
                  <a:pt x="1341" y="571"/>
                  <a:pt x="1341" y="571"/>
                </a:cubicBezTo>
                <a:cubicBezTo>
                  <a:pt x="1341" y="574"/>
                  <a:pt x="1341" y="574"/>
                  <a:pt x="1341" y="574"/>
                </a:cubicBezTo>
                <a:moveTo>
                  <a:pt x="1380" y="536"/>
                </a:moveTo>
                <a:cubicBezTo>
                  <a:pt x="1380" y="511"/>
                  <a:pt x="1380" y="511"/>
                  <a:pt x="1380" y="511"/>
                </a:cubicBezTo>
                <a:cubicBezTo>
                  <a:pt x="1393" y="511"/>
                  <a:pt x="1393" y="511"/>
                  <a:pt x="1393" y="511"/>
                </a:cubicBezTo>
                <a:cubicBezTo>
                  <a:pt x="1393" y="517"/>
                  <a:pt x="1393" y="517"/>
                  <a:pt x="1393" y="517"/>
                </a:cubicBezTo>
                <a:cubicBezTo>
                  <a:pt x="1393" y="518"/>
                  <a:pt x="1393" y="518"/>
                  <a:pt x="1393" y="518"/>
                </a:cubicBezTo>
                <a:cubicBezTo>
                  <a:pt x="1405" y="518"/>
                  <a:pt x="1405" y="518"/>
                  <a:pt x="1405" y="518"/>
                </a:cubicBezTo>
                <a:cubicBezTo>
                  <a:pt x="1412" y="523"/>
                  <a:pt x="1412" y="523"/>
                  <a:pt x="1412" y="523"/>
                </a:cubicBezTo>
                <a:cubicBezTo>
                  <a:pt x="1412" y="662"/>
                  <a:pt x="1412" y="662"/>
                  <a:pt x="1412" y="662"/>
                </a:cubicBezTo>
                <a:cubicBezTo>
                  <a:pt x="1415" y="662"/>
                  <a:pt x="1415" y="662"/>
                  <a:pt x="1415" y="662"/>
                </a:cubicBezTo>
                <a:cubicBezTo>
                  <a:pt x="1415" y="521"/>
                  <a:pt x="1415" y="521"/>
                  <a:pt x="1415" y="521"/>
                </a:cubicBezTo>
                <a:cubicBezTo>
                  <a:pt x="1406" y="516"/>
                  <a:pt x="1406" y="516"/>
                  <a:pt x="1406" y="516"/>
                </a:cubicBezTo>
                <a:cubicBezTo>
                  <a:pt x="1395" y="516"/>
                  <a:pt x="1395" y="516"/>
                  <a:pt x="1395" y="516"/>
                </a:cubicBezTo>
                <a:cubicBezTo>
                  <a:pt x="1395" y="510"/>
                  <a:pt x="1395" y="510"/>
                  <a:pt x="1395" y="510"/>
                </a:cubicBezTo>
                <a:cubicBezTo>
                  <a:pt x="1395" y="509"/>
                  <a:pt x="1395" y="509"/>
                  <a:pt x="1395" y="509"/>
                </a:cubicBezTo>
                <a:cubicBezTo>
                  <a:pt x="1378" y="509"/>
                  <a:pt x="1378" y="509"/>
                  <a:pt x="1378" y="509"/>
                </a:cubicBezTo>
                <a:cubicBezTo>
                  <a:pt x="1378" y="536"/>
                  <a:pt x="1378" y="536"/>
                  <a:pt x="1378" y="536"/>
                </a:cubicBezTo>
                <a:cubicBezTo>
                  <a:pt x="1380" y="536"/>
                  <a:pt x="1380" y="536"/>
                  <a:pt x="1380" y="536"/>
                </a:cubicBezTo>
                <a:moveTo>
                  <a:pt x="1442" y="524"/>
                </a:moveTo>
                <a:cubicBezTo>
                  <a:pt x="1443" y="524"/>
                  <a:pt x="1443" y="524"/>
                  <a:pt x="1443" y="524"/>
                </a:cubicBezTo>
                <a:cubicBezTo>
                  <a:pt x="1443" y="511"/>
                  <a:pt x="1443" y="511"/>
                  <a:pt x="1443" y="511"/>
                </a:cubicBezTo>
                <a:cubicBezTo>
                  <a:pt x="1530" y="511"/>
                  <a:pt x="1530" y="511"/>
                  <a:pt x="1530" y="511"/>
                </a:cubicBezTo>
                <a:cubicBezTo>
                  <a:pt x="1530" y="523"/>
                  <a:pt x="1530" y="523"/>
                  <a:pt x="1530" y="523"/>
                </a:cubicBezTo>
                <a:cubicBezTo>
                  <a:pt x="1442" y="523"/>
                  <a:pt x="1442" y="523"/>
                  <a:pt x="1442" y="523"/>
                </a:cubicBezTo>
                <a:cubicBezTo>
                  <a:pt x="1442" y="524"/>
                  <a:pt x="1442" y="524"/>
                  <a:pt x="1442" y="524"/>
                </a:cubicBezTo>
                <a:cubicBezTo>
                  <a:pt x="1443" y="524"/>
                  <a:pt x="1443" y="524"/>
                  <a:pt x="1443" y="524"/>
                </a:cubicBezTo>
                <a:cubicBezTo>
                  <a:pt x="1442" y="524"/>
                  <a:pt x="1442" y="524"/>
                  <a:pt x="1442" y="524"/>
                </a:cubicBezTo>
                <a:cubicBezTo>
                  <a:pt x="1442" y="525"/>
                  <a:pt x="1442" y="525"/>
                  <a:pt x="1442" y="525"/>
                </a:cubicBezTo>
                <a:cubicBezTo>
                  <a:pt x="1533" y="525"/>
                  <a:pt x="1533" y="525"/>
                  <a:pt x="1533" y="525"/>
                </a:cubicBezTo>
                <a:cubicBezTo>
                  <a:pt x="1533" y="508"/>
                  <a:pt x="1533" y="508"/>
                  <a:pt x="1533" y="508"/>
                </a:cubicBezTo>
                <a:cubicBezTo>
                  <a:pt x="1441" y="508"/>
                  <a:pt x="1441" y="508"/>
                  <a:pt x="1441" y="508"/>
                </a:cubicBezTo>
                <a:cubicBezTo>
                  <a:pt x="1441" y="525"/>
                  <a:pt x="1441" y="525"/>
                  <a:pt x="1441" y="525"/>
                </a:cubicBezTo>
                <a:cubicBezTo>
                  <a:pt x="1442" y="525"/>
                  <a:pt x="1442" y="525"/>
                  <a:pt x="1442" y="525"/>
                </a:cubicBezTo>
                <a:cubicBezTo>
                  <a:pt x="1442" y="524"/>
                  <a:pt x="1442" y="524"/>
                  <a:pt x="1442" y="524"/>
                </a:cubicBezTo>
                <a:moveTo>
                  <a:pt x="1488" y="598"/>
                </a:moveTo>
                <a:cubicBezTo>
                  <a:pt x="1488" y="529"/>
                  <a:pt x="1488" y="529"/>
                  <a:pt x="1488" y="529"/>
                </a:cubicBezTo>
                <a:cubicBezTo>
                  <a:pt x="1435" y="529"/>
                  <a:pt x="1435" y="529"/>
                  <a:pt x="1435" y="529"/>
                </a:cubicBezTo>
                <a:cubicBezTo>
                  <a:pt x="1435" y="617"/>
                  <a:pt x="1435" y="617"/>
                  <a:pt x="1435" y="617"/>
                </a:cubicBezTo>
                <a:cubicBezTo>
                  <a:pt x="1437" y="617"/>
                  <a:pt x="1437" y="617"/>
                  <a:pt x="1437" y="617"/>
                </a:cubicBezTo>
                <a:cubicBezTo>
                  <a:pt x="1437" y="532"/>
                  <a:pt x="1437" y="532"/>
                  <a:pt x="1437" y="532"/>
                </a:cubicBezTo>
                <a:cubicBezTo>
                  <a:pt x="1486" y="532"/>
                  <a:pt x="1486" y="532"/>
                  <a:pt x="1486" y="532"/>
                </a:cubicBezTo>
                <a:cubicBezTo>
                  <a:pt x="1486" y="598"/>
                  <a:pt x="1486" y="598"/>
                  <a:pt x="1486" y="598"/>
                </a:cubicBezTo>
                <a:cubicBezTo>
                  <a:pt x="1488" y="598"/>
                  <a:pt x="1488" y="598"/>
                  <a:pt x="1488" y="598"/>
                </a:cubicBezTo>
                <a:moveTo>
                  <a:pt x="1539" y="601"/>
                </a:moveTo>
                <a:cubicBezTo>
                  <a:pt x="1539" y="530"/>
                  <a:pt x="1539" y="530"/>
                  <a:pt x="1539" y="530"/>
                </a:cubicBezTo>
                <a:cubicBezTo>
                  <a:pt x="1622" y="530"/>
                  <a:pt x="1622" y="530"/>
                  <a:pt x="1622" y="530"/>
                </a:cubicBezTo>
                <a:cubicBezTo>
                  <a:pt x="1622" y="670"/>
                  <a:pt x="1622" y="670"/>
                  <a:pt x="1622" y="670"/>
                </a:cubicBezTo>
                <a:cubicBezTo>
                  <a:pt x="1624" y="670"/>
                  <a:pt x="1624" y="670"/>
                  <a:pt x="1624" y="670"/>
                </a:cubicBezTo>
                <a:cubicBezTo>
                  <a:pt x="1624" y="528"/>
                  <a:pt x="1624" y="528"/>
                  <a:pt x="1624" y="528"/>
                </a:cubicBezTo>
                <a:cubicBezTo>
                  <a:pt x="1537" y="528"/>
                  <a:pt x="1537" y="528"/>
                  <a:pt x="1537" y="528"/>
                </a:cubicBezTo>
                <a:cubicBezTo>
                  <a:pt x="1537" y="601"/>
                  <a:pt x="1537" y="601"/>
                  <a:pt x="1537" y="601"/>
                </a:cubicBezTo>
                <a:cubicBezTo>
                  <a:pt x="1539" y="601"/>
                  <a:pt x="1539" y="601"/>
                  <a:pt x="1539" y="601"/>
                </a:cubicBezTo>
                <a:moveTo>
                  <a:pt x="1528" y="616"/>
                </a:moveTo>
                <a:cubicBezTo>
                  <a:pt x="1530" y="616"/>
                  <a:pt x="1530" y="616"/>
                  <a:pt x="1530" y="616"/>
                </a:cubicBezTo>
                <a:cubicBezTo>
                  <a:pt x="1530" y="527"/>
                  <a:pt x="1530" y="527"/>
                  <a:pt x="1530" y="527"/>
                </a:cubicBezTo>
                <a:cubicBezTo>
                  <a:pt x="1528" y="527"/>
                  <a:pt x="1528" y="527"/>
                  <a:pt x="1528" y="527"/>
                </a:cubicBezTo>
                <a:lnTo>
                  <a:pt x="1528" y="616"/>
                </a:lnTo>
                <a:close/>
                <a:moveTo>
                  <a:pt x="1538" y="510"/>
                </a:moveTo>
                <a:cubicBezTo>
                  <a:pt x="1538" y="511"/>
                  <a:pt x="1538" y="511"/>
                  <a:pt x="1538" y="511"/>
                </a:cubicBezTo>
                <a:cubicBezTo>
                  <a:pt x="1607" y="511"/>
                  <a:pt x="1607" y="511"/>
                  <a:pt x="1607" y="511"/>
                </a:cubicBezTo>
                <a:cubicBezTo>
                  <a:pt x="1607" y="520"/>
                  <a:pt x="1607" y="520"/>
                  <a:pt x="1607" y="520"/>
                </a:cubicBezTo>
                <a:cubicBezTo>
                  <a:pt x="1539" y="520"/>
                  <a:pt x="1539" y="520"/>
                  <a:pt x="1539" y="520"/>
                </a:cubicBezTo>
                <a:cubicBezTo>
                  <a:pt x="1539" y="510"/>
                  <a:pt x="1539" y="510"/>
                  <a:pt x="1539" y="510"/>
                </a:cubicBezTo>
                <a:cubicBezTo>
                  <a:pt x="1538" y="510"/>
                  <a:pt x="1538" y="510"/>
                  <a:pt x="1538" y="510"/>
                </a:cubicBezTo>
                <a:cubicBezTo>
                  <a:pt x="1538" y="511"/>
                  <a:pt x="1538" y="511"/>
                  <a:pt x="1538" y="511"/>
                </a:cubicBezTo>
                <a:cubicBezTo>
                  <a:pt x="1538" y="510"/>
                  <a:pt x="1538" y="510"/>
                  <a:pt x="1538" y="510"/>
                </a:cubicBezTo>
                <a:cubicBezTo>
                  <a:pt x="1537" y="510"/>
                  <a:pt x="1537" y="510"/>
                  <a:pt x="1537" y="510"/>
                </a:cubicBezTo>
                <a:cubicBezTo>
                  <a:pt x="1537" y="522"/>
                  <a:pt x="1537" y="522"/>
                  <a:pt x="1537" y="522"/>
                </a:cubicBezTo>
                <a:cubicBezTo>
                  <a:pt x="1610" y="522"/>
                  <a:pt x="1610" y="522"/>
                  <a:pt x="1610" y="522"/>
                </a:cubicBezTo>
                <a:cubicBezTo>
                  <a:pt x="1610" y="509"/>
                  <a:pt x="1610" y="509"/>
                  <a:pt x="1610" y="509"/>
                </a:cubicBezTo>
                <a:cubicBezTo>
                  <a:pt x="1537" y="509"/>
                  <a:pt x="1537" y="509"/>
                  <a:pt x="1537" y="509"/>
                </a:cubicBezTo>
                <a:cubicBezTo>
                  <a:pt x="1537" y="510"/>
                  <a:pt x="1537" y="510"/>
                  <a:pt x="1537" y="510"/>
                </a:cubicBezTo>
                <a:cubicBezTo>
                  <a:pt x="1538" y="510"/>
                  <a:pt x="1538" y="510"/>
                  <a:pt x="1538" y="510"/>
                </a:cubicBezTo>
                <a:moveTo>
                  <a:pt x="1463" y="628"/>
                </a:moveTo>
                <a:cubicBezTo>
                  <a:pt x="1463" y="606"/>
                  <a:pt x="1463" y="606"/>
                  <a:pt x="1463" y="606"/>
                </a:cubicBezTo>
                <a:cubicBezTo>
                  <a:pt x="1496" y="606"/>
                  <a:pt x="1496" y="606"/>
                  <a:pt x="1496" y="606"/>
                </a:cubicBezTo>
                <a:cubicBezTo>
                  <a:pt x="1496" y="671"/>
                  <a:pt x="1496" y="671"/>
                  <a:pt x="1496" y="671"/>
                </a:cubicBezTo>
                <a:cubicBezTo>
                  <a:pt x="1498" y="671"/>
                  <a:pt x="1498" y="671"/>
                  <a:pt x="1498" y="671"/>
                </a:cubicBezTo>
                <a:cubicBezTo>
                  <a:pt x="1498" y="604"/>
                  <a:pt x="1498" y="604"/>
                  <a:pt x="1498" y="604"/>
                </a:cubicBezTo>
                <a:cubicBezTo>
                  <a:pt x="1461" y="604"/>
                  <a:pt x="1461" y="604"/>
                  <a:pt x="1461" y="604"/>
                </a:cubicBezTo>
                <a:cubicBezTo>
                  <a:pt x="1461" y="628"/>
                  <a:pt x="1461" y="628"/>
                  <a:pt x="1461" y="628"/>
                </a:cubicBezTo>
                <a:cubicBezTo>
                  <a:pt x="1463" y="628"/>
                  <a:pt x="1463" y="628"/>
                  <a:pt x="1463" y="628"/>
                </a:cubicBezTo>
                <a:moveTo>
                  <a:pt x="1498" y="611"/>
                </a:moveTo>
                <a:cubicBezTo>
                  <a:pt x="1521" y="611"/>
                  <a:pt x="1521" y="611"/>
                  <a:pt x="1521" y="611"/>
                </a:cubicBezTo>
                <a:cubicBezTo>
                  <a:pt x="1521" y="630"/>
                  <a:pt x="1521" y="630"/>
                  <a:pt x="1521" y="630"/>
                </a:cubicBezTo>
                <a:cubicBezTo>
                  <a:pt x="1524" y="630"/>
                  <a:pt x="1524" y="630"/>
                  <a:pt x="1524" y="630"/>
                </a:cubicBezTo>
                <a:cubicBezTo>
                  <a:pt x="1524" y="608"/>
                  <a:pt x="1524" y="608"/>
                  <a:pt x="1524" y="608"/>
                </a:cubicBezTo>
                <a:cubicBezTo>
                  <a:pt x="1498" y="608"/>
                  <a:pt x="1498" y="608"/>
                  <a:pt x="1498" y="608"/>
                </a:cubicBezTo>
                <a:cubicBezTo>
                  <a:pt x="1498" y="611"/>
                  <a:pt x="1498" y="611"/>
                  <a:pt x="1498" y="611"/>
                </a:cubicBezTo>
                <a:moveTo>
                  <a:pt x="1429" y="671"/>
                </a:moveTo>
                <a:cubicBezTo>
                  <a:pt x="1429" y="630"/>
                  <a:pt x="1429" y="630"/>
                  <a:pt x="1429" y="630"/>
                </a:cubicBezTo>
                <a:cubicBezTo>
                  <a:pt x="1485" y="630"/>
                  <a:pt x="1485" y="630"/>
                  <a:pt x="1485" y="630"/>
                </a:cubicBezTo>
                <a:cubicBezTo>
                  <a:pt x="1485" y="627"/>
                  <a:pt x="1485" y="627"/>
                  <a:pt x="1485" y="627"/>
                </a:cubicBezTo>
                <a:cubicBezTo>
                  <a:pt x="1455" y="627"/>
                  <a:pt x="1455" y="627"/>
                  <a:pt x="1455" y="627"/>
                </a:cubicBezTo>
                <a:cubicBezTo>
                  <a:pt x="1427" y="627"/>
                  <a:pt x="1427" y="627"/>
                  <a:pt x="1427" y="627"/>
                </a:cubicBezTo>
                <a:cubicBezTo>
                  <a:pt x="1427" y="671"/>
                  <a:pt x="1427" y="671"/>
                  <a:pt x="1427" y="671"/>
                </a:cubicBezTo>
                <a:cubicBezTo>
                  <a:pt x="1429" y="671"/>
                  <a:pt x="1429" y="671"/>
                  <a:pt x="1429" y="671"/>
                </a:cubicBezTo>
                <a:moveTo>
                  <a:pt x="1512" y="650"/>
                </a:moveTo>
                <a:cubicBezTo>
                  <a:pt x="1512" y="631"/>
                  <a:pt x="1512" y="631"/>
                  <a:pt x="1512" y="631"/>
                </a:cubicBezTo>
                <a:cubicBezTo>
                  <a:pt x="1529" y="631"/>
                  <a:pt x="1529" y="631"/>
                  <a:pt x="1529" y="631"/>
                </a:cubicBezTo>
                <a:cubicBezTo>
                  <a:pt x="1529" y="670"/>
                  <a:pt x="1529" y="670"/>
                  <a:pt x="1529" y="670"/>
                </a:cubicBezTo>
                <a:cubicBezTo>
                  <a:pt x="1531" y="670"/>
                  <a:pt x="1531" y="670"/>
                  <a:pt x="1531" y="670"/>
                </a:cubicBezTo>
                <a:cubicBezTo>
                  <a:pt x="1531" y="629"/>
                  <a:pt x="1531" y="629"/>
                  <a:pt x="1531" y="629"/>
                </a:cubicBezTo>
                <a:cubicBezTo>
                  <a:pt x="1510" y="629"/>
                  <a:pt x="1510" y="629"/>
                  <a:pt x="1510" y="629"/>
                </a:cubicBezTo>
                <a:cubicBezTo>
                  <a:pt x="1510" y="650"/>
                  <a:pt x="1510" y="650"/>
                  <a:pt x="1510" y="650"/>
                </a:cubicBezTo>
                <a:cubicBezTo>
                  <a:pt x="1512" y="650"/>
                  <a:pt x="1512" y="650"/>
                  <a:pt x="1512" y="650"/>
                </a:cubicBezTo>
                <a:moveTo>
                  <a:pt x="1531" y="631"/>
                </a:moveTo>
                <a:cubicBezTo>
                  <a:pt x="1583" y="631"/>
                  <a:pt x="1583" y="631"/>
                  <a:pt x="1583" y="631"/>
                </a:cubicBezTo>
                <a:cubicBezTo>
                  <a:pt x="1583" y="671"/>
                  <a:pt x="1583" y="671"/>
                  <a:pt x="1583" y="671"/>
                </a:cubicBezTo>
                <a:cubicBezTo>
                  <a:pt x="1586" y="671"/>
                  <a:pt x="1586" y="671"/>
                  <a:pt x="1586" y="671"/>
                </a:cubicBezTo>
                <a:cubicBezTo>
                  <a:pt x="1586" y="629"/>
                  <a:pt x="1586" y="629"/>
                  <a:pt x="1586" y="629"/>
                </a:cubicBezTo>
                <a:cubicBezTo>
                  <a:pt x="1531" y="629"/>
                  <a:pt x="1531" y="629"/>
                  <a:pt x="1531" y="629"/>
                </a:cubicBezTo>
                <a:cubicBezTo>
                  <a:pt x="1531" y="631"/>
                  <a:pt x="1531" y="631"/>
                  <a:pt x="1531" y="631"/>
                </a:cubicBezTo>
                <a:moveTo>
                  <a:pt x="1523" y="618"/>
                </a:moveTo>
                <a:cubicBezTo>
                  <a:pt x="1569" y="618"/>
                  <a:pt x="1569" y="618"/>
                  <a:pt x="1569" y="618"/>
                </a:cubicBezTo>
                <a:cubicBezTo>
                  <a:pt x="1569" y="612"/>
                  <a:pt x="1569" y="612"/>
                  <a:pt x="1569" y="612"/>
                </a:cubicBezTo>
                <a:cubicBezTo>
                  <a:pt x="1594" y="612"/>
                  <a:pt x="1594" y="612"/>
                  <a:pt x="1594" y="612"/>
                </a:cubicBezTo>
                <a:cubicBezTo>
                  <a:pt x="1594" y="671"/>
                  <a:pt x="1594" y="671"/>
                  <a:pt x="1594" y="671"/>
                </a:cubicBezTo>
                <a:cubicBezTo>
                  <a:pt x="1596" y="671"/>
                  <a:pt x="1596" y="671"/>
                  <a:pt x="1596" y="671"/>
                </a:cubicBezTo>
                <a:cubicBezTo>
                  <a:pt x="1596" y="610"/>
                  <a:pt x="1596" y="610"/>
                  <a:pt x="1596" y="610"/>
                </a:cubicBezTo>
                <a:cubicBezTo>
                  <a:pt x="1567" y="610"/>
                  <a:pt x="1567" y="610"/>
                  <a:pt x="1567" y="610"/>
                </a:cubicBezTo>
                <a:cubicBezTo>
                  <a:pt x="1567" y="616"/>
                  <a:pt x="1567" y="616"/>
                  <a:pt x="1567" y="616"/>
                </a:cubicBezTo>
                <a:cubicBezTo>
                  <a:pt x="1523" y="616"/>
                  <a:pt x="1523" y="616"/>
                  <a:pt x="1523" y="616"/>
                </a:cubicBezTo>
                <a:cubicBezTo>
                  <a:pt x="1523" y="618"/>
                  <a:pt x="1523" y="618"/>
                  <a:pt x="1523" y="618"/>
                </a:cubicBezTo>
                <a:moveTo>
                  <a:pt x="1623" y="545"/>
                </a:moveTo>
                <a:cubicBezTo>
                  <a:pt x="1652" y="545"/>
                  <a:pt x="1652" y="545"/>
                  <a:pt x="1652" y="545"/>
                </a:cubicBezTo>
                <a:cubicBezTo>
                  <a:pt x="1657" y="554"/>
                  <a:pt x="1657" y="554"/>
                  <a:pt x="1657" y="554"/>
                </a:cubicBezTo>
                <a:cubicBezTo>
                  <a:pt x="1657" y="669"/>
                  <a:pt x="1657" y="669"/>
                  <a:pt x="1657" y="669"/>
                </a:cubicBezTo>
                <a:cubicBezTo>
                  <a:pt x="1659" y="669"/>
                  <a:pt x="1659" y="669"/>
                  <a:pt x="1659" y="669"/>
                </a:cubicBezTo>
                <a:cubicBezTo>
                  <a:pt x="1659" y="553"/>
                  <a:pt x="1659" y="553"/>
                  <a:pt x="1659" y="553"/>
                </a:cubicBezTo>
                <a:cubicBezTo>
                  <a:pt x="1653" y="543"/>
                  <a:pt x="1653" y="543"/>
                  <a:pt x="1653" y="543"/>
                </a:cubicBezTo>
                <a:cubicBezTo>
                  <a:pt x="1623" y="543"/>
                  <a:pt x="1623" y="543"/>
                  <a:pt x="1623" y="543"/>
                </a:cubicBezTo>
                <a:cubicBezTo>
                  <a:pt x="1623" y="545"/>
                  <a:pt x="1623" y="545"/>
                  <a:pt x="1623" y="545"/>
                </a:cubicBezTo>
                <a:moveTo>
                  <a:pt x="1635" y="544"/>
                </a:moveTo>
                <a:cubicBezTo>
                  <a:pt x="1642" y="553"/>
                  <a:pt x="1642" y="553"/>
                  <a:pt x="1642" y="553"/>
                </a:cubicBezTo>
                <a:cubicBezTo>
                  <a:pt x="1642" y="640"/>
                  <a:pt x="1642" y="640"/>
                  <a:pt x="1642" y="640"/>
                </a:cubicBezTo>
                <a:cubicBezTo>
                  <a:pt x="1644" y="640"/>
                  <a:pt x="1644" y="640"/>
                  <a:pt x="1644" y="640"/>
                </a:cubicBezTo>
                <a:cubicBezTo>
                  <a:pt x="1644" y="552"/>
                  <a:pt x="1644" y="552"/>
                  <a:pt x="1644" y="552"/>
                </a:cubicBezTo>
                <a:cubicBezTo>
                  <a:pt x="1637" y="543"/>
                  <a:pt x="1637" y="543"/>
                  <a:pt x="1637" y="543"/>
                </a:cubicBezTo>
                <a:cubicBezTo>
                  <a:pt x="1635" y="544"/>
                  <a:pt x="1635" y="544"/>
                  <a:pt x="1635" y="544"/>
                </a:cubicBezTo>
                <a:moveTo>
                  <a:pt x="1675" y="671"/>
                </a:moveTo>
                <a:cubicBezTo>
                  <a:pt x="1675" y="570"/>
                  <a:pt x="1675" y="570"/>
                  <a:pt x="1675" y="570"/>
                </a:cubicBezTo>
                <a:cubicBezTo>
                  <a:pt x="1746" y="570"/>
                  <a:pt x="1746" y="570"/>
                  <a:pt x="1746" y="570"/>
                </a:cubicBezTo>
                <a:cubicBezTo>
                  <a:pt x="1746" y="623"/>
                  <a:pt x="1746" y="623"/>
                  <a:pt x="1746" y="623"/>
                </a:cubicBezTo>
                <a:cubicBezTo>
                  <a:pt x="1749" y="623"/>
                  <a:pt x="1749" y="623"/>
                  <a:pt x="1749" y="623"/>
                </a:cubicBezTo>
                <a:cubicBezTo>
                  <a:pt x="1748" y="568"/>
                  <a:pt x="1748" y="568"/>
                  <a:pt x="1748" y="568"/>
                </a:cubicBezTo>
                <a:cubicBezTo>
                  <a:pt x="1672" y="568"/>
                  <a:pt x="1672" y="568"/>
                  <a:pt x="1672" y="568"/>
                </a:cubicBezTo>
                <a:cubicBezTo>
                  <a:pt x="1672" y="671"/>
                  <a:pt x="1672" y="671"/>
                  <a:pt x="1672" y="671"/>
                </a:cubicBezTo>
                <a:cubicBezTo>
                  <a:pt x="1675" y="671"/>
                  <a:pt x="1675" y="671"/>
                  <a:pt x="1675" y="671"/>
                </a:cubicBezTo>
                <a:moveTo>
                  <a:pt x="1685" y="631"/>
                </a:moveTo>
                <a:cubicBezTo>
                  <a:pt x="1740" y="631"/>
                  <a:pt x="1740" y="631"/>
                  <a:pt x="1740" y="631"/>
                </a:cubicBezTo>
                <a:cubicBezTo>
                  <a:pt x="1740" y="624"/>
                  <a:pt x="1740" y="624"/>
                  <a:pt x="1740" y="624"/>
                </a:cubicBezTo>
                <a:cubicBezTo>
                  <a:pt x="1769" y="624"/>
                  <a:pt x="1769" y="624"/>
                  <a:pt x="1769" y="624"/>
                </a:cubicBezTo>
                <a:cubicBezTo>
                  <a:pt x="1769" y="671"/>
                  <a:pt x="1769" y="671"/>
                  <a:pt x="1769" y="671"/>
                </a:cubicBezTo>
                <a:cubicBezTo>
                  <a:pt x="1771" y="671"/>
                  <a:pt x="1771" y="671"/>
                  <a:pt x="1771" y="671"/>
                </a:cubicBezTo>
                <a:cubicBezTo>
                  <a:pt x="1771" y="622"/>
                  <a:pt x="1771" y="622"/>
                  <a:pt x="1771" y="622"/>
                </a:cubicBezTo>
                <a:cubicBezTo>
                  <a:pt x="1738" y="622"/>
                  <a:pt x="1738" y="622"/>
                  <a:pt x="1738" y="622"/>
                </a:cubicBezTo>
                <a:cubicBezTo>
                  <a:pt x="1738" y="628"/>
                  <a:pt x="1738" y="628"/>
                  <a:pt x="1738" y="628"/>
                </a:cubicBezTo>
                <a:cubicBezTo>
                  <a:pt x="1685" y="628"/>
                  <a:pt x="1685" y="628"/>
                  <a:pt x="1685" y="628"/>
                </a:cubicBezTo>
                <a:cubicBezTo>
                  <a:pt x="1685" y="631"/>
                  <a:pt x="1685" y="631"/>
                  <a:pt x="1685" y="631"/>
                </a:cubicBezTo>
                <a:moveTo>
                  <a:pt x="1413" y="577"/>
                </a:moveTo>
                <a:cubicBezTo>
                  <a:pt x="1427" y="577"/>
                  <a:pt x="1427" y="577"/>
                  <a:pt x="1427" y="577"/>
                </a:cubicBezTo>
                <a:cubicBezTo>
                  <a:pt x="1427" y="606"/>
                  <a:pt x="1427" y="606"/>
                  <a:pt x="1427" y="606"/>
                </a:cubicBezTo>
                <a:cubicBezTo>
                  <a:pt x="1436" y="606"/>
                  <a:pt x="1436" y="606"/>
                  <a:pt x="1436" y="606"/>
                </a:cubicBezTo>
                <a:cubicBezTo>
                  <a:pt x="1436" y="604"/>
                  <a:pt x="1436" y="604"/>
                  <a:pt x="1436" y="604"/>
                </a:cubicBezTo>
                <a:cubicBezTo>
                  <a:pt x="1429" y="604"/>
                  <a:pt x="1429" y="604"/>
                  <a:pt x="1429" y="604"/>
                </a:cubicBezTo>
                <a:cubicBezTo>
                  <a:pt x="1429" y="574"/>
                  <a:pt x="1429" y="574"/>
                  <a:pt x="1429" y="574"/>
                </a:cubicBezTo>
                <a:cubicBezTo>
                  <a:pt x="1413" y="574"/>
                  <a:pt x="1413" y="574"/>
                  <a:pt x="1413" y="574"/>
                </a:cubicBezTo>
                <a:cubicBezTo>
                  <a:pt x="1413" y="577"/>
                  <a:pt x="1413" y="577"/>
                  <a:pt x="1413" y="577"/>
                </a:cubicBezTo>
                <a:moveTo>
                  <a:pt x="1732" y="569"/>
                </a:moveTo>
                <a:cubicBezTo>
                  <a:pt x="1732" y="422"/>
                  <a:pt x="1732" y="422"/>
                  <a:pt x="1732" y="422"/>
                </a:cubicBezTo>
                <a:cubicBezTo>
                  <a:pt x="1747" y="422"/>
                  <a:pt x="1747" y="422"/>
                  <a:pt x="1747" y="422"/>
                </a:cubicBezTo>
                <a:cubicBezTo>
                  <a:pt x="1747" y="402"/>
                  <a:pt x="1747" y="402"/>
                  <a:pt x="1747" y="402"/>
                </a:cubicBezTo>
                <a:cubicBezTo>
                  <a:pt x="1753" y="395"/>
                  <a:pt x="1753" y="395"/>
                  <a:pt x="1753" y="395"/>
                </a:cubicBezTo>
                <a:cubicBezTo>
                  <a:pt x="1808" y="395"/>
                  <a:pt x="1808" y="395"/>
                  <a:pt x="1808" y="395"/>
                </a:cubicBezTo>
                <a:cubicBezTo>
                  <a:pt x="1808" y="611"/>
                  <a:pt x="1808" y="611"/>
                  <a:pt x="1808" y="611"/>
                </a:cubicBezTo>
                <a:cubicBezTo>
                  <a:pt x="1748" y="611"/>
                  <a:pt x="1748" y="611"/>
                  <a:pt x="1748" y="611"/>
                </a:cubicBezTo>
                <a:cubicBezTo>
                  <a:pt x="1748" y="613"/>
                  <a:pt x="1748" y="613"/>
                  <a:pt x="1748" y="613"/>
                </a:cubicBezTo>
                <a:cubicBezTo>
                  <a:pt x="1810" y="613"/>
                  <a:pt x="1810" y="613"/>
                  <a:pt x="1810" y="613"/>
                </a:cubicBezTo>
                <a:cubicBezTo>
                  <a:pt x="1810" y="393"/>
                  <a:pt x="1810" y="393"/>
                  <a:pt x="1810" y="393"/>
                </a:cubicBezTo>
                <a:cubicBezTo>
                  <a:pt x="1752" y="393"/>
                  <a:pt x="1752" y="393"/>
                  <a:pt x="1752" y="393"/>
                </a:cubicBezTo>
                <a:cubicBezTo>
                  <a:pt x="1745" y="401"/>
                  <a:pt x="1745" y="401"/>
                  <a:pt x="1745" y="401"/>
                </a:cubicBezTo>
                <a:cubicBezTo>
                  <a:pt x="1745" y="420"/>
                  <a:pt x="1745" y="420"/>
                  <a:pt x="1745" y="420"/>
                </a:cubicBezTo>
                <a:cubicBezTo>
                  <a:pt x="1729" y="420"/>
                  <a:pt x="1729" y="420"/>
                  <a:pt x="1729" y="420"/>
                </a:cubicBezTo>
                <a:cubicBezTo>
                  <a:pt x="1729" y="569"/>
                  <a:pt x="1729" y="569"/>
                  <a:pt x="1729" y="569"/>
                </a:cubicBezTo>
                <a:cubicBezTo>
                  <a:pt x="1732" y="569"/>
                  <a:pt x="1732" y="569"/>
                  <a:pt x="1732" y="569"/>
                </a:cubicBezTo>
                <a:moveTo>
                  <a:pt x="1744" y="527"/>
                </a:moveTo>
                <a:cubicBezTo>
                  <a:pt x="1746" y="527"/>
                  <a:pt x="1746" y="527"/>
                  <a:pt x="1746" y="527"/>
                </a:cubicBezTo>
                <a:cubicBezTo>
                  <a:pt x="1746" y="434"/>
                  <a:pt x="1746" y="434"/>
                  <a:pt x="1746" y="434"/>
                </a:cubicBezTo>
                <a:cubicBezTo>
                  <a:pt x="1744" y="434"/>
                  <a:pt x="1744" y="434"/>
                  <a:pt x="1744" y="434"/>
                </a:cubicBezTo>
                <a:lnTo>
                  <a:pt x="1744" y="527"/>
                </a:lnTo>
                <a:close/>
                <a:moveTo>
                  <a:pt x="1798" y="631"/>
                </a:moveTo>
                <a:cubicBezTo>
                  <a:pt x="1800" y="631"/>
                  <a:pt x="1800" y="631"/>
                  <a:pt x="1800" y="631"/>
                </a:cubicBezTo>
                <a:cubicBezTo>
                  <a:pt x="1800" y="612"/>
                  <a:pt x="1800" y="612"/>
                  <a:pt x="1800" y="612"/>
                </a:cubicBezTo>
                <a:cubicBezTo>
                  <a:pt x="1798" y="612"/>
                  <a:pt x="1798" y="612"/>
                  <a:pt x="1798" y="612"/>
                </a:cubicBezTo>
                <a:lnTo>
                  <a:pt x="1798" y="631"/>
                </a:lnTo>
                <a:close/>
                <a:moveTo>
                  <a:pt x="1770" y="632"/>
                </a:moveTo>
                <a:cubicBezTo>
                  <a:pt x="1806" y="632"/>
                  <a:pt x="1806" y="632"/>
                  <a:pt x="1806" y="632"/>
                </a:cubicBezTo>
                <a:cubicBezTo>
                  <a:pt x="1806" y="660"/>
                  <a:pt x="1806" y="660"/>
                  <a:pt x="1806" y="660"/>
                </a:cubicBezTo>
                <a:cubicBezTo>
                  <a:pt x="1808" y="660"/>
                  <a:pt x="1808" y="660"/>
                  <a:pt x="1808" y="660"/>
                </a:cubicBezTo>
                <a:cubicBezTo>
                  <a:pt x="1808" y="630"/>
                  <a:pt x="1808" y="630"/>
                  <a:pt x="1808" y="630"/>
                </a:cubicBezTo>
                <a:cubicBezTo>
                  <a:pt x="1770" y="630"/>
                  <a:pt x="1770" y="630"/>
                  <a:pt x="1770" y="630"/>
                </a:cubicBezTo>
                <a:cubicBezTo>
                  <a:pt x="1770" y="632"/>
                  <a:pt x="1770" y="632"/>
                  <a:pt x="1770" y="632"/>
                </a:cubicBezTo>
                <a:moveTo>
                  <a:pt x="1707" y="568"/>
                </a:moveTo>
                <a:cubicBezTo>
                  <a:pt x="1707" y="491"/>
                  <a:pt x="1707" y="491"/>
                  <a:pt x="1707" y="491"/>
                </a:cubicBezTo>
                <a:cubicBezTo>
                  <a:pt x="1730" y="491"/>
                  <a:pt x="1730" y="491"/>
                  <a:pt x="1730" y="491"/>
                </a:cubicBezTo>
                <a:cubicBezTo>
                  <a:pt x="1730" y="488"/>
                  <a:pt x="1730" y="488"/>
                  <a:pt x="1730" y="488"/>
                </a:cubicBezTo>
                <a:cubicBezTo>
                  <a:pt x="1705" y="488"/>
                  <a:pt x="1705" y="488"/>
                  <a:pt x="1705" y="488"/>
                </a:cubicBezTo>
                <a:cubicBezTo>
                  <a:pt x="1705" y="568"/>
                  <a:pt x="1705" y="568"/>
                  <a:pt x="1705" y="568"/>
                </a:cubicBezTo>
                <a:cubicBezTo>
                  <a:pt x="1707" y="568"/>
                  <a:pt x="1707" y="568"/>
                  <a:pt x="1707" y="568"/>
                </a:cubicBezTo>
                <a:moveTo>
                  <a:pt x="1668" y="560"/>
                </a:moveTo>
                <a:cubicBezTo>
                  <a:pt x="1668" y="486"/>
                  <a:pt x="1668" y="486"/>
                  <a:pt x="1668" y="486"/>
                </a:cubicBezTo>
                <a:cubicBezTo>
                  <a:pt x="1684" y="486"/>
                  <a:pt x="1684" y="486"/>
                  <a:pt x="1684" y="486"/>
                </a:cubicBezTo>
                <a:cubicBezTo>
                  <a:pt x="1684" y="502"/>
                  <a:pt x="1684" y="502"/>
                  <a:pt x="1684" y="502"/>
                </a:cubicBezTo>
                <a:cubicBezTo>
                  <a:pt x="1706" y="502"/>
                  <a:pt x="1706" y="502"/>
                  <a:pt x="1706" y="502"/>
                </a:cubicBezTo>
                <a:cubicBezTo>
                  <a:pt x="1706" y="499"/>
                  <a:pt x="1706" y="499"/>
                  <a:pt x="1706" y="499"/>
                </a:cubicBezTo>
                <a:cubicBezTo>
                  <a:pt x="1687" y="499"/>
                  <a:pt x="1687" y="499"/>
                  <a:pt x="1687" y="499"/>
                </a:cubicBezTo>
                <a:cubicBezTo>
                  <a:pt x="1687" y="484"/>
                  <a:pt x="1687" y="484"/>
                  <a:pt x="1687" y="484"/>
                </a:cubicBezTo>
                <a:cubicBezTo>
                  <a:pt x="1665" y="484"/>
                  <a:pt x="1665" y="484"/>
                  <a:pt x="1665" y="484"/>
                </a:cubicBezTo>
                <a:cubicBezTo>
                  <a:pt x="1665" y="560"/>
                  <a:pt x="1665" y="560"/>
                  <a:pt x="1665" y="560"/>
                </a:cubicBezTo>
                <a:cubicBezTo>
                  <a:pt x="1668" y="560"/>
                  <a:pt x="1668" y="560"/>
                  <a:pt x="1668" y="560"/>
                </a:cubicBezTo>
                <a:moveTo>
                  <a:pt x="1699" y="671"/>
                </a:moveTo>
                <a:cubicBezTo>
                  <a:pt x="1699" y="642"/>
                  <a:pt x="1699" y="642"/>
                  <a:pt x="1699" y="642"/>
                </a:cubicBezTo>
                <a:cubicBezTo>
                  <a:pt x="1736" y="642"/>
                  <a:pt x="1736" y="642"/>
                  <a:pt x="1736" y="642"/>
                </a:cubicBezTo>
                <a:cubicBezTo>
                  <a:pt x="1736" y="671"/>
                  <a:pt x="1736" y="671"/>
                  <a:pt x="1736" y="671"/>
                </a:cubicBezTo>
                <a:cubicBezTo>
                  <a:pt x="1738" y="671"/>
                  <a:pt x="1738" y="671"/>
                  <a:pt x="1738" y="671"/>
                </a:cubicBezTo>
                <a:cubicBezTo>
                  <a:pt x="1738" y="640"/>
                  <a:pt x="1738" y="640"/>
                  <a:pt x="1738" y="640"/>
                </a:cubicBezTo>
                <a:cubicBezTo>
                  <a:pt x="1697" y="640"/>
                  <a:pt x="1697" y="640"/>
                  <a:pt x="1697" y="640"/>
                </a:cubicBezTo>
                <a:cubicBezTo>
                  <a:pt x="1697" y="671"/>
                  <a:pt x="1697" y="671"/>
                  <a:pt x="1697" y="671"/>
                </a:cubicBezTo>
                <a:cubicBezTo>
                  <a:pt x="1699" y="671"/>
                  <a:pt x="1699" y="671"/>
                  <a:pt x="1699" y="671"/>
                </a:cubicBezTo>
                <a:moveTo>
                  <a:pt x="1807" y="646"/>
                </a:moveTo>
                <a:cubicBezTo>
                  <a:pt x="1838" y="646"/>
                  <a:pt x="1838" y="646"/>
                  <a:pt x="1838" y="646"/>
                </a:cubicBezTo>
                <a:cubicBezTo>
                  <a:pt x="1838" y="492"/>
                  <a:pt x="1838" y="492"/>
                  <a:pt x="1838" y="492"/>
                </a:cubicBezTo>
                <a:cubicBezTo>
                  <a:pt x="1881" y="492"/>
                  <a:pt x="1881" y="492"/>
                  <a:pt x="1881" y="492"/>
                </a:cubicBezTo>
                <a:cubicBezTo>
                  <a:pt x="1881" y="658"/>
                  <a:pt x="1881" y="658"/>
                  <a:pt x="1881" y="658"/>
                </a:cubicBezTo>
                <a:cubicBezTo>
                  <a:pt x="1884" y="658"/>
                  <a:pt x="1884" y="658"/>
                  <a:pt x="1884" y="658"/>
                </a:cubicBezTo>
                <a:cubicBezTo>
                  <a:pt x="1884" y="490"/>
                  <a:pt x="1884" y="490"/>
                  <a:pt x="1884" y="490"/>
                </a:cubicBezTo>
                <a:cubicBezTo>
                  <a:pt x="1836" y="490"/>
                  <a:pt x="1836" y="490"/>
                  <a:pt x="1836" y="490"/>
                </a:cubicBezTo>
                <a:cubicBezTo>
                  <a:pt x="1836" y="643"/>
                  <a:pt x="1836" y="643"/>
                  <a:pt x="1836" y="643"/>
                </a:cubicBezTo>
                <a:cubicBezTo>
                  <a:pt x="1807" y="643"/>
                  <a:pt x="1807" y="643"/>
                  <a:pt x="1807" y="643"/>
                </a:cubicBezTo>
                <a:cubicBezTo>
                  <a:pt x="1807" y="646"/>
                  <a:pt x="1807" y="646"/>
                  <a:pt x="1807" y="646"/>
                </a:cubicBezTo>
                <a:moveTo>
                  <a:pt x="1809" y="507"/>
                </a:moveTo>
                <a:cubicBezTo>
                  <a:pt x="1817" y="507"/>
                  <a:pt x="1817" y="507"/>
                  <a:pt x="1817" y="507"/>
                </a:cubicBezTo>
                <a:cubicBezTo>
                  <a:pt x="1817" y="500"/>
                  <a:pt x="1817" y="500"/>
                  <a:pt x="1817" y="500"/>
                </a:cubicBezTo>
                <a:cubicBezTo>
                  <a:pt x="1837" y="500"/>
                  <a:pt x="1837" y="500"/>
                  <a:pt x="1837" y="500"/>
                </a:cubicBezTo>
                <a:cubicBezTo>
                  <a:pt x="1837" y="498"/>
                  <a:pt x="1837" y="498"/>
                  <a:pt x="1837" y="498"/>
                </a:cubicBezTo>
                <a:cubicBezTo>
                  <a:pt x="1815" y="498"/>
                  <a:pt x="1815" y="498"/>
                  <a:pt x="1815" y="498"/>
                </a:cubicBezTo>
                <a:cubicBezTo>
                  <a:pt x="1815" y="504"/>
                  <a:pt x="1815" y="504"/>
                  <a:pt x="1815" y="504"/>
                </a:cubicBezTo>
                <a:cubicBezTo>
                  <a:pt x="1809" y="504"/>
                  <a:pt x="1809" y="504"/>
                  <a:pt x="1809" y="504"/>
                </a:cubicBezTo>
                <a:cubicBezTo>
                  <a:pt x="1809" y="507"/>
                  <a:pt x="1809" y="507"/>
                  <a:pt x="1809" y="507"/>
                </a:cubicBezTo>
                <a:moveTo>
                  <a:pt x="1846" y="491"/>
                </a:moveTo>
                <a:cubicBezTo>
                  <a:pt x="1846" y="468"/>
                  <a:pt x="1846" y="468"/>
                  <a:pt x="1846" y="468"/>
                </a:cubicBezTo>
                <a:cubicBezTo>
                  <a:pt x="1861" y="468"/>
                  <a:pt x="1861" y="468"/>
                  <a:pt x="1861" y="468"/>
                </a:cubicBezTo>
                <a:cubicBezTo>
                  <a:pt x="1861" y="472"/>
                  <a:pt x="1861" y="472"/>
                  <a:pt x="1861" y="472"/>
                </a:cubicBezTo>
                <a:cubicBezTo>
                  <a:pt x="1869" y="472"/>
                  <a:pt x="1869" y="472"/>
                  <a:pt x="1869" y="472"/>
                </a:cubicBezTo>
                <a:cubicBezTo>
                  <a:pt x="1869" y="490"/>
                  <a:pt x="1869" y="490"/>
                  <a:pt x="1869" y="490"/>
                </a:cubicBezTo>
                <a:cubicBezTo>
                  <a:pt x="1871" y="490"/>
                  <a:pt x="1871" y="490"/>
                  <a:pt x="1871" y="490"/>
                </a:cubicBezTo>
                <a:cubicBezTo>
                  <a:pt x="1871" y="470"/>
                  <a:pt x="1871" y="470"/>
                  <a:pt x="1871" y="470"/>
                </a:cubicBezTo>
                <a:cubicBezTo>
                  <a:pt x="1863" y="470"/>
                  <a:pt x="1863" y="470"/>
                  <a:pt x="1863" y="470"/>
                </a:cubicBezTo>
                <a:cubicBezTo>
                  <a:pt x="1863" y="466"/>
                  <a:pt x="1863" y="466"/>
                  <a:pt x="1863" y="466"/>
                </a:cubicBezTo>
                <a:cubicBezTo>
                  <a:pt x="1844" y="466"/>
                  <a:pt x="1844" y="466"/>
                  <a:pt x="1844" y="466"/>
                </a:cubicBezTo>
                <a:cubicBezTo>
                  <a:pt x="1844" y="491"/>
                  <a:pt x="1844" y="491"/>
                  <a:pt x="1844" y="491"/>
                </a:cubicBezTo>
                <a:cubicBezTo>
                  <a:pt x="1846" y="491"/>
                  <a:pt x="1846" y="491"/>
                  <a:pt x="1846" y="491"/>
                </a:cubicBezTo>
                <a:moveTo>
                  <a:pt x="1853" y="671"/>
                </a:moveTo>
                <a:cubicBezTo>
                  <a:pt x="1855" y="671"/>
                  <a:pt x="1855" y="671"/>
                  <a:pt x="1855" y="671"/>
                </a:cubicBezTo>
                <a:cubicBezTo>
                  <a:pt x="1855" y="505"/>
                  <a:pt x="1855" y="505"/>
                  <a:pt x="1855" y="505"/>
                </a:cubicBezTo>
                <a:cubicBezTo>
                  <a:pt x="1853" y="505"/>
                  <a:pt x="1853" y="505"/>
                  <a:pt x="1853" y="505"/>
                </a:cubicBezTo>
                <a:lnTo>
                  <a:pt x="1853" y="671"/>
                </a:lnTo>
                <a:close/>
                <a:moveTo>
                  <a:pt x="1872" y="634"/>
                </a:moveTo>
                <a:cubicBezTo>
                  <a:pt x="1874" y="634"/>
                  <a:pt x="1874" y="634"/>
                  <a:pt x="1874" y="634"/>
                </a:cubicBezTo>
                <a:cubicBezTo>
                  <a:pt x="1874" y="491"/>
                  <a:pt x="1874" y="491"/>
                  <a:pt x="1874" y="491"/>
                </a:cubicBezTo>
                <a:cubicBezTo>
                  <a:pt x="1872" y="491"/>
                  <a:pt x="1872" y="491"/>
                  <a:pt x="1872" y="491"/>
                </a:cubicBezTo>
                <a:lnTo>
                  <a:pt x="1872" y="634"/>
                </a:lnTo>
                <a:close/>
                <a:moveTo>
                  <a:pt x="1753" y="580"/>
                </a:moveTo>
                <a:cubicBezTo>
                  <a:pt x="1755" y="580"/>
                  <a:pt x="1755" y="580"/>
                  <a:pt x="1755" y="580"/>
                </a:cubicBezTo>
                <a:cubicBezTo>
                  <a:pt x="1755" y="394"/>
                  <a:pt x="1755" y="394"/>
                  <a:pt x="1755" y="394"/>
                </a:cubicBezTo>
                <a:cubicBezTo>
                  <a:pt x="1753" y="394"/>
                  <a:pt x="1753" y="394"/>
                  <a:pt x="1753" y="394"/>
                </a:cubicBezTo>
                <a:lnTo>
                  <a:pt x="1753" y="580"/>
                </a:lnTo>
                <a:close/>
                <a:moveTo>
                  <a:pt x="1855" y="671"/>
                </a:moveTo>
                <a:cubicBezTo>
                  <a:pt x="1855" y="662"/>
                  <a:pt x="1855" y="662"/>
                  <a:pt x="1855" y="662"/>
                </a:cubicBezTo>
                <a:cubicBezTo>
                  <a:pt x="1859" y="659"/>
                  <a:pt x="1859" y="659"/>
                  <a:pt x="1859" y="659"/>
                </a:cubicBezTo>
                <a:cubicBezTo>
                  <a:pt x="1920" y="659"/>
                  <a:pt x="1920" y="659"/>
                  <a:pt x="1920" y="659"/>
                </a:cubicBezTo>
                <a:cubicBezTo>
                  <a:pt x="1924" y="662"/>
                  <a:pt x="1924" y="662"/>
                  <a:pt x="1924" y="662"/>
                </a:cubicBezTo>
                <a:cubicBezTo>
                  <a:pt x="1924" y="671"/>
                  <a:pt x="1924" y="671"/>
                  <a:pt x="1924" y="671"/>
                </a:cubicBezTo>
                <a:cubicBezTo>
                  <a:pt x="1927" y="671"/>
                  <a:pt x="1927" y="671"/>
                  <a:pt x="1927" y="671"/>
                </a:cubicBezTo>
                <a:cubicBezTo>
                  <a:pt x="1927" y="661"/>
                  <a:pt x="1927" y="661"/>
                  <a:pt x="1927" y="661"/>
                </a:cubicBezTo>
                <a:cubicBezTo>
                  <a:pt x="1921" y="657"/>
                  <a:pt x="1921" y="657"/>
                  <a:pt x="1921" y="657"/>
                </a:cubicBezTo>
                <a:cubicBezTo>
                  <a:pt x="1921" y="657"/>
                  <a:pt x="1921" y="657"/>
                  <a:pt x="1921" y="657"/>
                </a:cubicBezTo>
                <a:cubicBezTo>
                  <a:pt x="1858" y="657"/>
                  <a:pt x="1858" y="657"/>
                  <a:pt x="1858" y="657"/>
                </a:cubicBezTo>
                <a:cubicBezTo>
                  <a:pt x="1853" y="661"/>
                  <a:pt x="1853" y="661"/>
                  <a:pt x="1853" y="661"/>
                </a:cubicBezTo>
                <a:cubicBezTo>
                  <a:pt x="1853" y="661"/>
                  <a:pt x="1853" y="661"/>
                  <a:pt x="1853" y="661"/>
                </a:cubicBezTo>
                <a:cubicBezTo>
                  <a:pt x="1853" y="671"/>
                  <a:pt x="1853" y="671"/>
                  <a:pt x="1853" y="671"/>
                </a:cubicBezTo>
                <a:cubicBezTo>
                  <a:pt x="1855" y="671"/>
                  <a:pt x="1855" y="671"/>
                  <a:pt x="1855" y="671"/>
                </a:cubicBezTo>
                <a:moveTo>
                  <a:pt x="1894" y="658"/>
                </a:moveTo>
                <a:cubicBezTo>
                  <a:pt x="1894" y="644"/>
                  <a:pt x="1894" y="644"/>
                  <a:pt x="1894" y="644"/>
                </a:cubicBezTo>
                <a:cubicBezTo>
                  <a:pt x="1908" y="644"/>
                  <a:pt x="1908" y="644"/>
                  <a:pt x="1908" y="644"/>
                </a:cubicBezTo>
                <a:cubicBezTo>
                  <a:pt x="1908" y="605"/>
                  <a:pt x="1908" y="605"/>
                  <a:pt x="1908" y="605"/>
                </a:cubicBezTo>
                <a:cubicBezTo>
                  <a:pt x="1909" y="605"/>
                  <a:pt x="1909" y="605"/>
                  <a:pt x="1909" y="605"/>
                </a:cubicBezTo>
                <a:cubicBezTo>
                  <a:pt x="1911" y="605"/>
                  <a:pt x="1911" y="605"/>
                  <a:pt x="1911" y="605"/>
                </a:cubicBezTo>
                <a:cubicBezTo>
                  <a:pt x="1911" y="465"/>
                  <a:pt x="1911" y="465"/>
                  <a:pt x="1911" y="465"/>
                </a:cubicBezTo>
                <a:cubicBezTo>
                  <a:pt x="1997" y="465"/>
                  <a:pt x="1997" y="465"/>
                  <a:pt x="1997" y="465"/>
                </a:cubicBezTo>
                <a:cubicBezTo>
                  <a:pt x="1997" y="671"/>
                  <a:pt x="1997" y="671"/>
                  <a:pt x="1997" y="671"/>
                </a:cubicBezTo>
                <a:cubicBezTo>
                  <a:pt x="1999" y="671"/>
                  <a:pt x="1999" y="671"/>
                  <a:pt x="1999" y="671"/>
                </a:cubicBezTo>
                <a:cubicBezTo>
                  <a:pt x="1999" y="463"/>
                  <a:pt x="1999" y="463"/>
                  <a:pt x="1999" y="463"/>
                </a:cubicBezTo>
                <a:cubicBezTo>
                  <a:pt x="1908" y="463"/>
                  <a:pt x="1908" y="463"/>
                  <a:pt x="1908" y="463"/>
                </a:cubicBezTo>
                <a:cubicBezTo>
                  <a:pt x="1908" y="603"/>
                  <a:pt x="1908" y="603"/>
                  <a:pt x="1908" y="603"/>
                </a:cubicBezTo>
                <a:cubicBezTo>
                  <a:pt x="1907" y="603"/>
                  <a:pt x="1907" y="603"/>
                  <a:pt x="1907" y="603"/>
                </a:cubicBezTo>
                <a:cubicBezTo>
                  <a:pt x="1906" y="603"/>
                  <a:pt x="1906" y="603"/>
                  <a:pt x="1906" y="603"/>
                </a:cubicBezTo>
                <a:cubicBezTo>
                  <a:pt x="1906" y="642"/>
                  <a:pt x="1906" y="642"/>
                  <a:pt x="1906" y="642"/>
                </a:cubicBezTo>
                <a:cubicBezTo>
                  <a:pt x="1892" y="642"/>
                  <a:pt x="1892" y="642"/>
                  <a:pt x="1892" y="642"/>
                </a:cubicBezTo>
                <a:cubicBezTo>
                  <a:pt x="1892" y="658"/>
                  <a:pt x="1892" y="658"/>
                  <a:pt x="1892" y="658"/>
                </a:cubicBezTo>
                <a:cubicBezTo>
                  <a:pt x="1894" y="658"/>
                  <a:pt x="1894" y="658"/>
                  <a:pt x="1894" y="658"/>
                </a:cubicBezTo>
                <a:moveTo>
                  <a:pt x="1953" y="464"/>
                </a:moveTo>
                <a:cubicBezTo>
                  <a:pt x="1953" y="452"/>
                  <a:pt x="1953" y="452"/>
                  <a:pt x="1953" y="452"/>
                </a:cubicBezTo>
                <a:cubicBezTo>
                  <a:pt x="2005" y="452"/>
                  <a:pt x="2005" y="452"/>
                  <a:pt x="2005" y="452"/>
                </a:cubicBezTo>
                <a:cubicBezTo>
                  <a:pt x="2005" y="555"/>
                  <a:pt x="2005" y="555"/>
                  <a:pt x="2005" y="555"/>
                </a:cubicBezTo>
                <a:cubicBezTo>
                  <a:pt x="2011" y="555"/>
                  <a:pt x="2011" y="555"/>
                  <a:pt x="2011" y="555"/>
                </a:cubicBezTo>
                <a:cubicBezTo>
                  <a:pt x="2011" y="608"/>
                  <a:pt x="2011" y="608"/>
                  <a:pt x="2011" y="608"/>
                </a:cubicBezTo>
                <a:cubicBezTo>
                  <a:pt x="2013" y="608"/>
                  <a:pt x="2013" y="608"/>
                  <a:pt x="2013" y="608"/>
                </a:cubicBezTo>
                <a:cubicBezTo>
                  <a:pt x="2013" y="552"/>
                  <a:pt x="2013" y="552"/>
                  <a:pt x="2013" y="552"/>
                </a:cubicBezTo>
                <a:cubicBezTo>
                  <a:pt x="2007" y="552"/>
                  <a:pt x="2007" y="552"/>
                  <a:pt x="2007" y="552"/>
                </a:cubicBezTo>
                <a:cubicBezTo>
                  <a:pt x="2007" y="450"/>
                  <a:pt x="2007" y="450"/>
                  <a:pt x="2007" y="450"/>
                </a:cubicBezTo>
                <a:cubicBezTo>
                  <a:pt x="1950" y="450"/>
                  <a:pt x="1950" y="450"/>
                  <a:pt x="1950" y="450"/>
                </a:cubicBezTo>
                <a:cubicBezTo>
                  <a:pt x="1950" y="464"/>
                  <a:pt x="1950" y="464"/>
                  <a:pt x="1950" y="464"/>
                </a:cubicBezTo>
                <a:cubicBezTo>
                  <a:pt x="1953" y="464"/>
                  <a:pt x="1953" y="464"/>
                  <a:pt x="1953" y="464"/>
                </a:cubicBezTo>
                <a:moveTo>
                  <a:pt x="1909" y="494"/>
                </a:moveTo>
                <a:cubicBezTo>
                  <a:pt x="1998" y="494"/>
                  <a:pt x="1998" y="494"/>
                  <a:pt x="1998" y="494"/>
                </a:cubicBezTo>
                <a:cubicBezTo>
                  <a:pt x="1998" y="492"/>
                  <a:pt x="1998" y="492"/>
                  <a:pt x="1998" y="492"/>
                </a:cubicBezTo>
                <a:cubicBezTo>
                  <a:pt x="1909" y="492"/>
                  <a:pt x="1909" y="492"/>
                  <a:pt x="1909" y="492"/>
                </a:cubicBezTo>
                <a:lnTo>
                  <a:pt x="1909" y="494"/>
                </a:lnTo>
                <a:close/>
                <a:moveTo>
                  <a:pt x="1910" y="518"/>
                </a:moveTo>
                <a:cubicBezTo>
                  <a:pt x="1997" y="518"/>
                  <a:pt x="1997" y="518"/>
                  <a:pt x="1997" y="518"/>
                </a:cubicBezTo>
                <a:cubicBezTo>
                  <a:pt x="1997" y="515"/>
                  <a:pt x="1997" y="515"/>
                  <a:pt x="1997" y="515"/>
                </a:cubicBezTo>
                <a:cubicBezTo>
                  <a:pt x="1910" y="515"/>
                  <a:pt x="1910" y="515"/>
                  <a:pt x="1910" y="515"/>
                </a:cubicBezTo>
                <a:lnTo>
                  <a:pt x="1910" y="518"/>
                </a:lnTo>
                <a:close/>
                <a:moveTo>
                  <a:pt x="1909" y="541"/>
                </a:moveTo>
                <a:cubicBezTo>
                  <a:pt x="1998" y="541"/>
                  <a:pt x="1998" y="541"/>
                  <a:pt x="1998" y="541"/>
                </a:cubicBezTo>
                <a:cubicBezTo>
                  <a:pt x="1998" y="539"/>
                  <a:pt x="1998" y="539"/>
                  <a:pt x="1998" y="539"/>
                </a:cubicBezTo>
                <a:cubicBezTo>
                  <a:pt x="1909" y="539"/>
                  <a:pt x="1909" y="539"/>
                  <a:pt x="1909" y="539"/>
                </a:cubicBezTo>
                <a:lnTo>
                  <a:pt x="1909" y="541"/>
                </a:lnTo>
                <a:close/>
                <a:moveTo>
                  <a:pt x="1910" y="566"/>
                </a:moveTo>
                <a:cubicBezTo>
                  <a:pt x="1998" y="566"/>
                  <a:pt x="1998" y="566"/>
                  <a:pt x="1998" y="566"/>
                </a:cubicBezTo>
                <a:cubicBezTo>
                  <a:pt x="1998" y="564"/>
                  <a:pt x="1998" y="564"/>
                  <a:pt x="1998" y="564"/>
                </a:cubicBezTo>
                <a:cubicBezTo>
                  <a:pt x="1910" y="564"/>
                  <a:pt x="1910" y="564"/>
                  <a:pt x="1910" y="564"/>
                </a:cubicBezTo>
                <a:lnTo>
                  <a:pt x="1910" y="566"/>
                </a:lnTo>
                <a:close/>
                <a:moveTo>
                  <a:pt x="1909" y="591"/>
                </a:moveTo>
                <a:cubicBezTo>
                  <a:pt x="1997" y="591"/>
                  <a:pt x="1997" y="591"/>
                  <a:pt x="1997" y="591"/>
                </a:cubicBezTo>
                <a:cubicBezTo>
                  <a:pt x="1997" y="589"/>
                  <a:pt x="1997" y="589"/>
                  <a:pt x="1997" y="589"/>
                </a:cubicBezTo>
                <a:cubicBezTo>
                  <a:pt x="1909" y="589"/>
                  <a:pt x="1909" y="589"/>
                  <a:pt x="1909" y="589"/>
                </a:cubicBezTo>
                <a:lnTo>
                  <a:pt x="1909" y="591"/>
                </a:lnTo>
                <a:close/>
                <a:moveTo>
                  <a:pt x="1907" y="614"/>
                </a:moveTo>
                <a:cubicBezTo>
                  <a:pt x="1998" y="614"/>
                  <a:pt x="1998" y="614"/>
                  <a:pt x="1998" y="614"/>
                </a:cubicBezTo>
                <a:cubicBezTo>
                  <a:pt x="1998" y="612"/>
                  <a:pt x="1998" y="612"/>
                  <a:pt x="1998" y="612"/>
                </a:cubicBezTo>
                <a:cubicBezTo>
                  <a:pt x="1907" y="612"/>
                  <a:pt x="1907" y="612"/>
                  <a:pt x="1907" y="612"/>
                </a:cubicBezTo>
                <a:lnTo>
                  <a:pt x="1907" y="614"/>
                </a:lnTo>
                <a:close/>
                <a:moveTo>
                  <a:pt x="1906" y="639"/>
                </a:moveTo>
                <a:cubicBezTo>
                  <a:pt x="1997" y="639"/>
                  <a:pt x="1997" y="639"/>
                  <a:pt x="1997" y="639"/>
                </a:cubicBezTo>
                <a:cubicBezTo>
                  <a:pt x="1997" y="637"/>
                  <a:pt x="1997" y="637"/>
                  <a:pt x="1997" y="637"/>
                </a:cubicBezTo>
                <a:cubicBezTo>
                  <a:pt x="1906" y="637"/>
                  <a:pt x="1906" y="637"/>
                  <a:pt x="1906" y="637"/>
                </a:cubicBezTo>
                <a:lnTo>
                  <a:pt x="1906" y="639"/>
                </a:lnTo>
                <a:close/>
                <a:moveTo>
                  <a:pt x="2007" y="547"/>
                </a:moveTo>
                <a:cubicBezTo>
                  <a:pt x="2034" y="547"/>
                  <a:pt x="2034" y="547"/>
                  <a:pt x="2034" y="547"/>
                </a:cubicBezTo>
                <a:cubicBezTo>
                  <a:pt x="2034" y="640"/>
                  <a:pt x="2034" y="640"/>
                  <a:pt x="2034" y="640"/>
                </a:cubicBezTo>
                <a:cubicBezTo>
                  <a:pt x="2036" y="640"/>
                  <a:pt x="2036" y="640"/>
                  <a:pt x="2036" y="640"/>
                </a:cubicBezTo>
                <a:cubicBezTo>
                  <a:pt x="2036" y="545"/>
                  <a:pt x="2036" y="545"/>
                  <a:pt x="2036" y="545"/>
                </a:cubicBezTo>
                <a:cubicBezTo>
                  <a:pt x="2007" y="545"/>
                  <a:pt x="2007" y="545"/>
                  <a:pt x="2007" y="545"/>
                </a:cubicBezTo>
                <a:cubicBezTo>
                  <a:pt x="2007" y="547"/>
                  <a:pt x="2007" y="547"/>
                  <a:pt x="2007" y="547"/>
                </a:cubicBezTo>
                <a:moveTo>
                  <a:pt x="2061" y="640"/>
                </a:moveTo>
                <a:cubicBezTo>
                  <a:pt x="2061" y="610"/>
                  <a:pt x="2061" y="610"/>
                  <a:pt x="2061" y="610"/>
                </a:cubicBezTo>
                <a:cubicBezTo>
                  <a:pt x="2049" y="610"/>
                  <a:pt x="2049" y="610"/>
                  <a:pt x="2049" y="610"/>
                </a:cubicBezTo>
                <a:cubicBezTo>
                  <a:pt x="2049" y="405"/>
                  <a:pt x="2049" y="405"/>
                  <a:pt x="2049" y="405"/>
                </a:cubicBezTo>
                <a:cubicBezTo>
                  <a:pt x="2052" y="403"/>
                  <a:pt x="2052" y="403"/>
                  <a:pt x="2052" y="403"/>
                </a:cubicBezTo>
                <a:cubicBezTo>
                  <a:pt x="2052" y="402"/>
                  <a:pt x="2052" y="402"/>
                  <a:pt x="2052" y="402"/>
                </a:cubicBezTo>
                <a:cubicBezTo>
                  <a:pt x="2052" y="403"/>
                  <a:pt x="2052" y="403"/>
                  <a:pt x="2052" y="403"/>
                </a:cubicBezTo>
                <a:cubicBezTo>
                  <a:pt x="2052" y="403"/>
                  <a:pt x="2062" y="403"/>
                  <a:pt x="2075" y="403"/>
                </a:cubicBezTo>
                <a:cubicBezTo>
                  <a:pt x="2086" y="403"/>
                  <a:pt x="2099" y="403"/>
                  <a:pt x="2110" y="404"/>
                </a:cubicBezTo>
                <a:cubicBezTo>
                  <a:pt x="2115" y="404"/>
                  <a:pt x="2120" y="405"/>
                  <a:pt x="2123" y="405"/>
                </a:cubicBezTo>
                <a:cubicBezTo>
                  <a:pt x="2125" y="406"/>
                  <a:pt x="2126" y="406"/>
                  <a:pt x="2127" y="407"/>
                </a:cubicBezTo>
                <a:cubicBezTo>
                  <a:pt x="2128" y="407"/>
                  <a:pt x="2128" y="408"/>
                  <a:pt x="2128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9" y="408"/>
                  <a:pt x="2129" y="408"/>
                  <a:pt x="2129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9" y="408"/>
                  <a:pt x="2129" y="408"/>
                  <a:pt x="2129" y="408"/>
                </a:cubicBezTo>
                <a:cubicBezTo>
                  <a:pt x="2128" y="408"/>
                  <a:pt x="2128" y="408"/>
                  <a:pt x="2128" y="408"/>
                </a:cubicBezTo>
                <a:cubicBezTo>
                  <a:pt x="2128" y="408"/>
                  <a:pt x="2128" y="409"/>
                  <a:pt x="2128" y="411"/>
                </a:cubicBezTo>
                <a:cubicBezTo>
                  <a:pt x="2128" y="413"/>
                  <a:pt x="2128" y="416"/>
                  <a:pt x="2128" y="419"/>
                </a:cubicBezTo>
                <a:cubicBezTo>
                  <a:pt x="2128" y="432"/>
                  <a:pt x="2128" y="450"/>
                  <a:pt x="2128" y="450"/>
                </a:cubicBezTo>
                <a:cubicBezTo>
                  <a:pt x="2130" y="450"/>
                  <a:pt x="2130" y="450"/>
                  <a:pt x="2130" y="450"/>
                </a:cubicBezTo>
                <a:cubicBezTo>
                  <a:pt x="2130" y="450"/>
                  <a:pt x="2131" y="432"/>
                  <a:pt x="2131" y="419"/>
                </a:cubicBezTo>
                <a:cubicBezTo>
                  <a:pt x="2131" y="416"/>
                  <a:pt x="2131" y="413"/>
                  <a:pt x="2131" y="411"/>
                </a:cubicBezTo>
                <a:cubicBezTo>
                  <a:pt x="2131" y="410"/>
                  <a:pt x="2131" y="409"/>
                  <a:pt x="2131" y="408"/>
                </a:cubicBezTo>
                <a:cubicBezTo>
                  <a:pt x="2131" y="408"/>
                  <a:pt x="2131" y="408"/>
                  <a:pt x="2131" y="408"/>
                </a:cubicBezTo>
                <a:cubicBezTo>
                  <a:pt x="2130" y="407"/>
                  <a:pt x="2130" y="407"/>
                  <a:pt x="2130" y="407"/>
                </a:cubicBezTo>
                <a:cubicBezTo>
                  <a:pt x="2129" y="407"/>
                  <a:pt x="2129" y="407"/>
                  <a:pt x="2129" y="407"/>
                </a:cubicBezTo>
                <a:cubicBezTo>
                  <a:pt x="2130" y="407"/>
                  <a:pt x="2130" y="407"/>
                  <a:pt x="2130" y="407"/>
                </a:cubicBezTo>
                <a:cubicBezTo>
                  <a:pt x="2130" y="406"/>
                  <a:pt x="2129" y="405"/>
                  <a:pt x="2128" y="405"/>
                </a:cubicBezTo>
                <a:cubicBezTo>
                  <a:pt x="2124" y="403"/>
                  <a:pt x="2116" y="402"/>
                  <a:pt x="2106" y="401"/>
                </a:cubicBezTo>
                <a:cubicBezTo>
                  <a:pt x="2096" y="401"/>
                  <a:pt x="2085" y="400"/>
                  <a:pt x="2075" y="400"/>
                </a:cubicBezTo>
                <a:cubicBezTo>
                  <a:pt x="2062" y="400"/>
                  <a:pt x="2052" y="401"/>
                  <a:pt x="2052" y="401"/>
                </a:cubicBezTo>
                <a:cubicBezTo>
                  <a:pt x="2052" y="401"/>
                  <a:pt x="2052" y="401"/>
                  <a:pt x="2052" y="401"/>
                </a:cubicBezTo>
                <a:cubicBezTo>
                  <a:pt x="2047" y="403"/>
                  <a:pt x="2047" y="403"/>
                  <a:pt x="2047" y="403"/>
                </a:cubicBezTo>
                <a:cubicBezTo>
                  <a:pt x="2046" y="403"/>
                  <a:pt x="2046" y="403"/>
                  <a:pt x="2046" y="403"/>
                </a:cubicBezTo>
                <a:cubicBezTo>
                  <a:pt x="2046" y="612"/>
                  <a:pt x="2046" y="612"/>
                  <a:pt x="2046" y="612"/>
                </a:cubicBezTo>
                <a:cubicBezTo>
                  <a:pt x="2059" y="612"/>
                  <a:pt x="2059" y="612"/>
                  <a:pt x="2059" y="612"/>
                </a:cubicBezTo>
                <a:cubicBezTo>
                  <a:pt x="2059" y="640"/>
                  <a:pt x="2059" y="640"/>
                  <a:pt x="2059" y="640"/>
                </a:cubicBezTo>
                <a:cubicBezTo>
                  <a:pt x="2061" y="640"/>
                  <a:pt x="2061" y="640"/>
                  <a:pt x="2061" y="640"/>
                </a:cubicBezTo>
                <a:moveTo>
                  <a:pt x="2047" y="420"/>
                </a:moveTo>
                <a:cubicBezTo>
                  <a:pt x="2047" y="420"/>
                  <a:pt x="2060" y="419"/>
                  <a:pt x="2076" y="419"/>
                </a:cubicBezTo>
                <a:cubicBezTo>
                  <a:pt x="2086" y="419"/>
                  <a:pt x="2097" y="419"/>
                  <a:pt x="2107" y="420"/>
                </a:cubicBezTo>
                <a:cubicBezTo>
                  <a:pt x="2117" y="421"/>
                  <a:pt x="2125" y="422"/>
                  <a:pt x="2128" y="424"/>
                </a:cubicBezTo>
                <a:cubicBezTo>
                  <a:pt x="2129" y="422"/>
                  <a:pt x="2129" y="422"/>
                  <a:pt x="2129" y="422"/>
                </a:cubicBezTo>
                <a:cubicBezTo>
                  <a:pt x="2125" y="420"/>
                  <a:pt x="2117" y="418"/>
                  <a:pt x="2107" y="418"/>
                </a:cubicBezTo>
                <a:cubicBezTo>
                  <a:pt x="2097" y="417"/>
                  <a:pt x="2086" y="417"/>
                  <a:pt x="2076" y="417"/>
                </a:cubicBezTo>
                <a:cubicBezTo>
                  <a:pt x="2060" y="417"/>
                  <a:pt x="2047" y="417"/>
                  <a:pt x="2047" y="417"/>
                </a:cubicBezTo>
                <a:cubicBezTo>
                  <a:pt x="2047" y="420"/>
                  <a:pt x="2047" y="420"/>
                  <a:pt x="2047" y="420"/>
                </a:cubicBezTo>
                <a:moveTo>
                  <a:pt x="2062" y="581"/>
                </a:moveTo>
                <a:cubicBezTo>
                  <a:pt x="2062" y="455"/>
                  <a:pt x="2062" y="455"/>
                  <a:pt x="2062" y="455"/>
                </a:cubicBezTo>
                <a:cubicBezTo>
                  <a:pt x="2072" y="455"/>
                  <a:pt x="2072" y="455"/>
                  <a:pt x="2072" y="455"/>
                </a:cubicBezTo>
                <a:cubicBezTo>
                  <a:pt x="2076" y="452"/>
                  <a:pt x="2076" y="452"/>
                  <a:pt x="2076" y="452"/>
                </a:cubicBezTo>
                <a:cubicBezTo>
                  <a:pt x="2142" y="452"/>
                  <a:pt x="2142" y="452"/>
                  <a:pt x="2142" y="452"/>
                </a:cubicBezTo>
                <a:cubicBezTo>
                  <a:pt x="2150" y="455"/>
                  <a:pt x="2150" y="455"/>
                  <a:pt x="2150" y="455"/>
                </a:cubicBezTo>
                <a:cubicBezTo>
                  <a:pt x="2150" y="470"/>
                  <a:pt x="2150" y="470"/>
                  <a:pt x="2150" y="470"/>
                </a:cubicBezTo>
                <a:cubicBezTo>
                  <a:pt x="2152" y="470"/>
                  <a:pt x="2152" y="470"/>
                  <a:pt x="2152" y="470"/>
                </a:cubicBezTo>
                <a:cubicBezTo>
                  <a:pt x="2152" y="454"/>
                  <a:pt x="2152" y="454"/>
                  <a:pt x="2152" y="454"/>
                </a:cubicBezTo>
                <a:cubicBezTo>
                  <a:pt x="2142" y="449"/>
                  <a:pt x="2142" y="449"/>
                  <a:pt x="2142" y="449"/>
                </a:cubicBezTo>
                <a:cubicBezTo>
                  <a:pt x="2075" y="449"/>
                  <a:pt x="2075" y="449"/>
                  <a:pt x="2075" y="449"/>
                </a:cubicBezTo>
                <a:cubicBezTo>
                  <a:pt x="2071" y="453"/>
                  <a:pt x="2071" y="453"/>
                  <a:pt x="2071" y="453"/>
                </a:cubicBezTo>
                <a:cubicBezTo>
                  <a:pt x="2060" y="453"/>
                  <a:pt x="2060" y="453"/>
                  <a:pt x="2060" y="453"/>
                </a:cubicBezTo>
                <a:cubicBezTo>
                  <a:pt x="2060" y="581"/>
                  <a:pt x="2060" y="581"/>
                  <a:pt x="2060" y="581"/>
                </a:cubicBezTo>
                <a:cubicBezTo>
                  <a:pt x="2062" y="581"/>
                  <a:pt x="2062" y="581"/>
                  <a:pt x="2062" y="581"/>
                </a:cubicBezTo>
                <a:moveTo>
                  <a:pt x="2019" y="642"/>
                </a:moveTo>
                <a:cubicBezTo>
                  <a:pt x="2052" y="642"/>
                  <a:pt x="2052" y="642"/>
                  <a:pt x="2052" y="642"/>
                </a:cubicBezTo>
                <a:cubicBezTo>
                  <a:pt x="2052" y="671"/>
                  <a:pt x="2052" y="671"/>
                  <a:pt x="2052" y="671"/>
                </a:cubicBezTo>
                <a:cubicBezTo>
                  <a:pt x="2055" y="671"/>
                  <a:pt x="2055" y="671"/>
                  <a:pt x="2055" y="671"/>
                </a:cubicBezTo>
                <a:cubicBezTo>
                  <a:pt x="2055" y="639"/>
                  <a:pt x="2055" y="639"/>
                  <a:pt x="2055" y="639"/>
                </a:cubicBezTo>
                <a:cubicBezTo>
                  <a:pt x="2019" y="639"/>
                  <a:pt x="2019" y="639"/>
                  <a:pt x="2019" y="639"/>
                </a:cubicBezTo>
                <a:cubicBezTo>
                  <a:pt x="2019" y="642"/>
                  <a:pt x="2019" y="642"/>
                  <a:pt x="2019" y="642"/>
                </a:cubicBezTo>
                <a:moveTo>
                  <a:pt x="2117" y="671"/>
                </a:moveTo>
                <a:cubicBezTo>
                  <a:pt x="2117" y="520"/>
                  <a:pt x="2117" y="520"/>
                  <a:pt x="2117" y="520"/>
                </a:cubicBezTo>
                <a:cubicBezTo>
                  <a:pt x="2154" y="520"/>
                  <a:pt x="2154" y="520"/>
                  <a:pt x="2154" y="520"/>
                </a:cubicBezTo>
                <a:cubicBezTo>
                  <a:pt x="2168" y="523"/>
                  <a:pt x="2168" y="523"/>
                  <a:pt x="2168" y="523"/>
                </a:cubicBezTo>
                <a:cubicBezTo>
                  <a:pt x="2168" y="645"/>
                  <a:pt x="2168" y="645"/>
                  <a:pt x="2168" y="645"/>
                </a:cubicBezTo>
                <a:cubicBezTo>
                  <a:pt x="2170" y="645"/>
                  <a:pt x="2170" y="645"/>
                  <a:pt x="2170" y="645"/>
                </a:cubicBezTo>
                <a:cubicBezTo>
                  <a:pt x="2170" y="521"/>
                  <a:pt x="2170" y="521"/>
                  <a:pt x="2170" y="521"/>
                </a:cubicBezTo>
                <a:cubicBezTo>
                  <a:pt x="2154" y="517"/>
                  <a:pt x="2154" y="517"/>
                  <a:pt x="2154" y="517"/>
                </a:cubicBezTo>
                <a:cubicBezTo>
                  <a:pt x="2115" y="517"/>
                  <a:pt x="2115" y="517"/>
                  <a:pt x="2115" y="517"/>
                </a:cubicBezTo>
                <a:cubicBezTo>
                  <a:pt x="2115" y="671"/>
                  <a:pt x="2115" y="671"/>
                  <a:pt x="2115" y="671"/>
                </a:cubicBezTo>
                <a:cubicBezTo>
                  <a:pt x="2117" y="671"/>
                  <a:pt x="2117" y="671"/>
                  <a:pt x="2117" y="671"/>
                </a:cubicBezTo>
                <a:moveTo>
                  <a:pt x="2153" y="646"/>
                </a:moveTo>
                <a:cubicBezTo>
                  <a:pt x="2155" y="646"/>
                  <a:pt x="2155" y="646"/>
                  <a:pt x="2155" y="646"/>
                </a:cubicBezTo>
                <a:cubicBezTo>
                  <a:pt x="2155" y="519"/>
                  <a:pt x="2155" y="519"/>
                  <a:pt x="2155" y="519"/>
                </a:cubicBezTo>
                <a:cubicBezTo>
                  <a:pt x="2153" y="519"/>
                  <a:pt x="2153" y="519"/>
                  <a:pt x="2153" y="519"/>
                </a:cubicBezTo>
                <a:lnTo>
                  <a:pt x="2153" y="646"/>
                </a:lnTo>
                <a:close/>
                <a:moveTo>
                  <a:pt x="2116" y="528"/>
                </a:moveTo>
                <a:cubicBezTo>
                  <a:pt x="2153" y="528"/>
                  <a:pt x="2153" y="528"/>
                  <a:pt x="2153" y="528"/>
                </a:cubicBezTo>
                <a:cubicBezTo>
                  <a:pt x="2168" y="531"/>
                  <a:pt x="2168" y="531"/>
                  <a:pt x="2168" y="531"/>
                </a:cubicBezTo>
                <a:cubicBezTo>
                  <a:pt x="2169" y="529"/>
                  <a:pt x="2169" y="529"/>
                  <a:pt x="2169" y="529"/>
                </a:cubicBezTo>
                <a:cubicBezTo>
                  <a:pt x="2153" y="526"/>
                  <a:pt x="2153" y="526"/>
                  <a:pt x="2153" y="526"/>
                </a:cubicBezTo>
                <a:cubicBezTo>
                  <a:pt x="2116" y="526"/>
                  <a:pt x="2116" y="526"/>
                  <a:pt x="2116" y="526"/>
                </a:cubicBezTo>
                <a:cubicBezTo>
                  <a:pt x="2116" y="528"/>
                  <a:pt x="2116" y="528"/>
                  <a:pt x="2116" y="528"/>
                </a:cubicBezTo>
                <a:moveTo>
                  <a:pt x="2129" y="518"/>
                </a:moveTo>
                <a:cubicBezTo>
                  <a:pt x="2129" y="490"/>
                  <a:pt x="2129" y="490"/>
                  <a:pt x="2129" y="490"/>
                </a:cubicBezTo>
                <a:cubicBezTo>
                  <a:pt x="2137" y="483"/>
                  <a:pt x="2137" y="483"/>
                  <a:pt x="2137" y="483"/>
                </a:cubicBezTo>
                <a:cubicBezTo>
                  <a:pt x="2190" y="483"/>
                  <a:pt x="2190" y="483"/>
                  <a:pt x="2190" y="483"/>
                </a:cubicBezTo>
                <a:cubicBezTo>
                  <a:pt x="2190" y="633"/>
                  <a:pt x="2190" y="633"/>
                  <a:pt x="2190" y="633"/>
                </a:cubicBezTo>
                <a:cubicBezTo>
                  <a:pt x="2193" y="633"/>
                  <a:pt x="2193" y="633"/>
                  <a:pt x="2193" y="633"/>
                </a:cubicBezTo>
                <a:cubicBezTo>
                  <a:pt x="2193" y="480"/>
                  <a:pt x="2193" y="480"/>
                  <a:pt x="2193" y="480"/>
                </a:cubicBezTo>
                <a:cubicBezTo>
                  <a:pt x="2136" y="480"/>
                  <a:pt x="2136" y="480"/>
                  <a:pt x="2136" y="480"/>
                </a:cubicBezTo>
                <a:cubicBezTo>
                  <a:pt x="2127" y="489"/>
                  <a:pt x="2127" y="489"/>
                  <a:pt x="2127" y="489"/>
                </a:cubicBezTo>
                <a:cubicBezTo>
                  <a:pt x="2127" y="518"/>
                  <a:pt x="2127" y="518"/>
                  <a:pt x="2127" y="518"/>
                </a:cubicBezTo>
                <a:cubicBezTo>
                  <a:pt x="2129" y="518"/>
                  <a:pt x="2129" y="518"/>
                  <a:pt x="2129" y="518"/>
                </a:cubicBezTo>
                <a:moveTo>
                  <a:pt x="2070" y="671"/>
                </a:moveTo>
                <a:cubicBezTo>
                  <a:pt x="2072" y="671"/>
                  <a:pt x="2072" y="671"/>
                  <a:pt x="2072" y="671"/>
                </a:cubicBezTo>
                <a:cubicBezTo>
                  <a:pt x="2072" y="454"/>
                  <a:pt x="2072" y="454"/>
                  <a:pt x="2072" y="454"/>
                </a:cubicBezTo>
                <a:cubicBezTo>
                  <a:pt x="2070" y="454"/>
                  <a:pt x="2070" y="454"/>
                  <a:pt x="2070" y="454"/>
                </a:cubicBezTo>
                <a:lnTo>
                  <a:pt x="2070" y="671"/>
                </a:lnTo>
                <a:close/>
                <a:moveTo>
                  <a:pt x="2132" y="487"/>
                </a:moveTo>
                <a:cubicBezTo>
                  <a:pt x="2132" y="478"/>
                  <a:pt x="2132" y="478"/>
                  <a:pt x="2132" y="478"/>
                </a:cubicBezTo>
                <a:cubicBezTo>
                  <a:pt x="2140" y="472"/>
                  <a:pt x="2140" y="472"/>
                  <a:pt x="2140" y="472"/>
                </a:cubicBezTo>
                <a:cubicBezTo>
                  <a:pt x="2187" y="472"/>
                  <a:pt x="2187" y="472"/>
                  <a:pt x="2187" y="472"/>
                </a:cubicBezTo>
                <a:cubicBezTo>
                  <a:pt x="2187" y="481"/>
                  <a:pt x="2187" y="481"/>
                  <a:pt x="2187" y="481"/>
                </a:cubicBezTo>
                <a:cubicBezTo>
                  <a:pt x="2189" y="481"/>
                  <a:pt x="2189" y="481"/>
                  <a:pt x="2189" y="481"/>
                </a:cubicBezTo>
                <a:cubicBezTo>
                  <a:pt x="2189" y="470"/>
                  <a:pt x="2189" y="470"/>
                  <a:pt x="2189" y="470"/>
                </a:cubicBezTo>
                <a:cubicBezTo>
                  <a:pt x="2139" y="470"/>
                  <a:pt x="2139" y="470"/>
                  <a:pt x="2139" y="470"/>
                </a:cubicBezTo>
                <a:cubicBezTo>
                  <a:pt x="2130" y="477"/>
                  <a:pt x="2130" y="477"/>
                  <a:pt x="2130" y="477"/>
                </a:cubicBezTo>
                <a:cubicBezTo>
                  <a:pt x="2130" y="487"/>
                  <a:pt x="2130" y="487"/>
                  <a:pt x="2130" y="487"/>
                </a:cubicBezTo>
                <a:cubicBezTo>
                  <a:pt x="2132" y="487"/>
                  <a:pt x="2132" y="487"/>
                  <a:pt x="2132" y="487"/>
                </a:cubicBezTo>
                <a:moveTo>
                  <a:pt x="2173" y="470"/>
                </a:moveTo>
                <a:cubicBezTo>
                  <a:pt x="2173" y="389"/>
                  <a:pt x="2173" y="389"/>
                  <a:pt x="2173" y="389"/>
                </a:cubicBezTo>
                <a:cubicBezTo>
                  <a:pt x="2172" y="389"/>
                  <a:pt x="2172" y="389"/>
                  <a:pt x="2172" y="389"/>
                </a:cubicBezTo>
                <a:cubicBezTo>
                  <a:pt x="2173" y="390"/>
                  <a:pt x="2173" y="390"/>
                  <a:pt x="2173" y="390"/>
                </a:cubicBezTo>
                <a:cubicBezTo>
                  <a:pt x="2173" y="390"/>
                  <a:pt x="2174" y="389"/>
                  <a:pt x="2176" y="388"/>
                </a:cubicBezTo>
                <a:cubicBezTo>
                  <a:pt x="2178" y="388"/>
                  <a:pt x="2181" y="387"/>
                  <a:pt x="2183" y="386"/>
                </a:cubicBezTo>
                <a:cubicBezTo>
                  <a:pt x="2202" y="383"/>
                  <a:pt x="2216" y="383"/>
                  <a:pt x="2224" y="383"/>
                </a:cubicBezTo>
                <a:cubicBezTo>
                  <a:pt x="2229" y="383"/>
                  <a:pt x="2231" y="383"/>
                  <a:pt x="2231" y="383"/>
                </a:cubicBezTo>
                <a:cubicBezTo>
                  <a:pt x="2232" y="382"/>
                  <a:pt x="2232" y="382"/>
                  <a:pt x="2232" y="382"/>
                </a:cubicBezTo>
                <a:cubicBezTo>
                  <a:pt x="2230" y="382"/>
                  <a:pt x="2230" y="382"/>
                  <a:pt x="2230" y="382"/>
                </a:cubicBezTo>
                <a:cubicBezTo>
                  <a:pt x="2230" y="487"/>
                  <a:pt x="2230" y="487"/>
                  <a:pt x="2230" y="487"/>
                </a:cubicBezTo>
                <a:cubicBezTo>
                  <a:pt x="2233" y="487"/>
                  <a:pt x="2233" y="487"/>
                  <a:pt x="2233" y="487"/>
                </a:cubicBezTo>
                <a:cubicBezTo>
                  <a:pt x="2233" y="381"/>
                  <a:pt x="2233" y="381"/>
                  <a:pt x="2233" y="381"/>
                </a:cubicBezTo>
                <a:cubicBezTo>
                  <a:pt x="2232" y="381"/>
                  <a:pt x="2232" y="381"/>
                  <a:pt x="2232" y="381"/>
                </a:cubicBezTo>
                <a:cubicBezTo>
                  <a:pt x="2232" y="381"/>
                  <a:pt x="2229" y="380"/>
                  <a:pt x="2224" y="380"/>
                </a:cubicBezTo>
                <a:cubicBezTo>
                  <a:pt x="2216" y="380"/>
                  <a:pt x="2202" y="381"/>
                  <a:pt x="2183" y="384"/>
                </a:cubicBezTo>
                <a:cubicBezTo>
                  <a:pt x="2178" y="385"/>
                  <a:pt x="2172" y="388"/>
                  <a:pt x="2172" y="388"/>
                </a:cubicBezTo>
                <a:cubicBezTo>
                  <a:pt x="2171" y="389"/>
                  <a:pt x="2171" y="389"/>
                  <a:pt x="2171" y="389"/>
                </a:cubicBezTo>
                <a:cubicBezTo>
                  <a:pt x="2171" y="470"/>
                  <a:pt x="2171" y="470"/>
                  <a:pt x="2171" y="470"/>
                </a:cubicBezTo>
                <a:cubicBezTo>
                  <a:pt x="2173" y="470"/>
                  <a:pt x="2173" y="470"/>
                  <a:pt x="2173" y="470"/>
                </a:cubicBezTo>
                <a:moveTo>
                  <a:pt x="2232" y="383"/>
                </a:moveTo>
                <a:cubicBezTo>
                  <a:pt x="2238" y="385"/>
                  <a:pt x="2238" y="385"/>
                  <a:pt x="2238" y="385"/>
                </a:cubicBezTo>
                <a:cubicBezTo>
                  <a:pt x="2238" y="487"/>
                  <a:pt x="2238" y="487"/>
                  <a:pt x="2238" y="487"/>
                </a:cubicBezTo>
                <a:cubicBezTo>
                  <a:pt x="2240" y="487"/>
                  <a:pt x="2240" y="487"/>
                  <a:pt x="2240" y="487"/>
                </a:cubicBezTo>
                <a:cubicBezTo>
                  <a:pt x="2240" y="384"/>
                  <a:pt x="2240" y="384"/>
                  <a:pt x="2240" y="384"/>
                </a:cubicBezTo>
                <a:cubicBezTo>
                  <a:pt x="2232" y="381"/>
                  <a:pt x="2232" y="381"/>
                  <a:pt x="2232" y="381"/>
                </a:cubicBezTo>
                <a:cubicBezTo>
                  <a:pt x="2232" y="383"/>
                  <a:pt x="2232" y="383"/>
                  <a:pt x="2232" y="383"/>
                </a:cubicBezTo>
                <a:moveTo>
                  <a:pt x="2173" y="405"/>
                </a:moveTo>
                <a:cubicBezTo>
                  <a:pt x="2173" y="405"/>
                  <a:pt x="2173" y="405"/>
                  <a:pt x="2173" y="405"/>
                </a:cubicBezTo>
                <a:cubicBezTo>
                  <a:pt x="2174" y="404"/>
                  <a:pt x="2182" y="398"/>
                  <a:pt x="2209" y="398"/>
                </a:cubicBezTo>
                <a:cubicBezTo>
                  <a:pt x="2229" y="398"/>
                  <a:pt x="2232" y="398"/>
                  <a:pt x="2232" y="398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6"/>
                  <a:pt x="2233" y="396"/>
                  <a:pt x="2233" y="396"/>
                </a:cubicBezTo>
                <a:cubicBezTo>
                  <a:pt x="2232" y="395"/>
                  <a:pt x="2232" y="395"/>
                  <a:pt x="2232" y="395"/>
                </a:cubicBezTo>
                <a:cubicBezTo>
                  <a:pt x="2231" y="395"/>
                  <a:pt x="2231" y="395"/>
                  <a:pt x="2231" y="395"/>
                </a:cubicBezTo>
                <a:cubicBezTo>
                  <a:pt x="2231" y="398"/>
                  <a:pt x="2231" y="398"/>
                  <a:pt x="2231" y="398"/>
                </a:cubicBezTo>
                <a:cubicBezTo>
                  <a:pt x="2232" y="398"/>
                  <a:pt x="2232" y="398"/>
                  <a:pt x="2232" y="398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7"/>
                  <a:pt x="2233" y="397"/>
                  <a:pt x="2233" y="397"/>
                </a:cubicBezTo>
                <a:cubicBezTo>
                  <a:pt x="2233" y="396"/>
                  <a:pt x="2233" y="396"/>
                  <a:pt x="2233" y="396"/>
                </a:cubicBezTo>
                <a:cubicBezTo>
                  <a:pt x="2232" y="395"/>
                  <a:pt x="2232" y="395"/>
                  <a:pt x="2232" y="395"/>
                </a:cubicBezTo>
                <a:cubicBezTo>
                  <a:pt x="2232" y="395"/>
                  <a:pt x="2229" y="395"/>
                  <a:pt x="2209" y="395"/>
                </a:cubicBezTo>
                <a:cubicBezTo>
                  <a:pt x="2180" y="395"/>
                  <a:pt x="2172" y="403"/>
                  <a:pt x="2172" y="403"/>
                </a:cubicBezTo>
                <a:cubicBezTo>
                  <a:pt x="2173" y="405"/>
                  <a:pt x="2173" y="405"/>
                  <a:pt x="2173" y="405"/>
                </a:cubicBezTo>
                <a:moveTo>
                  <a:pt x="2216" y="645"/>
                </a:moveTo>
                <a:cubicBezTo>
                  <a:pt x="2216" y="488"/>
                  <a:pt x="2216" y="488"/>
                  <a:pt x="2216" y="488"/>
                </a:cubicBezTo>
                <a:cubicBezTo>
                  <a:pt x="2268" y="488"/>
                  <a:pt x="2268" y="488"/>
                  <a:pt x="2268" y="488"/>
                </a:cubicBezTo>
                <a:cubicBezTo>
                  <a:pt x="2268" y="645"/>
                  <a:pt x="2268" y="645"/>
                  <a:pt x="2268" y="645"/>
                </a:cubicBezTo>
                <a:cubicBezTo>
                  <a:pt x="2271" y="645"/>
                  <a:pt x="2271" y="645"/>
                  <a:pt x="2271" y="645"/>
                </a:cubicBezTo>
                <a:cubicBezTo>
                  <a:pt x="2271" y="485"/>
                  <a:pt x="2271" y="485"/>
                  <a:pt x="2271" y="485"/>
                </a:cubicBezTo>
                <a:cubicBezTo>
                  <a:pt x="2214" y="485"/>
                  <a:pt x="2214" y="485"/>
                  <a:pt x="2214" y="485"/>
                </a:cubicBezTo>
                <a:cubicBezTo>
                  <a:pt x="2214" y="645"/>
                  <a:pt x="2214" y="645"/>
                  <a:pt x="2214" y="645"/>
                </a:cubicBezTo>
                <a:cubicBezTo>
                  <a:pt x="2216" y="645"/>
                  <a:pt x="2216" y="645"/>
                  <a:pt x="2216" y="645"/>
                </a:cubicBezTo>
                <a:moveTo>
                  <a:pt x="2269" y="488"/>
                </a:moveTo>
                <a:cubicBezTo>
                  <a:pt x="2286" y="492"/>
                  <a:pt x="2286" y="492"/>
                  <a:pt x="2286" y="492"/>
                </a:cubicBezTo>
                <a:cubicBezTo>
                  <a:pt x="2286" y="645"/>
                  <a:pt x="2286" y="645"/>
                  <a:pt x="2286" y="645"/>
                </a:cubicBezTo>
                <a:cubicBezTo>
                  <a:pt x="2289" y="645"/>
                  <a:pt x="2289" y="645"/>
                  <a:pt x="2289" y="645"/>
                </a:cubicBezTo>
                <a:cubicBezTo>
                  <a:pt x="2289" y="490"/>
                  <a:pt x="2289" y="490"/>
                  <a:pt x="2289" y="490"/>
                </a:cubicBezTo>
                <a:cubicBezTo>
                  <a:pt x="2270" y="485"/>
                  <a:pt x="2270" y="485"/>
                  <a:pt x="2270" y="485"/>
                </a:cubicBezTo>
                <a:cubicBezTo>
                  <a:pt x="2269" y="488"/>
                  <a:pt x="2269" y="488"/>
                  <a:pt x="2269" y="488"/>
                </a:cubicBezTo>
                <a:moveTo>
                  <a:pt x="2192" y="616"/>
                </a:moveTo>
                <a:cubicBezTo>
                  <a:pt x="2215" y="616"/>
                  <a:pt x="2215" y="616"/>
                  <a:pt x="2215" y="616"/>
                </a:cubicBezTo>
                <a:cubicBezTo>
                  <a:pt x="2215" y="613"/>
                  <a:pt x="2215" y="613"/>
                  <a:pt x="2215" y="613"/>
                </a:cubicBezTo>
                <a:cubicBezTo>
                  <a:pt x="2192" y="613"/>
                  <a:pt x="2192" y="613"/>
                  <a:pt x="2192" y="613"/>
                </a:cubicBezTo>
                <a:lnTo>
                  <a:pt x="2192" y="616"/>
                </a:lnTo>
                <a:close/>
                <a:moveTo>
                  <a:pt x="2215" y="567"/>
                </a:moveTo>
                <a:cubicBezTo>
                  <a:pt x="2269" y="567"/>
                  <a:pt x="2269" y="567"/>
                  <a:pt x="2269" y="567"/>
                </a:cubicBezTo>
                <a:cubicBezTo>
                  <a:pt x="2269" y="565"/>
                  <a:pt x="2269" y="565"/>
                  <a:pt x="2269" y="565"/>
                </a:cubicBezTo>
                <a:cubicBezTo>
                  <a:pt x="2215" y="565"/>
                  <a:pt x="2215" y="565"/>
                  <a:pt x="2215" y="565"/>
                </a:cubicBezTo>
                <a:lnTo>
                  <a:pt x="2215" y="567"/>
                </a:lnTo>
                <a:close/>
                <a:moveTo>
                  <a:pt x="2215" y="498"/>
                </a:moveTo>
                <a:cubicBezTo>
                  <a:pt x="2270" y="498"/>
                  <a:pt x="2270" y="498"/>
                  <a:pt x="2270" y="498"/>
                </a:cubicBezTo>
                <a:cubicBezTo>
                  <a:pt x="2270" y="496"/>
                  <a:pt x="2270" y="496"/>
                  <a:pt x="2270" y="496"/>
                </a:cubicBezTo>
                <a:cubicBezTo>
                  <a:pt x="2215" y="496"/>
                  <a:pt x="2215" y="496"/>
                  <a:pt x="2215" y="496"/>
                </a:cubicBezTo>
                <a:lnTo>
                  <a:pt x="2215" y="498"/>
                </a:lnTo>
                <a:close/>
                <a:moveTo>
                  <a:pt x="2128" y="646"/>
                </a:moveTo>
                <a:cubicBezTo>
                  <a:pt x="2297" y="646"/>
                  <a:pt x="2297" y="646"/>
                  <a:pt x="2297" y="646"/>
                </a:cubicBezTo>
                <a:cubicBezTo>
                  <a:pt x="2296" y="671"/>
                  <a:pt x="2296" y="671"/>
                  <a:pt x="2296" y="671"/>
                </a:cubicBezTo>
                <a:cubicBezTo>
                  <a:pt x="2299" y="671"/>
                  <a:pt x="2299" y="671"/>
                  <a:pt x="2299" y="671"/>
                </a:cubicBezTo>
                <a:cubicBezTo>
                  <a:pt x="2299" y="644"/>
                  <a:pt x="2299" y="644"/>
                  <a:pt x="2299" y="644"/>
                </a:cubicBezTo>
                <a:cubicBezTo>
                  <a:pt x="2128" y="644"/>
                  <a:pt x="2128" y="644"/>
                  <a:pt x="2128" y="644"/>
                </a:cubicBezTo>
                <a:cubicBezTo>
                  <a:pt x="2128" y="646"/>
                  <a:pt x="2128" y="646"/>
                  <a:pt x="2128" y="646"/>
                </a:cubicBezTo>
                <a:moveTo>
                  <a:pt x="2203" y="660"/>
                </a:moveTo>
                <a:cubicBezTo>
                  <a:pt x="2205" y="660"/>
                  <a:pt x="2205" y="660"/>
                  <a:pt x="2205" y="660"/>
                </a:cubicBezTo>
                <a:cubicBezTo>
                  <a:pt x="2205" y="645"/>
                  <a:pt x="2205" y="645"/>
                  <a:pt x="2205" y="645"/>
                </a:cubicBezTo>
                <a:cubicBezTo>
                  <a:pt x="2203" y="645"/>
                  <a:pt x="2203" y="645"/>
                  <a:pt x="2203" y="645"/>
                </a:cubicBezTo>
                <a:lnTo>
                  <a:pt x="2203" y="660"/>
                </a:lnTo>
                <a:close/>
                <a:moveTo>
                  <a:pt x="2278" y="671"/>
                </a:moveTo>
                <a:cubicBezTo>
                  <a:pt x="2280" y="671"/>
                  <a:pt x="2280" y="671"/>
                  <a:pt x="2280" y="671"/>
                </a:cubicBezTo>
                <a:cubicBezTo>
                  <a:pt x="2280" y="646"/>
                  <a:pt x="2280" y="646"/>
                  <a:pt x="2280" y="646"/>
                </a:cubicBezTo>
                <a:cubicBezTo>
                  <a:pt x="2278" y="646"/>
                  <a:pt x="2278" y="646"/>
                  <a:pt x="2278" y="646"/>
                </a:cubicBezTo>
                <a:lnTo>
                  <a:pt x="2278" y="671"/>
                </a:lnTo>
                <a:close/>
                <a:moveTo>
                  <a:pt x="2212" y="671"/>
                </a:moveTo>
                <a:cubicBezTo>
                  <a:pt x="2214" y="671"/>
                  <a:pt x="2214" y="671"/>
                  <a:pt x="2214" y="671"/>
                </a:cubicBezTo>
                <a:cubicBezTo>
                  <a:pt x="2214" y="646"/>
                  <a:pt x="2214" y="646"/>
                  <a:pt x="2214" y="646"/>
                </a:cubicBezTo>
                <a:cubicBezTo>
                  <a:pt x="2212" y="646"/>
                  <a:pt x="2212" y="646"/>
                  <a:pt x="2212" y="646"/>
                </a:cubicBezTo>
                <a:lnTo>
                  <a:pt x="2212" y="671"/>
                </a:lnTo>
                <a:close/>
                <a:moveTo>
                  <a:pt x="2260" y="487"/>
                </a:moveTo>
                <a:cubicBezTo>
                  <a:pt x="2260" y="408"/>
                  <a:pt x="2260" y="408"/>
                  <a:pt x="2260" y="408"/>
                </a:cubicBezTo>
                <a:cubicBezTo>
                  <a:pt x="2315" y="408"/>
                  <a:pt x="2315" y="408"/>
                  <a:pt x="2315" y="408"/>
                </a:cubicBezTo>
                <a:cubicBezTo>
                  <a:pt x="2331" y="413"/>
                  <a:pt x="2331" y="413"/>
                  <a:pt x="2331" y="413"/>
                </a:cubicBezTo>
                <a:cubicBezTo>
                  <a:pt x="2331" y="632"/>
                  <a:pt x="2331" y="632"/>
                  <a:pt x="2331" y="632"/>
                </a:cubicBezTo>
                <a:cubicBezTo>
                  <a:pt x="2333" y="632"/>
                  <a:pt x="2333" y="632"/>
                  <a:pt x="2333" y="632"/>
                </a:cubicBezTo>
                <a:cubicBezTo>
                  <a:pt x="2333" y="412"/>
                  <a:pt x="2333" y="412"/>
                  <a:pt x="2333" y="412"/>
                </a:cubicBezTo>
                <a:cubicBezTo>
                  <a:pt x="2316" y="405"/>
                  <a:pt x="2316" y="405"/>
                  <a:pt x="2316" y="405"/>
                </a:cubicBezTo>
                <a:cubicBezTo>
                  <a:pt x="2258" y="406"/>
                  <a:pt x="2258" y="406"/>
                  <a:pt x="2258" y="406"/>
                </a:cubicBezTo>
                <a:cubicBezTo>
                  <a:pt x="2258" y="487"/>
                  <a:pt x="2258" y="487"/>
                  <a:pt x="2258" y="487"/>
                </a:cubicBezTo>
                <a:cubicBezTo>
                  <a:pt x="2260" y="487"/>
                  <a:pt x="2260" y="487"/>
                  <a:pt x="2260" y="487"/>
                </a:cubicBezTo>
                <a:moveTo>
                  <a:pt x="2315" y="580"/>
                </a:moveTo>
                <a:cubicBezTo>
                  <a:pt x="2317" y="580"/>
                  <a:pt x="2317" y="580"/>
                  <a:pt x="2317" y="580"/>
                </a:cubicBezTo>
                <a:cubicBezTo>
                  <a:pt x="2317" y="407"/>
                  <a:pt x="2317" y="407"/>
                  <a:pt x="2317" y="407"/>
                </a:cubicBezTo>
                <a:cubicBezTo>
                  <a:pt x="2315" y="407"/>
                  <a:pt x="2315" y="407"/>
                  <a:pt x="2315" y="407"/>
                </a:cubicBezTo>
                <a:lnTo>
                  <a:pt x="2315" y="580"/>
                </a:lnTo>
                <a:close/>
                <a:moveTo>
                  <a:pt x="2264" y="407"/>
                </a:moveTo>
                <a:cubicBezTo>
                  <a:pt x="2267" y="401"/>
                  <a:pt x="2267" y="401"/>
                  <a:pt x="2267" y="401"/>
                </a:cubicBezTo>
                <a:cubicBezTo>
                  <a:pt x="2316" y="401"/>
                  <a:pt x="2316" y="401"/>
                  <a:pt x="2316" y="401"/>
                </a:cubicBezTo>
                <a:cubicBezTo>
                  <a:pt x="2322" y="410"/>
                  <a:pt x="2322" y="410"/>
                  <a:pt x="2322" y="410"/>
                </a:cubicBezTo>
                <a:cubicBezTo>
                  <a:pt x="2324" y="409"/>
                  <a:pt x="2324" y="409"/>
                  <a:pt x="2324" y="409"/>
                </a:cubicBezTo>
                <a:cubicBezTo>
                  <a:pt x="2318" y="398"/>
                  <a:pt x="2318" y="398"/>
                  <a:pt x="2318" y="398"/>
                </a:cubicBezTo>
                <a:cubicBezTo>
                  <a:pt x="2265" y="398"/>
                  <a:pt x="2265" y="398"/>
                  <a:pt x="2265" y="398"/>
                </a:cubicBezTo>
                <a:cubicBezTo>
                  <a:pt x="2262" y="406"/>
                  <a:pt x="2262" y="406"/>
                  <a:pt x="2262" y="406"/>
                </a:cubicBezTo>
                <a:cubicBezTo>
                  <a:pt x="2264" y="407"/>
                  <a:pt x="2264" y="407"/>
                  <a:pt x="2264" y="407"/>
                </a:cubicBezTo>
                <a:moveTo>
                  <a:pt x="2288" y="623"/>
                </a:moveTo>
                <a:cubicBezTo>
                  <a:pt x="2309" y="623"/>
                  <a:pt x="2309" y="623"/>
                  <a:pt x="2309" y="623"/>
                </a:cubicBezTo>
                <a:cubicBezTo>
                  <a:pt x="2309" y="632"/>
                  <a:pt x="2309" y="632"/>
                  <a:pt x="2309" y="632"/>
                </a:cubicBezTo>
                <a:cubicBezTo>
                  <a:pt x="2309" y="633"/>
                  <a:pt x="2309" y="633"/>
                  <a:pt x="2309" y="633"/>
                </a:cubicBezTo>
                <a:cubicBezTo>
                  <a:pt x="2353" y="633"/>
                  <a:pt x="2353" y="633"/>
                  <a:pt x="2353" y="633"/>
                </a:cubicBezTo>
                <a:cubicBezTo>
                  <a:pt x="2353" y="671"/>
                  <a:pt x="2353" y="671"/>
                  <a:pt x="2353" y="671"/>
                </a:cubicBezTo>
                <a:cubicBezTo>
                  <a:pt x="2355" y="671"/>
                  <a:pt x="2355" y="671"/>
                  <a:pt x="2355" y="671"/>
                </a:cubicBezTo>
                <a:cubicBezTo>
                  <a:pt x="2355" y="631"/>
                  <a:pt x="2355" y="631"/>
                  <a:pt x="2355" y="631"/>
                </a:cubicBezTo>
                <a:cubicBezTo>
                  <a:pt x="2311" y="631"/>
                  <a:pt x="2311" y="631"/>
                  <a:pt x="2311" y="631"/>
                </a:cubicBezTo>
                <a:cubicBezTo>
                  <a:pt x="2311" y="622"/>
                  <a:pt x="2311" y="622"/>
                  <a:pt x="2311" y="622"/>
                </a:cubicBezTo>
                <a:cubicBezTo>
                  <a:pt x="2311" y="621"/>
                  <a:pt x="2311" y="621"/>
                  <a:pt x="2311" y="621"/>
                </a:cubicBezTo>
                <a:cubicBezTo>
                  <a:pt x="2288" y="621"/>
                  <a:pt x="2288" y="621"/>
                  <a:pt x="2288" y="621"/>
                </a:cubicBezTo>
                <a:cubicBezTo>
                  <a:pt x="2288" y="623"/>
                  <a:pt x="2288" y="623"/>
                  <a:pt x="2288" y="623"/>
                </a:cubicBezTo>
                <a:moveTo>
                  <a:pt x="2373" y="672"/>
                </a:moveTo>
                <a:cubicBezTo>
                  <a:pt x="2373" y="424"/>
                  <a:pt x="2373" y="424"/>
                  <a:pt x="2373" y="424"/>
                </a:cubicBezTo>
                <a:cubicBezTo>
                  <a:pt x="2425" y="424"/>
                  <a:pt x="2425" y="424"/>
                  <a:pt x="2425" y="424"/>
                </a:cubicBezTo>
                <a:cubicBezTo>
                  <a:pt x="2425" y="672"/>
                  <a:pt x="2425" y="672"/>
                  <a:pt x="2425" y="672"/>
                </a:cubicBezTo>
                <a:cubicBezTo>
                  <a:pt x="2427" y="672"/>
                  <a:pt x="2427" y="672"/>
                  <a:pt x="2427" y="672"/>
                </a:cubicBezTo>
                <a:cubicBezTo>
                  <a:pt x="2427" y="421"/>
                  <a:pt x="2427" y="421"/>
                  <a:pt x="2427" y="421"/>
                </a:cubicBezTo>
                <a:cubicBezTo>
                  <a:pt x="2371" y="421"/>
                  <a:pt x="2371" y="421"/>
                  <a:pt x="2371" y="421"/>
                </a:cubicBezTo>
                <a:cubicBezTo>
                  <a:pt x="2371" y="672"/>
                  <a:pt x="2371" y="672"/>
                  <a:pt x="2371" y="672"/>
                </a:cubicBezTo>
                <a:cubicBezTo>
                  <a:pt x="2373" y="672"/>
                  <a:pt x="2373" y="672"/>
                  <a:pt x="2373" y="672"/>
                </a:cubicBezTo>
                <a:moveTo>
                  <a:pt x="2377" y="406"/>
                </a:moveTo>
                <a:cubicBezTo>
                  <a:pt x="2377" y="407"/>
                  <a:pt x="2377" y="407"/>
                  <a:pt x="2377" y="407"/>
                </a:cubicBezTo>
                <a:cubicBezTo>
                  <a:pt x="2422" y="407"/>
                  <a:pt x="2422" y="407"/>
                  <a:pt x="2422" y="407"/>
                </a:cubicBezTo>
                <a:cubicBezTo>
                  <a:pt x="2422" y="417"/>
                  <a:pt x="2422" y="417"/>
                  <a:pt x="2422" y="417"/>
                </a:cubicBezTo>
                <a:cubicBezTo>
                  <a:pt x="2379" y="417"/>
                  <a:pt x="2379" y="417"/>
                  <a:pt x="2379" y="417"/>
                </a:cubicBezTo>
                <a:cubicBezTo>
                  <a:pt x="2379" y="406"/>
                  <a:pt x="2379" y="406"/>
                  <a:pt x="2379" y="406"/>
                </a:cubicBezTo>
                <a:cubicBezTo>
                  <a:pt x="2377" y="406"/>
                  <a:pt x="2377" y="406"/>
                  <a:pt x="2377" y="406"/>
                </a:cubicBezTo>
                <a:cubicBezTo>
                  <a:pt x="2377" y="407"/>
                  <a:pt x="2377" y="407"/>
                  <a:pt x="2377" y="407"/>
                </a:cubicBezTo>
                <a:cubicBezTo>
                  <a:pt x="2377" y="406"/>
                  <a:pt x="2377" y="406"/>
                  <a:pt x="2377" y="406"/>
                </a:cubicBezTo>
                <a:cubicBezTo>
                  <a:pt x="2376" y="406"/>
                  <a:pt x="2376" y="406"/>
                  <a:pt x="2376" y="406"/>
                </a:cubicBezTo>
                <a:cubicBezTo>
                  <a:pt x="2376" y="420"/>
                  <a:pt x="2376" y="420"/>
                  <a:pt x="2376" y="420"/>
                </a:cubicBezTo>
                <a:cubicBezTo>
                  <a:pt x="2424" y="420"/>
                  <a:pt x="2424" y="420"/>
                  <a:pt x="2424" y="420"/>
                </a:cubicBezTo>
                <a:cubicBezTo>
                  <a:pt x="2424" y="405"/>
                  <a:pt x="2424" y="405"/>
                  <a:pt x="2424" y="405"/>
                </a:cubicBezTo>
                <a:cubicBezTo>
                  <a:pt x="2376" y="405"/>
                  <a:pt x="2376" y="405"/>
                  <a:pt x="2376" y="405"/>
                </a:cubicBezTo>
                <a:cubicBezTo>
                  <a:pt x="2376" y="406"/>
                  <a:pt x="2376" y="406"/>
                  <a:pt x="2376" y="406"/>
                </a:cubicBezTo>
                <a:cubicBezTo>
                  <a:pt x="2377" y="406"/>
                  <a:pt x="2377" y="406"/>
                  <a:pt x="2377" y="406"/>
                </a:cubicBezTo>
                <a:moveTo>
                  <a:pt x="2426" y="424"/>
                </a:moveTo>
                <a:cubicBezTo>
                  <a:pt x="2435" y="428"/>
                  <a:pt x="2435" y="428"/>
                  <a:pt x="2435" y="428"/>
                </a:cubicBezTo>
                <a:cubicBezTo>
                  <a:pt x="2435" y="612"/>
                  <a:pt x="2435" y="612"/>
                  <a:pt x="2435" y="612"/>
                </a:cubicBezTo>
                <a:cubicBezTo>
                  <a:pt x="2438" y="612"/>
                  <a:pt x="2438" y="612"/>
                  <a:pt x="2438" y="612"/>
                </a:cubicBezTo>
                <a:cubicBezTo>
                  <a:pt x="2438" y="426"/>
                  <a:pt x="2438" y="426"/>
                  <a:pt x="2438" y="426"/>
                </a:cubicBezTo>
                <a:cubicBezTo>
                  <a:pt x="2427" y="422"/>
                  <a:pt x="2427" y="422"/>
                  <a:pt x="2427" y="422"/>
                </a:cubicBezTo>
                <a:cubicBezTo>
                  <a:pt x="2426" y="424"/>
                  <a:pt x="2426" y="424"/>
                  <a:pt x="2426" y="424"/>
                </a:cubicBezTo>
                <a:moveTo>
                  <a:pt x="2331" y="468"/>
                </a:moveTo>
                <a:cubicBezTo>
                  <a:pt x="2358" y="468"/>
                  <a:pt x="2358" y="468"/>
                  <a:pt x="2358" y="468"/>
                </a:cubicBezTo>
                <a:cubicBezTo>
                  <a:pt x="2358" y="531"/>
                  <a:pt x="2358" y="531"/>
                  <a:pt x="2358" y="531"/>
                </a:cubicBezTo>
                <a:cubicBezTo>
                  <a:pt x="2360" y="531"/>
                  <a:pt x="2360" y="531"/>
                  <a:pt x="2360" y="531"/>
                </a:cubicBezTo>
                <a:cubicBezTo>
                  <a:pt x="2360" y="466"/>
                  <a:pt x="2360" y="466"/>
                  <a:pt x="2360" y="466"/>
                </a:cubicBezTo>
                <a:cubicBezTo>
                  <a:pt x="2331" y="466"/>
                  <a:pt x="2331" y="466"/>
                  <a:pt x="2331" y="466"/>
                </a:cubicBezTo>
                <a:cubicBezTo>
                  <a:pt x="2331" y="468"/>
                  <a:pt x="2331" y="468"/>
                  <a:pt x="2331" y="468"/>
                </a:cubicBezTo>
                <a:moveTo>
                  <a:pt x="2372" y="446"/>
                </a:moveTo>
                <a:cubicBezTo>
                  <a:pt x="2364" y="446"/>
                  <a:pt x="2364" y="446"/>
                  <a:pt x="2364" y="446"/>
                </a:cubicBezTo>
                <a:cubicBezTo>
                  <a:pt x="2364" y="529"/>
                  <a:pt x="2364" y="529"/>
                  <a:pt x="2364" y="529"/>
                </a:cubicBezTo>
                <a:cubicBezTo>
                  <a:pt x="2347" y="529"/>
                  <a:pt x="2347" y="529"/>
                  <a:pt x="2347" y="529"/>
                </a:cubicBezTo>
                <a:cubicBezTo>
                  <a:pt x="2347" y="624"/>
                  <a:pt x="2347" y="624"/>
                  <a:pt x="2347" y="624"/>
                </a:cubicBezTo>
                <a:cubicBezTo>
                  <a:pt x="2349" y="624"/>
                  <a:pt x="2349" y="624"/>
                  <a:pt x="2349" y="624"/>
                </a:cubicBezTo>
                <a:cubicBezTo>
                  <a:pt x="2349" y="531"/>
                  <a:pt x="2349" y="531"/>
                  <a:pt x="2349" y="531"/>
                </a:cubicBezTo>
                <a:cubicBezTo>
                  <a:pt x="2366" y="531"/>
                  <a:pt x="2366" y="531"/>
                  <a:pt x="2366" y="531"/>
                </a:cubicBezTo>
                <a:cubicBezTo>
                  <a:pt x="2367" y="448"/>
                  <a:pt x="2367" y="448"/>
                  <a:pt x="2367" y="448"/>
                </a:cubicBezTo>
                <a:cubicBezTo>
                  <a:pt x="2372" y="448"/>
                  <a:pt x="2372" y="448"/>
                  <a:pt x="2372" y="448"/>
                </a:cubicBezTo>
                <a:cubicBezTo>
                  <a:pt x="2372" y="446"/>
                  <a:pt x="2372" y="446"/>
                  <a:pt x="2372" y="446"/>
                </a:cubicBezTo>
                <a:moveTo>
                  <a:pt x="2461" y="671"/>
                </a:moveTo>
                <a:cubicBezTo>
                  <a:pt x="2461" y="635"/>
                  <a:pt x="2461" y="635"/>
                  <a:pt x="2461" y="635"/>
                </a:cubicBezTo>
                <a:cubicBezTo>
                  <a:pt x="2465" y="632"/>
                  <a:pt x="2465" y="632"/>
                  <a:pt x="2465" y="632"/>
                </a:cubicBezTo>
                <a:cubicBezTo>
                  <a:pt x="2465" y="632"/>
                  <a:pt x="2465" y="632"/>
                  <a:pt x="2465" y="632"/>
                </a:cubicBezTo>
                <a:cubicBezTo>
                  <a:pt x="2465" y="495"/>
                  <a:pt x="2465" y="495"/>
                  <a:pt x="2465" y="495"/>
                </a:cubicBezTo>
                <a:cubicBezTo>
                  <a:pt x="2529" y="495"/>
                  <a:pt x="2529" y="495"/>
                  <a:pt x="2529" y="495"/>
                </a:cubicBezTo>
                <a:cubicBezTo>
                  <a:pt x="2529" y="631"/>
                  <a:pt x="2529" y="631"/>
                  <a:pt x="2529" y="631"/>
                </a:cubicBezTo>
                <a:cubicBezTo>
                  <a:pt x="2534" y="631"/>
                  <a:pt x="2534" y="631"/>
                  <a:pt x="2534" y="631"/>
                </a:cubicBezTo>
                <a:cubicBezTo>
                  <a:pt x="2534" y="654"/>
                  <a:pt x="2534" y="654"/>
                  <a:pt x="2534" y="654"/>
                </a:cubicBezTo>
                <a:cubicBezTo>
                  <a:pt x="2536" y="654"/>
                  <a:pt x="2536" y="654"/>
                  <a:pt x="2536" y="654"/>
                </a:cubicBezTo>
                <a:cubicBezTo>
                  <a:pt x="2536" y="629"/>
                  <a:pt x="2536" y="629"/>
                  <a:pt x="2536" y="629"/>
                </a:cubicBezTo>
                <a:cubicBezTo>
                  <a:pt x="2531" y="629"/>
                  <a:pt x="2531" y="629"/>
                  <a:pt x="2531" y="629"/>
                </a:cubicBezTo>
                <a:cubicBezTo>
                  <a:pt x="2531" y="493"/>
                  <a:pt x="2531" y="493"/>
                  <a:pt x="2531" y="493"/>
                </a:cubicBezTo>
                <a:cubicBezTo>
                  <a:pt x="2463" y="493"/>
                  <a:pt x="2463" y="493"/>
                  <a:pt x="2463" y="493"/>
                </a:cubicBezTo>
                <a:cubicBezTo>
                  <a:pt x="2463" y="631"/>
                  <a:pt x="2463" y="631"/>
                  <a:pt x="2463" y="631"/>
                </a:cubicBezTo>
                <a:cubicBezTo>
                  <a:pt x="2458" y="633"/>
                  <a:pt x="2458" y="633"/>
                  <a:pt x="2458" y="633"/>
                </a:cubicBezTo>
                <a:cubicBezTo>
                  <a:pt x="2458" y="671"/>
                  <a:pt x="2458" y="671"/>
                  <a:pt x="2458" y="671"/>
                </a:cubicBezTo>
                <a:cubicBezTo>
                  <a:pt x="2461" y="671"/>
                  <a:pt x="2461" y="671"/>
                  <a:pt x="2461" y="671"/>
                </a:cubicBezTo>
                <a:moveTo>
                  <a:pt x="2464" y="492"/>
                </a:moveTo>
                <a:cubicBezTo>
                  <a:pt x="2455" y="501"/>
                  <a:pt x="2455" y="501"/>
                  <a:pt x="2455" y="501"/>
                </a:cubicBezTo>
                <a:cubicBezTo>
                  <a:pt x="2455" y="629"/>
                  <a:pt x="2455" y="629"/>
                  <a:pt x="2455" y="629"/>
                </a:cubicBezTo>
                <a:cubicBezTo>
                  <a:pt x="2444" y="629"/>
                  <a:pt x="2444" y="629"/>
                  <a:pt x="2444" y="629"/>
                </a:cubicBezTo>
                <a:cubicBezTo>
                  <a:pt x="2444" y="670"/>
                  <a:pt x="2444" y="670"/>
                  <a:pt x="2444" y="670"/>
                </a:cubicBezTo>
                <a:cubicBezTo>
                  <a:pt x="2447" y="670"/>
                  <a:pt x="2447" y="670"/>
                  <a:pt x="2447" y="670"/>
                </a:cubicBezTo>
                <a:cubicBezTo>
                  <a:pt x="2447" y="631"/>
                  <a:pt x="2447" y="631"/>
                  <a:pt x="2447" y="631"/>
                </a:cubicBezTo>
                <a:cubicBezTo>
                  <a:pt x="2457" y="631"/>
                  <a:pt x="2457" y="631"/>
                  <a:pt x="2457" y="631"/>
                </a:cubicBezTo>
                <a:cubicBezTo>
                  <a:pt x="2457" y="501"/>
                  <a:pt x="2457" y="501"/>
                  <a:pt x="2457" y="501"/>
                </a:cubicBezTo>
                <a:cubicBezTo>
                  <a:pt x="2465" y="494"/>
                  <a:pt x="2465" y="494"/>
                  <a:pt x="2465" y="494"/>
                </a:cubicBezTo>
                <a:cubicBezTo>
                  <a:pt x="2464" y="492"/>
                  <a:pt x="2464" y="492"/>
                  <a:pt x="2464" y="492"/>
                </a:cubicBezTo>
                <a:moveTo>
                  <a:pt x="2372" y="512"/>
                </a:moveTo>
                <a:cubicBezTo>
                  <a:pt x="2426" y="512"/>
                  <a:pt x="2426" y="512"/>
                  <a:pt x="2426" y="512"/>
                </a:cubicBezTo>
                <a:cubicBezTo>
                  <a:pt x="2426" y="510"/>
                  <a:pt x="2426" y="510"/>
                  <a:pt x="2426" y="510"/>
                </a:cubicBezTo>
                <a:cubicBezTo>
                  <a:pt x="2372" y="510"/>
                  <a:pt x="2372" y="510"/>
                  <a:pt x="2372" y="510"/>
                </a:cubicBezTo>
                <a:lnTo>
                  <a:pt x="2372" y="512"/>
                </a:lnTo>
                <a:close/>
                <a:moveTo>
                  <a:pt x="2372" y="595"/>
                </a:moveTo>
                <a:cubicBezTo>
                  <a:pt x="2426" y="595"/>
                  <a:pt x="2426" y="595"/>
                  <a:pt x="2426" y="595"/>
                </a:cubicBezTo>
                <a:cubicBezTo>
                  <a:pt x="2426" y="593"/>
                  <a:pt x="2426" y="593"/>
                  <a:pt x="2426" y="593"/>
                </a:cubicBezTo>
                <a:cubicBezTo>
                  <a:pt x="2372" y="593"/>
                  <a:pt x="2372" y="593"/>
                  <a:pt x="2372" y="593"/>
                </a:cubicBezTo>
                <a:lnTo>
                  <a:pt x="2372" y="595"/>
                </a:lnTo>
                <a:close/>
                <a:moveTo>
                  <a:pt x="2372" y="433"/>
                </a:moveTo>
                <a:cubicBezTo>
                  <a:pt x="2426" y="433"/>
                  <a:pt x="2426" y="433"/>
                  <a:pt x="2426" y="433"/>
                </a:cubicBezTo>
                <a:cubicBezTo>
                  <a:pt x="2426" y="431"/>
                  <a:pt x="2426" y="431"/>
                  <a:pt x="2426" y="431"/>
                </a:cubicBezTo>
                <a:cubicBezTo>
                  <a:pt x="2372" y="431"/>
                  <a:pt x="2372" y="431"/>
                  <a:pt x="2372" y="431"/>
                </a:cubicBezTo>
                <a:lnTo>
                  <a:pt x="2372" y="433"/>
                </a:lnTo>
                <a:close/>
                <a:moveTo>
                  <a:pt x="2263" y="420"/>
                </a:moveTo>
                <a:cubicBezTo>
                  <a:pt x="2310" y="420"/>
                  <a:pt x="2310" y="420"/>
                  <a:pt x="2310" y="420"/>
                </a:cubicBezTo>
                <a:cubicBezTo>
                  <a:pt x="2310" y="417"/>
                  <a:pt x="2310" y="417"/>
                  <a:pt x="2310" y="417"/>
                </a:cubicBezTo>
                <a:cubicBezTo>
                  <a:pt x="2263" y="417"/>
                  <a:pt x="2263" y="417"/>
                  <a:pt x="2263" y="417"/>
                </a:cubicBezTo>
                <a:lnTo>
                  <a:pt x="2263" y="420"/>
                </a:lnTo>
                <a:close/>
                <a:moveTo>
                  <a:pt x="2437" y="434"/>
                </a:moveTo>
                <a:cubicBezTo>
                  <a:pt x="2437" y="434"/>
                  <a:pt x="2439" y="434"/>
                  <a:pt x="2441" y="434"/>
                </a:cubicBezTo>
                <a:cubicBezTo>
                  <a:pt x="2447" y="433"/>
                  <a:pt x="2458" y="431"/>
                  <a:pt x="2458" y="431"/>
                </a:cubicBezTo>
                <a:cubicBezTo>
                  <a:pt x="2458" y="430"/>
                  <a:pt x="2458" y="430"/>
                  <a:pt x="2458" y="430"/>
                </a:cubicBezTo>
                <a:cubicBezTo>
                  <a:pt x="2458" y="431"/>
                  <a:pt x="2458" y="431"/>
                  <a:pt x="2458" y="431"/>
                </a:cubicBezTo>
                <a:cubicBezTo>
                  <a:pt x="2478" y="433"/>
                  <a:pt x="2478" y="433"/>
                  <a:pt x="2478" y="433"/>
                </a:cubicBezTo>
                <a:cubicBezTo>
                  <a:pt x="2478" y="446"/>
                  <a:pt x="2478" y="446"/>
                  <a:pt x="2478" y="446"/>
                </a:cubicBezTo>
                <a:cubicBezTo>
                  <a:pt x="2482" y="450"/>
                  <a:pt x="2482" y="450"/>
                  <a:pt x="2482" y="450"/>
                </a:cubicBezTo>
                <a:cubicBezTo>
                  <a:pt x="2482" y="465"/>
                  <a:pt x="2482" y="465"/>
                  <a:pt x="2482" y="465"/>
                </a:cubicBezTo>
                <a:cubicBezTo>
                  <a:pt x="2486" y="468"/>
                  <a:pt x="2486" y="468"/>
                  <a:pt x="2486" y="468"/>
                </a:cubicBezTo>
                <a:cubicBezTo>
                  <a:pt x="2486" y="493"/>
                  <a:pt x="2486" y="493"/>
                  <a:pt x="2486" y="493"/>
                </a:cubicBezTo>
                <a:cubicBezTo>
                  <a:pt x="2488" y="493"/>
                  <a:pt x="2488" y="493"/>
                  <a:pt x="2488" y="493"/>
                </a:cubicBezTo>
                <a:cubicBezTo>
                  <a:pt x="2488" y="467"/>
                  <a:pt x="2488" y="467"/>
                  <a:pt x="2488" y="467"/>
                </a:cubicBezTo>
                <a:cubicBezTo>
                  <a:pt x="2484" y="464"/>
                  <a:pt x="2484" y="464"/>
                  <a:pt x="2484" y="464"/>
                </a:cubicBezTo>
                <a:cubicBezTo>
                  <a:pt x="2484" y="449"/>
                  <a:pt x="2484" y="449"/>
                  <a:pt x="2484" y="449"/>
                </a:cubicBezTo>
                <a:cubicBezTo>
                  <a:pt x="2481" y="446"/>
                  <a:pt x="2481" y="446"/>
                  <a:pt x="2481" y="446"/>
                </a:cubicBezTo>
                <a:cubicBezTo>
                  <a:pt x="2481" y="431"/>
                  <a:pt x="2481" y="431"/>
                  <a:pt x="2481" y="431"/>
                </a:cubicBezTo>
                <a:cubicBezTo>
                  <a:pt x="2458" y="429"/>
                  <a:pt x="2458" y="429"/>
                  <a:pt x="2458" y="429"/>
                </a:cubicBezTo>
                <a:cubicBezTo>
                  <a:pt x="2458" y="429"/>
                  <a:pt x="2458" y="429"/>
                  <a:pt x="2458" y="429"/>
                </a:cubicBezTo>
                <a:cubicBezTo>
                  <a:pt x="2457" y="429"/>
                  <a:pt x="2453" y="429"/>
                  <a:pt x="2448" y="430"/>
                </a:cubicBezTo>
                <a:cubicBezTo>
                  <a:pt x="2445" y="431"/>
                  <a:pt x="2443" y="431"/>
                  <a:pt x="2440" y="431"/>
                </a:cubicBezTo>
                <a:cubicBezTo>
                  <a:pt x="2438" y="432"/>
                  <a:pt x="2437" y="432"/>
                  <a:pt x="2437" y="432"/>
                </a:cubicBezTo>
                <a:cubicBezTo>
                  <a:pt x="2437" y="434"/>
                  <a:pt x="2437" y="434"/>
                  <a:pt x="2437" y="434"/>
                </a:cubicBezTo>
                <a:moveTo>
                  <a:pt x="2540" y="653"/>
                </a:moveTo>
                <a:cubicBezTo>
                  <a:pt x="2540" y="476"/>
                  <a:pt x="2540" y="476"/>
                  <a:pt x="2540" y="476"/>
                </a:cubicBezTo>
                <a:cubicBezTo>
                  <a:pt x="2547" y="471"/>
                  <a:pt x="2547" y="471"/>
                  <a:pt x="2547" y="471"/>
                </a:cubicBezTo>
                <a:cubicBezTo>
                  <a:pt x="2606" y="471"/>
                  <a:pt x="2606" y="471"/>
                  <a:pt x="2606" y="471"/>
                </a:cubicBezTo>
                <a:cubicBezTo>
                  <a:pt x="2606" y="645"/>
                  <a:pt x="2606" y="645"/>
                  <a:pt x="2606" y="645"/>
                </a:cubicBezTo>
                <a:cubicBezTo>
                  <a:pt x="2608" y="645"/>
                  <a:pt x="2608" y="645"/>
                  <a:pt x="2608" y="645"/>
                </a:cubicBezTo>
                <a:cubicBezTo>
                  <a:pt x="2608" y="469"/>
                  <a:pt x="2608" y="469"/>
                  <a:pt x="2608" y="469"/>
                </a:cubicBezTo>
                <a:cubicBezTo>
                  <a:pt x="2547" y="469"/>
                  <a:pt x="2547" y="469"/>
                  <a:pt x="2547" y="469"/>
                </a:cubicBezTo>
                <a:cubicBezTo>
                  <a:pt x="2538" y="475"/>
                  <a:pt x="2538" y="475"/>
                  <a:pt x="2538" y="475"/>
                </a:cubicBezTo>
                <a:cubicBezTo>
                  <a:pt x="2538" y="653"/>
                  <a:pt x="2538" y="653"/>
                  <a:pt x="2538" y="653"/>
                </a:cubicBezTo>
                <a:cubicBezTo>
                  <a:pt x="2540" y="653"/>
                  <a:pt x="2540" y="653"/>
                  <a:pt x="2540" y="653"/>
                </a:cubicBezTo>
                <a:moveTo>
                  <a:pt x="2539" y="633"/>
                </a:moveTo>
                <a:cubicBezTo>
                  <a:pt x="2607" y="633"/>
                  <a:pt x="2607" y="633"/>
                  <a:pt x="2607" y="633"/>
                </a:cubicBezTo>
                <a:cubicBezTo>
                  <a:pt x="2607" y="631"/>
                  <a:pt x="2607" y="631"/>
                  <a:pt x="2607" y="631"/>
                </a:cubicBezTo>
                <a:cubicBezTo>
                  <a:pt x="2539" y="631"/>
                  <a:pt x="2539" y="631"/>
                  <a:pt x="2539" y="631"/>
                </a:cubicBezTo>
                <a:lnTo>
                  <a:pt x="2539" y="633"/>
                </a:lnTo>
                <a:close/>
                <a:moveTo>
                  <a:pt x="2546" y="643"/>
                </a:moveTo>
                <a:cubicBezTo>
                  <a:pt x="2548" y="643"/>
                  <a:pt x="2548" y="643"/>
                  <a:pt x="2548" y="643"/>
                </a:cubicBezTo>
                <a:cubicBezTo>
                  <a:pt x="2548" y="470"/>
                  <a:pt x="2548" y="470"/>
                  <a:pt x="2548" y="470"/>
                </a:cubicBezTo>
                <a:cubicBezTo>
                  <a:pt x="2546" y="470"/>
                  <a:pt x="2546" y="470"/>
                  <a:pt x="2546" y="470"/>
                </a:cubicBezTo>
                <a:lnTo>
                  <a:pt x="2546" y="643"/>
                </a:lnTo>
                <a:close/>
                <a:moveTo>
                  <a:pt x="2457" y="526"/>
                </a:moveTo>
                <a:cubicBezTo>
                  <a:pt x="2464" y="521"/>
                  <a:pt x="2464" y="521"/>
                  <a:pt x="2464" y="521"/>
                </a:cubicBezTo>
                <a:cubicBezTo>
                  <a:pt x="2529" y="521"/>
                  <a:pt x="2529" y="521"/>
                  <a:pt x="2529" y="521"/>
                </a:cubicBezTo>
                <a:cubicBezTo>
                  <a:pt x="2529" y="519"/>
                  <a:pt x="2529" y="519"/>
                  <a:pt x="2529" y="519"/>
                </a:cubicBezTo>
                <a:cubicBezTo>
                  <a:pt x="2463" y="519"/>
                  <a:pt x="2463" y="519"/>
                  <a:pt x="2463" y="519"/>
                </a:cubicBezTo>
                <a:cubicBezTo>
                  <a:pt x="2455" y="524"/>
                  <a:pt x="2455" y="524"/>
                  <a:pt x="2455" y="524"/>
                </a:cubicBezTo>
                <a:cubicBezTo>
                  <a:pt x="2457" y="526"/>
                  <a:pt x="2457" y="526"/>
                  <a:pt x="2457" y="526"/>
                </a:cubicBezTo>
                <a:moveTo>
                  <a:pt x="2457" y="555"/>
                </a:moveTo>
                <a:cubicBezTo>
                  <a:pt x="2464" y="551"/>
                  <a:pt x="2464" y="551"/>
                  <a:pt x="2464" y="551"/>
                </a:cubicBezTo>
                <a:cubicBezTo>
                  <a:pt x="2530" y="551"/>
                  <a:pt x="2530" y="551"/>
                  <a:pt x="2530" y="551"/>
                </a:cubicBezTo>
                <a:cubicBezTo>
                  <a:pt x="2530" y="549"/>
                  <a:pt x="2530" y="549"/>
                  <a:pt x="2530" y="549"/>
                </a:cubicBezTo>
                <a:cubicBezTo>
                  <a:pt x="2464" y="549"/>
                  <a:pt x="2464" y="549"/>
                  <a:pt x="2464" y="549"/>
                </a:cubicBezTo>
                <a:cubicBezTo>
                  <a:pt x="2456" y="553"/>
                  <a:pt x="2456" y="553"/>
                  <a:pt x="2456" y="553"/>
                </a:cubicBezTo>
                <a:cubicBezTo>
                  <a:pt x="2457" y="555"/>
                  <a:pt x="2457" y="555"/>
                  <a:pt x="2457" y="555"/>
                </a:cubicBezTo>
                <a:moveTo>
                  <a:pt x="2457" y="583"/>
                </a:moveTo>
                <a:cubicBezTo>
                  <a:pt x="2464" y="579"/>
                  <a:pt x="2464" y="579"/>
                  <a:pt x="2464" y="579"/>
                </a:cubicBezTo>
                <a:cubicBezTo>
                  <a:pt x="2529" y="579"/>
                  <a:pt x="2529" y="579"/>
                  <a:pt x="2529" y="579"/>
                </a:cubicBezTo>
                <a:cubicBezTo>
                  <a:pt x="2529" y="577"/>
                  <a:pt x="2529" y="577"/>
                  <a:pt x="2529" y="577"/>
                </a:cubicBezTo>
                <a:cubicBezTo>
                  <a:pt x="2463" y="577"/>
                  <a:pt x="2463" y="577"/>
                  <a:pt x="2463" y="577"/>
                </a:cubicBezTo>
                <a:cubicBezTo>
                  <a:pt x="2456" y="581"/>
                  <a:pt x="2456" y="581"/>
                  <a:pt x="2456" y="581"/>
                </a:cubicBezTo>
                <a:cubicBezTo>
                  <a:pt x="2457" y="583"/>
                  <a:pt x="2457" y="583"/>
                  <a:pt x="2457" y="583"/>
                </a:cubicBezTo>
                <a:moveTo>
                  <a:pt x="2456" y="614"/>
                </a:moveTo>
                <a:cubicBezTo>
                  <a:pt x="2465" y="611"/>
                  <a:pt x="2465" y="611"/>
                  <a:pt x="2465" y="611"/>
                </a:cubicBezTo>
                <a:cubicBezTo>
                  <a:pt x="2529" y="611"/>
                  <a:pt x="2529" y="611"/>
                  <a:pt x="2529" y="611"/>
                </a:cubicBezTo>
                <a:cubicBezTo>
                  <a:pt x="2529" y="609"/>
                  <a:pt x="2529" y="609"/>
                  <a:pt x="2529" y="609"/>
                </a:cubicBezTo>
                <a:cubicBezTo>
                  <a:pt x="2464" y="609"/>
                  <a:pt x="2464" y="609"/>
                  <a:pt x="2464" y="609"/>
                </a:cubicBezTo>
                <a:cubicBezTo>
                  <a:pt x="2455" y="612"/>
                  <a:pt x="2455" y="612"/>
                  <a:pt x="2455" y="612"/>
                </a:cubicBezTo>
                <a:cubicBezTo>
                  <a:pt x="2456" y="614"/>
                  <a:pt x="2456" y="614"/>
                  <a:pt x="2456" y="614"/>
                </a:cubicBezTo>
                <a:moveTo>
                  <a:pt x="2468" y="669"/>
                </a:moveTo>
                <a:cubicBezTo>
                  <a:pt x="2468" y="655"/>
                  <a:pt x="2468" y="655"/>
                  <a:pt x="2468" y="655"/>
                </a:cubicBezTo>
                <a:cubicBezTo>
                  <a:pt x="2475" y="655"/>
                  <a:pt x="2475" y="655"/>
                  <a:pt x="2475" y="655"/>
                </a:cubicBezTo>
                <a:cubicBezTo>
                  <a:pt x="2475" y="626"/>
                  <a:pt x="2475" y="626"/>
                  <a:pt x="2475" y="626"/>
                </a:cubicBezTo>
                <a:cubicBezTo>
                  <a:pt x="2512" y="626"/>
                  <a:pt x="2512" y="626"/>
                  <a:pt x="2512" y="626"/>
                </a:cubicBezTo>
                <a:cubicBezTo>
                  <a:pt x="2512" y="655"/>
                  <a:pt x="2512" y="655"/>
                  <a:pt x="2512" y="655"/>
                </a:cubicBezTo>
                <a:cubicBezTo>
                  <a:pt x="2550" y="655"/>
                  <a:pt x="2550" y="655"/>
                  <a:pt x="2550" y="655"/>
                </a:cubicBezTo>
                <a:cubicBezTo>
                  <a:pt x="2550" y="671"/>
                  <a:pt x="2550" y="671"/>
                  <a:pt x="2550" y="671"/>
                </a:cubicBezTo>
                <a:cubicBezTo>
                  <a:pt x="2553" y="671"/>
                  <a:pt x="2553" y="671"/>
                  <a:pt x="2553" y="671"/>
                </a:cubicBezTo>
                <a:cubicBezTo>
                  <a:pt x="2553" y="652"/>
                  <a:pt x="2553" y="652"/>
                  <a:pt x="2553" y="652"/>
                </a:cubicBezTo>
                <a:cubicBezTo>
                  <a:pt x="2514" y="652"/>
                  <a:pt x="2514" y="652"/>
                  <a:pt x="2514" y="652"/>
                </a:cubicBezTo>
                <a:cubicBezTo>
                  <a:pt x="2514" y="624"/>
                  <a:pt x="2514" y="624"/>
                  <a:pt x="2514" y="624"/>
                </a:cubicBezTo>
                <a:cubicBezTo>
                  <a:pt x="2473" y="624"/>
                  <a:pt x="2473" y="624"/>
                  <a:pt x="2473" y="624"/>
                </a:cubicBezTo>
                <a:cubicBezTo>
                  <a:pt x="2473" y="653"/>
                  <a:pt x="2473" y="653"/>
                  <a:pt x="2473" y="653"/>
                </a:cubicBezTo>
                <a:cubicBezTo>
                  <a:pt x="2465" y="653"/>
                  <a:pt x="2465" y="653"/>
                  <a:pt x="2465" y="653"/>
                </a:cubicBezTo>
                <a:cubicBezTo>
                  <a:pt x="2465" y="669"/>
                  <a:pt x="2465" y="669"/>
                  <a:pt x="2465" y="669"/>
                </a:cubicBezTo>
                <a:cubicBezTo>
                  <a:pt x="2468" y="669"/>
                  <a:pt x="2468" y="669"/>
                  <a:pt x="2468" y="669"/>
                </a:cubicBezTo>
                <a:moveTo>
                  <a:pt x="2539" y="499"/>
                </a:moveTo>
                <a:cubicBezTo>
                  <a:pt x="2547" y="495"/>
                  <a:pt x="2547" y="495"/>
                  <a:pt x="2547" y="495"/>
                </a:cubicBezTo>
                <a:cubicBezTo>
                  <a:pt x="2607" y="495"/>
                  <a:pt x="2607" y="495"/>
                  <a:pt x="2607" y="495"/>
                </a:cubicBezTo>
                <a:cubicBezTo>
                  <a:pt x="2607" y="493"/>
                  <a:pt x="2607" y="493"/>
                  <a:pt x="2607" y="493"/>
                </a:cubicBezTo>
                <a:cubicBezTo>
                  <a:pt x="2546" y="493"/>
                  <a:pt x="2546" y="493"/>
                  <a:pt x="2546" y="493"/>
                </a:cubicBezTo>
                <a:cubicBezTo>
                  <a:pt x="2538" y="497"/>
                  <a:pt x="2538" y="497"/>
                  <a:pt x="2538" y="497"/>
                </a:cubicBezTo>
                <a:cubicBezTo>
                  <a:pt x="2539" y="499"/>
                  <a:pt x="2539" y="499"/>
                  <a:pt x="2539" y="499"/>
                </a:cubicBezTo>
                <a:moveTo>
                  <a:pt x="2620" y="551"/>
                </a:moveTo>
                <a:cubicBezTo>
                  <a:pt x="2633" y="547"/>
                  <a:pt x="2633" y="547"/>
                  <a:pt x="2633" y="547"/>
                </a:cubicBezTo>
                <a:cubicBezTo>
                  <a:pt x="2705" y="547"/>
                  <a:pt x="2705" y="547"/>
                  <a:pt x="2705" y="547"/>
                </a:cubicBezTo>
                <a:cubicBezTo>
                  <a:pt x="2705" y="638"/>
                  <a:pt x="2705" y="638"/>
                  <a:pt x="2705" y="638"/>
                </a:cubicBezTo>
                <a:cubicBezTo>
                  <a:pt x="2707" y="638"/>
                  <a:pt x="2707" y="638"/>
                  <a:pt x="2707" y="638"/>
                </a:cubicBezTo>
                <a:cubicBezTo>
                  <a:pt x="2707" y="544"/>
                  <a:pt x="2707" y="544"/>
                  <a:pt x="2707" y="544"/>
                </a:cubicBezTo>
                <a:cubicBezTo>
                  <a:pt x="2633" y="544"/>
                  <a:pt x="2633" y="544"/>
                  <a:pt x="2633" y="544"/>
                </a:cubicBezTo>
                <a:cubicBezTo>
                  <a:pt x="2620" y="548"/>
                  <a:pt x="2620" y="548"/>
                  <a:pt x="2620" y="548"/>
                </a:cubicBezTo>
                <a:cubicBezTo>
                  <a:pt x="2620" y="551"/>
                  <a:pt x="2620" y="551"/>
                  <a:pt x="2620" y="551"/>
                </a:cubicBezTo>
                <a:moveTo>
                  <a:pt x="2652" y="671"/>
                </a:moveTo>
                <a:cubicBezTo>
                  <a:pt x="2652" y="640"/>
                  <a:pt x="2652" y="640"/>
                  <a:pt x="2652" y="640"/>
                </a:cubicBezTo>
                <a:cubicBezTo>
                  <a:pt x="2735" y="640"/>
                  <a:pt x="2735" y="640"/>
                  <a:pt x="2735" y="640"/>
                </a:cubicBezTo>
                <a:cubicBezTo>
                  <a:pt x="2735" y="672"/>
                  <a:pt x="2735" y="672"/>
                  <a:pt x="2735" y="672"/>
                </a:cubicBezTo>
                <a:cubicBezTo>
                  <a:pt x="2737" y="672"/>
                  <a:pt x="2737" y="672"/>
                  <a:pt x="2737" y="672"/>
                </a:cubicBezTo>
                <a:cubicBezTo>
                  <a:pt x="2737" y="638"/>
                  <a:pt x="2737" y="638"/>
                  <a:pt x="2737" y="638"/>
                </a:cubicBezTo>
                <a:cubicBezTo>
                  <a:pt x="2649" y="638"/>
                  <a:pt x="2649" y="638"/>
                  <a:pt x="2649" y="638"/>
                </a:cubicBezTo>
                <a:cubicBezTo>
                  <a:pt x="2649" y="671"/>
                  <a:pt x="2649" y="671"/>
                  <a:pt x="2649" y="671"/>
                </a:cubicBezTo>
                <a:cubicBezTo>
                  <a:pt x="2652" y="671"/>
                  <a:pt x="2652" y="671"/>
                  <a:pt x="2652" y="671"/>
                </a:cubicBezTo>
                <a:moveTo>
                  <a:pt x="2564" y="646"/>
                </a:moveTo>
                <a:cubicBezTo>
                  <a:pt x="2626" y="646"/>
                  <a:pt x="2626" y="646"/>
                  <a:pt x="2626" y="646"/>
                </a:cubicBezTo>
                <a:cubicBezTo>
                  <a:pt x="2626" y="671"/>
                  <a:pt x="2626" y="671"/>
                  <a:pt x="2626" y="671"/>
                </a:cubicBezTo>
                <a:cubicBezTo>
                  <a:pt x="2628" y="671"/>
                  <a:pt x="2628" y="671"/>
                  <a:pt x="2628" y="671"/>
                </a:cubicBezTo>
                <a:cubicBezTo>
                  <a:pt x="2628" y="643"/>
                  <a:pt x="2628" y="643"/>
                  <a:pt x="2628" y="643"/>
                </a:cubicBezTo>
                <a:cubicBezTo>
                  <a:pt x="2564" y="643"/>
                  <a:pt x="2564" y="643"/>
                  <a:pt x="2564" y="643"/>
                </a:cubicBezTo>
                <a:cubicBezTo>
                  <a:pt x="2564" y="646"/>
                  <a:pt x="2564" y="646"/>
                  <a:pt x="2564" y="646"/>
                </a:cubicBezTo>
                <a:moveTo>
                  <a:pt x="2480" y="441"/>
                </a:moveTo>
                <a:cubicBezTo>
                  <a:pt x="2459" y="438"/>
                  <a:pt x="2459" y="438"/>
                  <a:pt x="2459" y="438"/>
                </a:cubicBezTo>
                <a:cubicBezTo>
                  <a:pt x="2459" y="469"/>
                  <a:pt x="2459" y="469"/>
                  <a:pt x="2459" y="469"/>
                </a:cubicBezTo>
                <a:cubicBezTo>
                  <a:pt x="2463" y="469"/>
                  <a:pt x="2463" y="469"/>
                  <a:pt x="2463" y="469"/>
                </a:cubicBezTo>
                <a:cubicBezTo>
                  <a:pt x="2463" y="489"/>
                  <a:pt x="2463" y="489"/>
                  <a:pt x="2463" y="489"/>
                </a:cubicBezTo>
                <a:cubicBezTo>
                  <a:pt x="2465" y="489"/>
                  <a:pt x="2465" y="489"/>
                  <a:pt x="2465" y="489"/>
                </a:cubicBezTo>
                <a:cubicBezTo>
                  <a:pt x="2465" y="467"/>
                  <a:pt x="2465" y="467"/>
                  <a:pt x="2465" y="467"/>
                </a:cubicBezTo>
                <a:cubicBezTo>
                  <a:pt x="2461" y="467"/>
                  <a:pt x="2461" y="467"/>
                  <a:pt x="2461" y="467"/>
                </a:cubicBezTo>
                <a:cubicBezTo>
                  <a:pt x="2461" y="441"/>
                  <a:pt x="2461" y="441"/>
                  <a:pt x="2461" y="441"/>
                </a:cubicBezTo>
                <a:cubicBezTo>
                  <a:pt x="2480" y="443"/>
                  <a:pt x="2480" y="443"/>
                  <a:pt x="2480" y="443"/>
                </a:cubicBezTo>
                <a:cubicBezTo>
                  <a:pt x="2480" y="441"/>
                  <a:pt x="2480" y="441"/>
                  <a:pt x="2480" y="441"/>
                </a:cubicBezTo>
                <a:moveTo>
                  <a:pt x="2473" y="431"/>
                </a:moveTo>
                <a:cubicBezTo>
                  <a:pt x="2473" y="417"/>
                  <a:pt x="2473" y="417"/>
                  <a:pt x="2473" y="417"/>
                </a:cubicBezTo>
                <a:cubicBezTo>
                  <a:pt x="2492" y="417"/>
                  <a:pt x="2492" y="417"/>
                  <a:pt x="2492" y="417"/>
                </a:cubicBezTo>
                <a:cubicBezTo>
                  <a:pt x="2492" y="428"/>
                  <a:pt x="2492" y="428"/>
                  <a:pt x="2492" y="428"/>
                </a:cubicBezTo>
                <a:cubicBezTo>
                  <a:pt x="2500" y="428"/>
                  <a:pt x="2500" y="428"/>
                  <a:pt x="2500" y="428"/>
                </a:cubicBezTo>
                <a:cubicBezTo>
                  <a:pt x="2500" y="493"/>
                  <a:pt x="2500" y="493"/>
                  <a:pt x="2500" y="493"/>
                </a:cubicBezTo>
                <a:cubicBezTo>
                  <a:pt x="2502" y="493"/>
                  <a:pt x="2502" y="493"/>
                  <a:pt x="2502" y="493"/>
                </a:cubicBezTo>
                <a:cubicBezTo>
                  <a:pt x="2502" y="425"/>
                  <a:pt x="2502" y="425"/>
                  <a:pt x="2502" y="425"/>
                </a:cubicBezTo>
                <a:cubicBezTo>
                  <a:pt x="2494" y="425"/>
                  <a:pt x="2494" y="425"/>
                  <a:pt x="2494" y="425"/>
                </a:cubicBezTo>
                <a:cubicBezTo>
                  <a:pt x="2494" y="415"/>
                  <a:pt x="2494" y="415"/>
                  <a:pt x="2494" y="415"/>
                </a:cubicBezTo>
                <a:cubicBezTo>
                  <a:pt x="2471" y="415"/>
                  <a:pt x="2471" y="415"/>
                  <a:pt x="2471" y="415"/>
                </a:cubicBezTo>
                <a:cubicBezTo>
                  <a:pt x="2471" y="431"/>
                  <a:pt x="2471" y="431"/>
                  <a:pt x="2471" y="431"/>
                </a:cubicBezTo>
                <a:cubicBezTo>
                  <a:pt x="2473" y="431"/>
                  <a:pt x="2473" y="431"/>
                  <a:pt x="2473" y="431"/>
                </a:cubicBezTo>
                <a:moveTo>
                  <a:pt x="2416" y="406"/>
                </a:moveTo>
                <a:cubicBezTo>
                  <a:pt x="2416" y="383"/>
                  <a:pt x="2416" y="383"/>
                  <a:pt x="2416" y="383"/>
                </a:cubicBezTo>
                <a:cubicBezTo>
                  <a:pt x="2439" y="374"/>
                  <a:pt x="2439" y="374"/>
                  <a:pt x="2439" y="374"/>
                </a:cubicBezTo>
                <a:cubicBezTo>
                  <a:pt x="2439" y="383"/>
                  <a:pt x="2439" y="383"/>
                  <a:pt x="2439" y="383"/>
                </a:cubicBezTo>
                <a:cubicBezTo>
                  <a:pt x="2449" y="383"/>
                  <a:pt x="2449" y="383"/>
                  <a:pt x="2449" y="383"/>
                </a:cubicBezTo>
                <a:cubicBezTo>
                  <a:pt x="2449" y="431"/>
                  <a:pt x="2449" y="431"/>
                  <a:pt x="2449" y="431"/>
                </a:cubicBezTo>
                <a:cubicBezTo>
                  <a:pt x="2451" y="431"/>
                  <a:pt x="2451" y="431"/>
                  <a:pt x="2451" y="431"/>
                </a:cubicBezTo>
                <a:cubicBezTo>
                  <a:pt x="2451" y="381"/>
                  <a:pt x="2451" y="381"/>
                  <a:pt x="2451" y="381"/>
                </a:cubicBezTo>
                <a:cubicBezTo>
                  <a:pt x="2441" y="381"/>
                  <a:pt x="2441" y="381"/>
                  <a:pt x="2441" y="381"/>
                </a:cubicBezTo>
                <a:cubicBezTo>
                  <a:pt x="2441" y="371"/>
                  <a:pt x="2441" y="371"/>
                  <a:pt x="2441" y="371"/>
                </a:cubicBezTo>
                <a:cubicBezTo>
                  <a:pt x="2413" y="381"/>
                  <a:pt x="2413" y="381"/>
                  <a:pt x="2413" y="381"/>
                </a:cubicBezTo>
                <a:cubicBezTo>
                  <a:pt x="2413" y="406"/>
                  <a:pt x="2413" y="406"/>
                  <a:pt x="2413" y="406"/>
                </a:cubicBezTo>
                <a:cubicBezTo>
                  <a:pt x="2416" y="406"/>
                  <a:pt x="2416" y="406"/>
                  <a:pt x="2416" y="406"/>
                </a:cubicBezTo>
                <a:moveTo>
                  <a:pt x="2556" y="470"/>
                </a:moveTo>
                <a:cubicBezTo>
                  <a:pt x="2556" y="443"/>
                  <a:pt x="2556" y="443"/>
                  <a:pt x="2556" y="443"/>
                </a:cubicBezTo>
                <a:cubicBezTo>
                  <a:pt x="2561" y="443"/>
                  <a:pt x="2561" y="443"/>
                  <a:pt x="2561" y="443"/>
                </a:cubicBezTo>
                <a:cubicBezTo>
                  <a:pt x="2562" y="443"/>
                  <a:pt x="2562" y="443"/>
                  <a:pt x="2562" y="443"/>
                </a:cubicBezTo>
                <a:cubicBezTo>
                  <a:pt x="2562" y="424"/>
                  <a:pt x="2562" y="424"/>
                  <a:pt x="2562" y="424"/>
                </a:cubicBezTo>
                <a:cubicBezTo>
                  <a:pt x="2569" y="424"/>
                  <a:pt x="2569" y="424"/>
                  <a:pt x="2569" y="424"/>
                </a:cubicBezTo>
                <a:cubicBezTo>
                  <a:pt x="2569" y="415"/>
                  <a:pt x="2569" y="415"/>
                  <a:pt x="2569" y="415"/>
                </a:cubicBezTo>
                <a:cubicBezTo>
                  <a:pt x="2586" y="415"/>
                  <a:pt x="2586" y="415"/>
                  <a:pt x="2586" y="415"/>
                </a:cubicBezTo>
                <a:cubicBezTo>
                  <a:pt x="2586" y="422"/>
                  <a:pt x="2586" y="422"/>
                  <a:pt x="2586" y="422"/>
                </a:cubicBezTo>
                <a:cubicBezTo>
                  <a:pt x="2586" y="423"/>
                  <a:pt x="2586" y="423"/>
                  <a:pt x="2586" y="423"/>
                </a:cubicBezTo>
                <a:cubicBezTo>
                  <a:pt x="2619" y="422"/>
                  <a:pt x="2619" y="422"/>
                  <a:pt x="2619" y="422"/>
                </a:cubicBezTo>
                <a:cubicBezTo>
                  <a:pt x="2619" y="420"/>
                  <a:pt x="2619" y="420"/>
                  <a:pt x="2619" y="420"/>
                </a:cubicBezTo>
                <a:cubicBezTo>
                  <a:pt x="2588" y="420"/>
                  <a:pt x="2588" y="420"/>
                  <a:pt x="2588" y="420"/>
                </a:cubicBezTo>
                <a:cubicBezTo>
                  <a:pt x="2588" y="414"/>
                  <a:pt x="2588" y="414"/>
                  <a:pt x="2588" y="414"/>
                </a:cubicBezTo>
                <a:cubicBezTo>
                  <a:pt x="2588" y="413"/>
                  <a:pt x="2588" y="413"/>
                  <a:pt x="2588" y="413"/>
                </a:cubicBezTo>
                <a:cubicBezTo>
                  <a:pt x="2567" y="413"/>
                  <a:pt x="2567" y="413"/>
                  <a:pt x="2567" y="413"/>
                </a:cubicBezTo>
                <a:cubicBezTo>
                  <a:pt x="2567" y="422"/>
                  <a:pt x="2567" y="422"/>
                  <a:pt x="2567" y="422"/>
                </a:cubicBezTo>
                <a:cubicBezTo>
                  <a:pt x="2560" y="422"/>
                  <a:pt x="2560" y="422"/>
                  <a:pt x="2560" y="422"/>
                </a:cubicBezTo>
                <a:cubicBezTo>
                  <a:pt x="2560" y="441"/>
                  <a:pt x="2560" y="441"/>
                  <a:pt x="2560" y="441"/>
                </a:cubicBezTo>
                <a:cubicBezTo>
                  <a:pt x="2555" y="441"/>
                  <a:pt x="2555" y="441"/>
                  <a:pt x="2555" y="441"/>
                </a:cubicBezTo>
                <a:cubicBezTo>
                  <a:pt x="2554" y="441"/>
                  <a:pt x="2554" y="441"/>
                  <a:pt x="2554" y="441"/>
                </a:cubicBezTo>
                <a:cubicBezTo>
                  <a:pt x="2554" y="470"/>
                  <a:pt x="2554" y="470"/>
                  <a:pt x="2554" y="470"/>
                </a:cubicBezTo>
                <a:cubicBezTo>
                  <a:pt x="2556" y="470"/>
                  <a:pt x="2556" y="470"/>
                  <a:pt x="2556" y="470"/>
                </a:cubicBezTo>
                <a:moveTo>
                  <a:pt x="2621" y="645"/>
                </a:moveTo>
                <a:cubicBezTo>
                  <a:pt x="2621" y="301"/>
                  <a:pt x="2621" y="301"/>
                  <a:pt x="2621" y="301"/>
                </a:cubicBezTo>
                <a:cubicBezTo>
                  <a:pt x="2658" y="263"/>
                  <a:pt x="2658" y="263"/>
                  <a:pt x="2658" y="263"/>
                </a:cubicBezTo>
                <a:cubicBezTo>
                  <a:pt x="2682" y="304"/>
                  <a:pt x="2682" y="304"/>
                  <a:pt x="2682" y="304"/>
                </a:cubicBezTo>
                <a:cubicBezTo>
                  <a:pt x="2682" y="481"/>
                  <a:pt x="2682" y="481"/>
                  <a:pt x="2682" y="481"/>
                </a:cubicBezTo>
                <a:cubicBezTo>
                  <a:pt x="2698" y="493"/>
                  <a:pt x="2698" y="493"/>
                  <a:pt x="2698" y="493"/>
                </a:cubicBezTo>
                <a:cubicBezTo>
                  <a:pt x="2698" y="546"/>
                  <a:pt x="2698" y="546"/>
                  <a:pt x="2698" y="546"/>
                </a:cubicBezTo>
                <a:cubicBezTo>
                  <a:pt x="2700" y="546"/>
                  <a:pt x="2700" y="546"/>
                  <a:pt x="2700" y="546"/>
                </a:cubicBezTo>
                <a:cubicBezTo>
                  <a:pt x="2700" y="492"/>
                  <a:pt x="2700" y="492"/>
                  <a:pt x="2700" y="492"/>
                </a:cubicBezTo>
                <a:cubicBezTo>
                  <a:pt x="2685" y="480"/>
                  <a:pt x="2685" y="480"/>
                  <a:pt x="2685" y="480"/>
                </a:cubicBezTo>
                <a:cubicBezTo>
                  <a:pt x="2685" y="303"/>
                  <a:pt x="2685" y="303"/>
                  <a:pt x="2685" y="303"/>
                </a:cubicBezTo>
                <a:cubicBezTo>
                  <a:pt x="2659" y="260"/>
                  <a:pt x="2659" y="260"/>
                  <a:pt x="2659" y="260"/>
                </a:cubicBezTo>
                <a:cubicBezTo>
                  <a:pt x="2619" y="300"/>
                  <a:pt x="2619" y="300"/>
                  <a:pt x="2619" y="300"/>
                </a:cubicBezTo>
                <a:cubicBezTo>
                  <a:pt x="2619" y="645"/>
                  <a:pt x="2619" y="645"/>
                  <a:pt x="2619" y="645"/>
                </a:cubicBezTo>
                <a:cubicBezTo>
                  <a:pt x="2621" y="645"/>
                  <a:pt x="2621" y="645"/>
                  <a:pt x="2621" y="645"/>
                </a:cubicBezTo>
                <a:moveTo>
                  <a:pt x="2619" y="302"/>
                </a:moveTo>
                <a:cubicBezTo>
                  <a:pt x="2656" y="328"/>
                  <a:pt x="2656" y="328"/>
                  <a:pt x="2656" y="328"/>
                </a:cubicBezTo>
                <a:cubicBezTo>
                  <a:pt x="2618" y="365"/>
                  <a:pt x="2618" y="365"/>
                  <a:pt x="2618" y="365"/>
                </a:cubicBezTo>
                <a:cubicBezTo>
                  <a:pt x="2655" y="394"/>
                  <a:pt x="2655" y="394"/>
                  <a:pt x="2655" y="394"/>
                </a:cubicBezTo>
                <a:cubicBezTo>
                  <a:pt x="2619" y="429"/>
                  <a:pt x="2619" y="429"/>
                  <a:pt x="2619" y="429"/>
                </a:cubicBezTo>
                <a:cubicBezTo>
                  <a:pt x="2620" y="431"/>
                  <a:pt x="2620" y="431"/>
                  <a:pt x="2620" y="431"/>
                </a:cubicBezTo>
                <a:cubicBezTo>
                  <a:pt x="2632" y="425"/>
                  <a:pt x="2632" y="425"/>
                  <a:pt x="2632" y="425"/>
                </a:cubicBezTo>
                <a:cubicBezTo>
                  <a:pt x="2657" y="462"/>
                  <a:pt x="2657" y="462"/>
                  <a:pt x="2657" y="462"/>
                </a:cubicBezTo>
                <a:cubicBezTo>
                  <a:pt x="2632" y="491"/>
                  <a:pt x="2632" y="491"/>
                  <a:pt x="2632" y="491"/>
                </a:cubicBezTo>
                <a:cubicBezTo>
                  <a:pt x="2659" y="531"/>
                  <a:pt x="2659" y="531"/>
                  <a:pt x="2659" y="531"/>
                </a:cubicBezTo>
                <a:cubicBezTo>
                  <a:pt x="2659" y="263"/>
                  <a:pt x="2659" y="263"/>
                  <a:pt x="2659" y="263"/>
                </a:cubicBezTo>
                <a:cubicBezTo>
                  <a:pt x="2657" y="263"/>
                  <a:pt x="2657" y="263"/>
                  <a:pt x="2657" y="263"/>
                </a:cubicBezTo>
                <a:cubicBezTo>
                  <a:pt x="2657" y="524"/>
                  <a:pt x="2657" y="524"/>
                  <a:pt x="2657" y="524"/>
                </a:cubicBezTo>
                <a:cubicBezTo>
                  <a:pt x="2635" y="491"/>
                  <a:pt x="2635" y="491"/>
                  <a:pt x="2635" y="491"/>
                </a:cubicBezTo>
                <a:cubicBezTo>
                  <a:pt x="2659" y="462"/>
                  <a:pt x="2659" y="462"/>
                  <a:pt x="2659" y="462"/>
                </a:cubicBezTo>
                <a:cubicBezTo>
                  <a:pt x="2633" y="423"/>
                  <a:pt x="2633" y="423"/>
                  <a:pt x="2633" y="423"/>
                </a:cubicBezTo>
                <a:cubicBezTo>
                  <a:pt x="2624" y="426"/>
                  <a:pt x="2624" y="426"/>
                  <a:pt x="2624" y="426"/>
                </a:cubicBezTo>
                <a:cubicBezTo>
                  <a:pt x="2659" y="393"/>
                  <a:pt x="2659" y="393"/>
                  <a:pt x="2659" y="393"/>
                </a:cubicBezTo>
                <a:cubicBezTo>
                  <a:pt x="2621" y="365"/>
                  <a:pt x="2621" y="365"/>
                  <a:pt x="2621" y="365"/>
                </a:cubicBezTo>
                <a:cubicBezTo>
                  <a:pt x="2660" y="328"/>
                  <a:pt x="2660" y="328"/>
                  <a:pt x="2660" y="328"/>
                </a:cubicBezTo>
                <a:cubicBezTo>
                  <a:pt x="2620" y="300"/>
                  <a:pt x="2620" y="300"/>
                  <a:pt x="2620" y="300"/>
                </a:cubicBezTo>
                <a:cubicBezTo>
                  <a:pt x="2619" y="302"/>
                  <a:pt x="2619" y="302"/>
                  <a:pt x="2619" y="302"/>
                </a:cubicBezTo>
                <a:moveTo>
                  <a:pt x="2619" y="431"/>
                </a:moveTo>
                <a:cubicBezTo>
                  <a:pt x="2632" y="489"/>
                  <a:pt x="2632" y="489"/>
                  <a:pt x="2632" y="489"/>
                </a:cubicBezTo>
                <a:cubicBezTo>
                  <a:pt x="2619" y="549"/>
                  <a:pt x="2619" y="549"/>
                  <a:pt x="2619" y="549"/>
                </a:cubicBezTo>
                <a:cubicBezTo>
                  <a:pt x="2621" y="549"/>
                  <a:pt x="2621" y="549"/>
                  <a:pt x="2621" y="549"/>
                </a:cubicBezTo>
                <a:cubicBezTo>
                  <a:pt x="2635" y="489"/>
                  <a:pt x="2635" y="489"/>
                  <a:pt x="2635" y="489"/>
                </a:cubicBezTo>
                <a:cubicBezTo>
                  <a:pt x="2621" y="430"/>
                  <a:pt x="2621" y="430"/>
                  <a:pt x="2621" y="430"/>
                </a:cubicBezTo>
                <a:cubicBezTo>
                  <a:pt x="2619" y="431"/>
                  <a:pt x="2619" y="431"/>
                  <a:pt x="2619" y="431"/>
                </a:cubicBezTo>
                <a:moveTo>
                  <a:pt x="2631" y="425"/>
                </a:moveTo>
                <a:cubicBezTo>
                  <a:pt x="2619" y="494"/>
                  <a:pt x="2619" y="494"/>
                  <a:pt x="2619" y="494"/>
                </a:cubicBezTo>
                <a:cubicBezTo>
                  <a:pt x="2631" y="545"/>
                  <a:pt x="2631" y="545"/>
                  <a:pt x="2631" y="545"/>
                </a:cubicBezTo>
                <a:cubicBezTo>
                  <a:pt x="2633" y="545"/>
                  <a:pt x="2633" y="545"/>
                  <a:pt x="2633" y="545"/>
                </a:cubicBezTo>
                <a:cubicBezTo>
                  <a:pt x="2621" y="494"/>
                  <a:pt x="2621" y="494"/>
                  <a:pt x="2621" y="494"/>
                </a:cubicBezTo>
                <a:cubicBezTo>
                  <a:pt x="2633" y="425"/>
                  <a:pt x="2633" y="425"/>
                  <a:pt x="2633" y="425"/>
                </a:cubicBezTo>
                <a:cubicBezTo>
                  <a:pt x="2631" y="425"/>
                  <a:pt x="2631" y="425"/>
                  <a:pt x="2631" y="425"/>
                </a:cubicBezTo>
                <a:moveTo>
                  <a:pt x="2682" y="302"/>
                </a:moveTo>
                <a:cubicBezTo>
                  <a:pt x="2657" y="328"/>
                  <a:pt x="2657" y="328"/>
                  <a:pt x="2657" y="328"/>
                </a:cubicBezTo>
                <a:cubicBezTo>
                  <a:pt x="2682" y="367"/>
                  <a:pt x="2682" y="367"/>
                  <a:pt x="2682" y="367"/>
                </a:cubicBezTo>
                <a:cubicBezTo>
                  <a:pt x="2657" y="394"/>
                  <a:pt x="2657" y="394"/>
                  <a:pt x="2657" y="394"/>
                </a:cubicBezTo>
                <a:cubicBezTo>
                  <a:pt x="2632" y="423"/>
                  <a:pt x="2632" y="423"/>
                  <a:pt x="2632" y="423"/>
                </a:cubicBezTo>
                <a:cubicBezTo>
                  <a:pt x="2632" y="545"/>
                  <a:pt x="2632" y="545"/>
                  <a:pt x="2632" y="545"/>
                </a:cubicBezTo>
                <a:cubicBezTo>
                  <a:pt x="2632" y="671"/>
                  <a:pt x="2632" y="671"/>
                  <a:pt x="2632" y="671"/>
                </a:cubicBezTo>
                <a:cubicBezTo>
                  <a:pt x="2634" y="671"/>
                  <a:pt x="2634" y="671"/>
                  <a:pt x="2634" y="671"/>
                </a:cubicBezTo>
                <a:cubicBezTo>
                  <a:pt x="2634" y="545"/>
                  <a:pt x="2634" y="545"/>
                  <a:pt x="2634" y="545"/>
                </a:cubicBezTo>
                <a:cubicBezTo>
                  <a:pt x="2634" y="424"/>
                  <a:pt x="2634" y="424"/>
                  <a:pt x="2634" y="424"/>
                </a:cubicBezTo>
                <a:cubicBezTo>
                  <a:pt x="2658" y="395"/>
                  <a:pt x="2658" y="395"/>
                  <a:pt x="2658" y="395"/>
                </a:cubicBezTo>
                <a:cubicBezTo>
                  <a:pt x="2657" y="394"/>
                  <a:pt x="2657" y="394"/>
                  <a:pt x="2657" y="394"/>
                </a:cubicBezTo>
                <a:cubicBezTo>
                  <a:pt x="2658" y="395"/>
                  <a:pt x="2658" y="395"/>
                  <a:pt x="2658" y="395"/>
                </a:cubicBezTo>
                <a:cubicBezTo>
                  <a:pt x="2684" y="367"/>
                  <a:pt x="2684" y="367"/>
                  <a:pt x="2684" y="367"/>
                </a:cubicBezTo>
                <a:cubicBezTo>
                  <a:pt x="2660" y="328"/>
                  <a:pt x="2660" y="328"/>
                  <a:pt x="2660" y="328"/>
                </a:cubicBezTo>
                <a:cubicBezTo>
                  <a:pt x="2684" y="304"/>
                  <a:pt x="2684" y="304"/>
                  <a:pt x="2684" y="304"/>
                </a:cubicBezTo>
                <a:cubicBezTo>
                  <a:pt x="2682" y="302"/>
                  <a:pt x="2682" y="302"/>
                  <a:pt x="2682" y="302"/>
                </a:cubicBezTo>
                <a:moveTo>
                  <a:pt x="2657" y="395"/>
                </a:moveTo>
                <a:cubicBezTo>
                  <a:pt x="2682" y="429"/>
                  <a:pt x="2682" y="429"/>
                  <a:pt x="2682" y="429"/>
                </a:cubicBezTo>
                <a:cubicBezTo>
                  <a:pt x="2656" y="461"/>
                  <a:pt x="2656" y="461"/>
                  <a:pt x="2656" y="461"/>
                </a:cubicBezTo>
                <a:cubicBezTo>
                  <a:pt x="2682" y="482"/>
                  <a:pt x="2682" y="482"/>
                  <a:pt x="2682" y="482"/>
                </a:cubicBezTo>
                <a:cubicBezTo>
                  <a:pt x="2684" y="480"/>
                  <a:pt x="2684" y="480"/>
                  <a:pt x="2684" y="480"/>
                </a:cubicBezTo>
                <a:cubicBezTo>
                  <a:pt x="2659" y="461"/>
                  <a:pt x="2659" y="461"/>
                  <a:pt x="2659" y="461"/>
                </a:cubicBezTo>
                <a:cubicBezTo>
                  <a:pt x="2685" y="429"/>
                  <a:pt x="2685" y="429"/>
                  <a:pt x="2685" y="429"/>
                </a:cubicBezTo>
                <a:cubicBezTo>
                  <a:pt x="2659" y="394"/>
                  <a:pt x="2659" y="394"/>
                  <a:pt x="2659" y="394"/>
                </a:cubicBezTo>
                <a:cubicBezTo>
                  <a:pt x="2657" y="395"/>
                  <a:pt x="2657" y="395"/>
                  <a:pt x="2657" y="395"/>
                </a:cubicBezTo>
                <a:moveTo>
                  <a:pt x="2698" y="493"/>
                </a:moveTo>
                <a:cubicBezTo>
                  <a:pt x="2657" y="528"/>
                  <a:pt x="2657" y="528"/>
                  <a:pt x="2657" y="528"/>
                </a:cubicBezTo>
                <a:cubicBezTo>
                  <a:pt x="2670" y="546"/>
                  <a:pt x="2670" y="546"/>
                  <a:pt x="2670" y="546"/>
                </a:cubicBezTo>
                <a:cubicBezTo>
                  <a:pt x="2672" y="545"/>
                  <a:pt x="2672" y="545"/>
                  <a:pt x="2672" y="545"/>
                </a:cubicBezTo>
                <a:cubicBezTo>
                  <a:pt x="2660" y="528"/>
                  <a:pt x="2660" y="528"/>
                  <a:pt x="2660" y="528"/>
                </a:cubicBezTo>
                <a:cubicBezTo>
                  <a:pt x="2699" y="494"/>
                  <a:pt x="2699" y="494"/>
                  <a:pt x="2699" y="494"/>
                </a:cubicBezTo>
                <a:cubicBezTo>
                  <a:pt x="2698" y="493"/>
                  <a:pt x="2698" y="493"/>
                  <a:pt x="2698" y="493"/>
                </a:cubicBezTo>
                <a:moveTo>
                  <a:pt x="2620" y="564"/>
                </a:moveTo>
                <a:cubicBezTo>
                  <a:pt x="2633" y="559"/>
                  <a:pt x="2633" y="559"/>
                  <a:pt x="2633" y="559"/>
                </a:cubicBezTo>
                <a:cubicBezTo>
                  <a:pt x="2706" y="559"/>
                  <a:pt x="2706" y="559"/>
                  <a:pt x="2706" y="559"/>
                </a:cubicBezTo>
                <a:cubicBezTo>
                  <a:pt x="2706" y="557"/>
                  <a:pt x="2706" y="557"/>
                  <a:pt x="2706" y="557"/>
                </a:cubicBezTo>
                <a:cubicBezTo>
                  <a:pt x="2633" y="557"/>
                  <a:pt x="2633" y="557"/>
                  <a:pt x="2633" y="557"/>
                </a:cubicBezTo>
                <a:cubicBezTo>
                  <a:pt x="2619" y="562"/>
                  <a:pt x="2619" y="562"/>
                  <a:pt x="2619" y="562"/>
                </a:cubicBezTo>
                <a:cubicBezTo>
                  <a:pt x="2620" y="564"/>
                  <a:pt x="2620" y="564"/>
                  <a:pt x="2620" y="564"/>
                </a:cubicBezTo>
                <a:moveTo>
                  <a:pt x="2645" y="274"/>
                </a:moveTo>
                <a:cubicBezTo>
                  <a:pt x="2647" y="274"/>
                  <a:pt x="2647" y="274"/>
                  <a:pt x="2647" y="274"/>
                </a:cubicBezTo>
                <a:cubicBezTo>
                  <a:pt x="2647" y="198"/>
                  <a:pt x="2647" y="198"/>
                  <a:pt x="2647" y="198"/>
                </a:cubicBezTo>
                <a:cubicBezTo>
                  <a:pt x="2645" y="198"/>
                  <a:pt x="2645" y="198"/>
                  <a:pt x="2645" y="198"/>
                </a:cubicBezTo>
                <a:lnTo>
                  <a:pt x="2645" y="274"/>
                </a:lnTo>
                <a:close/>
                <a:moveTo>
                  <a:pt x="2665" y="275"/>
                </a:moveTo>
                <a:cubicBezTo>
                  <a:pt x="2667" y="275"/>
                  <a:pt x="2667" y="275"/>
                  <a:pt x="2667" y="275"/>
                </a:cubicBezTo>
                <a:cubicBezTo>
                  <a:pt x="2667" y="198"/>
                  <a:pt x="2667" y="198"/>
                  <a:pt x="2667" y="198"/>
                </a:cubicBezTo>
                <a:cubicBezTo>
                  <a:pt x="2665" y="198"/>
                  <a:pt x="2665" y="198"/>
                  <a:pt x="2665" y="198"/>
                </a:cubicBezTo>
                <a:lnTo>
                  <a:pt x="2665" y="275"/>
                </a:lnTo>
                <a:close/>
                <a:moveTo>
                  <a:pt x="2646" y="260"/>
                </a:moveTo>
                <a:cubicBezTo>
                  <a:pt x="2663" y="260"/>
                  <a:pt x="2663" y="260"/>
                  <a:pt x="2663" y="260"/>
                </a:cubicBezTo>
                <a:cubicBezTo>
                  <a:pt x="2659" y="264"/>
                  <a:pt x="2659" y="264"/>
                  <a:pt x="2659" y="264"/>
                </a:cubicBezTo>
                <a:cubicBezTo>
                  <a:pt x="2661" y="265"/>
                  <a:pt x="2661" y="265"/>
                  <a:pt x="2661" y="265"/>
                </a:cubicBezTo>
                <a:cubicBezTo>
                  <a:pt x="2667" y="257"/>
                  <a:pt x="2667" y="257"/>
                  <a:pt x="2667" y="257"/>
                </a:cubicBezTo>
                <a:cubicBezTo>
                  <a:pt x="2646" y="257"/>
                  <a:pt x="2646" y="257"/>
                  <a:pt x="2646" y="257"/>
                </a:cubicBezTo>
                <a:cubicBezTo>
                  <a:pt x="2646" y="260"/>
                  <a:pt x="2646" y="260"/>
                  <a:pt x="2646" y="260"/>
                </a:cubicBezTo>
                <a:moveTo>
                  <a:pt x="2645" y="259"/>
                </a:moveTo>
                <a:cubicBezTo>
                  <a:pt x="2654" y="266"/>
                  <a:pt x="2654" y="266"/>
                  <a:pt x="2654" y="266"/>
                </a:cubicBezTo>
                <a:cubicBezTo>
                  <a:pt x="2655" y="264"/>
                  <a:pt x="2655" y="264"/>
                  <a:pt x="2655" y="264"/>
                </a:cubicBezTo>
                <a:cubicBezTo>
                  <a:pt x="2646" y="258"/>
                  <a:pt x="2646" y="258"/>
                  <a:pt x="2646" y="258"/>
                </a:cubicBezTo>
                <a:moveTo>
                  <a:pt x="2697" y="491"/>
                </a:moveTo>
                <a:cubicBezTo>
                  <a:pt x="2697" y="409"/>
                  <a:pt x="2697" y="409"/>
                  <a:pt x="2697" y="409"/>
                </a:cubicBezTo>
                <a:cubicBezTo>
                  <a:pt x="2743" y="409"/>
                  <a:pt x="2743" y="409"/>
                  <a:pt x="2743" y="409"/>
                </a:cubicBezTo>
                <a:cubicBezTo>
                  <a:pt x="2743" y="670"/>
                  <a:pt x="2743" y="670"/>
                  <a:pt x="2743" y="670"/>
                </a:cubicBezTo>
                <a:cubicBezTo>
                  <a:pt x="2745" y="670"/>
                  <a:pt x="2745" y="670"/>
                  <a:pt x="2745" y="670"/>
                </a:cubicBezTo>
                <a:cubicBezTo>
                  <a:pt x="2745" y="407"/>
                  <a:pt x="2745" y="407"/>
                  <a:pt x="2745" y="407"/>
                </a:cubicBezTo>
                <a:cubicBezTo>
                  <a:pt x="2695" y="407"/>
                  <a:pt x="2695" y="407"/>
                  <a:pt x="2695" y="407"/>
                </a:cubicBezTo>
                <a:cubicBezTo>
                  <a:pt x="2695" y="491"/>
                  <a:pt x="2695" y="491"/>
                  <a:pt x="2695" y="491"/>
                </a:cubicBezTo>
                <a:cubicBezTo>
                  <a:pt x="2697" y="491"/>
                  <a:pt x="2697" y="491"/>
                  <a:pt x="2697" y="491"/>
                </a:cubicBezTo>
                <a:moveTo>
                  <a:pt x="2744" y="435"/>
                </a:moveTo>
                <a:cubicBezTo>
                  <a:pt x="2751" y="435"/>
                  <a:pt x="2751" y="435"/>
                  <a:pt x="2751" y="435"/>
                </a:cubicBezTo>
                <a:cubicBezTo>
                  <a:pt x="2751" y="504"/>
                  <a:pt x="2751" y="504"/>
                  <a:pt x="2751" y="504"/>
                </a:cubicBezTo>
                <a:cubicBezTo>
                  <a:pt x="2759" y="504"/>
                  <a:pt x="2759" y="504"/>
                  <a:pt x="2759" y="504"/>
                </a:cubicBezTo>
                <a:cubicBezTo>
                  <a:pt x="2759" y="502"/>
                  <a:pt x="2759" y="502"/>
                  <a:pt x="2759" y="502"/>
                </a:cubicBezTo>
                <a:cubicBezTo>
                  <a:pt x="2754" y="502"/>
                  <a:pt x="2754" y="502"/>
                  <a:pt x="2754" y="502"/>
                </a:cubicBezTo>
                <a:cubicBezTo>
                  <a:pt x="2754" y="432"/>
                  <a:pt x="2754" y="432"/>
                  <a:pt x="2754" y="432"/>
                </a:cubicBezTo>
                <a:cubicBezTo>
                  <a:pt x="2744" y="432"/>
                  <a:pt x="2744" y="432"/>
                  <a:pt x="2744" y="432"/>
                </a:cubicBezTo>
                <a:cubicBezTo>
                  <a:pt x="2744" y="435"/>
                  <a:pt x="2744" y="435"/>
                  <a:pt x="2744" y="435"/>
                </a:cubicBezTo>
                <a:moveTo>
                  <a:pt x="2760" y="671"/>
                </a:moveTo>
                <a:cubicBezTo>
                  <a:pt x="2760" y="309"/>
                  <a:pt x="2760" y="309"/>
                  <a:pt x="2760" y="309"/>
                </a:cubicBezTo>
                <a:cubicBezTo>
                  <a:pt x="2815" y="306"/>
                  <a:pt x="2815" y="306"/>
                  <a:pt x="2815" y="306"/>
                </a:cubicBezTo>
                <a:cubicBezTo>
                  <a:pt x="2830" y="316"/>
                  <a:pt x="2830" y="316"/>
                  <a:pt x="2830" y="316"/>
                </a:cubicBezTo>
                <a:cubicBezTo>
                  <a:pt x="2830" y="465"/>
                  <a:pt x="2830" y="465"/>
                  <a:pt x="2830" y="465"/>
                </a:cubicBezTo>
                <a:cubicBezTo>
                  <a:pt x="2832" y="465"/>
                  <a:pt x="2832" y="465"/>
                  <a:pt x="2832" y="465"/>
                </a:cubicBezTo>
                <a:cubicBezTo>
                  <a:pt x="2832" y="315"/>
                  <a:pt x="2832" y="315"/>
                  <a:pt x="2832" y="315"/>
                </a:cubicBezTo>
                <a:cubicBezTo>
                  <a:pt x="2815" y="304"/>
                  <a:pt x="2815" y="304"/>
                  <a:pt x="2815" y="304"/>
                </a:cubicBezTo>
                <a:cubicBezTo>
                  <a:pt x="2758" y="307"/>
                  <a:pt x="2758" y="307"/>
                  <a:pt x="2758" y="307"/>
                </a:cubicBezTo>
                <a:cubicBezTo>
                  <a:pt x="2758" y="671"/>
                  <a:pt x="2758" y="671"/>
                  <a:pt x="2758" y="671"/>
                </a:cubicBezTo>
                <a:cubicBezTo>
                  <a:pt x="2760" y="671"/>
                  <a:pt x="2760" y="671"/>
                  <a:pt x="2760" y="671"/>
                </a:cubicBezTo>
                <a:moveTo>
                  <a:pt x="2815" y="305"/>
                </a:moveTo>
                <a:cubicBezTo>
                  <a:pt x="2815" y="649"/>
                  <a:pt x="2815" y="649"/>
                  <a:pt x="2815" y="649"/>
                </a:cubicBezTo>
                <a:cubicBezTo>
                  <a:pt x="2822" y="649"/>
                  <a:pt x="2822" y="649"/>
                  <a:pt x="2822" y="649"/>
                </a:cubicBezTo>
                <a:cubicBezTo>
                  <a:pt x="2823" y="649"/>
                  <a:pt x="2823" y="649"/>
                  <a:pt x="2823" y="649"/>
                </a:cubicBezTo>
                <a:cubicBezTo>
                  <a:pt x="2823" y="524"/>
                  <a:pt x="2823" y="524"/>
                  <a:pt x="2823" y="524"/>
                </a:cubicBezTo>
                <a:cubicBezTo>
                  <a:pt x="2826" y="524"/>
                  <a:pt x="2826" y="524"/>
                  <a:pt x="2826" y="524"/>
                </a:cubicBezTo>
                <a:cubicBezTo>
                  <a:pt x="2827" y="524"/>
                  <a:pt x="2827" y="524"/>
                  <a:pt x="2827" y="524"/>
                </a:cubicBezTo>
                <a:cubicBezTo>
                  <a:pt x="2827" y="516"/>
                  <a:pt x="2827" y="516"/>
                  <a:pt x="2827" y="516"/>
                </a:cubicBezTo>
                <a:cubicBezTo>
                  <a:pt x="2830" y="516"/>
                  <a:pt x="2830" y="516"/>
                  <a:pt x="2830" y="516"/>
                </a:cubicBezTo>
                <a:cubicBezTo>
                  <a:pt x="2831" y="516"/>
                  <a:pt x="2831" y="516"/>
                  <a:pt x="2831" y="516"/>
                </a:cubicBezTo>
                <a:cubicBezTo>
                  <a:pt x="2831" y="504"/>
                  <a:pt x="2831" y="504"/>
                  <a:pt x="2831" y="504"/>
                </a:cubicBezTo>
                <a:cubicBezTo>
                  <a:pt x="2845" y="486"/>
                  <a:pt x="2845" y="486"/>
                  <a:pt x="2845" y="486"/>
                </a:cubicBezTo>
                <a:cubicBezTo>
                  <a:pt x="2859" y="500"/>
                  <a:pt x="2859" y="500"/>
                  <a:pt x="2859" y="500"/>
                </a:cubicBezTo>
                <a:cubicBezTo>
                  <a:pt x="2859" y="516"/>
                  <a:pt x="2859" y="516"/>
                  <a:pt x="2859" y="516"/>
                </a:cubicBezTo>
                <a:cubicBezTo>
                  <a:pt x="2862" y="516"/>
                  <a:pt x="2862" y="516"/>
                  <a:pt x="2862" y="516"/>
                </a:cubicBezTo>
                <a:cubicBezTo>
                  <a:pt x="2862" y="528"/>
                  <a:pt x="2862" y="528"/>
                  <a:pt x="2862" y="528"/>
                </a:cubicBezTo>
                <a:cubicBezTo>
                  <a:pt x="2866" y="528"/>
                  <a:pt x="2866" y="528"/>
                  <a:pt x="2866" y="528"/>
                </a:cubicBezTo>
                <a:cubicBezTo>
                  <a:pt x="2866" y="577"/>
                  <a:pt x="2866" y="577"/>
                  <a:pt x="2866" y="577"/>
                </a:cubicBezTo>
                <a:cubicBezTo>
                  <a:pt x="2868" y="577"/>
                  <a:pt x="2868" y="577"/>
                  <a:pt x="2868" y="577"/>
                </a:cubicBezTo>
                <a:cubicBezTo>
                  <a:pt x="2868" y="526"/>
                  <a:pt x="2868" y="526"/>
                  <a:pt x="2868" y="526"/>
                </a:cubicBezTo>
                <a:cubicBezTo>
                  <a:pt x="2865" y="526"/>
                  <a:pt x="2865" y="526"/>
                  <a:pt x="2865" y="526"/>
                </a:cubicBezTo>
                <a:cubicBezTo>
                  <a:pt x="2865" y="513"/>
                  <a:pt x="2865" y="513"/>
                  <a:pt x="2865" y="513"/>
                </a:cubicBezTo>
                <a:cubicBezTo>
                  <a:pt x="2861" y="513"/>
                  <a:pt x="2861" y="513"/>
                  <a:pt x="2861" y="513"/>
                </a:cubicBezTo>
                <a:cubicBezTo>
                  <a:pt x="2861" y="499"/>
                  <a:pt x="2861" y="499"/>
                  <a:pt x="2861" y="499"/>
                </a:cubicBezTo>
                <a:cubicBezTo>
                  <a:pt x="2845" y="482"/>
                  <a:pt x="2845" y="482"/>
                  <a:pt x="2845" y="482"/>
                </a:cubicBezTo>
                <a:cubicBezTo>
                  <a:pt x="2829" y="503"/>
                  <a:pt x="2829" y="503"/>
                  <a:pt x="2829" y="503"/>
                </a:cubicBezTo>
                <a:cubicBezTo>
                  <a:pt x="2829" y="514"/>
                  <a:pt x="2829" y="514"/>
                  <a:pt x="2829" y="514"/>
                </a:cubicBezTo>
                <a:cubicBezTo>
                  <a:pt x="2826" y="514"/>
                  <a:pt x="2826" y="514"/>
                  <a:pt x="2826" y="514"/>
                </a:cubicBezTo>
                <a:cubicBezTo>
                  <a:pt x="2825" y="514"/>
                  <a:pt x="2825" y="514"/>
                  <a:pt x="2825" y="514"/>
                </a:cubicBezTo>
                <a:cubicBezTo>
                  <a:pt x="2825" y="522"/>
                  <a:pt x="2825" y="522"/>
                  <a:pt x="2825" y="522"/>
                </a:cubicBezTo>
                <a:cubicBezTo>
                  <a:pt x="2822" y="522"/>
                  <a:pt x="2822" y="522"/>
                  <a:pt x="2822" y="522"/>
                </a:cubicBezTo>
                <a:cubicBezTo>
                  <a:pt x="2821" y="522"/>
                  <a:pt x="2821" y="522"/>
                  <a:pt x="2821" y="522"/>
                </a:cubicBezTo>
                <a:cubicBezTo>
                  <a:pt x="2821" y="647"/>
                  <a:pt x="2821" y="647"/>
                  <a:pt x="2821" y="647"/>
                </a:cubicBezTo>
                <a:cubicBezTo>
                  <a:pt x="2817" y="647"/>
                  <a:pt x="2817" y="647"/>
                  <a:pt x="2817" y="647"/>
                </a:cubicBezTo>
                <a:cubicBezTo>
                  <a:pt x="2818" y="305"/>
                  <a:pt x="2818" y="305"/>
                  <a:pt x="2818" y="305"/>
                </a:cubicBezTo>
                <a:cubicBezTo>
                  <a:pt x="2815" y="305"/>
                  <a:pt x="2815" y="305"/>
                  <a:pt x="2815" y="305"/>
                </a:cubicBezTo>
                <a:moveTo>
                  <a:pt x="2844" y="484"/>
                </a:moveTo>
                <a:cubicBezTo>
                  <a:pt x="2840" y="498"/>
                  <a:pt x="2840" y="498"/>
                  <a:pt x="2840" y="498"/>
                </a:cubicBezTo>
                <a:cubicBezTo>
                  <a:pt x="2840" y="511"/>
                  <a:pt x="2840" y="511"/>
                  <a:pt x="2840" y="511"/>
                </a:cubicBezTo>
                <a:cubicBezTo>
                  <a:pt x="2835" y="511"/>
                  <a:pt x="2835" y="511"/>
                  <a:pt x="2835" y="511"/>
                </a:cubicBezTo>
                <a:cubicBezTo>
                  <a:pt x="2835" y="624"/>
                  <a:pt x="2835" y="624"/>
                  <a:pt x="2835" y="624"/>
                </a:cubicBezTo>
                <a:cubicBezTo>
                  <a:pt x="2837" y="624"/>
                  <a:pt x="2837" y="624"/>
                  <a:pt x="2837" y="624"/>
                </a:cubicBezTo>
                <a:cubicBezTo>
                  <a:pt x="2837" y="514"/>
                  <a:pt x="2837" y="514"/>
                  <a:pt x="2837" y="514"/>
                </a:cubicBezTo>
                <a:cubicBezTo>
                  <a:pt x="2842" y="514"/>
                  <a:pt x="2842" y="514"/>
                  <a:pt x="2842" y="514"/>
                </a:cubicBezTo>
                <a:cubicBezTo>
                  <a:pt x="2842" y="499"/>
                  <a:pt x="2842" y="499"/>
                  <a:pt x="2842" y="499"/>
                </a:cubicBezTo>
                <a:cubicBezTo>
                  <a:pt x="2846" y="484"/>
                  <a:pt x="2846" y="484"/>
                  <a:pt x="2846" y="484"/>
                </a:cubicBezTo>
                <a:cubicBezTo>
                  <a:pt x="2844" y="484"/>
                  <a:pt x="2844" y="484"/>
                  <a:pt x="2844" y="484"/>
                </a:cubicBezTo>
                <a:moveTo>
                  <a:pt x="2801" y="671"/>
                </a:moveTo>
                <a:cubicBezTo>
                  <a:pt x="2801" y="649"/>
                  <a:pt x="2801" y="649"/>
                  <a:pt x="2801" y="649"/>
                </a:cubicBezTo>
                <a:cubicBezTo>
                  <a:pt x="2885" y="649"/>
                  <a:pt x="2885" y="649"/>
                  <a:pt x="2885" y="649"/>
                </a:cubicBezTo>
                <a:cubicBezTo>
                  <a:pt x="2885" y="645"/>
                  <a:pt x="2885" y="645"/>
                  <a:pt x="2885" y="645"/>
                </a:cubicBezTo>
                <a:cubicBezTo>
                  <a:pt x="2959" y="645"/>
                  <a:pt x="2959" y="645"/>
                  <a:pt x="2959" y="645"/>
                </a:cubicBezTo>
                <a:cubicBezTo>
                  <a:pt x="2959" y="671"/>
                  <a:pt x="2959" y="671"/>
                  <a:pt x="2959" y="671"/>
                </a:cubicBezTo>
                <a:cubicBezTo>
                  <a:pt x="2961" y="671"/>
                  <a:pt x="2961" y="671"/>
                  <a:pt x="2961" y="671"/>
                </a:cubicBezTo>
                <a:cubicBezTo>
                  <a:pt x="2961" y="643"/>
                  <a:pt x="2961" y="643"/>
                  <a:pt x="2961" y="643"/>
                </a:cubicBezTo>
                <a:cubicBezTo>
                  <a:pt x="2883" y="643"/>
                  <a:pt x="2883" y="643"/>
                  <a:pt x="2883" y="643"/>
                </a:cubicBezTo>
                <a:cubicBezTo>
                  <a:pt x="2883" y="647"/>
                  <a:pt x="2883" y="647"/>
                  <a:pt x="2883" y="647"/>
                </a:cubicBezTo>
                <a:cubicBezTo>
                  <a:pt x="2799" y="647"/>
                  <a:pt x="2799" y="647"/>
                  <a:pt x="2799" y="647"/>
                </a:cubicBezTo>
                <a:cubicBezTo>
                  <a:pt x="2799" y="671"/>
                  <a:pt x="2799" y="671"/>
                  <a:pt x="2799" y="671"/>
                </a:cubicBezTo>
                <a:cubicBezTo>
                  <a:pt x="2801" y="671"/>
                  <a:pt x="2801" y="671"/>
                  <a:pt x="2801" y="671"/>
                </a:cubicBezTo>
                <a:moveTo>
                  <a:pt x="2808" y="672"/>
                </a:moveTo>
                <a:cubicBezTo>
                  <a:pt x="2811" y="672"/>
                  <a:pt x="2811" y="672"/>
                  <a:pt x="2811" y="672"/>
                </a:cubicBezTo>
                <a:cubicBezTo>
                  <a:pt x="2811" y="649"/>
                  <a:pt x="2811" y="649"/>
                  <a:pt x="2811" y="649"/>
                </a:cubicBezTo>
                <a:cubicBezTo>
                  <a:pt x="2808" y="649"/>
                  <a:pt x="2808" y="649"/>
                  <a:pt x="2808" y="649"/>
                </a:cubicBezTo>
                <a:lnTo>
                  <a:pt x="2808" y="672"/>
                </a:lnTo>
                <a:close/>
                <a:moveTo>
                  <a:pt x="2901" y="671"/>
                </a:moveTo>
                <a:cubicBezTo>
                  <a:pt x="2901" y="656"/>
                  <a:pt x="2901" y="656"/>
                  <a:pt x="2901" y="656"/>
                </a:cubicBezTo>
                <a:cubicBezTo>
                  <a:pt x="2940" y="656"/>
                  <a:pt x="2940" y="656"/>
                  <a:pt x="2940" y="656"/>
                </a:cubicBezTo>
                <a:cubicBezTo>
                  <a:pt x="2940" y="654"/>
                  <a:pt x="2940" y="654"/>
                  <a:pt x="2940" y="654"/>
                </a:cubicBezTo>
                <a:cubicBezTo>
                  <a:pt x="2899" y="654"/>
                  <a:pt x="2899" y="654"/>
                  <a:pt x="2899" y="654"/>
                </a:cubicBezTo>
                <a:cubicBezTo>
                  <a:pt x="2899" y="671"/>
                  <a:pt x="2899" y="671"/>
                  <a:pt x="2899" y="671"/>
                </a:cubicBezTo>
                <a:cubicBezTo>
                  <a:pt x="2901" y="671"/>
                  <a:pt x="2901" y="671"/>
                  <a:pt x="2901" y="671"/>
                </a:cubicBezTo>
                <a:moveTo>
                  <a:pt x="2821" y="624"/>
                </a:moveTo>
                <a:cubicBezTo>
                  <a:pt x="2868" y="624"/>
                  <a:pt x="2868" y="624"/>
                  <a:pt x="2868" y="624"/>
                </a:cubicBezTo>
                <a:cubicBezTo>
                  <a:pt x="2868" y="622"/>
                  <a:pt x="2868" y="622"/>
                  <a:pt x="2868" y="622"/>
                </a:cubicBezTo>
                <a:cubicBezTo>
                  <a:pt x="2821" y="622"/>
                  <a:pt x="2821" y="622"/>
                  <a:pt x="2821" y="622"/>
                </a:cubicBezTo>
                <a:moveTo>
                  <a:pt x="2880" y="648"/>
                </a:moveTo>
                <a:cubicBezTo>
                  <a:pt x="2880" y="543"/>
                  <a:pt x="2880" y="543"/>
                  <a:pt x="2880" y="543"/>
                </a:cubicBezTo>
                <a:cubicBezTo>
                  <a:pt x="2897" y="543"/>
                  <a:pt x="2897" y="543"/>
                  <a:pt x="2897" y="543"/>
                </a:cubicBezTo>
                <a:cubicBezTo>
                  <a:pt x="2901" y="539"/>
                  <a:pt x="2901" y="539"/>
                  <a:pt x="2901" y="539"/>
                </a:cubicBezTo>
                <a:cubicBezTo>
                  <a:pt x="2931" y="539"/>
                  <a:pt x="2931" y="539"/>
                  <a:pt x="2931" y="539"/>
                </a:cubicBezTo>
                <a:cubicBezTo>
                  <a:pt x="2931" y="644"/>
                  <a:pt x="2931" y="644"/>
                  <a:pt x="2931" y="644"/>
                </a:cubicBezTo>
                <a:cubicBezTo>
                  <a:pt x="2933" y="644"/>
                  <a:pt x="2933" y="644"/>
                  <a:pt x="2933" y="644"/>
                </a:cubicBezTo>
                <a:cubicBezTo>
                  <a:pt x="2933" y="537"/>
                  <a:pt x="2933" y="537"/>
                  <a:pt x="2933" y="537"/>
                </a:cubicBezTo>
                <a:cubicBezTo>
                  <a:pt x="2900" y="537"/>
                  <a:pt x="2900" y="537"/>
                  <a:pt x="2900" y="537"/>
                </a:cubicBezTo>
                <a:cubicBezTo>
                  <a:pt x="2896" y="541"/>
                  <a:pt x="2896" y="541"/>
                  <a:pt x="2896" y="541"/>
                </a:cubicBezTo>
                <a:cubicBezTo>
                  <a:pt x="2878" y="541"/>
                  <a:pt x="2878" y="541"/>
                  <a:pt x="2878" y="541"/>
                </a:cubicBezTo>
                <a:cubicBezTo>
                  <a:pt x="2878" y="648"/>
                  <a:pt x="2878" y="648"/>
                  <a:pt x="2878" y="648"/>
                </a:cubicBezTo>
                <a:cubicBezTo>
                  <a:pt x="2880" y="648"/>
                  <a:pt x="2880" y="648"/>
                  <a:pt x="2880" y="648"/>
                </a:cubicBezTo>
                <a:moveTo>
                  <a:pt x="2901" y="644"/>
                </a:moveTo>
                <a:cubicBezTo>
                  <a:pt x="2903" y="644"/>
                  <a:pt x="2903" y="644"/>
                  <a:pt x="2903" y="644"/>
                </a:cubicBezTo>
                <a:cubicBezTo>
                  <a:pt x="2903" y="538"/>
                  <a:pt x="2903" y="538"/>
                  <a:pt x="2903" y="538"/>
                </a:cubicBezTo>
                <a:cubicBezTo>
                  <a:pt x="2901" y="538"/>
                  <a:pt x="2901" y="538"/>
                  <a:pt x="2901" y="538"/>
                </a:cubicBezTo>
                <a:lnTo>
                  <a:pt x="2901" y="644"/>
                </a:lnTo>
                <a:close/>
                <a:moveTo>
                  <a:pt x="2977" y="671"/>
                </a:moveTo>
                <a:cubicBezTo>
                  <a:pt x="2977" y="592"/>
                  <a:pt x="2977" y="592"/>
                  <a:pt x="2977" y="592"/>
                </a:cubicBezTo>
                <a:cubicBezTo>
                  <a:pt x="3021" y="592"/>
                  <a:pt x="3021" y="592"/>
                  <a:pt x="3021" y="592"/>
                </a:cubicBezTo>
                <a:cubicBezTo>
                  <a:pt x="3021" y="670"/>
                  <a:pt x="3021" y="670"/>
                  <a:pt x="3021" y="670"/>
                </a:cubicBezTo>
                <a:cubicBezTo>
                  <a:pt x="3023" y="670"/>
                  <a:pt x="3023" y="670"/>
                  <a:pt x="3023" y="670"/>
                </a:cubicBezTo>
                <a:cubicBezTo>
                  <a:pt x="3023" y="590"/>
                  <a:pt x="3023" y="590"/>
                  <a:pt x="3023" y="590"/>
                </a:cubicBezTo>
                <a:cubicBezTo>
                  <a:pt x="2975" y="590"/>
                  <a:pt x="2975" y="590"/>
                  <a:pt x="2975" y="590"/>
                </a:cubicBezTo>
                <a:cubicBezTo>
                  <a:pt x="2975" y="671"/>
                  <a:pt x="2975" y="671"/>
                  <a:pt x="2975" y="671"/>
                </a:cubicBezTo>
                <a:cubicBezTo>
                  <a:pt x="2977" y="671"/>
                  <a:pt x="2977" y="671"/>
                  <a:pt x="2977" y="671"/>
                </a:cubicBezTo>
                <a:moveTo>
                  <a:pt x="2935" y="535"/>
                </a:moveTo>
                <a:cubicBezTo>
                  <a:pt x="2935" y="494"/>
                  <a:pt x="2935" y="494"/>
                  <a:pt x="2935" y="494"/>
                </a:cubicBezTo>
                <a:cubicBezTo>
                  <a:pt x="2953" y="483"/>
                  <a:pt x="2953" y="483"/>
                  <a:pt x="2953" y="483"/>
                </a:cubicBezTo>
                <a:cubicBezTo>
                  <a:pt x="2953" y="644"/>
                  <a:pt x="2953" y="644"/>
                  <a:pt x="2953" y="644"/>
                </a:cubicBezTo>
                <a:cubicBezTo>
                  <a:pt x="2955" y="644"/>
                  <a:pt x="2955" y="644"/>
                  <a:pt x="2955" y="644"/>
                </a:cubicBezTo>
                <a:cubicBezTo>
                  <a:pt x="2955" y="479"/>
                  <a:pt x="2955" y="479"/>
                  <a:pt x="2955" y="479"/>
                </a:cubicBezTo>
                <a:cubicBezTo>
                  <a:pt x="2933" y="493"/>
                  <a:pt x="2933" y="493"/>
                  <a:pt x="2933" y="493"/>
                </a:cubicBezTo>
                <a:cubicBezTo>
                  <a:pt x="2933" y="535"/>
                  <a:pt x="2933" y="535"/>
                  <a:pt x="2933" y="535"/>
                </a:cubicBezTo>
                <a:cubicBezTo>
                  <a:pt x="2935" y="535"/>
                  <a:pt x="2935" y="535"/>
                  <a:pt x="2935" y="535"/>
                </a:cubicBezTo>
                <a:moveTo>
                  <a:pt x="3012" y="591"/>
                </a:moveTo>
                <a:cubicBezTo>
                  <a:pt x="3015" y="591"/>
                  <a:pt x="3015" y="591"/>
                  <a:pt x="3015" y="591"/>
                </a:cubicBezTo>
                <a:cubicBezTo>
                  <a:pt x="3015" y="491"/>
                  <a:pt x="3015" y="491"/>
                  <a:pt x="3015" y="491"/>
                </a:cubicBezTo>
                <a:cubicBezTo>
                  <a:pt x="3012" y="491"/>
                  <a:pt x="3012" y="491"/>
                  <a:pt x="3012" y="491"/>
                </a:cubicBezTo>
                <a:lnTo>
                  <a:pt x="3012" y="591"/>
                </a:lnTo>
                <a:close/>
                <a:moveTo>
                  <a:pt x="2997" y="516"/>
                </a:moveTo>
                <a:cubicBezTo>
                  <a:pt x="2996" y="515"/>
                  <a:pt x="2996" y="515"/>
                  <a:pt x="2996" y="515"/>
                </a:cubicBezTo>
                <a:cubicBezTo>
                  <a:pt x="2975" y="528"/>
                  <a:pt x="2975" y="528"/>
                  <a:pt x="2975" y="528"/>
                </a:cubicBezTo>
                <a:cubicBezTo>
                  <a:pt x="2954" y="515"/>
                  <a:pt x="2954" y="515"/>
                  <a:pt x="2954" y="515"/>
                </a:cubicBezTo>
                <a:cubicBezTo>
                  <a:pt x="2931" y="530"/>
                  <a:pt x="2931" y="530"/>
                  <a:pt x="2931" y="530"/>
                </a:cubicBezTo>
                <a:cubicBezTo>
                  <a:pt x="2975" y="530"/>
                  <a:pt x="2975" y="530"/>
                  <a:pt x="2975" y="530"/>
                </a:cubicBezTo>
                <a:cubicBezTo>
                  <a:pt x="3016" y="529"/>
                  <a:pt x="3016" y="529"/>
                  <a:pt x="3016" y="529"/>
                </a:cubicBezTo>
                <a:cubicBezTo>
                  <a:pt x="2997" y="515"/>
                  <a:pt x="2997" y="515"/>
                  <a:pt x="2997" y="515"/>
                </a:cubicBezTo>
                <a:cubicBezTo>
                  <a:pt x="2996" y="515"/>
                  <a:pt x="2996" y="515"/>
                  <a:pt x="2996" y="515"/>
                </a:cubicBezTo>
                <a:cubicBezTo>
                  <a:pt x="2997" y="516"/>
                  <a:pt x="2997" y="516"/>
                  <a:pt x="2997" y="516"/>
                </a:cubicBezTo>
                <a:cubicBezTo>
                  <a:pt x="2996" y="517"/>
                  <a:pt x="2996" y="517"/>
                  <a:pt x="2996" y="517"/>
                </a:cubicBezTo>
                <a:cubicBezTo>
                  <a:pt x="3009" y="527"/>
                  <a:pt x="3009" y="527"/>
                  <a:pt x="3009" y="527"/>
                </a:cubicBezTo>
                <a:cubicBezTo>
                  <a:pt x="2975" y="527"/>
                  <a:pt x="2975" y="527"/>
                  <a:pt x="2975" y="527"/>
                </a:cubicBezTo>
                <a:cubicBezTo>
                  <a:pt x="2938" y="528"/>
                  <a:pt x="2938" y="528"/>
                  <a:pt x="2938" y="528"/>
                </a:cubicBezTo>
                <a:cubicBezTo>
                  <a:pt x="2954" y="517"/>
                  <a:pt x="2954" y="517"/>
                  <a:pt x="2954" y="517"/>
                </a:cubicBezTo>
                <a:cubicBezTo>
                  <a:pt x="2975" y="530"/>
                  <a:pt x="2975" y="530"/>
                  <a:pt x="2975" y="530"/>
                </a:cubicBezTo>
                <a:cubicBezTo>
                  <a:pt x="2997" y="517"/>
                  <a:pt x="2997" y="517"/>
                  <a:pt x="2997" y="517"/>
                </a:cubicBezTo>
                <a:cubicBezTo>
                  <a:pt x="2997" y="516"/>
                  <a:pt x="2997" y="516"/>
                  <a:pt x="2997" y="516"/>
                </a:cubicBezTo>
                <a:cubicBezTo>
                  <a:pt x="2996" y="517"/>
                  <a:pt x="2996" y="517"/>
                  <a:pt x="2996" y="517"/>
                </a:cubicBezTo>
                <a:cubicBezTo>
                  <a:pt x="2997" y="516"/>
                  <a:pt x="2997" y="516"/>
                  <a:pt x="2997" y="516"/>
                </a:cubicBezTo>
                <a:moveTo>
                  <a:pt x="2935" y="494"/>
                </a:moveTo>
                <a:cubicBezTo>
                  <a:pt x="3014" y="494"/>
                  <a:pt x="3014" y="494"/>
                  <a:pt x="3014" y="494"/>
                </a:cubicBezTo>
                <a:cubicBezTo>
                  <a:pt x="3014" y="492"/>
                  <a:pt x="3014" y="492"/>
                  <a:pt x="3014" y="492"/>
                </a:cubicBezTo>
                <a:cubicBezTo>
                  <a:pt x="2935" y="492"/>
                  <a:pt x="2935" y="492"/>
                  <a:pt x="2935" y="492"/>
                </a:cubicBezTo>
                <a:lnTo>
                  <a:pt x="2935" y="494"/>
                </a:lnTo>
                <a:close/>
                <a:moveTo>
                  <a:pt x="2933" y="618"/>
                </a:moveTo>
                <a:cubicBezTo>
                  <a:pt x="2965" y="618"/>
                  <a:pt x="2965" y="618"/>
                  <a:pt x="2965" y="618"/>
                </a:cubicBezTo>
                <a:cubicBezTo>
                  <a:pt x="2965" y="616"/>
                  <a:pt x="2965" y="616"/>
                  <a:pt x="2965" y="616"/>
                </a:cubicBezTo>
                <a:cubicBezTo>
                  <a:pt x="2933" y="616"/>
                  <a:pt x="2933" y="616"/>
                  <a:pt x="2933" y="616"/>
                </a:cubicBezTo>
                <a:lnTo>
                  <a:pt x="2933" y="618"/>
                </a:lnTo>
                <a:close/>
                <a:moveTo>
                  <a:pt x="2974" y="561"/>
                </a:moveTo>
                <a:cubicBezTo>
                  <a:pt x="2976" y="561"/>
                  <a:pt x="2976" y="561"/>
                  <a:pt x="2976" y="561"/>
                </a:cubicBezTo>
                <a:cubicBezTo>
                  <a:pt x="2976" y="529"/>
                  <a:pt x="2976" y="529"/>
                  <a:pt x="2976" y="529"/>
                </a:cubicBezTo>
                <a:cubicBezTo>
                  <a:pt x="2974" y="529"/>
                  <a:pt x="2974" y="529"/>
                  <a:pt x="2974" y="529"/>
                </a:cubicBezTo>
                <a:lnTo>
                  <a:pt x="2974" y="561"/>
                </a:lnTo>
                <a:close/>
                <a:moveTo>
                  <a:pt x="2975" y="591"/>
                </a:moveTo>
                <a:cubicBezTo>
                  <a:pt x="2977" y="591"/>
                  <a:pt x="2977" y="591"/>
                  <a:pt x="2977" y="591"/>
                </a:cubicBezTo>
                <a:cubicBezTo>
                  <a:pt x="2977" y="571"/>
                  <a:pt x="2977" y="571"/>
                  <a:pt x="2977" y="571"/>
                </a:cubicBezTo>
                <a:cubicBezTo>
                  <a:pt x="2975" y="571"/>
                  <a:pt x="2975" y="571"/>
                  <a:pt x="2975" y="571"/>
                </a:cubicBezTo>
                <a:lnTo>
                  <a:pt x="2975" y="591"/>
                </a:lnTo>
                <a:close/>
                <a:moveTo>
                  <a:pt x="2997" y="559"/>
                </a:moveTo>
                <a:cubicBezTo>
                  <a:pt x="2996" y="558"/>
                  <a:pt x="2996" y="558"/>
                  <a:pt x="2996" y="558"/>
                </a:cubicBezTo>
                <a:cubicBezTo>
                  <a:pt x="2976" y="569"/>
                  <a:pt x="2976" y="569"/>
                  <a:pt x="2976" y="569"/>
                </a:cubicBezTo>
                <a:cubicBezTo>
                  <a:pt x="2953" y="557"/>
                  <a:pt x="2953" y="557"/>
                  <a:pt x="2953" y="557"/>
                </a:cubicBezTo>
                <a:cubicBezTo>
                  <a:pt x="2929" y="571"/>
                  <a:pt x="2929" y="571"/>
                  <a:pt x="2929" y="571"/>
                </a:cubicBezTo>
                <a:cubicBezTo>
                  <a:pt x="2976" y="571"/>
                  <a:pt x="2976" y="571"/>
                  <a:pt x="2976" y="571"/>
                </a:cubicBezTo>
                <a:cubicBezTo>
                  <a:pt x="3015" y="571"/>
                  <a:pt x="3015" y="571"/>
                  <a:pt x="3015" y="571"/>
                </a:cubicBezTo>
                <a:cubicBezTo>
                  <a:pt x="2997" y="557"/>
                  <a:pt x="2997" y="557"/>
                  <a:pt x="2997" y="557"/>
                </a:cubicBezTo>
                <a:cubicBezTo>
                  <a:pt x="2996" y="558"/>
                  <a:pt x="2996" y="558"/>
                  <a:pt x="2996" y="558"/>
                </a:cubicBezTo>
                <a:cubicBezTo>
                  <a:pt x="2997" y="559"/>
                  <a:pt x="2997" y="559"/>
                  <a:pt x="2997" y="559"/>
                </a:cubicBezTo>
                <a:cubicBezTo>
                  <a:pt x="2996" y="560"/>
                  <a:pt x="2996" y="560"/>
                  <a:pt x="2996" y="560"/>
                </a:cubicBezTo>
                <a:cubicBezTo>
                  <a:pt x="3009" y="569"/>
                  <a:pt x="3009" y="569"/>
                  <a:pt x="3009" y="569"/>
                </a:cubicBezTo>
                <a:cubicBezTo>
                  <a:pt x="2976" y="569"/>
                  <a:pt x="2976" y="569"/>
                  <a:pt x="2976" y="569"/>
                </a:cubicBezTo>
                <a:cubicBezTo>
                  <a:pt x="2937" y="569"/>
                  <a:pt x="2937" y="569"/>
                  <a:pt x="2937" y="569"/>
                </a:cubicBezTo>
                <a:cubicBezTo>
                  <a:pt x="2953" y="559"/>
                  <a:pt x="2953" y="559"/>
                  <a:pt x="2953" y="559"/>
                </a:cubicBezTo>
                <a:cubicBezTo>
                  <a:pt x="2976" y="572"/>
                  <a:pt x="2976" y="572"/>
                  <a:pt x="2976" y="572"/>
                </a:cubicBezTo>
                <a:cubicBezTo>
                  <a:pt x="2997" y="560"/>
                  <a:pt x="2997" y="560"/>
                  <a:pt x="2997" y="560"/>
                </a:cubicBezTo>
                <a:cubicBezTo>
                  <a:pt x="2997" y="559"/>
                  <a:pt x="2997" y="559"/>
                  <a:pt x="2997" y="559"/>
                </a:cubicBezTo>
                <a:cubicBezTo>
                  <a:pt x="2996" y="560"/>
                  <a:pt x="2996" y="560"/>
                  <a:pt x="2996" y="560"/>
                </a:cubicBezTo>
                <a:cubicBezTo>
                  <a:pt x="2997" y="559"/>
                  <a:pt x="2997" y="559"/>
                  <a:pt x="2997" y="559"/>
                </a:cubicBezTo>
                <a:moveTo>
                  <a:pt x="2933" y="617"/>
                </a:moveTo>
                <a:cubicBezTo>
                  <a:pt x="2953" y="605"/>
                  <a:pt x="2953" y="605"/>
                  <a:pt x="2953" y="605"/>
                </a:cubicBezTo>
                <a:cubicBezTo>
                  <a:pt x="2964" y="613"/>
                  <a:pt x="2964" y="613"/>
                  <a:pt x="2964" y="613"/>
                </a:cubicBezTo>
                <a:cubicBezTo>
                  <a:pt x="2965" y="611"/>
                  <a:pt x="2965" y="611"/>
                  <a:pt x="2965" y="611"/>
                </a:cubicBezTo>
                <a:cubicBezTo>
                  <a:pt x="2953" y="603"/>
                  <a:pt x="2953" y="603"/>
                  <a:pt x="2953" y="603"/>
                </a:cubicBezTo>
                <a:cubicBezTo>
                  <a:pt x="2932" y="615"/>
                  <a:pt x="2932" y="615"/>
                  <a:pt x="2932" y="615"/>
                </a:cubicBezTo>
                <a:cubicBezTo>
                  <a:pt x="2933" y="617"/>
                  <a:pt x="2933" y="617"/>
                  <a:pt x="2933" y="617"/>
                </a:cubicBezTo>
                <a:moveTo>
                  <a:pt x="2955" y="481"/>
                </a:moveTo>
                <a:cubicBezTo>
                  <a:pt x="2955" y="481"/>
                  <a:pt x="2955" y="481"/>
                  <a:pt x="2955" y="481"/>
                </a:cubicBezTo>
                <a:cubicBezTo>
                  <a:pt x="2954" y="483"/>
                  <a:pt x="2954" y="483"/>
                  <a:pt x="2954" y="483"/>
                </a:cubicBezTo>
                <a:cubicBezTo>
                  <a:pt x="2974" y="494"/>
                  <a:pt x="2974" y="494"/>
                  <a:pt x="2974" y="494"/>
                </a:cubicBezTo>
                <a:cubicBezTo>
                  <a:pt x="2974" y="520"/>
                  <a:pt x="2974" y="520"/>
                  <a:pt x="2974" y="520"/>
                </a:cubicBezTo>
                <a:cubicBezTo>
                  <a:pt x="2976" y="520"/>
                  <a:pt x="2976" y="520"/>
                  <a:pt x="2976" y="520"/>
                </a:cubicBezTo>
                <a:cubicBezTo>
                  <a:pt x="2976" y="493"/>
                  <a:pt x="2976" y="493"/>
                  <a:pt x="2976" y="493"/>
                </a:cubicBezTo>
                <a:cubicBezTo>
                  <a:pt x="2955" y="481"/>
                  <a:pt x="2955" y="481"/>
                  <a:pt x="2955" y="481"/>
                </a:cubicBezTo>
                <a:cubicBezTo>
                  <a:pt x="2955" y="482"/>
                  <a:pt x="2955" y="482"/>
                  <a:pt x="2955" y="482"/>
                </a:cubicBezTo>
                <a:cubicBezTo>
                  <a:pt x="2955" y="483"/>
                  <a:pt x="2955" y="483"/>
                  <a:pt x="2955" y="483"/>
                </a:cubicBezTo>
                <a:cubicBezTo>
                  <a:pt x="2955" y="483"/>
                  <a:pt x="2955" y="483"/>
                  <a:pt x="2955" y="483"/>
                </a:cubicBezTo>
                <a:cubicBezTo>
                  <a:pt x="2955" y="481"/>
                  <a:pt x="2955" y="481"/>
                  <a:pt x="2955" y="481"/>
                </a:cubicBezTo>
                <a:moveTo>
                  <a:pt x="2997" y="590"/>
                </a:moveTo>
                <a:cubicBezTo>
                  <a:pt x="2998" y="478"/>
                  <a:pt x="2998" y="478"/>
                  <a:pt x="2998" y="478"/>
                </a:cubicBezTo>
                <a:cubicBezTo>
                  <a:pt x="2975" y="492"/>
                  <a:pt x="2975" y="492"/>
                  <a:pt x="2975" y="492"/>
                </a:cubicBezTo>
                <a:cubicBezTo>
                  <a:pt x="2976" y="494"/>
                  <a:pt x="2976" y="494"/>
                  <a:pt x="2976" y="494"/>
                </a:cubicBezTo>
                <a:cubicBezTo>
                  <a:pt x="2995" y="482"/>
                  <a:pt x="2995" y="482"/>
                  <a:pt x="2995" y="482"/>
                </a:cubicBezTo>
                <a:cubicBezTo>
                  <a:pt x="2995" y="590"/>
                  <a:pt x="2995" y="590"/>
                  <a:pt x="2995" y="590"/>
                </a:cubicBezTo>
                <a:cubicBezTo>
                  <a:pt x="2997" y="590"/>
                  <a:pt x="2997" y="590"/>
                  <a:pt x="2997" y="590"/>
                </a:cubicBezTo>
                <a:moveTo>
                  <a:pt x="2960" y="440"/>
                </a:moveTo>
                <a:cubicBezTo>
                  <a:pt x="2960" y="441"/>
                  <a:pt x="2960" y="441"/>
                  <a:pt x="2960" y="441"/>
                </a:cubicBezTo>
                <a:cubicBezTo>
                  <a:pt x="3009" y="441"/>
                  <a:pt x="3009" y="441"/>
                  <a:pt x="3009" y="441"/>
                </a:cubicBezTo>
                <a:cubicBezTo>
                  <a:pt x="3009" y="446"/>
                  <a:pt x="3009" y="446"/>
                  <a:pt x="3009" y="446"/>
                </a:cubicBezTo>
                <a:cubicBezTo>
                  <a:pt x="2961" y="446"/>
                  <a:pt x="2961" y="446"/>
                  <a:pt x="2961" y="446"/>
                </a:cubicBezTo>
                <a:cubicBezTo>
                  <a:pt x="2961" y="440"/>
                  <a:pt x="2961" y="440"/>
                  <a:pt x="2961" y="440"/>
                </a:cubicBezTo>
                <a:cubicBezTo>
                  <a:pt x="2960" y="440"/>
                  <a:pt x="2960" y="440"/>
                  <a:pt x="2960" y="440"/>
                </a:cubicBezTo>
                <a:cubicBezTo>
                  <a:pt x="2960" y="441"/>
                  <a:pt x="2960" y="441"/>
                  <a:pt x="2960" y="441"/>
                </a:cubicBezTo>
                <a:cubicBezTo>
                  <a:pt x="2960" y="440"/>
                  <a:pt x="2960" y="440"/>
                  <a:pt x="2960" y="440"/>
                </a:cubicBezTo>
                <a:cubicBezTo>
                  <a:pt x="2959" y="440"/>
                  <a:pt x="2959" y="440"/>
                  <a:pt x="2959" y="440"/>
                </a:cubicBezTo>
                <a:cubicBezTo>
                  <a:pt x="2959" y="448"/>
                  <a:pt x="2959" y="448"/>
                  <a:pt x="2959" y="448"/>
                </a:cubicBezTo>
                <a:cubicBezTo>
                  <a:pt x="3011" y="448"/>
                  <a:pt x="3011" y="448"/>
                  <a:pt x="3011" y="448"/>
                </a:cubicBezTo>
                <a:cubicBezTo>
                  <a:pt x="3011" y="438"/>
                  <a:pt x="3011" y="438"/>
                  <a:pt x="3011" y="438"/>
                </a:cubicBezTo>
                <a:cubicBezTo>
                  <a:pt x="2959" y="438"/>
                  <a:pt x="2959" y="438"/>
                  <a:pt x="2959" y="438"/>
                </a:cubicBezTo>
                <a:cubicBezTo>
                  <a:pt x="2959" y="440"/>
                  <a:pt x="2959" y="440"/>
                  <a:pt x="2959" y="440"/>
                </a:cubicBezTo>
                <a:cubicBezTo>
                  <a:pt x="2960" y="440"/>
                  <a:pt x="2960" y="440"/>
                  <a:pt x="2960" y="440"/>
                </a:cubicBezTo>
                <a:moveTo>
                  <a:pt x="2995" y="457"/>
                </a:moveTo>
                <a:cubicBezTo>
                  <a:pt x="2995" y="456"/>
                  <a:pt x="2995" y="456"/>
                  <a:pt x="2995" y="456"/>
                </a:cubicBezTo>
                <a:cubicBezTo>
                  <a:pt x="2970" y="463"/>
                  <a:pt x="2970" y="463"/>
                  <a:pt x="2970" y="463"/>
                </a:cubicBezTo>
                <a:cubicBezTo>
                  <a:pt x="2949" y="451"/>
                  <a:pt x="2949" y="451"/>
                  <a:pt x="2949" y="451"/>
                </a:cubicBezTo>
                <a:cubicBezTo>
                  <a:pt x="2927" y="466"/>
                  <a:pt x="2927" y="466"/>
                  <a:pt x="2927" y="466"/>
                </a:cubicBezTo>
                <a:cubicBezTo>
                  <a:pt x="2970" y="466"/>
                  <a:pt x="2970" y="466"/>
                  <a:pt x="2970" y="466"/>
                </a:cubicBezTo>
                <a:cubicBezTo>
                  <a:pt x="3016" y="466"/>
                  <a:pt x="3016" y="466"/>
                  <a:pt x="3016" y="466"/>
                </a:cubicBezTo>
                <a:cubicBezTo>
                  <a:pt x="3016" y="464"/>
                  <a:pt x="3016" y="464"/>
                  <a:pt x="3016" y="464"/>
                </a:cubicBezTo>
                <a:cubicBezTo>
                  <a:pt x="2995" y="456"/>
                  <a:pt x="2995" y="456"/>
                  <a:pt x="2995" y="456"/>
                </a:cubicBezTo>
                <a:cubicBezTo>
                  <a:pt x="2995" y="456"/>
                  <a:pt x="2995" y="456"/>
                  <a:pt x="2995" y="456"/>
                </a:cubicBezTo>
                <a:cubicBezTo>
                  <a:pt x="2995" y="457"/>
                  <a:pt x="2995" y="457"/>
                  <a:pt x="2995" y="457"/>
                </a:cubicBezTo>
                <a:cubicBezTo>
                  <a:pt x="2995" y="458"/>
                  <a:pt x="2995" y="458"/>
                  <a:pt x="2995" y="458"/>
                </a:cubicBezTo>
                <a:cubicBezTo>
                  <a:pt x="3010" y="464"/>
                  <a:pt x="3010" y="464"/>
                  <a:pt x="3010" y="464"/>
                </a:cubicBezTo>
                <a:cubicBezTo>
                  <a:pt x="2970" y="464"/>
                  <a:pt x="2970" y="464"/>
                  <a:pt x="2970" y="464"/>
                </a:cubicBezTo>
                <a:cubicBezTo>
                  <a:pt x="2934" y="464"/>
                  <a:pt x="2934" y="464"/>
                  <a:pt x="2934" y="464"/>
                </a:cubicBezTo>
                <a:cubicBezTo>
                  <a:pt x="2949" y="454"/>
                  <a:pt x="2949" y="454"/>
                  <a:pt x="2949" y="454"/>
                </a:cubicBezTo>
                <a:cubicBezTo>
                  <a:pt x="2970" y="466"/>
                  <a:pt x="2970" y="466"/>
                  <a:pt x="2970" y="466"/>
                </a:cubicBezTo>
                <a:cubicBezTo>
                  <a:pt x="2995" y="458"/>
                  <a:pt x="2995" y="458"/>
                  <a:pt x="2995" y="458"/>
                </a:cubicBezTo>
                <a:cubicBezTo>
                  <a:pt x="2995" y="457"/>
                  <a:pt x="2995" y="457"/>
                  <a:pt x="2995" y="457"/>
                </a:cubicBezTo>
                <a:cubicBezTo>
                  <a:pt x="2995" y="458"/>
                  <a:pt x="2995" y="458"/>
                  <a:pt x="2995" y="458"/>
                </a:cubicBezTo>
                <a:cubicBezTo>
                  <a:pt x="2995" y="457"/>
                  <a:pt x="2995" y="457"/>
                  <a:pt x="2995" y="457"/>
                </a:cubicBezTo>
                <a:moveTo>
                  <a:pt x="2996" y="457"/>
                </a:moveTo>
                <a:cubicBezTo>
                  <a:pt x="2996" y="481"/>
                  <a:pt x="2996" y="481"/>
                  <a:pt x="2996" y="481"/>
                </a:cubicBezTo>
                <a:cubicBezTo>
                  <a:pt x="2998" y="481"/>
                  <a:pt x="2998" y="481"/>
                  <a:pt x="2998" y="481"/>
                </a:cubicBezTo>
                <a:cubicBezTo>
                  <a:pt x="2998" y="457"/>
                  <a:pt x="2998" y="457"/>
                  <a:pt x="2998" y="457"/>
                </a:cubicBezTo>
                <a:moveTo>
                  <a:pt x="2965" y="481"/>
                </a:moveTo>
                <a:cubicBezTo>
                  <a:pt x="2967" y="481"/>
                  <a:pt x="2967" y="481"/>
                  <a:pt x="2967" y="481"/>
                </a:cubicBezTo>
                <a:cubicBezTo>
                  <a:pt x="2967" y="465"/>
                  <a:pt x="2967" y="465"/>
                  <a:pt x="2967" y="465"/>
                </a:cubicBezTo>
                <a:cubicBezTo>
                  <a:pt x="2965" y="465"/>
                  <a:pt x="2965" y="465"/>
                  <a:pt x="2965" y="465"/>
                </a:cubicBezTo>
                <a:lnTo>
                  <a:pt x="2965" y="481"/>
                </a:lnTo>
                <a:close/>
                <a:moveTo>
                  <a:pt x="2950" y="482"/>
                </a:moveTo>
                <a:cubicBezTo>
                  <a:pt x="2997" y="482"/>
                  <a:pt x="2997" y="482"/>
                  <a:pt x="2997" y="482"/>
                </a:cubicBezTo>
                <a:cubicBezTo>
                  <a:pt x="3013" y="494"/>
                  <a:pt x="3013" y="494"/>
                  <a:pt x="3013" y="494"/>
                </a:cubicBezTo>
                <a:cubicBezTo>
                  <a:pt x="3015" y="492"/>
                  <a:pt x="3015" y="492"/>
                  <a:pt x="3015" y="492"/>
                </a:cubicBezTo>
                <a:cubicBezTo>
                  <a:pt x="2997" y="480"/>
                  <a:pt x="2997" y="480"/>
                  <a:pt x="2997" y="480"/>
                </a:cubicBezTo>
                <a:cubicBezTo>
                  <a:pt x="2950" y="480"/>
                  <a:pt x="2950" y="480"/>
                  <a:pt x="2950" y="480"/>
                </a:cubicBezTo>
                <a:cubicBezTo>
                  <a:pt x="2950" y="482"/>
                  <a:pt x="2950" y="482"/>
                  <a:pt x="2950" y="482"/>
                </a:cubicBezTo>
                <a:moveTo>
                  <a:pt x="2929" y="490"/>
                </a:moveTo>
                <a:cubicBezTo>
                  <a:pt x="2932" y="490"/>
                  <a:pt x="2932" y="490"/>
                  <a:pt x="2932" y="490"/>
                </a:cubicBezTo>
                <a:cubicBezTo>
                  <a:pt x="2932" y="465"/>
                  <a:pt x="2932" y="465"/>
                  <a:pt x="2932" y="465"/>
                </a:cubicBezTo>
                <a:cubicBezTo>
                  <a:pt x="2929" y="465"/>
                  <a:pt x="2929" y="465"/>
                  <a:pt x="2929" y="465"/>
                </a:cubicBezTo>
                <a:lnTo>
                  <a:pt x="2929" y="490"/>
                </a:lnTo>
                <a:close/>
                <a:moveTo>
                  <a:pt x="3006" y="478"/>
                </a:moveTo>
                <a:cubicBezTo>
                  <a:pt x="3008" y="478"/>
                  <a:pt x="3008" y="478"/>
                  <a:pt x="3008" y="478"/>
                </a:cubicBezTo>
                <a:cubicBezTo>
                  <a:pt x="3008" y="465"/>
                  <a:pt x="3008" y="465"/>
                  <a:pt x="3008" y="465"/>
                </a:cubicBezTo>
                <a:cubicBezTo>
                  <a:pt x="3006" y="465"/>
                  <a:pt x="3006" y="465"/>
                  <a:pt x="3006" y="465"/>
                </a:cubicBezTo>
                <a:lnTo>
                  <a:pt x="3006" y="478"/>
                </a:lnTo>
                <a:close/>
                <a:moveTo>
                  <a:pt x="2974" y="448"/>
                </a:moveTo>
                <a:cubicBezTo>
                  <a:pt x="2991" y="459"/>
                  <a:pt x="2991" y="459"/>
                  <a:pt x="2991" y="459"/>
                </a:cubicBezTo>
                <a:cubicBezTo>
                  <a:pt x="2992" y="457"/>
                  <a:pt x="2992" y="457"/>
                  <a:pt x="2992" y="457"/>
                </a:cubicBezTo>
                <a:cubicBezTo>
                  <a:pt x="2976" y="446"/>
                  <a:pt x="2976" y="446"/>
                  <a:pt x="2976" y="446"/>
                </a:cubicBezTo>
                <a:moveTo>
                  <a:pt x="3008" y="446"/>
                </a:moveTo>
                <a:cubicBezTo>
                  <a:pt x="2993" y="456"/>
                  <a:pt x="2993" y="456"/>
                  <a:pt x="2993" y="456"/>
                </a:cubicBezTo>
                <a:cubicBezTo>
                  <a:pt x="2994" y="458"/>
                  <a:pt x="2994" y="458"/>
                  <a:pt x="2994" y="458"/>
                </a:cubicBezTo>
                <a:cubicBezTo>
                  <a:pt x="3009" y="448"/>
                  <a:pt x="3009" y="448"/>
                  <a:pt x="3009" y="448"/>
                </a:cubicBezTo>
                <a:moveTo>
                  <a:pt x="2965" y="463"/>
                </a:moveTo>
                <a:cubicBezTo>
                  <a:pt x="2967" y="463"/>
                  <a:pt x="2967" y="463"/>
                  <a:pt x="2967" y="463"/>
                </a:cubicBezTo>
                <a:cubicBezTo>
                  <a:pt x="2967" y="448"/>
                  <a:pt x="2967" y="448"/>
                  <a:pt x="2967" y="448"/>
                </a:cubicBezTo>
                <a:cubicBezTo>
                  <a:pt x="2965" y="448"/>
                  <a:pt x="2965" y="448"/>
                  <a:pt x="2965" y="448"/>
                </a:cubicBezTo>
                <a:lnTo>
                  <a:pt x="2965" y="463"/>
                </a:lnTo>
                <a:close/>
                <a:moveTo>
                  <a:pt x="2855" y="480"/>
                </a:moveTo>
                <a:cubicBezTo>
                  <a:pt x="2855" y="458"/>
                  <a:pt x="2855" y="458"/>
                  <a:pt x="2855" y="458"/>
                </a:cubicBezTo>
                <a:cubicBezTo>
                  <a:pt x="2894" y="458"/>
                  <a:pt x="2894" y="458"/>
                  <a:pt x="2894" y="458"/>
                </a:cubicBezTo>
                <a:cubicBezTo>
                  <a:pt x="2894" y="506"/>
                  <a:pt x="2894" y="506"/>
                  <a:pt x="2894" y="506"/>
                </a:cubicBezTo>
                <a:cubicBezTo>
                  <a:pt x="2896" y="506"/>
                  <a:pt x="2896" y="506"/>
                  <a:pt x="2896" y="506"/>
                </a:cubicBezTo>
                <a:cubicBezTo>
                  <a:pt x="2896" y="456"/>
                  <a:pt x="2896" y="456"/>
                  <a:pt x="2896" y="456"/>
                </a:cubicBezTo>
                <a:cubicBezTo>
                  <a:pt x="2853" y="456"/>
                  <a:pt x="2853" y="456"/>
                  <a:pt x="2853" y="456"/>
                </a:cubicBezTo>
                <a:cubicBezTo>
                  <a:pt x="2853" y="480"/>
                  <a:pt x="2853" y="480"/>
                  <a:pt x="2853" y="480"/>
                </a:cubicBezTo>
                <a:cubicBezTo>
                  <a:pt x="2855" y="480"/>
                  <a:pt x="2855" y="480"/>
                  <a:pt x="2855" y="480"/>
                </a:cubicBezTo>
                <a:moveTo>
                  <a:pt x="2871" y="504"/>
                </a:moveTo>
                <a:cubicBezTo>
                  <a:pt x="2871" y="487"/>
                  <a:pt x="2871" y="487"/>
                  <a:pt x="2871" y="487"/>
                </a:cubicBezTo>
                <a:cubicBezTo>
                  <a:pt x="2887" y="487"/>
                  <a:pt x="2887" y="487"/>
                  <a:pt x="2887" y="487"/>
                </a:cubicBezTo>
                <a:cubicBezTo>
                  <a:pt x="2887" y="506"/>
                  <a:pt x="2887" y="506"/>
                  <a:pt x="2887" y="506"/>
                </a:cubicBezTo>
                <a:cubicBezTo>
                  <a:pt x="2905" y="506"/>
                  <a:pt x="2905" y="506"/>
                  <a:pt x="2905" y="506"/>
                </a:cubicBezTo>
                <a:cubicBezTo>
                  <a:pt x="2905" y="538"/>
                  <a:pt x="2905" y="538"/>
                  <a:pt x="2905" y="538"/>
                </a:cubicBezTo>
                <a:cubicBezTo>
                  <a:pt x="2907" y="538"/>
                  <a:pt x="2907" y="538"/>
                  <a:pt x="2907" y="538"/>
                </a:cubicBezTo>
                <a:cubicBezTo>
                  <a:pt x="2907" y="504"/>
                  <a:pt x="2907" y="504"/>
                  <a:pt x="2907" y="504"/>
                </a:cubicBezTo>
                <a:cubicBezTo>
                  <a:pt x="2889" y="504"/>
                  <a:pt x="2889" y="504"/>
                  <a:pt x="2889" y="504"/>
                </a:cubicBezTo>
                <a:cubicBezTo>
                  <a:pt x="2889" y="484"/>
                  <a:pt x="2889" y="484"/>
                  <a:pt x="2889" y="484"/>
                </a:cubicBezTo>
                <a:cubicBezTo>
                  <a:pt x="2869" y="484"/>
                  <a:pt x="2869" y="484"/>
                  <a:pt x="2869" y="484"/>
                </a:cubicBezTo>
                <a:cubicBezTo>
                  <a:pt x="2869" y="504"/>
                  <a:pt x="2869" y="504"/>
                  <a:pt x="2869" y="504"/>
                </a:cubicBezTo>
                <a:cubicBezTo>
                  <a:pt x="2871" y="504"/>
                  <a:pt x="2871" y="504"/>
                  <a:pt x="2871" y="504"/>
                </a:cubicBezTo>
                <a:moveTo>
                  <a:pt x="2831" y="433"/>
                </a:moveTo>
                <a:cubicBezTo>
                  <a:pt x="2843" y="433"/>
                  <a:pt x="2843" y="433"/>
                  <a:pt x="2843" y="433"/>
                </a:cubicBezTo>
                <a:cubicBezTo>
                  <a:pt x="2843" y="418"/>
                  <a:pt x="2843" y="418"/>
                  <a:pt x="2843" y="418"/>
                </a:cubicBezTo>
                <a:cubicBezTo>
                  <a:pt x="2863" y="418"/>
                  <a:pt x="2863" y="418"/>
                  <a:pt x="2863" y="418"/>
                </a:cubicBezTo>
                <a:cubicBezTo>
                  <a:pt x="2863" y="457"/>
                  <a:pt x="2863" y="457"/>
                  <a:pt x="2863" y="457"/>
                </a:cubicBezTo>
                <a:cubicBezTo>
                  <a:pt x="2865" y="457"/>
                  <a:pt x="2865" y="457"/>
                  <a:pt x="2865" y="457"/>
                </a:cubicBezTo>
                <a:cubicBezTo>
                  <a:pt x="2865" y="416"/>
                  <a:pt x="2865" y="416"/>
                  <a:pt x="2865" y="416"/>
                </a:cubicBezTo>
                <a:cubicBezTo>
                  <a:pt x="2840" y="416"/>
                  <a:pt x="2840" y="416"/>
                  <a:pt x="2840" y="416"/>
                </a:cubicBezTo>
                <a:cubicBezTo>
                  <a:pt x="2840" y="430"/>
                  <a:pt x="2840" y="430"/>
                  <a:pt x="2840" y="430"/>
                </a:cubicBezTo>
                <a:cubicBezTo>
                  <a:pt x="2831" y="430"/>
                  <a:pt x="2831" y="430"/>
                  <a:pt x="2831" y="430"/>
                </a:cubicBezTo>
                <a:cubicBezTo>
                  <a:pt x="2831" y="433"/>
                  <a:pt x="2831" y="433"/>
                  <a:pt x="2831" y="433"/>
                </a:cubicBezTo>
                <a:moveTo>
                  <a:pt x="3049" y="650"/>
                </a:moveTo>
                <a:cubicBezTo>
                  <a:pt x="3049" y="568"/>
                  <a:pt x="3049" y="568"/>
                  <a:pt x="3049" y="568"/>
                </a:cubicBezTo>
                <a:cubicBezTo>
                  <a:pt x="3077" y="564"/>
                  <a:pt x="3077" y="564"/>
                  <a:pt x="3077" y="564"/>
                </a:cubicBezTo>
                <a:cubicBezTo>
                  <a:pt x="3077" y="651"/>
                  <a:pt x="3077" y="651"/>
                  <a:pt x="3077" y="651"/>
                </a:cubicBezTo>
                <a:cubicBezTo>
                  <a:pt x="3079" y="651"/>
                  <a:pt x="3079" y="651"/>
                  <a:pt x="3079" y="651"/>
                </a:cubicBezTo>
                <a:cubicBezTo>
                  <a:pt x="3079" y="561"/>
                  <a:pt x="3079" y="561"/>
                  <a:pt x="3079" y="561"/>
                </a:cubicBezTo>
                <a:cubicBezTo>
                  <a:pt x="3047" y="566"/>
                  <a:pt x="3047" y="566"/>
                  <a:pt x="3047" y="566"/>
                </a:cubicBezTo>
                <a:cubicBezTo>
                  <a:pt x="3047" y="650"/>
                  <a:pt x="3047" y="650"/>
                  <a:pt x="3047" y="650"/>
                </a:cubicBezTo>
                <a:cubicBezTo>
                  <a:pt x="3049" y="650"/>
                  <a:pt x="3049" y="650"/>
                  <a:pt x="3049" y="650"/>
                </a:cubicBezTo>
                <a:moveTo>
                  <a:pt x="3061" y="566"/>
                </a:moveTo>
                <a:cubicBezTo>
                  <a:pt x="3061" y="554"/>
                  <a:pt x="3061" y="554"/>
                  <a:pt x="3061" y="554"/>
                </a:cubicBezTo>
                <a:cubicBezTo>
                  <a:pt x="3081" y="549"/>
                  <a:pt x="3081" y="549"/>
                  <a:pt x="3081" y="549"/>
                </a:cubicBezTo>
                <a:cubicBezTo>
                  <a:pt x="3105" y="551"/>
                  <a:pt x="3105" y="551"/>
                  <a:pt x="3105" y="551"/>
                </a:cubicBezTo>
                <a:cubicBezTo>
                  <a:pt x="3105" y="561"/>
                  <a:pt x="3105" y="561"/>
                  <a:pt x="3105" y="561"/>
                </a:cubicBezTo>
                <a:cubicBezTo>
                  <a:pt x="3107" y="561"/>
                  <a:pt x="3107" y="561"/>
                  <a:pt x="3107" y="561"/>
                </a:cubicBezTo>
                <a:cubicBezTo>
                  <a:pt x="3107" y="549"/>
                  <a:pt x="3107" y="549"/>
                  <a:pt x="3107" y="549"/>
                </a:cubicBezTo>
                <a:cubicBezTo>
                  <a:pt x="3081" y="547"/>
                  <a:pt x="3081" y="547"/>
                  <a:pt x="3081" y="547"/>
                </a:cubicBezTo>
                <a:cubicBezTo>
                  <a:pt x="3059" y="552"/>
                  <a:pt x="3059" y="552"/>
                  <a:pt x="3059" y="552"/>
                </a:cubicBezTo>
                <a:cubicBezTo>
                  <a:pt x="3059" y="566"/>
                  <a:pt x="3059" y="566"/>
                  <a:pt x="3059" y="566"/>
                </a:cubicBezTo>
                <a:cubicBezTo>
                  <a:pt x="3061" y="566"/>
                  <a:pt x="3061" y="566"/>
                  <a:pt x="3061" y="566"/>
                </a:cubicBezTo>
                <a:moveTo>
                  <a:pt x="3093" y="652"/>
                </a:moveTo>
                <a:cubicBezTo>
                  <a:pt x="3094" y="575"/>
                  <a:pt x="3094" y="575"/>
                  <a:pt x="3094" y="575"/>
                </a:cubicBezTo>
                <a:cubicBezTo>
                  <a:pt x="3099" y="563"/>
                  <a:pt x="3099" y="563"/>
                  <a:pt x="3099" y="563"/>
                </a:cubicBezTo>
                <a:cubicBezTo>
                  <a:pt x="3117" y="561"/>
                  <a:pt x="3117" y="561"/>
                  <a:pt x="3117" y="561"/>
                </a:cubicBezTo>
                <a:cubicBezTo>
                  <a:pt x="3117" y="650"/>
                  <a:pt x="3117" y="650"/>
                  <a:pt x="3117" y="650"/>
                </a:cubicBezTo>
                <a:cubicBezTo>
                  <a:pt x="3119" y="650"/>
                  <a:pt x="3119" y="650"/>
                  <a:pt x="3119" y="650"/>
                </a:cubicBezTo>
                <a:cubicBezTo>
                  <a:pt x="3119" y="558"/>
                  <a:pt x="3119" y="558"/>
                  <a:pt x="3119" y="558"/>
                </a:cubicBezTo>
                <a:cubicBezTo>
                  <a:pt x="3098" y="561"/>
                  <a:pt x="3098" y="561"/>
                  <a:pt x="3098" y="561"/>
                </a:cubicBezTo>
                <a:cubicBezTo>
                  <a:pt x="3091" y="574"/>
                  <a:pt x="3091" y="574"/>
                  <a:pt x="3091" y="574"/>
                </a:cubicBezTo>
                <a:cubicBezTo>
                  <a:pt x="3091" y="652"/>
                  <a:pt x="3091" y="652"/>
                  <a:pt x="3091" y="652"/>
                </a:cubicBezTo>
                <a:cubicBezTo>
                  <a:pt x="3093" y="652"/>
                  <a:pt x="3093" y="652"/>
                  <a:pt x="3093" y="652"/>
                </a:cubicBezTo>
                <a:moveTo>
                  <a:pt x="3118" y="561"/>
                </a:moveTo>
                <a:cubicBezTo>
                  <a:pt x="3163" y="561"/>
                  <a:pt x="3163" y="561"/>
                  <a:pt x="3163" y="561"/>
                </a:cubicBezTo>
                <a:cubicBezTo>
                  <a:pt x="3163" y="572"/>
                  <a:pt x="3163" y="572"/>
                  <a:pt x="3163" y="572"/>
                </a:cubicBezTo>
                <a:cubicBezTo>
                  <a:pt x="3168" y="572"/>
                  <a:pt x="3168" y="572"/>
                  <a:pt x="3168" y="572"/>
                </a:cubicBezTo>
                <a:cubicBezTo>
                  <a:pt x="3168" y="671"/>
                  <a:pt x="3168" y="671"/>
                  <a:pt x="3168" y="671"/>
                </a:cubicBezTo>
                <a:cubicBezTo>
                  <a:pt x="3170" y="671"/>
                  <a:pt x="3170" y="671"/>
                  <a:pt x="3170" y="671"/>
                </a:cubicBezTo>
                <a:cubicBezTo>
                  <a:pt x="3170" y="570"/>
                  <a:pt x="3170" y="570"/>
                  <a:pt x="3170" y="570"/>
                </a:cubicBezTo>
                <a:cubicBezTo>
                  <a:pt x="3165" y="570"/>
                  <a:pt x="3165" y="570"/>
                  <a:pt x="3165" y="570"/>
                </a:cubicBezTo>
                <a:cubicBezTo>
                  <a:pt x="3165" y="558"/>
                  <a:pt x="3165" y="558"/>
                  <a:pt x="3165" y="558"/>
                </a:cubicBezTo>
                <a:cubicBezTo>
                  <a:pt x="3118" y="558"/>
                  <a:pt x="3118" y="558"/>
                  <a:pt x="3118" y="558"/>
                </a:cubicBezTo>
                <a:cubicBezTo>
                  <a:pt x="3118" y="561"/>
                  <a:pt x="3118" y="561"/>
                  <a:pt x="3118" y="561"/>
                </a:cubicBezTo>
                <a:moveTo>
                  <a:pt x="3093" y="575"/>
                </a:moveTo>
                <a:cubicBezTo>
                  <a:pt x="3118" y="571"/>
                  <a:pt x="3118" y="571"/>
                  <a:pt x="3118" y="571"/>
                </a:cubicBezTo>
                <a:cubicBezTo>
                  <a:pt x="3165" y="572"/>
                  <a:pt x="3165" y="572"/>
                  <a:pt x="3165" y="572"/>
                </a:cubicBezTo>
                <a:cubicBezTo>
                  <a:pt x="3165" y="570"/>
                  <a:pt x="3165" y="570"/>
                  <a:pt x="3165" y="570"/>
                </a:cubicBezTo>
                <a:cubicBezTo>
                  <a:pt x="3118" y="569"/>
                  <a:pt x="3118" y="569"/>
                  <a:pt x="3118" y="569"/>
                </a:cubicBezTo>
                <a:cubicBezTo>
                  <a:pt x="3093" y="573"/>
                  <a:pt x="3093" y="573"/>
                  <a:pt x="3093" y="573"/>
                </a:cubicBezTo>
                <a:cubicBezTo>
                  <a:pt x="3093" y="575"/>
                  <a:pt x="3093" y="575"/>
                  <a:pt x="3093" y="575"/>
                </a:cubicBezTo>
                <a:moveTo>
                  <a:pt x="3023" y="459"/>
                </a:moveTo>
                <a:cubicBezTo>
                  <a:pt x="3023" y="432"/>
                  <a:pt x="3023" y="432"/>
                  <a:pt x="3023" y="432"/>
                </a:cubicBezTo>
                <a:cubicBezTo>
                  <a:pt x="3037" y="432"/>
                  <a:pt x="3037" y="432"/>
                  <a:pt x="3037" y="432"/>
                </a:cubicBezTo>
                <a:cubicBezTo>
                  <a:pt x="3037" y="460"/>
                  <a:pt x="3037" y="460"/>
                  <a:pt x="3037" y="460"/>
                </a:cubicBezTo>
                <a:cubicBezTo>
                  <a:pt x="3042" y="460"/>
                  <a:pt x="3042" y="460"/>
                  <a:pt x="3042" y="460"/>
                </a:cubicBezTo>
                <a:cubicBezTo>
                  <a:pt x="3042" y="486"/>
                  <a:pt x="3042" y="486"/>
                  <a:pt x="3042" y="486"/>
                </a:cubicBezTo>
                <a:cubicBezTo>
                  <a:pt x="3049" y="486"/>
                  <a:pt x="3049" y="486"/>
                  <a:pt x="3049" y="486"/>
                </a:cubicBezTo>
                <a:cubicBezTo>
                  <a:pt x="3050" y="536"/>
                  <a:pt x="3050" y="536"/>
                  <a:pt x="3050" y="536"/>
                </a:cubicBezTo>
                <a:cubicBezTo>
                  <a:pt x="3052" y="536"/>
                  <a:pt x="3052" y="536"/>
                  <a:pt x="3052" y="536"/>
                </a:cubicBezTo>
                <a:cubicBezTo>
                  <a:pt x="3052" y="484"/>
                  <a:pt x="3052" y="484"/>
                  <a:pt x="3052" y="484"/>
                </a:cubicBezTo>
                <a:cubicBezTo>
                  <a:pt x="3045" y="484"/>
                  <a:pt x="3045" y="484"/>
                  <a:pt x="3045" y="484"/>
                </a:cubicBezTo>
                <a:cubicBezTo>
                  <a:pt x="3045" y="458"/>
                  <a:pt x="3045" y="458"/>
                  <a:pt x="3045" y="458"/>
                </a:cubicBezTo>
                <a:cubicBezTo>
                  <a:pt x="3039" y="458"/>
                  <a:pt x="3039" y="458"/>
                  <a:pt x="3039" y="458"/>
                </a:cubicBezTo>
                <a:cubicBezTo>
                  <a:pt x="3039" y="430"/>
                  <a:pt x="3039" y="430"/>
                  <a:pt x="3039" y="430"/>
                </a:cubicBezTo>
                <a:cubicBezTo>
                  <a:pt x="3020" y="430"/>
                  <a:pt x="3020" y="430"/>
                  <a:pt x="3020" y="430"/>
                </a:cubicBezTo>
                <a:cubicBezTo>
                  <a:pt x="3020" y="459"/>
                  <a:pt x="3020" y="459"/>
                  <a:pt x="3020" y="459"/>
                </a:cubicBezTo>
                <a:cubicBezTo>
                  <a:pt x="3023" y="459"/>
                  <a:pt x="3023" y="459"/>
                  <a:pt x="3023" y="459"/>
                </a:cubicBezTo>
                <a:moveTo>
                  <a:pt x="3044" y="464"/>
                </a:moveTo>
                <a:cubicBezTo>
                  <a:pt x="3025" y="464"/>
                  <a:pt x="3025" y="464"/>
                  <a:pt x="3025" y="464"/>
                </a:cubicBezTo>
                <a:cubicBezTo>
                  <a:pt x="3014" y="469"/>
                  <a:pt x="3014" y="469"/>
                  <a:pt x="3014" y="469"/>
                </a:cubicBezTo>
                <a:cubicBezTo>
                  <a:pt x="3015" y="471"/>
                  <a:pt x="3015" y="471"/>
                  <a:pt x="3015" y="471"/>
                </a:cubicBezTo>
                <a:cubicBezTo>
                  <a:pt x="3025" y="466"/>
                  <a:pt x="3025" y="466"/>
                  <a:pt x="3025" y="466"/>
                </a:cubicBezTo>
                <a:cubicBezTo>
                  <a:pt x="3044" y="466"/>
                  <a:pt x="3044" y="466"/>
                  <a:pt x="3044" y="466"/>
                </a:cubicBezTo>
                <a:cubicBezTo>
                  <a:pt x="3044" y="464"/>
                  <a:pt x="3044" y="464"/>
                  <a:pt x="3044" y="464"/>
                </a:cubicBezTo>
                <a:moveTo>
                  <a:pt x="3023" y="466"/>
                </a:moveTo>
                <a:cubicBezTo>
                  <a:pt x="3023" y="488"/>
                  <a:pt x="3023" y="488"/>
                  <a:pt x="3023" y="488"/>
                </a:cubicBezTo>
                <a:cubicBezTo>
                  <a:pt x="3027" y="487"/>
                  <a:pt x="3027" y="487"/>
                  <a:pt x="3027" y="487"/>
                </a:cubicBezTo>
                <a:cubicBezTo>
                  <a:pt x="3027" y="515"/>
                  <a:pt x="3027" y="515"/>
                  <a:pt x="3027" y="515"/>
                </a:cubicBezTo>
                <a:cubicBezTo>
                  <a:pt x="3030" y="515"/>
                  <a:pt x="3030" y="515"/>
                  <a:pt x="3030" y="515"/>
                </a:cubicBezTo>
                <a:cubicBezTo>
                  <a:pt x="3030" y="543"/>
                  <a:pt x="3030" y="543"/>
                  <a:pt x="3030" y="543"/>
                </a:cubicBezTo>
                <a:cubicBezTo>
                  <a:pt x="3038" y="543"/>
                  <a:pt x="3038" y="543"/>
                  <a:pt x="3038" y="543"/>
                </a:cubicBezTo>
                <a:cubicBezTo>
                  <a:pt x="3038" y="651"/>
                  <a:pt x="3038" y="651"/>
                  <a:pt x="3038" y="651"/>
                </a:cubicBezTo>
                <a:cubicBezTo>
                  <a:pt x="3041" y="651"/>
                  <a:pt x="3041" y="651"/>
                  <a:pt x="3041" y="651"/>
                </a:cubicBezTo>
                <a:cubicBezTo>
                  <a:pt x="3040" y="541"/>
                  <a:pt x="3040" y="541"/>
                  <a:pt x="3040" y="541"/>
                </a:cubicBezTo>
                <a:cubicBezTo>
                  <a:pt x="3032" y="541"/>
                  <a:pt x="3032" y="541"/>
                  <a:pt x="3032" y="541"/>
                </a:cubicBezTo>
                <a:cubicBezTo>
                  <a:pt x="3033" y="513"/>
                  <a:pt x="3033" y="513"/>
                  <a:pt x="3033" y="513"/>
                </a:cubicBezTo>
                <a:cubicBezTo>
                  <a:pt x="3029" y="513"/>
                  <a:pt x="3029" y="513"/>
                  <a:pt x="3029" y="513"/>
                </a:cubicBezTo>
                <a:cubicBezTo>
                  <a:pt x="3029" y="485"/>
                  <a:pt x="3029" y="485"/>
                  <a:pt x="3029" y="485"/>
                </a:cubicBezTo>
                <a:cubicBezTo>
                  <a:pt x="3025" y="485"/>
                  <a:pt x="3025" y="485"/>
                  <a:pt x="3025" y="485"/>
                </a:cubicBezTo>
                <a:cubicBezTo>
                  <a:pt x="3025" y="466"/>
                  <a:pt x="3025" y="466"/>
                  <a:pt x="3025" y="466"/>
                </a:cubicBezTo>
                <a:cubicBezTo>
                  <a:pt x="3023" y="466"/>
                  <a:pt x="3023" y="466"/>
                  <a:pt x="3023" y="466"/>
                </a:cubicBezTo>
                <a:moveTo>
                  <a:pt x="3015" y="491"/>
                </a:moveTo>
                <a:cubicBezTo>
                  <a:pt x="3023" y="487"/>
                  <a:pt x="3023" y="487"/>
                  <a:pt x="3023" y="487"/>
                </a:cubicBezTo>
                <a:cubicBezTo>
                  <a:pt x="3039" y="487"/>
                  <a:pt x="3039" y="487"/>
                  <a:pt x="3039" y="487"/>
                </a:cubicBezTo>
                <a:cubicBezTo>
                  <a:pt x="3039" y="485"/>
                  <a:pt x="3039" y="485"/>
                  <a:pt x="3039" y="485"/>
                </a:cubicBezTo>
                <a:cubicBezTo>
                  <a:pt x="3023" y="485"/>
                  <a:pt x="3023" y="485"/>
                  <a:pt x="3023" y="485"/>
                </a:cubicBezTo>
                <a:cubicBezTo>
                  <a:pt x="3014" y="489"/>
                  <a:pt x="3014" y="489"/>
                  <a:pt x="3014" y="489"/>
                </a:cubicBezTo>
                <a:cubicBezTo>
                  <a:pt x="3015" y="491"/>
                  <a:pt x="3015" y="491"/>
                  <a:pt x="3015" y="491"/>
                </a:cubicBezTo>
                <a:moveTo>
                  <a:pt x="3014" y="522"/>
                </a:moveTo>
                <a:cubicBezTo>
                  <a:pt x="3026" y="515"/>
                  <a:pt x="3026" y="515"/>
                  <a:pt x="3026" y="515"/>
                </a:cubicBezTo>
                <a:cubicBezTo>
                  <a:pt x="3050" y="515"/>
                  <a:pt x="3050" y="515"/>
                  <a:pt x="3050" y="515"/>
                </a:cubicBezTo>
                <a:cubicBezTo>
                  <a:pt x="3050" y="513"/>
                  <a:pt x="3050" y="513"/>
                  <a:pt x="3050" y="513"/>
                </a:cubicBezTo>
                <a:cubicBezTo>
                  <a:pt x="3026" y="513"/>
                  <a:pt x="3026" y="513"/>
                  <a:pt x="3026" y="513"/>
                </a:cubicBezTo>
                <a:cubicBezTo>
                  <a:pt x="3013" y="520"/>
                  <a:pt x="3013" y="520"/>
                  <a:pt x="3013" y="520"/>
                </a:cubicBezTo>
                <a:cubicBezTo>
                  <a:pt x="3014" y="522"/>
                  <a:pt x="3014" y="522"/>
                  <a:pt x="3014" y="522"/>
                </a:cubicBezTo>
                <a:moveTo>
                  <a:pt x="3014" y="551"/>
                </a:moveTo>
                <a:cubicBezTo>
                  <a:pt x="3029" y="543"/>
                  <a:pt x="3029" y="543"/>
                  <a:pt x="3029" y="543"/>
                </a:cubicBezTo>
                <a:cubicBezTo>
                  <a:pt x="3059" y="543"/>
                  <a:pt x="3059" y="543"/>
                  <a:pt x="3059" y="543"/>
                </a:cubicBezTo>
                <a:cubicBezTo>
                  <a:pt x="3059" y="541"/>
                  <a:pt x="3059" y="541"/>
                  <a:pt x="3059" y="541"/>
                </a:cubicBezTo>
                <a:cubicBezTo>
                  <a:pt x="3028" y="541"/>
                  <a:pt x="3028" y="541"/>
                  <a:pt x="3028" y="541"/>
                </a:cubicBezTo>
                <a:cubicBezTo>
                  <a:pt x="3013" y="549"/>
                  <a:pt x="3013" y="549"/>
                  <a:pt x="3013" y="549"/>
                </a:cubicBezTo>
                <a:cubicBezTo>
                  <a:pt x="3014" y="551"/>
                  <a:pt x="3014" y="551"/>
                  <a:pt x="3014" y="551"/>
                </a:cubicBezTo>
                <a:moveTo>
                  <a:pt x="3078" y="563"/>
                </a:moveTo>
                <a:cubicBezTo>
                  <a:pt x="3098" y="565"/>
                  <a:pt x="3098" y="565"/>
                  <a:pt x="3098" y="565"/>
                </a:cubicBezTo>
                <a:cubicBezTo>
                  <a:pt x="3098" y="562"/>
                  <a:pt x="3098" y="562"/>
                  <a:pt x="3098" y="562"/>
                </a:cubicBezTo>
                <a:cubicBezTo>
                  <a:pt x="3079" y="561"/>
                  <a:pt x="3079" y="561"/>
                  <a:pt x="3079" y="561"/>
                </a:cubicBezTo>
                <a:moveTo>
                  <a:pt x="3081" y="562"/>
                </a:moveTo>
                <a:cubicBezTo>
                  <a:pt x="3083" y="562"/>
                  <a:pt x="3083" y="562"/>
                  <a:pt x="3083" y="562"/>
                </a:cubicBezTo>
                <a:cubicBezTo>
                  <a:pt x="3083" y="548"/>
                  <a:pt x="3083" y="548"/>
                  <a:pt x="3083" y="548"/>
                </a:cubicBezTo>
                <a:cubicBezTo>
                  <a:pt x="3081" y="548"/>
                  <a:pt x="3081" y="548"/>
                  <a:pt x="3081" y="548"/>
                </a:cubicBezTo>
                <a:lnTo>
                  <a:pt x="3081" y="562"/>
                </a:lnTo>
                <a:close/>
                <a:moveTo>
                  <a:pt x="3022" y="652"/>
                </a:moveTo>
                <a:cubicBezTo>
                  <a:pt x="3081" y="652"/>
                  <a:pt x="3081" y="652"/>
                  <a:pt x="3081" y="652"/>
                </a:cubicBezTo>
                <a:cubicBezTo>
                  <a:pt x="3081" y="671"/>
                  <a:pt x="3081" y="671"/>
                  <a:pt x="3081" y="671"/>
                </a:cubicBezTo>
                <a:cubicBezTo>
                  <a:pt x="3083" y="671"/>
                  <a:pt x="3083" y="671"/>
                  <a:pt x="3083" y="671"/>
                </a:cubicBezTo>
                <a:cubicBezTo>
                  <a:pt x="3083" y="649"/>
                  <a:pt x="3083" y="649"/>
                  <a:pt x="3083" y="649"/>
                </a:cubicBezTo>
                <a:cubicBezTo>
                  <a:pt x="3022" y="649"/>
                  <a:pt x="3022" y="649"/>
                  <a:pt x="3022" y="649"/>
                </a:cubicBezTo>
                <a:cubicBezTo>
                  <a:pt x="3022" y="652"/>
                  <a:pt x="3022" y="652"/>
                  <a:pt x="3022" y="652"/>
                </a:cubicBezTo>
                <a:moveTo>
                  <a:pt x="3082" y="654"/>
                </a:moveTo>
                <a:cubicBezTo>
                  <a:pt x="3113" y="651"/>
                  <a:pt x="3113" y="651"/>
                  <a:pt x="3113" y="651"/>
                </a:cubicBezTo>
                <a:cubicBezTo>
                  <a:pt x="3168" y="651"/>
                  <a:pt x="3168" y="651"/>
                  <a:pt x="3168" y="651"/>
                </a:cubicBezTo>
                <a:cubicBezTo>
                  <a:pt x="3168" y="649"/>
                  <a:pt x="3168" y="649"/>
                  <a:pt x="3168" y="649"/>
                </a:cubicBezTo>
                <a:cubicBezTo>
                  <a:pt x="3113" y="649"/>
                  <a:pt x="3113" y="649"/>
                  <a:pt x="3113" y="649"/>
                </a:cubicBezTo>
                <a:cubicBezTo>
                  <a:pt x="3082" y="652"/>
                  <a:pt x="3082" y="652"/>
                  <a:pt x="3082" y="652"/>
                </a:cubicBezTo>
                <a:cubicBezTo>
                  <a:pt x="3082" y="654"/>
                  <a:pt x="3082" y="654"/>
                  <a:pt x="3082" y="654"/>
                </a:cubicBezTo>
                <a:moveTo>
                  <a:pt x="3169" y="616"/>
                </a:moveTo>
                <a:cubicBezTo>
                  <a:pt x="3189" y="616"/>
                  <a:pt x="3189" y="616"/>
                  <a:pt x="3189" y="616"/>
                </a:cubicBezTo>
                <a:cubicBezTo>
                  <a:pt x="3189" y="657"/>
                  <a:pt x="3189" y="657"/>
                  <a:pt x="3189" y="657"/>
                </a:cubicBezTo>
                <a:cubicBezTo>
                  <a:pt x="3191" y="657"/>
                  <a:pt x="3191" y="657"/>
                  <a:pt x="3191" y="657"/>
                </a:cubicBezTo>
                <a:cubicBezTo>
                  <a:pt x="3191" y="613"/>
                  <a:pt x="3191" y="613"/>
                  <a:pt x="3191" y="613"/>
                </a:cubicBezTo>
                <a:cubicBezTo>
                  <a:pt x="3169" y="613"/>
                  <a:pt x="3169" y="613"/>
                  <a:pt x="3169" y="613"/>
                </a:cubicBezTo>
                <a:cubicBezTo>
                  <a:pt x="3169" y="616"/>
                  <a:pt x="3169" y="616"/>
                  <a:pt x="3169" y="616"/>
                </a:cubicBezTo>
                <a:moveTo>
                  <a:pt x="3227" y="632"/>
                </a:moveTo>
                <a:cubicBezTo>
                  <a:pt x="3227" y="431"/>
                  <a:pt x="3227" y="431"/>
                  <a:pt x="3227" y="431"/>
                </a:cubicBezTo>
                <a:cubicBezTo>
                  <a:pt x="3235" y="427"/>
                  <a:pt x="3235" y="427"/>
                  <a:pt x="3235" y="427"/>
                </a:cubicBezTo>
                <a:cubicBezTo>
                  <a:pt x="3235" y="631"/>
                  <a:pt x="3235" y="631"/>
                  <a:pt x="3235" y="631"/>
                </a:cubicBezTo>
                <a:cubicBezTo>
                  <a:pt x="3312" y="631"/>
                  <a:pt x="3312" y="631"/>
                  <a:pt x="3312" y="631"/>
                </a:cubicBezTo>
                <a:cubicBezTo>
                  <a:pt x="3312" y="424"/>
                  <a:pt x="3312" y="424"/>
                  <a:pt x="3312" y="424"/>
                </a:cubicBezTo>
                <a:cubicBezTo>
                  <a:pt x="3236" y="424"/>
                  <a:pt x="3236" y="424"/>
                  <a:pt x="3236" y="424"/>
                </a:cubicBezTo>
                <a:cubicBezTo>
                  <a:pt x="3236" y="426"/>
                  <a:pt x="3236" y="426"/>
                  <a:pt x="3236" y="426"/>
                </a:cubicBezTo>
                <a:cubicBezTo>
                  <a:pt x="3310" y="426"/>
                  <a:pt x="3310" y="426"/>
                  <a:pt x="3310" y="426"/>
                </a:cubicBezTo>
                <a:cubicBezTo>
                  <a:pt x="3310" y="629"/>
                  <a:pt x="3310" y="629"/>
                  <a:pt x="3310" y="629"/>
                </a:cubicBezTo>
                <a:cubicBezTo>
                  <a:pt x="3237" y="629"/>
                  <a:pt x="3237" y="629"/>
                  <a:pt x="3237" y="629"/>
                </a:cubicBezTo>
                <a:cubicBezTo>
                  <a:pt x="3237" y="423"/>
                  <a:pt x="3237" y="423"/>
                  <a:pt x="3237" y="423"/>
                </a:cubicBezTo>
                <a:cubicBezTo>
                  <a:pt x="3225" y="430"/>
                  <a:pt x="3225" y="430"/>
                  <a:pt x="3225" y="430"/>
                </a:cubicBezTo>
                <a:cubicBezTo>
                  <a:pt x="3225" y="632"/>
                  <a:pt x="3225" y="632"/>
                  <a:pt x="3225" y="632"/>
                </a:cubicBezTo>
                <a:cubicBezTo>
                  <a:pt x="3227" y="632"/>
                  <a:pt x="3227" y="632"/>
                  <a:pt x="3227" y="632"/>
                </a:cubicBezTo>
                <a:moveTo>
                  <a:pt x="3226" y="430"/>
                </a:moveTo>
                <a:cubicBezTo>
                  <a:pt x="3227" y="431"/>
                  <a:pt x="3227" y="431"/>
                  <a:pt x="3227" y="431"/>
                </a:cubicBezTo>
                <a:cubicBezTo>
                  <a:pt x="3247" y="413"/>
                  <a:pt x="3247" y="413"/>
                  <a:pt x="3247" y="413"/>
                </a:cubicBezTo>
                <a:cubicBezTo>
                  <a:pt x="3300" y="413"/>
                  <a:pt x="3300" y="413"/>
                  <a:pt x="3300" y="413"/>
                </a:cubicBezTo>
                <a:cubicBezTo>
                  <a:pt x="3306" y="420"/>
                  <a:pt x="3306" y="420"/>
                  <a:pt x="3306" y="420"/>
                </a:cubicBezTo>
                <a:cubicBezTo>
                  <a:pt x="3242" y="420"/>
                  <a:pt x="3242" y="420"/>
                  <a:pt x="3242" y="420"/>
                </a:cubicBezTo>
                <a:cubicBezTo>
                  <a:pt x="3225" y="429"/>
                  <a:pt x="3225" y="429"/>
                  <a:pt x="3225" y="429"/>
                </a:cubicBezTo>
                <a:cubicBezTo>
                  <a:pt x="3226" y="430"/>
                  <a:pt x="3226" y="430"/>
                  <a:pt x="3226" y="430"/>
                </a:cubicBezTo>
                <a:cubicBezTo>
                  <a:pt x="3227" y="431"/>
                  <a:pt x="3227" y="431"/>
                  <a:pt x="3227" y="431"/>
                </a:cubicBezTo>
                <a:cubicBezTo>
                  <a:pt x="3226" y="430"/>
                  <a:pt x="3226" y="430"/>
                  <a:pt x="3226" y="430"/>
                </a:cubicBezTo>
                <a:cubicBezTo>
                  <a:pt x="3226" y="431"/>
                  <a:pt x="3226" y="431"/>
                  <a:pt x="3226" y="431"/>
                </a:cubicBezTo>
                <a:cubicBezTo>
                  <a:pt x="3242" y="422"/>
                  <a:pt x="3242" y="422"/>
                  <a:pt x="3242" y="422"/>
                </a:cubicBezTo>
                <a:cubicBezTo>
                  <a:pt x="3311" y="422"/>
                  <a:pt x="3311" y="422"/>
                  <a:pt x="3311" y="422"/>
                </a:cubicBezTo>
                <a:cubicBezTo>
                  <a:pt x="3301" y="410"/>
                  <a:pt x="3301" y="410"/>
                  <a:pt x="3301" y="410"/>
                </a:cubicBezTo>
                <a:cubicBezTo>
                  <a:pt x="3246" y="410"/>
                  <a:pt x="3246" y="410"/>
                  <a:pt x="3246" y="410"/>
                </a:cubicBezTo>
                <a:cubicBezTo>
                  <a:pt x="3225" y="429"/>
                  <a:pt x="3225" y="429"/>
                  <a:pt x="3225" y="429"/>
                </a:cubicBezTo>
                <a:cubicBezTo>
                  <a:pt x="3226" y="431"/>
                  <a:pt x="3226" y="431"/>
                  <a:pt x="3226" y="431"/>
                </a:cubicBezTo>
                <a:cubicBezTo>
                  <a:pt x="3226" y="430"/>
                  <a:pt x="3226" y="430"/>
                  <a:pt x="3226" y="430"/>
                </a:cubicBezTo>
                <a:moveTo>
                  <a:pt x="3236" y="629"/>
                </a:moveTo>
                <a:cubicBezTo>
                  <a:pt x="3228" y="629"/>
                  <a:pt x="3228" y="629"/>
                  <a:pt x="3228" y="629"/>
                </a:cubicBezTo>
                <a:cubicBezTo>
                  <a:pt x="3218" y="635"/>
                  <a:pt x="3218" y="635"/>
                  <a:pt x="3218" y="635"/>
                </a:cubicBezTo>
                <a:cubicBezTo>
                  <a:pt x="3218" y="671"/>
                  <a:pt x="3218" y="671"/>
                  <a:pt x="3218" y="671"/>
                </a:cubicBezTo>
                <a:cubicBezTo>
                  <a:pt x="3220" y="671"/>
                  <a:pt x="3220" y="671"/>
                  <a:pt x="3220" y="671"/>
                </a:cubicBezTo>
                <a:cubicBezTo>
                  <a:pt x="3220" y="637"/>
                  <a:pt x="3220" y="637"/>
                  <a:pt x="3220" y="637"/>
                </a:cubicBezTo>
                <a:cubicBezTo>
                  <a:pt x="3229" y="632"/>
                  <a:pt x="3229" y="632"/>
                  <a:pt x="3229" y="632"/>
                </a:cubicBezTo>
                <a:cubicBezTo>
                  <a:pt x="3236" y="632"/>
                  <a:pt x="3236" y="632"/>
                  <a:pt x="3236" y="632"/>
                </a:cubicBezTo>
                <a:cubicBezTo>
                  <a:pt x="3236" y="629"/>
                  <a:pt x="3236" y="629"/>
                  <a:pt x="3236" y="629"/>
                </a:cubicBezTo>
                <a:moveTo>
                  <a:pt x="3316" y="631"/>
                </a:moveTo>
                <a:cubicBezTo>
                  <a:pt x="3336" y="631"/>
                  <a:pt x="3336" y="631"/>
                  <a:pt x="3336" y="631"/>
                </a:cubicBezTo>
                <a:cubicBezTo>
                  <a:pt x="3336" y="626"/>
                  <a:pt x="3336" y="626"/>
                  <a:pt x="3336" y="626"/>
                </a:cubicBezTo>
                <a:cubicBezTo>
                  <a:pt x="3346" y="626"/>
                  <a:pt x="3346" y="626"/>
                  <a:pt x="3346" y="626"/>
                </a:cubicBezTo>
                <a:cubicBezTo>
                  <a:pt x="3346" y="632"/>
                  <a:pt x="3346" y="632"/>
                  <a:pt x="3346" y="632"/>
                </a:cubicBezTo>
                <a:cubicBezTo>
                  <a:pt x="3352" y="632"/>
                  <a:pt x="3352" y="632"/>
                  <a:pt x="3352" y="632"/>
                </a:cubicBezTo>
                <a:cubicBezTo>
                  <a:pt x="3352" y="648"/>
                  <a:pt x="3352" y="648"/>
                  <a:pt x="3352" y="648"/>
                </a:cubicBezTo>
                <a:cubicBezTo>
                  <a:pt x="3354" y="651"/>
                  <a:pt x="3354" y="651"/>
                  <a:pt x="3354" y="651"/>
                </a:cubicBezTo>
                <a:cubicBezTo>
                  <a:pt x="3354" y="671"/>
                  <a:pt x="3354" y="671"/>
                  <a:pt x="3354" y="671"/>
                </a:cubicBezTo>
                <a:cubicBezTo>
                  <a:pt x="3357" y="671"/>
                  <a:pt x="3357" y="671"/>
                  <a:pt x="3357" y="671"/>
                </a:cubicBezTo>
                <a:cubicBezTo>
                  <a:pt x="3357" y="650"/>
                  <a:pt x="3357" y="650"/>
                  <a:pt x="3357" y="650"/>
                </a:cubicBezTo>
                <a:cubicBezTo>
                  <a:pt x="3354" y="647"/>
                  <a:pt x="3354" y="647"/>
                  <a:pt x="3354" y="647"/>
                </a:cubicBezTo>
                <a:cubicBezTo>
                  <a:pt x="3354" y="630"/>
                  <a:pt x="3354" y="630"/>
                  <a:pt x="3354" y="630"/>
                </a:cubicBezTo>
                <a:cubicBezTo>
                  <a:pt x="3348" y="630"/>
                  <a:pt x="3348" y="630"/>
                  <a:pt x="3348" y="630"/>
                </a:cubicBezTo>
                <a:cubicBezTo>
                  <a:pt x="3348" y="624"/>
                  <a:pt x="3348" y="624"/>
                  <a:pt x="3348" y="624"/>
                </a:cubicBezTo>
                <a:cubicBezTo>
                  <a:pt x="3334" y="624"/>
                  <a:pt x="3334" y="624"/>
                  <a:pt x="3334" y="624"/>
                </a:cubicBezTo>
                <a:cubicBezTo>
                  <a:pt x="3334" y="629"/>
                  <a:pt x="3334" y="629"/>
                  <a:pt x="3334" y="629"/>
                </a:cubicBezTo>
                <a:cubicBezTo>
                  <a:pt x="3316" y="629"/>
                  <a:pt x="3316" y="629"/>
                  <a:pt x="3316" y="629"/>
                </a:cubicBezTo>
                <a:cubicBezTo>
                  <a:pt x="3316" y="631"/>
                  <a:pt x="3316" y="631"/>
                  <a:pt x="3316" y="631"/>
                </a:cubicBezTo>
                <a:moveTo>
                  <a:pt x="3182" y="615"/>
                </a:moveTo>
                <a:cubicBezTo>
                  <a:pt x="3182" y="562"/>
                  <a:pt x="3182" y="562"/>
                  <a:pt x="3182" y="562"/>
                </a:cubicBezTo>
                <a:cubicBezTo>
                  <a:pt x="3197" y="559"/>
                  <a:pt x="3197" y="559"/>
                  <a:pt x="3197" y="559"/>
                </a:cubicBezTo>
                <a:cubicBezTo>
                  <a:pt x="3197" y="663"/>
                  <a:pt x="3197" y="663"/>
                  <a:pt x="3197" y="663"/>
                </a:cubicBezTo>
                <a:cubicBezTo>
                  <a:pt x="3200" y="663"/>
                  <a:pt x="3200" y="663"/>
                  <a:pt x="3200" y="663"/>
                </a:cubicBezTo>
                <a:cubicBezTo>
                  <a:pt x="3200" y="556"/>
                  <a:pt x="3200" y="556"/>
                  <a:pt x="3200" y="556"/>
                </a:cubicBezTo>
                <a:cubicBezTo>
                  <a:pt x="3180" y="560"/>
                  <a:pt x="3180" y="560"/>
                  <a:pt x="3180" y="560"/>
                </a:cubicBezTo>
                <a:cubicBezTo>
                  <a:pt x="3180" y="615"/>
                  <a:pt x="3180" y="615"/>
                  <a:pt x="3180" y="615"/>
                </a:cubicBezTo>
                <a:cubicBezTo>
                  <a:pt x="3182" y="615"/>
                  <a:pt x="3182" y="615"/>
                  <a:pt x="3182" y="615"/>
                </a:cubicBezTo>
                <a:moveTo>
                  <a:pt x="3199" y="559"/>
                </a:moveTo>
                <a:cubicBezTo>
                  <a:pt x="3226" y="559"/>
                  <a:pt x="3226" y="559"/>
                  <a:pt x="3226" y="559"/>
                </a:cubicBezTo>
                <a:cubicBezTo>
                  <a:pt x="3226" y="557"/>
                  <a:pt x="3226" y="557"/>
                  <a:pt x="3226" y="557"/>
                </a:cubicBezTo>
                <a:cubicBezTo>
                  <a:pt x="3199" y="557"/>
                  <a:pt x="3199" y="557"/>
                  <a:pt x="3199" y="557"/>
                </a:cubicBezTo>
                <a:lnTo>
                  <a:pt x="3199" y="559"/>
                </a:lnTo>
                <a:close/>
                <a:moveTo>
                  <a:pt x="3143" y="559"/>
                </a:moveTo>
                <a:cubicBezTo>
                  <a:pt x="3143" y="508"/>
                  <a:pt x="3143" y="508"/>
                  <a:pt x="3143" y="508"/>
                </a:cubicBezTo>
                <a:cubicBezTo>
                  <a:pt x="3201" y="508"/>
                  <a:pt x="3201" y="508"/>
                  <a:pt x="3201" y="508"/>
                </a:cubicBezTo>
                <a:cubicBezTo>
                  <a:pt x="3201" y="545"/>
                  <a:pt x="3201" y="545"/>
                  <a:pt x="3201" y="545"/>
                </a:cubicBezTo>
                <a:cubicBezTo>
                  <a:pt x="3203" y="545"/>
                  <a:pt x="3203" y="545"/>
                  <a:pt x="3203" y="545"/>
                </a:cubicBezTo>
                <a:cubicBezTo>
                  <a:pt x="3203" y="505"/>
                  <a:pt x="3203" y="505"/>
                  <a:pt x="3203" y="505"/>
                </a:cubicBezTo>
                <a:cubicBezTo>
                  <a:pt x="3141" y="505"/>
                  <a:pt x="3141" y="505"/>
                  <a:pt x="3141" y="505"/>
                </a:cubicBezTo>
                <a:cubicBezTo>
                  <a:pt x="3141" y="559"/>
                  <a:pt x="3141" y="559"/>
                  <a:pt x="3141" y="559"/>
                </a:cubicBezTo>
                <a:cubicBezTo>
                  <a:pt x="3143" y="559"/>
                  <a:pt x="3143" y="559"/>
                  <a:pt x="3143" y="559"/>
                </a:cubicBezTo>
                <a:moveTo>
                  <a:pt x="3177" y="506"/>
                </a:moveTo>
                <a:cubicBezTo>
                  <a:pt x="3177" y="475"/>
                  <a:pt x="3177" y="475"/>
                  <a:pt x="3177" y="475"/>
                </a:cubicBezTo>
                <a:cubicBezTo>
                  <a:pt x="3226" y="475"/>
                  <a:pt x="3226" y="475"/>
                  <a:pt x="3226" y="475"/>
                </a:cubicBezTo>
                <a:cubicBezTo>
                  <a:pt x="3226" y="472"/>
                  <a:pt x="3226" y="472"/>
                  <a:pt x="3226" y="472"/>
                </a:cubicBezTo>
                <a:cubicBezTo>
                  <a:pt x="3175" y="472"/>
                  <a:pt x="3175" y="472"/>
                  <a:pt x="3175" y="472"/>
                </a:cubicBezTo>
                <a:cubicBezTo>
                  <a:pt x="3175" y="506"/>
                  <a:pt x="3175" y="506"/>
                  <a:pt x="3175" y="506"/>
                </a:cubicBezTo>
                <a:cubicBezTo>
                  <a:pt x="3177" y="506"/>
                  <a:pt x="3177" y="506"/>
                  <a:pt x="3177" y="506"/>
                </a:cubicBezTo>
                <a:moveTo>
                  <a:pt x="3158" y="507"/>
                </a:moveTo>
                <a:cubicBezTo>
                  <a:pt x="3158" y="461"/>
                  <a:pt x="3158" y="461"/>
                  <a:pt x="3158" y="461"/>
                </a:cubicBezTo>
                <a:cubicBezTo>
                  <a:pt x="3169" y="461"/>
                  <a:pt x="3169" y="461"/>
                  <a:pt x="3169" y="461"/>
                </a:cubicBezTo>
                <a:cubicBezTo>
                  <a:pt x="3169" y="450"/>
                  <a:pt x="3169" y="450"/>
                  <a:pt x="3169" y="450"/>
                </a:cubicBezTo>
                <a:cubicBezTo>
                  <a:pt x="3182" y="450"/>
                  <a:pt x="3182" y="450"/>
                  <a:pt x="3182" y="450"/>
                </a:cubicBezTo>
                <a:cubicBezTo>
                  <a:pt x="3182" y="458"/>
                  <a:pt x="3182" y="458"/>
                  <a:pt x="3182" y="458"/>
                </a:cubicBezTo>
                <a:cubicBezTo>
                  <a:pt x="3199" y="458"/>
                  <a:pt x="3199" y="458"/>
                  <a:pt x="3199" y="458"/>
                </a:cubicBezTo>
                <a:cubicBezTo>
                  <a:pt x="3199" y="473"/>
                  <a:pt x="3199" y="473"/>
                  <a:pt x="3199" y="473"/>
                </a:cubicBezTo>
                <a:cubicBezTo>
                  <a:pt x="3201" y="473"/>
                  <a:pt x="3201" y="473"/>
                  <a:pt x="3201" y="473"/>
                </a:cubicBezTo>
                <a:cubicBezTo>
                  <a:pt x="3201" y="456"/>
                  <a:pt x="3201" y="456"/>
                  <a:pt x="3201" y="456"/>
                </a:cubicBezTo>
                <a:cubicBezTo>
                  <a:pt x="3184" y="456"/>
                  <a:pt x="3184" y="456"/>
                  <a:pt x="3184" y="456"/>
                </a:cubicBezTo>
                <a:cubicBezTo>
                  <a:pt x="3184" y="449"/>
                  <a:pt x="3184" y="449"/>
                  <a:pt x="3184" y="449"/>
                </a:cubicBezTo>
                <a:cubicBezTo>
                  <a:pt x="3184" y="448"/>
                  <a:pt x="3184" y="448"/>
                  <a:pt x="3184" y="448"/>
                </a:cubicBezTo>
                <a:cubicBezTo>
                  <a:pt x="3167" y="448"/>
                  <a:pt x="3167" y="448"/>
                  <a:pt x="3167" y="448"/>
                </a:cubicBezTo>
                <a:cubicBezTo>
                  <a:pt x="3167" y="459"/>
                  <a:pt x="3167" y="459"/>
                  <a:pt x="3167" y="459"/>
                </a:cubicBezTo>
                <a:cubicBezTo>
                  <a:pt x="3156" y="459"/>
                  <a:pt x="3156" y="459"/>
                  <a:pt x="3156" y="459"/>
                </a:cubicBezTo>
                <a:cubicBezTo>
                  <a:pt x="3156" y="507"/>
                  <a:pt x="3156" y="507"/>
                  <a:pt x="3156" y="507"/>
                </a:cubicBezTo>
                <a:cubicBezTo>
                  <a:pt x="3158" y="507"/>
                  <a:pt x="3158" y="507"/>
                  <a:pt x="3158" y="507"/>
                </a:cubicBezTo>
                <a:moveTo>
                  <a:pt x="3067" y="551"/>
                </a:moveTo>
                <a:cubicBezTo>
                  <a:pt x="3067" y="492"/>
                  <a:pt x="3067" y="492"/>
                  <a:pt x="3067" y="492"/>
                </a:cubicBezTo>
                <a:cubicBezTo>
                  <a:pt x="3077" y="486"/>
                  <a:pt x="3077" y="486"/>
                  <a:pt x="3077" y="486"/>
                </a:cubicBezTo>
                <a:cubicBezTo>
                  <a:pt x="3077" y="480"/>
                  <a:pt x="3077" y="480"/>
                  <a:pt x="3077" y="480"/>
                </a:cubicBezTo>
                <a:cubicBezTo>
                  <a:pt x="3091" y="461"/>
                  <a:pt x="3091" y="461"/>
                  <a:pt x="3091" y="461"/>
                </a:cubicBezTo>
                <a:cubicBezTo>
                  <a:pt x="3106" y="479"/>
                  <a:pt x="3106" y="479"/>
                  <a:pt x="3106" y="479"/>
                </a:cubicBezTo>
                <a:cubicBezTo>
                  <a:pt x="3106" y="487"/>
                  <a:pt x="3106" y="487"/>
                  <a:pt x="3106" y="487"/>
                </a:cubicBezTo>
                <a:cubicBezTo>
                  <a:pt x="3106" y="488"/>
                  <a:pt x="3106" y="488"/>
                  <a:pt x="3106" y="488"/>
                </a:cubicBezTo>
                <a:cubicBezTo>
                  <a:pt x="3112" y="491"/>
                  <a:pt x="3112" y="491"/>
                  <a:pt x="3112" y="491"/>
                </a:cubicBezTo>
                <a:cubicBezTo>
                  <a:pt x="3112" y="559"/>
                  <a:pt x="3112" y="559"/>
                  <a:pt x="3112" y="559"/>
                </a:cubicBezTo>
                <a:cubicBezTo>
                  <a:pt x="3114" y="559"/>
                  <a:pt x="3114" y="559"/>
                  <a:pt x="3114" y="559"/>
                </a:cubicBezTo>
                <a:cubicBezTo>
                  <a:pt x="3114" y="489"/>
                  <a:pt x="3114" y="489"/>
                  <a:pt x="3114" y="489"/>
                </a:cubicBezTo>
                <a:cubicBezTo>
                  <a:pt x="3108" y="487"/>
                  <a:pt x="3108" y="487"/>
                  <a:pt x="3108" y="487"/>
                </a:cubicBezTo>
                <a:cubicBezTo>
                  <a:pt x="3108" y="479"/>
                  <a:pt x="3108" y="479"/>
                  <a:pt x="3108" y="479"/>
                </a:cubicBezTo>
                <a:cubicBezTo>
                  <a:pt x="3108" y="479"/>
                  <a:pt x="3108" y="479"/>
                  <a:pt x="3108" y="479"/>
                </a:cubicBezTo>
                <a:cubicBezTo>
                  <a:pt x="3091" y="458"/>
                  <a:pt x="3091" y="458"/>
                  <a:pt x="3091" y="458"/>
                </a:cubicBezTo>
                <a:cubicBezTo>
                  <a:pt x="3075" y="480"/>
                  <a:pt x="3075" y="480"/>
                  <a:pt x="3075" y="480"/>
                </a:cubicBezTo>
                <a:cubicBezTo>
                  <a:pt x="3075" y="485"/>
                  <a:pt x="3075" y="485"/>
                  <a:pt x="3075" y="485"/>
                </a:cubicBezTo>
                <a:cubicBezTo>
                  <a:pt x="3065" y="491"/>
                  <a:pt x="3065" y="491"/>
                  <a:pt x="3065" y="491"/>
                </a:cubicBezTo>
                <a:cubicBezTo>
                  <a:pt x="3065" y="551"/>
                  <a:pt x="3065" y="551"/>
                  <a:pt x="3065" y="551"/>
                </a:cubicBezTo>
                <a:cubicBezTo>
                  <a:pt x="3067" y="551"/>
                  <a:pt x="3067" y="551"/>
                  <a:pt x="3067" y="551"/>
                </a:cubicBezTo>
                <a:moveTo>
                  <a:pt x="3077" y="483"/>
                </a:moveTo>
                <a:cubicBezTo>
                  <a:pt x="3086" y="480"/>
                  <a:pt x="3086" y="480"/>
                  <a:pt x="3086" y="480"/>
                </a:cubicBezTo>
                <a:cubicBezTo>
                  <a:pt x="3107" y="481"/>
                  <a:pt x="3107" y="481"/>
                  <a:pt x="3107" y="481"/>
                </a:cubicBezTo>
                <a:cubicBezTo>
                  <a:pt x="3107" y="479"/>
                  <a:pt x="3107" y="479"/>
                  <a:pt x="3107" y="479"/>
                </a:cubicBezTo>
                <a:cubicBezTo>
                  <a:pt x="3086" y="478"/>
                  <a:pt x="3086" y="478"/>
                  <a:pt x="3086" y="478"/>
                </a:cubicBezTo>
                <a:cubicBezTo>
                  <a:pt x="3076" y="481"/>
                  <a:pt x="3076" y="481"/>
                  <a:pt x="3076" y="481"/>
                </a:cubicBezTo>
                <a:cubicBezTo>
                  <a:pt x="3077" y="483"/>
                  <a:pt x="3077" y="483"/>
                  <a:pt x="3077" y="483"/>
                </a:cubicBezTo>
                <a:moveTo>
                  <a:pt x="3004" y="439"/>
                </a:moveTo>
                <a:cubicBezTo>
                  <a:pt x="3004" y="423"/>
                  <a:pt x="3004" y="423"/>
                  <a:pt x="3004" y="423"/>
                </a:cubicBezTo>
                <a:cubicBezTo>
                  <a:pt x="3015" y="423"/>
                  <a:pt x="3015" y="423"/>
                  <a:pt x="3015" y="423"/>
                </a:cubicBezTo>
                <a:cubicBezTo>
                  <a:pt x="3015" y="410"/>
                  <a:pt x="3015" y="410"/>
                  <a:pt x="3015" y="410"/>
                </a:cubicBezTo>
                <a:cubicBezTo>
                  <a:pt x="3020" y="410"/>
                  <a:pt x="3020" y="410"/>
                  <a:pt x="3020" y="410"/>
                </a:cubicBezTo>
                <a:cubicBezTo>
                  <a:pt x="3020" y="397"/>
                  <a:pt x="3020" y="397"/>
                  <a:pt x="3020" y="397"/>
                </a:cubicBezTo>
                <a:cubicBezTo>
                  <a:pt x="3028" y="388"/>
                  <a:pt x="3028" y="388"/>
                  <a:pt x="3028" y="388"/>
                </a:cubicBezTo>
                <a:cubicBezTo>
                  <a:pt x="3037" y="397"/>
                  <a:pt x="3037" y="397"/>
                  <a:pt x="3037" y="397"/>
                </a:cubicBezTo>
                <a:cubicBezTo>
                  <a:pt x="3037" y="406"/>
                  <a:pt x="3037" y="406"/>
                  <a:pt x="3037" y="406"/>
                </a:cubicBezTo>
                <a:cubicBezTo>
                  <a:pt x="3037" y="407"/>
                  <a:pt x="3037" y="407"/>
                  <a:pt x="3037" y="407"/>
                </a:cubicBezTo>
                <a:cubicBezTo>
                  <a:pt x="3046" y="407"/>
                  <a:pt x="3046" y="407"/>
                  <a:pt x="3046" y="407"/>
                </a:cubicBezTo>
                <a:cubicBezTo>
                  <a:pt x="3046" y="450"/>
                  <a:pt x="3046" y="450"/>
                  <a:pt x="3046" y="450"/>
                </a:cubicBezTo>
                <a:cubicBezTo>
                  <a:pt x="3049" y="450"/>
                  <a:pt x="3049" y="450"/>
                  <a:pt x="3049" y="450"/>
                </a:cubicBezTo>
                <a:cubicBezTo>
                  <a:pt x="3049" y="404"/>
                  <a:pt x="3049" y="404"/>
                  <a:pt x="3049" y="404"/>
                </a:cubicBezTo>
                <a:cubicBezTo>
                  <a:pt x="3039" y="405"/>
                  <a:pt x="3039" y="405"/>
                  <a:pt x="3039" y="405"/>
                </a:cubicBezTo>
                <a:cubicBezTo>
                  <a:pt x="3039" y="396"/>
                  <a:pt x="3039" y="396"/>
                  <a:pt x="3039" y="396"/>
                </a:cubicBezTo>
                <a:cubicBezTo>
                  <a:pt x="3039" y="396"/>
                  <a:pt x="3039" y="396"/>
                  <a:pt x="3039" y="396"/>
                </a:cubicBezTo>
                <a:cubicBezTo>
                  <a:pt x="3028" y="385"/>
                  <a:pt x="3028" y="385"/>
                  <a:pt x="3028" y="385"/>
                </a:cubicBezTo>
                <a:cubicBezTo>
                  <a:pt x="3018" y="397"/>
                  <a:pt x="3018" y="397"/>
                  <a:pt x="3018" y="397"/>
                </a:cubicBezTo>
                <a:cubicBezTo>
                  <a:pt x="3018" y="407"/>
                  <a:pt x="3018" y="407"/>
                  <a:pt x="3018" y="407"/>
                </a:cubicBezTo>
                <a:cubicBezTo>
                  <a:pt x="3012" y="407"/>
                  <a:pt x="3012" y="407"/>
                  <a:pt x="3012" y="407"/>
                </a:cubicBezTo>
                <a:cubicBezTo>
                  <a:pt x="3012" y="420"/>
                  <a:pt x="3012" y="420"/>
                  <a:pt x="3012" y="420"/>
                </a:cubicBezTo>
                <a:cubicBezTo>
                  <a:pt x="3002" y="420"/>
                  <a:pt x="3002" y="420"/>
                  <a:pt x="3002" y="420"/>
                </a:cubicBezTo>
                <a:cubicBezTo>
                  <a:pt x="3002" y="439"/>
                  <a:pt x="3002" y="439"/>
                  <a:pt x="3002" y="439"/>
                </a:cubicBezTo>
                <a:cubicBezTo>
                  <a:pt x="3004" y="439"/>
                  <a:pt x="3004" y="439"/>
                  <a:pt x="3004" y="439"/>
                </a:cubicBezTo>
                <a:moveTo>
                  <a:pt x="2853" y="417"/>
                </a:moveTo>
                <a:cubicBezTo>
                  <a:pt x="2853" y="401"/>
                  <a:pt x="2853" y="401"/>
                  <a:pt x="2853" y="401"/>
                </a:cubicBezTo>
                <a:cubicBezTo>
                  <a:pt x="2870" y="401"/>
                  <a:pt x="2870" y="401"/>
                  <a:pt x="2870" y="401"/>
                </a:cubicBezTo>
                <a:cubicBezTo>
                  <a:pt x="2870" y="428"/>
                  <a:pt x="2870" y="428"/>
                  <a:pt x="2870" y="428"/>
                </a:cubicBezTo>
                <a:cubicBezTo>
                  <a:pt x="2873" y="428"/>
                  <a:pt x="2873" y="428"/>
                  <a:pt x="2873" y="428"/>
                </a:cubicBezTo>
                <a:cubicBezTo>
                  <a:pt x="2873" y="398"/>
                  <a:pt x="2873" y="398"/>
                  <a:pt x="2873" y="398"/>
                </a:cubicBezTo>
                <a:cubicBezTo>
                  <a:pt x="2850" y="398"/>
                  <a:pt x="2850" y="398"/>
                  <a:pt x="2850" y="398"/>
                </a:cubicBezTo>
                <a:cubicBezTo>
                  <a:pt x="2850" y="417"/>
                  <a:pt x="2850" y="417"/>
                  <a:pt x="2850" y="417"/>
                </a:cubicBezTo>
                <a:cubicBezTo>
                  <a:pt x="2853" y="417"/>
                  <a:pt x="2853" y="417"/>
                  <a:pt x="2853" y="417"/>
                </a:cubicBezTo>
                <a:moveTo>
                  <a:pt x="2864" y="443"/>
                </a:moveTo>
                <a:cubicBezTo>
                  <a:pt x="2883" y="443"/>
                  <a:pt x="2883" y="443"/>
                  <a:pt x="2883" y="443"/>
                </a:cubicBezTo>
                <a:cubicBezTo>
                  <a:pt x="2883" y="428"/>
                  <a:pt x="2883" y="428"/>
                  <a:pt x="2883" y="428"/>
                </a:cubicBezTo>
                <a:cubicBezTo>
                  <a:pt x="2921" y="428"/>
                  <a:pt x="2921" y="428"/>
                  <a:pt x="2921" y="428"/>
                </a:cubicBezTo>
                <a:cubicBezTo>
                  <a:pt x="2921" y="437"/>
                  <a:pt x="2921" y="437"/>
                  <a:pt x="2921" y="437"/>
                </a:cubicBezTo>
                <a:cubicBezTo>
                  <a:pt x="2921" y="438"/>
                  <a:pt x="2921" y="438"/>
                  <a:pt x="2921" y="438"/>
                </a:cubicBezTo>
                <a:cubicBezTo>
                  <a:pt x="2937" y="438"/>
                  <a:pt x="2937" y="438"/>
                  <a:pt x="2937" y="438"/>
                </a:cubicBezTo>
                <a:cubicBezTo>
                  <a:pt x="2937" y="443"/>
                  <a:pt x="2937" y="443"/>
                  <a:pt x="2937" y="443"/>
                </a:cubicBezTo>
                <a:cubicBezTo>
                  <a:pt x="2949" y="443"/>
                  <a:pt x="2949" y="443"/>
                  <a:pt x="2949" y="443"/>
                </a:cubicBezTo>
                <a:cubicBezTo>
                  <a:pt x="2949" y="483"/>
                  <a:pt x="2949" y="483"/>
                  <a:pt x="2949" y="483"/>
                </a:cubicBezTo>
                <a:cubicBezTo>
                  <a:pt x="2951" y="483"/>
                  <a:pt x="2951" y="483"/>
                  <a:pt x="2951" y="483"/>
                </a:cubicBezTo>
                <a:cubicBezTo>
                  <a:pt x="2951" y="441"/>
                  <a:pt x="2951" y="441"/>
                  <a:pt x="2951" y="441"/>
                </a:cubicBezTo>
                <a:cubicBezTo>
                  <a:pt x="2939" y="441"/>
                  <a:pt x="2939" y="441"/>
                  <a:pt x="2939" y="441"/>
                </a:cubicBezTo>
                <a:cubicBezTo>
                  <a:pt x="2940" y="437"/>
                  <a:pt x="2940" y="437"/>
                  <a:pt x="2940" y="437"/>
                </a:cubicBezTo>
                <a:cubicBezTo>
                  <a:pt x="2940" y="436"/>
                  <a:pt x="2940" y="436"/>
                  <a:pt x="2940" y="436"/>
                </a:cubicBezTo>
                <a:cubicBezTo>
                  <a:pt x="2923" y="436"/>
                  <a:pt x="2923" y="436"/>
                  <a:pt x="2923" y="436"/>
                </a:cubicBezTo>
                <a:cubicBezTo>
                  <a:pt x="2923" y="425"/>
                  <a:pt x="2923" y="425"/>
                  <a:pt x="2923" y="425"/>
                </a:cubicBezTo>
                <a:cubicBezTo>
                  <a:pt x="2880" y="425"/>
                  <a:pt x="2880" y="425"/>
                  <a:pt x="2880" y="425"/>
                </a:cubicBezTo>
                <a:cubicBezTo>
                  <a:pt x="2880" y="441"/>
                  <a:pt x="2880" y="441"/>
                  <a:pt x="2880" y="441"/>
                </a:cubicBezTo>
                <a:cubicBezTo>
                  <a:pt x="2864" y="441"/>
                  <a:pt x="2864" y="441"/>
                  <a:pt x="2864" y="441"/>
                </a:cubicBezTo>
                <a:cubicBezTo>
                  <a:pt x="2864" y="443"/>
                  <a:pt x="2864" y="443"/>
                  <a:pt x="2864" y="443"/>
                </a:cubicBezTo>
                <a:moveTo>
                  <a:pt x="3048" y="423"/>
                </a:moveTo>
                <a:cubicBezTo>
                  <a:pt x="3063" y="423"/>
                  <a:pt x="3063" y="423"/>
                  <a:pt x="3063" y="423"/>
                </a:cubicBezTo>
                <a:cubicBezTo>
                  <a:pt x="3063" y="417"/>
                  <a:pt x="3063" y="417"/>
                  <a:pt x="3063" y="417"/>
                </a:cubicBezTo>
                <a:cubicBezTo>
                  <a:pt x="3078" y="417"/>
                  <a:pt x="3078" y="417"/>
                  <a:pt x="3078" y="417"/>
                </a:cubicBezTo>
                <a:cubicBezTo>
                  <a:pt x="3078" y="421"/>
                  <a:pt x="3078" y="421"/>
                  <a:pt x="3078" y="421"/>
                </a:cubicBezTo>
                <a:cubicBezTo>
                  <a:pt x="3088" y="421"/>
                  <a:pt x="3088" y="421"/>
                  <a:pt x="3088" y="421"/>
                </a:cubicBezTo>
                <a:cubicBezTo>
                  <a:pt x="3088" y="440"/>
                  <a:pt x="3088" y="440"/>
                  <a:pt x="3088" y="440"/>
                </a:cubicBezTo>
                <a:cubicBezTo>
                  <a:pt x="3102" y="440"/>
                  <a:pt x="3102" y="440"/>
                  <a:pt x="3102" y="440"/>
                </a:cubicBezTo>
                <a:cubicBezTo>
                  <a:pt x="3102" y="411"/>
                  <a:pt x="3102" y="411"/>
                  <a:pt x="3102" y="411"/>
                </a:cubicBezTo>
                <a:cubicBezTo>
                  <a:pt x="3107" y="411"/>
                  <a:pt x="3107" y="411"/>
                  <a:pt x="3107" y="411"/>
                </a:cubicBezTo>
                <a:cubicBezTo>
                  <a:pt x="3107" y="362"/>
                  <a:pt x="3107" y="362"/>
                  <a:pt x="3107" y="362"/>
                </a:cubicBezTo>
                <a:cubicBezTo>
                  <a:pt x="3125" y="362"/>
                  <a:pt x="3125" y="362"/>
                  <a:pt x="3125" y="362"/>
                </a:cubicBezTo>
                <a:cubicBezTo>
                  <a:pt x="3125" y="391"/>
                  <a:pt x="3125" y="391"/>
                  <a:pt x="3125" y="391"/>
                </a:cubicBezTo>
                <a:cubicBezTo>
                  <a:pt x="3152" y="391"/>
                  <a:pt x="3152" y="391"/>
                  <a:pt x="3152" y="391"/>
                </a:cubicBezTo>
                <a:cubicBezTo>
                  <a:pt x="3152" y="401"/>
                  <a:pt x="3152" y="401"/>
                  <a:pt x="3152" y="401"/>
                </a:cubicBezTo>
                <a:cubicBezTo>
                  <a:pt x="3154" y="401"/>
                  <a:pt x="3154" y="401"/>
                  <a:pt x="3154" y="401"/>
                </a:cubicBezTo>
                <a:cubicBezTo>
                  <a:pt x="3154" y="389"/>
                  <a:pt x="3154" y="389"/>
                  <a:pt x="3154" y="389"/>
                </a:cubicBezTo>
                <a:cubicBezTo>
                  <a:pt x="3127" y="389"/>
                  <a:pt x="3127" y="389"/>
                  <a:pt x="3127" y="389"/>
                </a:cubicBezTo>
                <a:cubicBezTo>
                  <a:pt x="3127" y="359"/>
                  <a:pt x="3127" y="359"/>
                  <a:pt x="3127" y="359"/>
                </a:cubicBezTo>
                <a:cubicBezTo>
                  <a:pt x="3104" y="359"/>
                  <a:pt x="3104" y="359"/>
                  <a:pt x="3104" y="359"/>
                </a:cubicBezTo>
                <a:cubicBezTo>
                  <a:pt x="3104" y="408"/>
                  <a:pt x="3104" y="408"/>
                  <a:pt x="3104" y="408"/>
                </a:cubicBezTo>
                <a:cubicBezTo>
                  <a:pt x="3100" y="408"/>
                  <a:pt x="3100" y="408"/>
                  <a:pt x="3100" y="408"/>
                </a:cubicBezTo>
                <a:cubicBezTo>
                  <a:pt x="3100" y="438"/>
                  <a:pt x="3100" y="438"/>
                  <a:pt x="3100" y="438"/>
                </a:cubicBezTo>
                <a:cubicBezTo>
                  <a:pt x="3090" y="438"/>
                  <a:pt x="3090" y="438"/>
                  <a:pt x="3090" y="438"/>
                </a:cubicBezTo>
                <a:cubicBezTo>
                  <a:pt x="3090" y="419"/>
                  <a:pt x="3090" y="419"/>
                  <a:pt x="3090" y="419"/>
                </a:cubicBezTo>
                <a:cubicBezTo>
                  <a:pt x="3080" y="419"/>
                  <a:pt x="3080" y="419"/>
                  <a:pt x="3080" y="419"/>
                </a:cubicBezTo>
                <a:cubicBezTo>
                  <a:pt x="3080" y="415"/>
                  <a:pt x="3080" y="415"/>
                  <a:pt x="3080" y="415"/>
                </a:cubicBezTo>
                <a:cubicBezTo>
                  <a:pt x="3060" y="415"/>
                  <a:pt x="3060" y="415"/>
                  <a:pt x="3060" y="415"/>
                </a:cubicBezTo>
                <a:cubicBezTo>
                  <a:pt x="3060" y="420"/>
                  <a:pt x="3060" y="420"/>
                  <a:pt x="3060" y="420"/>
                </a:cubicBezTo>
                <a:cubicBezTo>
                  <a:pt x="3048" y="420"/>
                  <a:pt x="3048" y="420"/>
                  <a:pt x="3048" y="420"/>
                </a:cubicBezTo>
                <a:cubicBezTo>
                  <a:pt x="3048" y="423"/>
                  <a:pt x="3048" y="423"/>
                  <a:pt x="3048" y="423"/>
                </a:cubicBezTo>
                <a:moveTo>
                  <a:pt x="3113" y="499"/>
                </a:moveTo>
                <a:cubicBezTo>
                  <a:pt x="3134" y="499"/>
                  <a:pt x="3134" y="499"/>
                  <a:pt x="3134" y="499"/>
                </a:cubicBezTo>
                <a:cubicBezTo>
                  <a:pt x="3134" y="483"/>
                  <a:pt x="3134" y="483"/>
                  <a:pt x="3134" y="483"/>
                </a:cubicBezTo>
                <a:cubicBezTo>
                  <a:pt x="3157" y="483"/>
                  <a:pt x="3157" y="483"/>
                  <a:pt x="3157" y="483"/>
                </a:cubicBezTo>
                <a:cubicBezTo>
                  <a:pt x="3157" y="481"/>
                  <a:pt x="3157" y="481"/>
                  <a:pt x="3157" y="481"/>
                </a:cubicBezTo>
                <a:cubicBezTo>
                  <a:pt x="3131" y="481"/>
                  <a:pt x="3131" y="481"/>
                  <a:pt x="3131" y="481"/>
                </a:cubicBezTo>
                <a:cubicBezTo>
                  <a:pt x="3131" y="497"/>
                  <a:pt x="3131" y="497"/>
                  <a:pt x="3131" y="497"/>
                </a:cubicBezTo>
                <a:cubicBezTo>
                  <a:pt x="3113" y="497"/>
                  <a:pt x="3113" y="497"/>
                  <a:pt x="3113" y="497"/>
                </a:cubicBezTo>
                <a:cubicBezTo>
                  <a:pt x="3113" y="499"/>
                  <a:pt x="3113" y="499"/>
                  <a:pt x="3113" y="499"/>
                </a:cubicBezTo>
                <a:moveTo>
                  <a:pt x="3143" y="478"/>
                </a:moveTo>
                <a:cubicBezTo>
                  <a:pt x="3143" y="405"/>
                  <a:pt x="3143" y="405"/>
                  <a:pt x="3143" y="405"/>
                </a:cubicBezTo>
                <a:cubicBezTo>
                  <a:pt x="3167" y="406"/>
                  <a:pt x="3167" y="406"/>
                  <a:pt x="3167" y="406"/>
                </a:cubicBezTo>
                <a:cubicBezTo>
                  <a:pt x="3167" y="392"/>
                  <a:pt x="3167" y="392"/>
                  <a:pt x="3167" y="392"/>
                </a:cubicBezTo>
                <a:cubicBezTo>
                  <a:pt x="3192" y="392"/>
                  <a:pt x="3192" y="392"/>
                  <a:pt x="3192" y="392"/>
                </a:cubicBezTo>
                <a:cubicBezTo>
                  <a:pt x="3192" y="406"/>
                  <a:pt x="3192" y="406"/>
                  <a:pt x="3192" y="406"/>
                </a:cubicBezTo>
                <a:cubicBezTo>
                  <a:pt x="3211" y="406"/>
                  <a:pt x="3211" y="406"/>
                  <a:pt x="3211" y="406"/>
                </a:cubicBezTo>
                <a:cubicBezTo>
                  <a:pt x="3211" y="473"/>
                  <a:pt x="3211" y="473"/>
                  <a:pt x="3211" y="473"/>
                </a:cubicBezTo>
                <a:cubicBezTo>
                  <a:pt x="3213" y="473"/>
                  <a:pt x="3213" y="473"/>
                  <a:pt x="3213" y="473"/>
                </a:cubicBezTo>
                <a:cubicBezTo>
                  <a:pt x="3213" y="404"/>
                  <a:pt x="3213" y="404"/>
                  <a:pt x="3213" y="404"/>
                </a:cubicBezTo>
                <a:cubicBezTo>
                  <a:pt x="3194" y="404"/>
                  <a:pt x="3194" y="404"/>
                  <a:pt x="3194" y="404"/>
                </a:cubicBezTo>
                <a:cubicBezTo>
                  <a:pt x="3194" y="390"/>
                  <a:pt x="3194" y="390"/>
                  <a:pt x="3194" y="390"/>
                </a:cubicBezTo>
                <a:cubicBezTo>
                  <a:pt x="3164" y="390"/>
                  <a:pt x="3164" y="390"/>
                  <a:pt x="3164" y="390"/>
                </a:cubicBezTo>
                <a:cubicBezTo>
                  <a:pt x="3164" y="403"/>
                  <a:pt x="3164" y="403"/>
                  <a:pt x="3164" y="403"/>
                </a:cubicBezTo>
                <a:cubicBezTo>
                  <a:pt x="3140" y="403"/>
                  <a:pt x="3140" y="403"/>
                  <a:pt x="3140" y="403"/>
                </a:cubicBezTo>
                <a:cubicBezTo>
                  <a:pt x="3140" y="478"/>
                  <a:pt x="3140" y="478"/>
                  <a:pt x="3140" y="478"/>
                </a:cubicBezTo>
                <a:cubicBezTo>
                  <a:pt x="3143" y="478"/>
                  <a:pt x="3143" y="478"/>
                  <a:pt x="3143" y="478"/>
                </a:cubicBezTo>
                <a:moveTo>
                  <a:pt x="3210" y="404"/>
                </a:moveTo>
                <a:cubicBezTo>
                  <a:pt x="3210" y="389"/>
                  <a:pt x="3210" y="389"/>
                  <a:pt x="3210" y="389"/>
                </a:cubicBezTo>
                <a:cubicBezTo>
                  <a:pt x="3226" y="389"/>
                  <a:pt x="3226" y="389"/>
                  <a:pt x="3226" y="389"/>
                </a:cubicBezTo>
                <a:cubicBezTo>
                  <a:pt x="3226" y="382"/>
                  <a:pt x="3226" y="382"/>
                  <a:pt x="3226" y="382"/>
                </a:cubicBezTo>
                <a:cubicBezTo>
                  <a:pt x="3256" y="382"/>
                  <a:pt x="3256" y="382"/>
                  <a:pt x="3256" y="382"/>
                </a:cubicBezTo>
                <a:cubicBezTo>
                  <a:pt x="3256" y="411"/>
                  <a:pt x="3256" y="411"/>
                  <a:pt x="3256" y="411"/>
                </a:cubicBezTo>
                <a:cubicBezTo>
                  <a:pt x="3258" y="411"/>
                  <a:pt x="3258" y="411"/>
                  <a:pt x="3258" y="411"/>
                </a:cubicBezTo>
                <a:cubicBezTo>
                  <a:pt x="3258" y="379"/>
                  <a:pt x="3258" y="379"/>
                  <a:pt x="3258" y="379"/>
                </a:cubicBezTo>
                <a:cubicBezTo>
                  <a:pt x="3223" y="379"/>
                  <a:pt x="3223" y="379"/>
                  <a:pt x="3223" y="379"/>
                </a:cubicBezTo>
                <a:cubicBezTo>
                  <a:pt x="3223" y="387"/>
                  <a:pt x="3223" y="387"/>
                  <a:pt x="3223" y="387"/>
                </a:cubicBezTo>
                <a:cubicBezTo>
                  <a:pt x="3208" y="387"/>
                  <a:pt x="3208" y="387"/>
                  <a:pt x="3208" y="387"/>
                </a:cubicBezTo>
                <a:cubicBezTo>
                  <a:pt x="3208" y="404"/>
                  <a:pt x="3208" y="404"/>
                  <a:pt x="3208" y="404"/>
                </a:cubicBezTo>
                <a:cubicBezTo>
                  <a:pt x="3210" y="404"/>
                  <a:pt x="3210" y="404"/>
                  <a:pt x="3210" y="404"/>
                </a:cubicBezTo>
                <a:moveTo>
                  <a:pt x="3311" y="513"/>
                </a:moveTo>
                <a:cubicBezTo>
                  <a:pt x="3328" y="513"/>
                  <a:pt x="3328" y="513"/>
                  <a:pt x="3328" y="513"/>
                </a:cubicBezTo>
                <a:cubicBezTo>
                  <a:pt x="3328" y="544"/>
                  <a:pt x="3328" y="544"/>
                  <a:pt x="3328" y="544"/>
                </a:cubicBezTo>
                <a:cubicBezTo>
                  <a:pt x="3338" y="544"/>
                  <a:pt x="3338" y="544"/>
                  <a:pt x="3338" y="544"/>
                </a:cubicBezTo>
                <a:cubicBezTo>
                  <a:pt x="3338" y="524"/>
                  <a:pt x="3338" y="524"/>
                  <a:pt x="3338" y="524"/>
                </a:cubicBezTo>
                <a:cubicBezTo>
                  <a:pt x="3360" y="524"/>
                  <a:pt x="3360" y="524"/>
                  <a:pt x="3360" y="524"/>
                </a:cubicBezTo>
                <a:cubicBezTo>
                  <a:pt x="3360" y="659"/>
                  <a:pt x="3360" y="659"/>
                  <a:pt x="3360" y="659"/>
                </a:cubicBezTo>
                <a:cubicBezTo>
                  <a:pt x="3362" y="659"/>
                  <a:pt x="3362" y="659"/>
                  <a:pt x="3362" y="659"/>
                </a:cubicBezTo>
                <a:cubicBezTo>
                  <a:pt x="3362" y="522"/>
                  <a:pt x="3362" y="522"/>
                  <a:pt x="3362" y="522"/>
                </a:cubicBezTo>
                <a:cubicBezTo>
                  <a:pt x="3336" y="522"/>
                  <a:pt x="3336" y="522"/>
                  <a:pt x="3336" y="522"/>
                </a:cubicBezTo>
                <a:cubicBezTo>
                  <a:pt x="3336" y="541"/>
                  <a:pt x="3336" y="541"/>
                  <a:pt x="3336" y="541"/>
                </a:cubicBezTo>
                <a:cubicBezTo>
                  <a:pt x="3330" y="541"/>
                  <a:pt x="3330" y="541"/>
                  <a:pt x="3330" y="541"/>
                </a:cubicBezTo>
                <a:cubicBezTo>
                  <a:pt x="3330" y="511"/>
                  <a:pt x="3330" y="511"/>
                  <a:pt x="3330" y="511"/>
                </a:cubicBezTo>
                <a:cubicBezTo>
                  <a:pt x="3311" y="511"/>
                  <a:pt x="3311" y="511"/>
                  <a:pt x="3311" y="511"/>
                </a:cubicBezTo>
                <a:cubicBezTo>
                  <a:pt x="3311" y="513"/>
                  <a:pt x="3311" y="513"/>
                  <a:pt x="3311" y="513"/>
                </a:cubicBezTo>
                <a:moveTo>
                  <a:pt x="3363" y="519"/>
                </a:moveTo>
                <a:cubicBezTo>
                  <a:pt x="3363" y="421"/>
                  <a:pt x="3363" y="421"/>
                  <a:pt x="3363" y="421"/>
                </a:cubicBezTo>
                <a:cubicBezTo>
                  <a:pt x="3366" y="418"/>
                  <a:pt x="3366" y="418"/>
                  <a:pt x="3366" y="418"/>
                </a:cubicBezTo>
                <a:cubicBezTo>
                  <a:pt x="3366" y="417"/>
                  <a:pt x="3366" y="417"/>
                  <a:pt x="3366" y="417"/>
                </a:cubicBezTo>
                <a:cubicBezTo>
                  <a:pt x="3366" y="412"/>
                  <a:pt x="3366" y="412"/>
                  <a:pt x="3366" y="412"/>
                </a:cubicBezTo>
                <a:cubicBezTo>
                  <a:pt x="3371" y="410"/>
                  <a:pt x="3371" y="410"/>
                  <a:pt x="3371" y="410"/>
                </a:cubicBezTo>
                <a:cubicBezTo>
                  <a:pt x="3379" y="410"/>
                  <a:pt x="3379" y="410"/>
                  <a:pt x="3379" y="410"/>
                </a:cubicBezTo>
                <a:cubicBezTo>
                  <a:pt x="3380" y="410"/>
                  <a:pt x="3380" y="410"/>
                  <a:pt x="3380" y="410"/>
                </a:cubicBezTo>
                <a:cubicBezTo>
                  <a:pt x="3380" y="404"/>
                  <a:pt x="3380" y="404"/>
                  <a:pt x="3380" y="404"/>
                </a:cubicBezTo>
                <a:cubicBezTo>
                  <a:pt x="3393" y="404"/>
                  <a:pt x="3393" y="404"/>
                  <a:pt x="3393" y="404"/>
                </a:cubicBezTo>
                <a:cubicBezTo>
                  <a:pt x="3393" y="412"/>
                  <a:pt x="3393" y="412"/>
                  <a:pt x="3393" y="412"/>
                </a:cubicBezTo>
                <a:cubicBezTo>
                  <a:pt x="3408" y="412"/>
                  <a:pt x="3408" y="412"/>
                  <a:pt x="3408" y="412"/>
                </a:cubicBezTo>
                <a:cubicBezTo>
                  <a:pt x="3408" y="404"/>
                  <a:pt x="3408" y="404"/>
                  <a:pt x="3408" y="404"/>
                </a:cubicBezTo>
                <a:cubicBezTo>
                  <a:pt x="3422" y="404"/>
                  <a:pt x="3422" y="404"/>
                  <a:pt x="3422" y="404"/>
                </a:cubicBezTo>
                <a:cubicBezTo>
                  <a:pt x="3423" y="411"/>
                  <a:pt x="3423" y="411"/>
                  <a:pt x="3423" y="411"/>
                </a:cubicBezTo>
                <a:cubicBezTo>
                  <a:pt x="3423" y="412"/>
                  <a:pt x="3423" y="412"/>
                  <a:pt x="3423" y="412"/>
                </a:cubicBezTo>
                <a:cubicBezTo>
                  <a:pt x="3447" y="412"/>
                  <a:pt x="3447" y="412"/>
                  <a:pt x="3447" y="412"/>
                </a:cubicBezTo>
                <a:cubicBezTo>
                  <a:pt x="3456" y="405"/>
                  <a:pt x="3456" y="405"/>
                  <a:pt x="3456" y="405"/>
                </a:cubicBezTo>
                <a:cubicBezTo>
                  <a:pt x="3456" y="400"/>
                  <a:pt x="3456" y="400"/>
                  <a:pt x="3456" y="400"/>
                </a:cubicBezTo>
                <a:cubicBezTo>
                  <a:pt x="3474" y="400"/>
                  <a:pt x="3474" y="400"/>
                  <a:pt x="3474" y="400"/>
                </a:cubicBezTo>
                <a:cubicBezTo>
                  <a:pt x="3473" y="408"/>
                  <a:pt x="3473" y="408"/>
                  <a:pt x="3473" y="408"/>
                </a:cubicBezTo>
                <a:cubicBezTo>
                  <a:pt x="3473" y="409"/>
                  <a:pt x="3473" y="409"/>
                  <a:pt x="3473" y="409"/>
                </a:cubicBezTo>
                <a:cubicBezTo>
                  <a:pt x="3495" y="409"/>
                  <a:pt x="3495" y="409"/>
                  <a:pt x="3495" y="409"/>
                </a:cubicBezTo>
                <a:cubicBezTo>
                  <a:pt x="3495" y="407"/>
                  <a:pt x="3495" y="407"/>
                  <a:pt x="3495" y="407"/>
                </a:cubicBezTo>
                <a:cubicBezTo>
                  <a:pt x="3476" y="407"/>
                  <a:pt x="3476" y="407"/>
                  <a:pt x="3476" y="407"/>
                </a:cubicBezTo>
                <a:cubicBezTo>
                  <a:pt x="3476" y="399"/>
                  <a:pt x="3476" y="399"/>
                  <a:pt x="3476" y="399"/>
                </a:cubicBezTo>
                <a:cubicBezTo>
                  <a:pt x="3476" y="398"/>
                  <a:pt x="3476" y="398"/>
                  <a:pt x="3476" y="398"/>
                </a:cubicBezTo>
                <a:cubicBezTo>
                  <a:pt x="3454" y="398"/>
                  <a:pt x="3454" y="398"/>
                  <a:pt x="3454" y="398"/>
                </a:cubicBezTo>
                <a:cubicBezTo>
                  <a:pt x="3454" y="404"/>
                  <a:pt x="3454" y="404"/>
                  <a:pt x="3454" y="404"/>
                </a:cubicBezTo>
                <a:cubicBezTo>
                  <a:pt x="3447" y="410"/>
                  <a:pt x="3447" y="410"/>
                  <a:pt x="3447" y="410"/>
                </a:cubicBezTo>
                <a:cubicBezTo>
                  <a:pt x="3425" y="410"/>
                  <a:pt x="3425" y="410"/>
                  <a:pt x="3425" y="410"/>
                </a:cubicBezTo>
                <a:cubicBezTo>
                  <a:pt x="3425" y="403"/>
                  <a:pt x="3425" y="403"/>
                  <a:pt x="3425" y="403"/>
                </a:cubicBezTo>
                <a:cubicBezTo>
                  <a:pt x="3424" y="402"/>
                  <a:pt x="3424" y="402"/>
                  <a:pt x="3424" y="402"/>
                </a:cubicBezTo>
                <a:cubicBezTo>
                  <a:pt x="3406" y="402"/>
                  <a:pt x="3406" y="402"/>
                  <a:pt x="3406" y="402"/>
                </a:cubicBezTo>
                <a:cubicBezTo>
                  <a:pt x="3406" y="410"/>
                  <a:pt x="3406" y="410"/>
                  <a:pt x="3406" y="410"/>
                </a:cubicBezTo>
                <a:cubicBezTo>
                  <a:pt x="3395" y="410"/>
                  <a:pt x="3395" y="410"/>
                  <a:pt x="3395" y="410"/>
                </a:cubicBezTo>
                <a:cubicBezTo>
                  <a:pt x="3395" y="402"/>
                  <a:pt x="3395" y="402"/>
                  <a:pt x="3395" y="402"/>
                </a:cubicBezTo>
                <a:cubicBezTo>
                  <a:pt x="3378" y="402"/>
                  <a:pt x="3378" y="402"/>
                  <a:pt x="3378" y="402"/>
                </a:cubicBezTo>
                <a:cubicBezTo>
                  <a:pt x="3378" y="408"/>
                  <a:pt x="3378" y="408"/>
                  <a:pt x="3378" y="408"/>
                </a:cubicBezTo>
                <a:cubicBezTo>
                  <a:pt x="3371" y="408"/>
                  <a:pt x="3371" y="408"/>
                  <a:pt x="3371" y="408"/>
                </a:cubicBezTo>
                <a:cubicBezTo>
                  <a:pt x="3371" y="408"/>
                  <a:pt x="3371" y="408"/>
                  <a:pt x="3371" y="408"/>
                </a:cubicBezTo>
                <a:cubicBezTo>
                  <a:pt x="3364" y="410"/>
                  <a:pt x="3364" y="410"/>
                  <a:pt x="3364" y="410"/>
                </a:cubicBezTo>
                <a:cubicBezTo>
                  <a:pt x="3364" y="410"/>
                  <a:pt x="3364" y="410"/>
                  <a:pt x="3364" y="410"/>
                </a:cubicBezTo>
                <a:cubicBezTo>
                  <a:pt x="3364" y="417"/>
                  <a:pt x="3364" y="417"/>
                  <a:pt x="3364" y="417"/>
                </a:cubicBezTo>
                <a:cubicBezTo>
                  <a:pt x="3361" y="420"/>
                  <a:pt x="3361" y="420"/>
                  <a:pt x="3361" y="420"/>
                </a:cubicBezTo>
                <a:cubicBezTo>
                  <a:pt x="3361" y="420"/>
                  <a:pt x="3361" y="420"/>
                  <a:pt x="3361" y="420"/>
                </a:cubicBezTo>
                <a:cubicBezTo>
                  <a:pt x="3361" y="519"/>
                  <a:pt x="3361" y="519"/>
                  <a:pt x="3361" y="519"/>
                </a:cubicBezTo>
                <a:cubicBezTo>
                  <a:pt x="3363" y="519"/>
                  <a:pt x="3363" y="519"/>
                  <a:pt x="3363" y="519"/>
                </a:cubicBezTo>
                <a:moveTo>
                  <a:pt x="3393" y="660"/>
                </a:moveTo>
                <a:cubicBezTo>
                  <a:pt x="3395" y="660"/>
                  <a:pt x="3395" y="660"/>
                  <a:pt x="3395" y="660"/>
                </a:cubicBezTo>
                <a:cubicBezTo>
                  <a:pt x="3395" y="416"/>
                  <a:pt x="3395" y="416"/>
                  <a:pt x="3395" y="416"/>
                </a:cubicBezTo>
                <a:cubicBezTo>
                  <a:pt x="3393" y="416"/>
                  <a:pt x="3393" y="416"/>
                  <a:pt x="3393" y="416"/>
                </a:cubicBezTo>
                <a:lnTo>
                  <a:pt x="3393" y="660"/>
                </a:lnTo>
                <a:close/>
                <a:moveTo>
                  <a:pt x="3428" y="616"/>
                </a:moveTo>
                <a:cubicBezTo>
                  <a:pt x="3431" y="616"/>
                  <a:pt x="3431" y="616"/>
                  <a:pt x="3431" y="616"/>
                </a:cubicBezTo>
                <a:cubicBezTo>
                  <a:pt x="3431" y="423"/>
                  <a:pt x="3431" y="423"/>
                  <a:pt x="3431" y="423"/>
                </a:cubicBezTo>
                <a:cubicBezTo>
                  <a:pt x="3428" y="423"/>
                  <a:pt x="3428" y="423"/>
                  <a:pt x="3428" y="423"/>
                </a:cubicBezTo>
                <a:lnTo>
                  <a:pt x="3428" y="616"/>
                </a:lnTo>
                <a:close/>
                <a:moveTo>
                  <a:pt x="3369" y="659"/>
                </a:moveTo>
                <a:cubicBezTo>
                  <a:pt x="3372" y="659"/>
                  <a:pt x="3372" y="659"/>
                  <a:pt x="3372" y="659"/>
                </a:cubicBezTo>
                <a:cubicBezTo>
                  <a:pt x="3372" y="410"/>
                  <a:pt x="3372" y="410"/>
                  <a:pt x="3372" y="410"/>
                </a:cubicBezTo>
                <a:cubicBezTo>
                  <a:pt x="3369" y="410"/>
                  <a:pt x="3369" y="410"/>
                  <a:pt x="3369" y="410"/>
                </a:cubicBezTo>
                <a:lnTo>
                  <a:pt x="3369" y="659"/>
                </a:lnTo>
                <a:close/>
                <a:moveTo>
                  <a:pt x="3496" y="418"/>
                </a:moveTo>
                <a:cubicBezTo>
                  <a:pt x="3474" y="418"/>
                  <a:pt x="3474" y="418"/>
                  <a:pt x="3474" y="418"/>
                </a:cubicBezTo>
                <a:cubicBezTo>
                  <a:pt x="3474" y="622"/>
                  <a:pt x="3474" y="622"/>
                  <a:pt x="3474" y="622"/>
                </a:cubicBezTo>
                <a:cubicBezTo>
                  <a:pt x="3476" y="622"/>
                  <a:pt x="3476" y="622"/>
                  <a:pt x="3476" y="622"/>
                </a:cubicBezTo>
                <a:cubicBezTo>
                  <a:pt x="3476" y="420"/>
                  <a:pt x="3476" y="420"/>
                  <a:pt x="3476" y="420"/>
                </a:cubicBezTo>
                <a:cubicBezTo>
                  <a:pt x="3496" y="420"/>
                  <a:pt x="3496" y="420"/>
                  <a:pt x="3496" y="420"/>
                </a:cubicBezTo>
                <a:cubicBezTo>
                  <a:pt x="3496" y="418"/>
                  <a:pt x="3496" y="418"/>
                  <a:pt x="3496" y="418"/>
                </a:cubicBezTo>
                <a:moveTo>
                  <a:pt x="3355" y="661"/>
                </a:moveTo>
                <a:cubicBezTo>
                  <a:pt x="3413" y="661"/>
                  <a:pt x="3413" y="661"/>
                  <a:pt x="3413" y="661"/>
                </a:cubicBezTo>
                <a:cubicBezTo>
                  <a:pt x="3413" y="630"/>
                  <a:pt x="3413" y="630"/>
                  <a:pt x="3413" y="630"/>
                </a:cubicBezTo>
                <a:cubicBezTo>
                  <a:pt x="3435" y="630"/>
                  <a:pt x="3435" y="630"/>
                  <a:pt x="3435" y="630"/>
                </a:cubicBezTo>
                <a:cubicBezTo>
                  <a:pt x="3448" y="618"/>
                  <a:pt x="3448" y="618"/>
                  <a:pt x="3448" y="618"/>
                </a:cubicBezTo>
                <a:cubicBezTo>
                  <a:pt x="3448" y="412"/>
                  <a:pt x="3448" y="412"/>
                  <a:pt x="3448" y="412"/>
                </a:cubicBezTo>
                <a:cubicBezTo>
                  <a:pt x="3445" y="412"/>
                  <a:pt x="3445" y="412"/>
                  <a:pt x="3445" y="412"/>
                </a:cubicBezTo>
                <a:cubicBezTo>
                  <a:pt x="3445" y="617"/>
                  <a:pt x="3445" y="617"/>
                  <a:pt x="3445" y="617"/>
                </a:cubicBezTo>
                <a:cubicBezTo>
                  <a:pt x="3434" y="628"/>
                  <a:pt x="3434" y="628"/>
                  <a:pt x="3434" y="628"/>
                </a:cubicBezTo>
                <a:cubicBezTo>
                  <a:pt x="3411" y="628"/>
                  <a:pt x="3411" y="628"/>
                  <a:pt x="3411" y="628"/>
                </a:cubicBezTo>
                <a:cubicBezTo>
                  <a:pt x="3411" y="659"/>
                  <a:pt x="3411" y="659"/>
                  <a:pt x="3411" y="659"/>
                </a:cubicBezTo>
                <a:cubicBezTo>
                  <a:pt x="3355" y="659"/>
                  <a:pt x="3355" y="659"/>
                  <a:pt x="3355" y="659"/>
                </a:cubicBezTo>
                <a:cubicBezTo>
                  <a:pt x="3355" y="661"/>
                  <a:pt x="3355" y="661"/>
                  <a:pt x="3355" y="661"/>
                </a:cubicBezTo>
                <a:moveTo>
                  <a:pt x="3497" y="671"/>
                </a:moveTo>
                <a:cubicBezTo>
                  <a:pt x="3497" y="188"/>
                  <a:pt x="3497" y="188"/>
                  <a:pt x="3497" y="188"/>
                </a:cubicBezTo>
                <a:cubicBezTo>
                  <a:pt x="3498" y="186"/>
                  <a:pt x="3498" y="186"/>
                  <a:pt x="3498" y="186"/>
                </a:cubicBezTo>
                <a:cubicBezTo>
                  <a:pt x="3498" y="185"/>
                  <a:pt x="3498" y="185"/>
                  <a:pt x="3498" y="185"/>
                </a:cubicBezTo>
                <a:cubicBezTo>
                  <a:pt x="3498" y="119"/>
                  <a:pt x="3498" y="119"/>
                  <a:pt x="3498" y="119"/>
                </a:cubicBezTo>
                <a:cubicBezTo>
                  <a:pt x="3500" y="116"/>
                  <a:pt x="3500" y="116"/>
                  <a:pt x="3500" y="116"/>
                </a:cubicBezTo>
                <a:cubicBezTo>
                  <a:pt x="3500" y="116"/>
                  <a:pt x="3500" y="116"/>
                  <a:pt x="3500" y="116"/>
                </a:cubicBezTo>
                <a:cubicBezTo>
                  <a:pt x="3502" y="70"/>
                  <a:pt x="3502" y="70"/>
                  <a:pt x="3502" y="70"/>
                </a:cubicBezTo>
                <a:cubicBezTo>
                  <a:pt x="3505" y="66"/>
                  <a:pt x="3505" y="66"/>
                  <a:pt x="3505" y="66"/>
                </a:cubicBezTo>
                <a:cubicBezTo>
                  <a:pt x="3505" y="66"/>
                  <a:pt x="3505" y="66"/>
                  <a:pt x="3505" y="66"/>
                </a:cubicBezTo>
                <a:cubicBezTo>
                  <a:pt x="3510" y="37"/>
                  <a:pt x="3510" y="37"/>
                  <a:pt x="3510" y="37"/>
                </a:cubicBezTo>
                <a:cubicBezTo>
                  <a:pt x="3513" y="34"/>
                  <a:pt x="3513" y="34"/>
                  <a:pt x="3513" y="34"/>
                </a:cubicBezTo>
                <a:cubicBezTo>
                  <a:pt x="3513" y="34"/>
                  <a:pt x="3513" y="34"/>
                  <a:pt x="3513" y="34"/>
                </a:cubicBezTo>
                <a:cubicBezTo>
                  <a:pt x="3518" y="22"/>
                  <a:pt x="3518" y="22"/>
                  <a:pt x="3518" y="22"/>
                </a:cubicBezTo>
                <a:cubicBezTo>
                  <a:pt x="3523" y="14"/>
                  <a:pt x="3523" y="14"/>
                  <a:pt x="3523" y="14"/>
                </a:cubicBezTo>
                <a:cubicBezTo>
                  <a:pt x="3530" y="8"/>
                  <a:pt x="3530" y="8"/>
                  <a:pt x="3530" y="8"/>
                </a:cubicBezTo>
                <a:cubicBezTo>
                  <a:pt x="3538" y="4"/>
                  <a:pt x="3538" y="4"/>
                  <a:pt x="3538" y="4"/>
                </a:cubicBezTo>
                <a:cubicBezTo>
                  <a:pt x="3542" y="10"/>
                  <a:pt x="3542" y="10"/>
                  <a:pt x="3542" y="10"/>
                </a:cubicBezTo>
                <a:cubicBezTo>
                  <a:pt x="3543" y="12"/>
                  <a:pt x="3543" y="12"/>
                  <a:pt x="3543" y="12"/>
                </a:cubicBezTo>
                <a:cubicBezTo>
                  <a:pt x="3546" y="6"/>
                  <a:pt x="3546" y="6"/>
                  <a:pt x="3546" y="6"/>
                </a:cubicBezTo>
                <a:cubicBezTo>
                  <a:pt x="3548" y="10"/>
                  <a:pt x="3548" y="10"/>
                  <a:pt x="3548" y="10"/>
                </a:cubicBezTo>
                <a:cubicBezTo>
                  <a:pt x="3549" y="12"/>
                  <a:pt x="3549" y="12"/>
                  <a:pt x="3549" y="12"/>
                </a:cubicBezTo>
                <a:cubicBezTo>
                  <a:pt x="3551" y="8"/>
                  <a:pt x="3551" y="8"/>
                  <a:pt x="3551" y="8"/>
                </a:cubicBezTo>
                <a:cubicBezTo>
                  <a:pt x="3552" y="10"/>
                  <a:pt x="3552" y="10"/>
                  <a:pt x="3552" y="10"/>
                </a:cubicBezTo>
                <a:cubicBezTo>
                  <a:pt x="3553" y="13"/>
                  <a:pt x="3553" y="13"/>
                  <a:pt x="3553" y="13"/>
                </a:cubicBezTo>
                <a:cubicBezTo>
                  <a:pt x="3556" y="7"/>
                  <a:pt x="3556" y="7"/>
                  <a:pt x="3556" y="7"/>
                </a:cubicBezTo>
                <a:cubicBezTo>
                  <a:pt x="3557" y="11"/>
                  <a:pt x="3557" y="11"/>
                  <a:pt x="3557" y="11"/>
                </a:cubicBezTo>
                <a:cubicBezTo>
                  <a:pt x="3558" y="14"/>
                  <a:pt x="3558" y="14"/>
                  <a:pt x="3558" y="14"/>
                </a:cubicBezTo>
                <a:cubicBezTo>
                  <a:pt x="3560" y="7"/>
                  <a:pt x="3560" y="7"/>
                  <a:pt x="3560" y="7"/>
                </a:cubicBezTo>
                <a:cubicBezTo>
                  <a:pt x="3561" y="8"/>
                  <a:pt x="3561" y="8"/>
                  <a:pt x="3561" y="8"/>
                </a:cubicBezTo>
                <a:cubicBezTo>
                  <a:pt x="3562" y="10"/>
                  <a:pt x="3562" y="10"/>
                  <a:pt x="3562" y="10"/>
                </a:cubicBezTo>
                <a:cubicBezTo>
                  <a:pt x="3564" y="6"/>
                  <a:pt x="3564" y="6"/>
                  <a:pt x="3564" y="6"/>
                </a:cubicBezTo>
                <a:cubicBezTo>
                  <a:pt x="3572" y="15"/>
                  <a:pt x="3572" y="15"/>
                  <a:pt x="3572" y="15"/>
                </a:cubicBezTo>
                <a:cubicBezTo>
                  <a:pt x="3583" y="39"/>
                  <a:pt x="3583" y="39"/>
                  <a:pt x="3583" y="39"/>
                </a:cubicBezTo>
                <a:cubicBezTo>
                  <a:pt x="3586" y="62"/>
                  <a:pt x="3586" y="62"/>
                  <a:pt x="3586" y="62"/>
                </a:cubicBezTo>
                <a:cubicBezTo>
                  <a:pt x="3589" y="66"/>
                  <a:pt x="3589" y="66"/>
                  <a:pt x="3589" y="66"/>
                </a:cubicBezTo>
                <a:cubicBezTo>
                  <a:pt x="3590" y="113"/>
                  <a:pt x="3590" y="113"/>
                  <a:pt x="3590" y="113"/>
                </a:cubicBezTo>
                <a:cubicBezTo>
                  <a:pt x="3593" y="115"/>
                  <a:pt x="3593" y="115"/>
                  <a:pt x="3593" y="115"/>
                </a:cubicBezTo>
                <a:cubicBezTo>
                  <a:pt x="3593" y="181"/>
                  <a:pt x="3593" y="181"/>
                  <a:pt x="3593" y="181"/>
                </a:cubicBezTo>
                <a:cubicBezTo>
                  <a:pt x="3594" y="184"/>
                  <a:pt x="3594" y="184"/>
                  <a:pt x="3594" y="184"/>
                </a:cubicBezTo>
                <a:cubicBezTo>
                  <a:pt x="3594" y="271"/>
                  <a:pt x="3594" y="271"/>
                  <a:pt x="3594" y="271"/>
                </a:cubicBezTo>
                <a:cubicBezTo>
                  <a:pt x="3596" y="274"/>
                  <a:pt x="3596" y="274"/>
                  <a:pt x="3596" y="274"/>
                </a:cubicBezTo>
                <a:cubicBezTo>
                  <a:pt x="3596" y="656"/>
                  <a:pt x="3596" y="656"/>
                  <a:pt x="3596" y="656"/>
                </a:cubicBezTo>
                <a:cubicBezTo>
                  <a:pt x="3672" y="656"/>
                  <a:pt x="3672" y="656"/>
                  <a:pt x="3672" y="656"/>
                </a:cubicBezTo>
                <a:cubicBezTo>
                  <a:pt x="3685" y="664"/>
                  <a:pt x="3685" y="664"/>
                  <a:pt x="3685" y="664"/>
                </a:cubicBezTo>
                <a:cubicBezTo>
                  <a:pt x="3685" y="671"/>
                  <a:pt x="3685" y="671"/>
                  <a:pt x="3685" y="671"/>
                </a:cubicBezTo>
                <a:cubicBezTo>
                  <a:pt x="3687" y="671"/>
                  <a:pt x="3687" y="671"/>
                  <a:pt x="3687" y="671"/>
                </a:cubicBezTo>
                <a:cubicBezTo>
                  <a:pt x="3687" y="663"/>
                  <a:pt x="3687" y="663"/>
                  <a:pt x="3687" y="663"/>
                </a:cubicBezTo>
                <a:cubicBezTo>
                  <a:pt x="3687" y="663"/>
                  <a:pt x="3687" y="663"/>
                  <a:pt x="3687" y="663"/>
                </a:cubicBezTo>
                <a:cubicBezTo>
                  <a:pt x="3673" y="654"/>
                  <a:pt x="3673" y="654"/>
                  <a:pt x="3673" y="654"/>
                </a:cubicBezTo>
                <a:cubicBezTo>
                  <a:pt x="3598" y="654"/>
                  <a:pt x="3598" y="654"/>
                  <a:pt x="3598" y="654"/>
                </a:cubicBezTo>
                <a:cubicBezTo>
                  <a:pt x="3598" y="274"/>
                  <a:pt x="3598" y="274"/>
                  <a:pt x="3598" y="274"/>
                </a:cubicBezTo>
                <a:cubicBezTo>
                  <a:pt x="3596" y="271"/>
                  <a:pt x="3596" y="271"/>
                  <a:pt x="3596" y="271"/>
                </a:cubicBezTo>
                <a:cubicBezTo>
                  <a:pt x="3596" y="184"/>
                  <a:pt x="3596" y="184"/>
                  <a:pt x="3596" y="184"/>
                </a:cubicBezTo>
                <a:cubicBezTo>
                  <a:pt x="3595" y="181"/>
                  <a:pt x="3595" y="181"/>
                  <a:pt x="3595" y="181"/>
                </a:cubicBezTo>
                <a:cubicBezTo>
                  <a:pt x="3595" y="114"/>
                  <a:pt x="3595" y="114"/>
                  <a:pt x="3595" y="114"/>
                </a:cubicBezTo>
                <a:cubicBezTo>
                  <a:pt x="3593" y="112"/>
                  <a:pt x="3593" y="112"/>
                  <a:pt x="3593" y="112"/>
                </a:cubicBezTo>
                <a:cubicBezTo>
                  <a:pt x="3591" y="65"/>
                  <a:pt x="3591" y="65"/>
                  <a:pt x="3591" y="65"/>
                </a:cubicBezTo>
                <a:cubicBezTo>
                  <a:pt x="3588" y="61"/>
                  <a:pt x="3588" y="61"/>
                  <a:pt x="3588" y="61"/>
                </a:cubicBezTo>
                <a:cubicBezTo>
                  <a:pt x="3585" y="38"/>
                  <a:pt x="3585" y="38"/>
                  <a:pt x="3585" y="38"/>
                </a:cubicBezTo>
                <a:cubicBezTo>
                  <a:pt x="3574" y="13"/>
                  <a:pt x="3574" y="13"/>
                  <a:pt x="3574" y="13"/>
                </a:cubicBezTo>
                <a:cubicBezTo>
                  <a:pt x="3563" y="3"/>
                  <a:pt x="3563" y="3"/>
                  <a:pt x="3563" y="3"/>
                </a:cubicBezTo>
                <a:cubicBezTo>
                  <a:pt x="3562" y="5"/>
                  <a:pt x="3562" y="5"/>
                  <a:pt x="3562" y="5"/>
                </a:cubicBezTo>
                <a:cubicBezTo>
                  <a:pt x="3561" y="3"/>
                  <a:pt x="3561" y="3"/>
                  <a:pt x="3561" y="3"/>
                </a:cubicBezTo>
                <a:cubicBezTo>
                  <a:pt x="3560" y="1"/>
                  <a:pt x="3560" y="1"/>
                  <a:pt x="3560" y="1"/>
                </a:cubicBezTo>
                <a:cubicBezTo>
                  <a:pt x="3558" y="7"/>
                  <a:pt x="3558" y="7"/>
                  <a:pt x="3558" y="7"/>
                </a:cubicBezTo>
                <a:cubicBezTo>
                  <a:pt x="3557" y="4"/>
                  <a:pt x="3557" y="4"/>
                  <a:pt x="3557" y="4"/>
                </a:cubicBezTo>
                <a:cubicBezTo>
                  <a:pt x="3556" y="0"/>
                  <a:pt x="3556" y="0"/>
                  <a:pt x="3556" y="0"/>
                </a:cubicBezTo>
                <a:cubicBezTo>
                  <a:pt x="3553" y="7"/>
                  <a:pt x="3553" y="7"/>
                  <a:pt x="3553" y="7"/>
                </a:cubicBezTo>
                <a:cubicBezTo>
                  <a:pt x="3552" y="4"/>
                  <a:pt x="3552" y="4"/>
                  <a:pt x="3552" y="4"/>
                </a:cubicBezTo>
                <a:cubicBezTo>
                  <a:pt x="3551" y="1"/>
                  <a:pt x="3551" y="1"/>
                  <a:pt x="3551" y="1"/>
                </a:cubicBezTo>
                <a:cubicBezTo>
                  <a:pt x="3549" y="7"/>
                  <a:pt x="3549" y="7"/>
                  <a:pt x="3549" y="7"/>
                </a:cubicBezTo>
                <a:cubicBezTo>
                  <a:pt x="3547" y="3"/>
                  <a:pt x="3547" y="3"/>
                  <a:pt x="3547" y="3"/>
                </a:cubicBezTo>
                <a:cubicBezTo>
                  <a:pt x="3546" y="1"/>
                  <a:pt x="3546" y="1"/>
                  <a:pt x="3546" y="1"/>
                </a:cubicBezTo>
                <a:cubicBezTo>
                  <a:pt x="3543" y="7"/>
                  <a:pt x="3543" y="7"/>
                  <a:pt x="3543" y="7"/>
                </a:cubicBezTo>
                <a:cubicBezTo>
                  <a:pt x="3540" y="2"/>
                  <a:pt x="3540" y="2"/>
                  <a:pt x="3540" y="2"/>
                </a:cubicBezTo>
                <a:cubicBezTo>
                  <a:pt x="3539" y="1"/>
                  <a:pt x="3539" y="1"/>
                  <a:pt x="3539" y="1"/>
                </a:cubicBezTo>
                <a:cubicBezTo>
                  <a:pt x="3529" y="7"/>
                  <a:pt x="3529" y="7"/>
                  <a:pt x="3529" y="7"/>
                </a:cubicBezTo>
                <a:cubicBezTo>
                  <a:pt x="3521" y="13"/>
                  <a:pt x="3521" y="13"/>
                  <a:pt x="3521" y="13"/>
                </a:cubicBezTo>
                <a:cubicBezTo>
                  <a:pt x="3516" y="21"/>
                  <a:pt x="3516" y="21"/>
                  <a:pt x="3516" y="21"/>
                </a:cubicBezTo>
                <a:cubicBezTo>
                  <a:pt x="3511" y="33"/>
                  <a:pt x="3511" y="33"/>
                  <a:pt x="3511" y="33"/>
                </a:cubicBezTo>
                <a:cubicBezTo>
                  <a:pt x="3508" y="36"/>
                  <a:pt x="3508" y="36"/>
                  <a:pt x="3508" y="36"/>
                </a:cubicBezTo>
                <a:cubicBezTo>
                  <a:pt x="3508" y="36"/>
                  <a:pt x="3508" y="36"/>
                  <a:pt x="3508" y="36"/>
                </a:cubicBezTo>
                <a:cubicBezTo>
                  <a:pt x="3503" y="65"/>
                  <a:pt x="3503" y="65"/>
                  <a:pt x="3503" y="65"/>
                </a:cubicBezTo>
                <a:cubicBezTo>
                  <a:pt x="3500" y="69"/>
                  <a:pt x="3500" y="69"/>
                  <a:pt x="3500" y="69"/>
                </a:cubicBezTo>
                <a:cubicBezTo>
                  <a:pt x="3500" y="70"/>
                  <a:pt x="3500" y="70"/>
                  <a:pt x="3500" y="70"/>
                </a:cubicBezTo>
                <a:cubicBezTo>
                  <a:pt x="3498" y="115"/>
                  <a:pt x="3498" y="115"/>
                  <a:pt x="3498" y="115"/>
                </a:cubicBezTo>
                <a:cubicBezTo>
                  <a:pt x="3496" y="118"/>
                  <a:pt x="3496" y="118"/>
                  <a:pt x="3496" y="118"/>
                </a:cubicBezTo>
                <a:cubicBezTo>
                  <a:pt x="3496" y="119"/>
                  <a:pt x="3496" y="119"/>
                  <a:pt x="3496" y="119"/>
                </a:cubicBezTo>
                <a:cubicBezTo>
                  <a:pt x="3496" y="185"/>
                  <a:pt x="3496" y="185"/>
                  <a:pt x="3496" y="185"/>
                </a:cubicBezTo>
                <a:cubicBezTo>
                  <a:pt x="3495" y="187"/>
                  <a:pt x="3495" y="187"/>
                  <a:pt x="3495" y="187"/>
                </a:cubicBezTo>
                <a:cubicBezTo>
                  <a:pt x="3494" y="187"/>
                  <a:pt x="3494" y="187"/>
                  <a:pt x="3494" y="187"/>
                </a:cubicBezTo>
                <a:cubicBezTo>
                  <a:pt x="3494" y="671"/>
                  <a:pt x="3494" y="671"/>
                  <a:pt x="3494" y="671"/>
                </a:cubicBezTo>
                <a:cubicBezTo>
                  <a:pt x="3497" y="671"/>
                  <a:pt x="3497" y="671"/>
                  <a:pt x="3497" y="671"/>
                </a:cubicBezTo>
                <a:moveTo>
                  <a:pt x="3458" y="621"/>
                </a:moveTo>
                <a:cubicBezTo>
                  <a:pt x="3446" y="624"/>
                  <a:pt x="3446" y="624"/>
                  <a:pt x="3446" y="624"/>
                </a:cubicBezTo>
                <a:cubicBezTo>
                  <a:pt x="3446" y="671"/>
                  <a:pt x="3446" y="671"/>
                  <a:pt x="3446" y="671"/>
                </a:cubicBezTo>
                <a:cubicBezTo>
                  <a:pt x="3448" y="671"/>
                  <a:pt x="3448" y="671"/>
                  <a:pt x="3448" y="671"/>
                </a:cubicBezTo>
                <a:cubicBezTo>
                  <a:pt x="3448" y="626"/>
                  <a:pt x="3448" y="626"/>
                  <a:pt x="3448" y="626"/>
                </a:cubicBezTo>
                <a:cubicBezTo>
                  <a:pt x="3459" y="623"/>
                  <a:pt x="3459" y="623"/>
                  <a:pt x="3459" y="623"/>
                </a:cubicBezTo>
                <a:cubicBezTo>
                  <a:pt x="3458" y="621"/>
                  <a:pt x="3458" y="621"/>
                  <a:pt x="3458" y="621"/>
                </a:cubicBezTo>
                <a:moveTo>
                  <a:pt x="3495" y="621"/>
                </a:moveTo>
                <a:cubicBezTo>
                  <a:pt x="3457" y="621"/>
                  <a:pt x="3457" y="621"/>
                  <a:pt x="3457" y="621"/>
                </a:cubicBezTo>
                <a:cubicBezTo>
                  <a:pt x="3457" y="671"/>
                  <a:pt x="3457" y="671"/>
                  <a:pt x="3457" y="671"/>
                </a:cubicBezTo>
                <a:cubicBezTo>
                  <a:pt x="3459" y="671"/>
                  <a:pt x="3459" y="671"/>
                  <a:pt x="3459" y="671"/>
                </a:cubicBezTo>
                <a:cubicBezTo>
                  <a:pt x="3459" y="624"/>
                  <a:pt x="3459" y="624"/>
                  <a:pt x="3459" y="624"/>
                </a:cubicBezTo>
                <a:cubicBezTo>
                  <a:pt x="3495" y="624"/>
                  <a:pt x="3495" y="624"/>
                  <a:pt x="3495" y="624"/>
                </a:cubicBezTo>
                <a:cubicBezTo>
                  <a:pt x="3495" y="621"/>
                  <a:pt x="3495" y="621"/>
                  <a:pt x="3495" y="621"/>
                </a:cubicBezTo>
                <a:moveTo>
                  <a:pt x="3478" y="671"/>
                </a:moveTo>
                <a:cubicBezTo>
                  <a:pt x="3481" y="671"/>
                  <a:pt x="3481" y="671"/>
                  <a:pt x="3481" y="671"/>
                </a:cubicBezTo>
                <a:cubicBezTo>
                  <a:pt x="3481" y="623"/>
                  <a:pt x="3481" y="623"/>
                  <a:pt x="3481" y="623"/>
                </a:cubicBezTo>
                <a:cubicBezTo>
                  <a:pt x="3478" y="623"/>
                  <a:pt x="3478" y="623"/>
                  <a:pt x="3478" y="623"/>
                </a:cubicBezTo>
                <a:lnTo>
                  <a:pt x="3478" y="671"/>
                </a:lnTo>
                <a:close/>
                <a:moveTo>
                  <a:pt x="3418" y="671"/>
                </a:moveTo>
                <a:cubicBezTo>
                  <a:pt x="3421" y="671"/>
                  <a:pt x="3421" y="671"/>
                  <a:pt x="3421" y="671"/>
                </a:cubicBezTo>
                <a:cubicBezTo>
                  <a:pt x="3421" y="628"/>
                  <a:pt x="3421" y="628"/>
                  <a:pt x="3421" y="628"/>
                </a:cubicBezTo>
                <a:cubicBezTo>
                  <a:pt x="3418" y="628"/>
                  <a:pt x="3418" y="628"/>
                  <a:pt x="3418" y="628"/>
                </a:cubicBezTo>
                <a:lnTo>
                  <a:pt x="3418" y="671"/>
                </a:lnTo>
                <a:close/>
                <a:moveTo>
                  <a:pt x="3537" y="4"/>
                </a:moveTo>
                <a:cubicBezTo>
                  <a:pt x="3537" y="4"/>
                  <a:pt x="3529" y="22"/>
                  <a:pt x="3528" y="27"/>
                </a:cubicBezTo>
                <a:cubicBezTo>
                  <a:pt x="3529" y="27"/>
                  <a:pt x="3529" y="27"/>
                  <a:pt x="3529" y="27"/>
                </a:cubicBezTo>
                <a:cubicBezTo>
                  <a:pt x="3528" y="26"/>
                  <a:pt x="3528" y="26"/>
                  <a:pt x="3528" y="26"/>
                </a:cubicBezTo>
                <a:cubicBezTo>
                  <a:pt x="3523" y="29"/>
                  <a:pt x="3523" y="29"/>
                  <a:pt x="3523" y="29"/>
                </a:cubicBezTo>
                <a:cubicBezTo>
                  <a:pt x="3523" y="29"/>
                  <a:pt x="3523" y="29"/>
                  <a:pt x="3523" y="29"/>
                </a:cubicBezTo>
                <a:cubicBezTo>
                  <a:pt x="3517" y="57"/>
                  <a:pt x="3517" y="57"/>
                  <a:pt x="3517" y="57"/>
                </a:cubicBezTo>
                <a:cubicBezTo>
                  <a:pt x="3515" y="58"/>
                  <a:pt x="3515" y="58"/>
                  <a:pt x="3515" y="58"/>
                </a:cubicBezTo>
                <a:cubicBezTo>
                  <a:pt x="3514" y="58"/>
                  <a:pt x="3514" y="58"/>
                  <a:pt x="3514" y="58"/>
                </a:cubicBezTo>
                <a:cubicBezTo>
                  <a:pt x="3512" y="105"/>
                  <a:pt x="3512" y="105"/>
                  <a:pt x="3512" y="105"/>
                </a:cubicBezTo>
                <a:cubicBezTo>
                  <a:pt x="3510" y="107"/>
                  <a:pt x="3510" y="107"/>
                  <a:pt x="3510" y="107"/>
                </a:cubicBezTo>
                <a:cubicBezTo>
                  <a:pt x="3510" y="108"/>
                  <a:pt x="3510" y="108"/>
                  <a:pt x="3510" y="108"/>
                </a:cubicBezTo>
                <a:cubicBezTo>
                  <a:pt x="3510" y="175"/>
                  <a:pt x="3510" y="175"/>
                  <a:pt x="3510" y="175"/>
                </a:cubicBezTo>
                <a:cubicBezTo>
                  <a:pt x="3507" y="180"/>
                  <a:pt x="3507" y="180"/>
                  <a:pt x="3507" y="180"/>
                </a:cubicBezTo>
                <a:cubicBezTo>
                  <a:pt x="3507" y="181"/>
                  <a:pt x="3507" y="181"/>
                  <a:pt x="3507" y="181"/>
                </a:cubicBezTo>
                <a:cubicBezTo>
                  <a:pt x="3508" y="671"/>
                  <a:pt x="3508" y="671"/>
                  <a:pt x="3508" y="671"/>
                </a:cubicBezTo>
                <a:cubicBezTo>
                  <a:pt x="3510" y="671"/>
                  <a:pt x="3510" y="671"/>
                  <a:pt x="3510" y="671"/>
                </a:cubicBezTo>
                <a:cubicBezTo>
                  <a:pt x="3509" y="181"/>
                  <a:pt x="3509" y="181"/>
                  <a:pt x="3509" y="181"/>
                </a:cubicBezTo>
                <a:cubicBezTo>
                  <a:pt x="3512" y="175"/>
                  <a:pt x="3512" y="175"/>
                  <a:pt x="3512" y="175"/>
                </a:cubicBezTo>
                <a:cubicBezTo>
                  <a:pt x="3512" y="175"/>
                  <a:pt x="3512" y="175"/>
                  <a:pt x="3512" y="175"/>
                </a:cubicBezTo>
                <a:cubicBezTo>
                  <a:pt x="3512" y="109"/>
                  <a:pt x="3512" y="109"/>
                  <a:pt x="3512" y="109"/>
                </a:cubicBezTo>
                <a:cubicBezTo>
                  <a:pt x="3514" y="106"/>
                  <a:pt x="3514" y="106"/>
                  <a:pt x="3514" y="106"/>
                </a:cubicBezTo>
                <a:cubicBezTo>
                  <a:pt x="3514" y="106"/>
                  <a:pt x="3514" y="106"/>
                  <a:pt x="3514" y="106"/>
                </a:cubicBezTo>
                <a:cubicBezTo>
                  <a:pt x="3516" y="60"/>
                  <a:pt x="3516" y="60"/>
                  <a:pt x="3516" y="60"/>
                </a:cubicBezTo>
                <a:cubicBezTo>
                  <a:pt x="3518" y="59"/>
                  <a:pt x="3518" y="59"/>
                  <a:pt x="3518" y="59"/>
                </a:cubicBezTo>
                <a:cubicBezTo>
                  <a:pt x="3519" y="59"/>
                  <a:pt x="3519" y="59"/>
                  <a:pt x="3519" y="59"/>
                </a:cubicBezTo>
                <a:cubicBezTo>
                  <a:pt x="3525" y="31"/>
                  <a:pt x="3525" y="31"/>
                  <a:pt x="3525" y="31"/>
                </a:cubicBezTo>
                <a:cubicBezTo>
                  <a:pt x="3529" y="28"/>
                  <a:pt x="3529" y="28"/>
                  <a:pt x="3529" y="28"/>
                </a:cubicBezTo>
                <a:cubicBezTo>
                  <a:pt x="3530" y="28"/>
                  <a:pt x="3530" y="28"/>
                  <a:pt x="3530" y="28"/>
                </a:cubicBezTo>
                <a:cubicBezTo>
                  <a:pt x="3530" y="28"/>
                  <a:pt x="3530" y="28"/>
                  <a:pt x="3530" y="28"/>
                </a:cubicBezTo>
                <a:cubicBezTo>
                  <a:pt x="3531" y="25"/>
                  <a:pt x="3533" y="20"/>
                  <a:pt x="3535" y="14"/>
                </a:cubicBezTo>
                <a:cubicBezTo>
                  <a:pt x="3537" y="9"/>
                  <a:pt x="3539" y="5"/>
                  <a:pt x="3539" y="5"/>
                </a:cubicBezTo>
                <a:cubicBezTo>
                  <a:pt x="3537" y="4"/>
                  <a:pt x="3537" y="4"/>
                  <a:pt x="3537" y="4"/>
                </a:cubicBezTo>
                <a:moveTo>
                  <a:pt x="3540" y="56"/>
                </a:moveTo>
                <a:cubicBezTo>
                  <a:pt x="3540" y="38"/>
                  <a:pt x="3540" y="38"/>
                  <a:pt x="3540" y="38"/>
                </a:cubicBezTo>
                <a:cubicBezTo>
                  <a:pt x="3538" y="36"/>
                  <a:pt x="3538" y="36"/>
                  <a:pt x="3538" y="36"/>
                </a:cubicBezTo>
                <a:cubicBezTo>
                  <a:pt x="3538" y="26"/>
                  <a:pt x="3538" y="26"/>
                  <a:pt x="3538" y="26"/>
                </a:cubicBezTo>
                <a:cubicBezTo>
                  <a:pt x="3575" y="30"/>
                  <a:pt x="3575" y="30"/>
                  <a:pt x="3575" y="30"/>
                </a:cubicBezTo>
                <a:cubicBezTo>
                  <a:pt x="3576" y="40"/>
                  <a:pt x="3576" y="40"/>
                  <a:pt x="3576" y="40"/>
                </a:cubicBezTo>
                <a:cubicBezTo>
                  <a:pt x="3577" y="42"/>
                  <a:pt x="3577" y="42"/>
                  <a:pt x="3577" y="42"/>
                </a:cubicBezTo>
                <a:cubicBezTo>
                  <a:pt x="3579" y="60"/>
                  <a:pt x="3579" y="60"/>
                  <a:pt x="3579" y="60"/>
                </a:cubicBezTo>
                <a:cubicBezTo>
                  <a:pt x="3580" y="105"/>
                  <a:pt x="3580" y="105"/>
                  <a:pt x="3580" y="105"/>
                </a:cubicBezTo>
                <a:cubicBezTo>
                  <a:pt x="3581" y="105"/>
                  <a:pt x="3581" y="105"/>
                  <a:pt x="3581" y="105"/>
                </a:cubicBezTo>
                <a:cubicBezTo>
                  <a:pt x="3580" y="105"/>
                  <a:pt x="3580" y="105"/>
                  <a:pt x="3580" y="105"/>
                </a:cubicBezTo>
                <a:cubicBezTo>
                  <a:pt x="3580" y="653"/>
                  <a:pt x="3580" y="653"/>
                  <a:pt x="3580" y="653"/>
                </a:cubicBezTo>
                <a:cubicBezTo>
                  <a:pt x="3553" y="653"/>
                  <a:pt x="3553" y="653"/>
                  <a:pt x="3553" y="653"/>
                </a:cubicBezTo>
                <a:cubicBezTo>
                  <a:pt x="3545" y="661"/>
                  <a:pt x="3545" y="661"/>
                  <a:pt x="3545" y="661"/>
                </a:cubicBezTo>
                <a:cubicBezTo>
                  <a:pt x="3525" y="661"/>
                  <a:pt x="3525" y="661"/>
                  <a:pt x="3525" y="661"/>
                </a:cubicBezTo>
                <a:cubicBezTo>
                  <a:pt x="3516" y="670"/>
                  <a:pt x="3516" y="670"/>
                  <a:pt x="3516" y="670"/>
                </a:cubicBezTo>
                <a:cubicBezTo>
                  <a:pt x="3517" y="672"/>
                  <a:pt x="3517" y="672"/>
                  <a:pt x="3517" y="672"/>
                </a:cubicBezTo>
                <a:cubicBezTo>
                  <a:pt x="3526" y="663"/>
                  <a:pt x="3526" y="663"/>
                  <a:pt x="3526" y="663"/>
                </a:cubicBezTo>
                <a:cubicBezTo>
                  <a:pt x="3546" y="663"/>
                  <a:pt x="3546" y="663"/>
                  <a:pt x="3546" y="663"/>
                </a:cubicBezTo>
                <a:cubicBezTo>
                  <a:pt x="3554" y="655"/>
                  <a:pt x="3554" y="655"/>
                  <a:pt x="3554" y="655"/>
                </a:cubicBezTo>
                <a:cubicBezTo>
                  <a:pt x="3582" y="655"/>
                  <a:pt x="3582" y="655"/>
                  <a:pt x="3582" y="655"/>
                </a:cubicBezTo>
                <a:cubicBezTo>
                  <a:pt x="3582" y="105"/>
                  <a:pt x="3582" y="105"/>
                  <a:pt x="3582" y="105"/>
                </a:cubicBezTo>
                <a:cubicBezTo>
                  <a:pt x="3581" y="60"/>
                  <a:pt x="3581" y="60"/>
                  <a:pt x="3581" y="60"/>
                </a:cubicBezTo>
                <a:cubicBezTo>
                  <a:pt x="3580" y="41"/>
                  <a:pt x="3580" y="41"/>
                  <a:pt x="3580" y="41"/>
                </a:cubicBezTo>
                <a:cubicBezTo>
                  <a:pt x="3578" y="39"/>
                  <a:pt x="3578" y="39"/>
                  <a:pt x="3578" y="39"/>
                </a:cubicBezTo>
                <a:cubicBezTo>
                  <a:pt x="3577" y="28"/>
                  <a:pt x="3577" y="28"/>
                  <a:pt x="3577" y="28"/>
                </a:cubicBezTo>
                <a:cubicBezTo>
                  <a:pt x="3535" y="24"/>
                  <a:pt x="3535" y="24"/>
                  <a:pt x="3535" y="24"/>
                </a:cubicBezTo>
                <a:cubicBezTo>
                  <a:pt x="3535" y="37"/>
                  <a:pt x="3535" y="37"/>
                  <a:pt x="3535" y="37"/>
                </a:cubicBezTo>
                <a:cubicBezTo>
                  <a:pt x="3538" y="39"/>
                  <a:pt x="3538" y="39"/>
                  <a:pt x="3538" y="39"/>
                </a:cubicBezTo>
                <a:cubicBezTo>
                  <a:pt x="3538" y="56"/>
                  <a:pt x="3538" y="56"/>
                  <a:pt x="3538" y="56"/>
                </a:cubicBezTo>
                <a:cubicBezTo>
                  <a:pt x="3540" y="56"/>
                  <a:pt x="3540" y="56"/>
                  <a:pt x="3540" y="56"/>
                </a:cubicBezTo>
                <a:moveTo>
                  <a:pt x="3531" y="48"/>
                </a:moveTo>
                <a:cubicBezTo>
                  <a:pt x="3531" y="58"/>
                  <a:pt x="3531" y="58"/>
                  <a:pt x="3531" y="58"/>
                </a:cubicBezTo>
                <a:cubicBezTo>
                  <a:pt x="3535" y="60"/>
                  <a:pt x="3535" y="60"/>
                  <a:pt x="3535" y="60"/>
                </a:cubicBezTo>
                <a:cubicBezTo>
                  <a:pt x="3534" y="662"/>
                  <a:pt x="3534" y="662"/>
                  <a:pt x="3534" y="662"/>
                </a:cubicBezTo>
                <a:cubicBezTo>
                  <a:pt x="3537" y="662"/>
                  <a:pt x="3537" y="662"/>
                  <a:pt x="3537" y="662"/>
                </a:cubicBezTo>
                <a:cubicBezTo>
                  <a:pt x="3537" y="58"/>
                  <a:pt x="3537" y="58"/>
                  <a:pt x="3537" y="58"/>
                </a:cubicBezTo>
                <a:cubicBezTo>
                  <a:pt x="3533" y="57"/>
                  <a:pt x="3533" y="57"/>
                  <a:pt x="3533" y="57"/>
                </a:cubicBezTo>
                <a:cubicBezTo>
                  <a:pt x="3533" y="48"/>
                  <a:pt x="3533" y="48"/>
                  <a:pt x="3533" y="48"/>
                </a:cubicBezTo>
                <a:cubicBezTo>
                  <a:pt x="3531" y="48"/>
                  <a:pt x="3531" y="48"/>
                  <a:pt x="3531" y="48"/>
                </a:cubicBezTo>
                <a:moveTo>
                  <a:pt x="3498" y="118"/>
                </a:moveTo>
                <a:cubicBezTo>
                  <a:pt x="3513" y="108"/>
                  <a:pt x="3513" y="108"/>
                  <a:pt x="3513" y="108"/>
                </a:cubicBezTo>
                <a:cubicBezTo>
                  <a:pt x="3520" y="108"/>
                  <a:pt x="3520" y="108"/>
                  <a:pt x="3520" y="108"/>
                </a:cubicBezTo>
                <a:cubicBezTo>
                  <a:pt x="3520" y="108"/>
                  <a:pt x="3520" y="108"/>
                  <a:pt x="3520" y="108"/>
                </a:cubicBezTo>
                <a:cubicBezTo>
                  <a:pt x="3537" y="108"/>
                  <a:pt x="3537" y="108"/>
                  <a:pt x="3537" y="108"/>
                </a:cubicBezTo>
                <a:cubicBezTo>
                  <a:pt x="3540" y="106"/>
                  <a:pt x="3540" y="106"/>
                  <a:pt x="3540" y="106"/>
                </a:cubicBezTo>
                <a:cubicBezTo>
                  <a:pt x="3577" y="109"/>
                  <a:pt x="3577" y="109"/>
                  <a:pt x="3577" y="109"/>
                </a:cubicBezTo>
                <a:cubicBezTo>
                  <a:pt x="3580" y="112"/>
                  <a:pt x="3580" y="112"/>
                  <a:pt x="3580" y="112"/>
                </a:cubicBezTo>
                <a:cubicBezTo>
                  <a:pt x="3592" y="114"/>
                  <a:pt x="3592" y="114"/>
                  <a:pt x="3592" y="114"/>
                </a:cubicBezTo>
                <a:cubicBezTo>
                  <a:pt x="3592" y="112"/>
                  <a:pt x="3592" y="112"/>
                  <a:pt x="3592" y="112"/>
                </a:cubicBezTo>
                <a:cubicBezTo>
                  <a:pt x="3581" y="110"/>
                  <a:pt x="3581" y="110"/>
                  <a:pt x="3581" y="110"/>
                </a:cubicBezTo>
                <a:cubicBezTo>
                  <a:pt x="3578" y="107"/>
                  <a:pt x="3578" y="107"/>
                  <a:pt x="3578" y="107"/>
                </a:cubicBezTo>
                <a:cubicBezTo>
                  <a:pt x="3539" y="104"/>
                  <a:pt x="3539" y="104"/>
                  <a:pt x="3539" y="104"/>
                </a:cubicBezTo>
                <a:cubicBezTo>
                  <a:pt x="3536" y="106"/>
                  <a:pt x="3536" y="106"/>
                  <a:pt x="3536" y="106"/>
                </a:cubicBezTo>
                <a:cubicBezTo>
                  <a:pt x="3520" y="106"/>
                  <a:pt x="3520" y="106"/>
                  <a:pt x="3520" y="106"/>
                </a:cubicBezTo>
                <a:cubicBezTo>
                  <a:pt x="3513" y="106"/>
                  <a:pt x="3513" y="106"/>
                  <a:pt x="3513" y="106"/>
                </a:cubicBezTo>
                <a:cubicBezTo>
                  <a:pt x="3513" y="106"/>
                  <a:pt x="3513" y="106"/>
                  <a:pt x="3513" y="106"/>
                </a:cubicBezTo>
                <a:cubicBezTo>
                  <a:pt x="3497" y="116"/>
                  <a:pt x="3497" y="116"/>
                  <a:pt x="3497" y="116"/>
                </a:cubicBezTo>
                <a:cubicBezTo>
                  <a:pt x="3498" y="118"/>
                  <a:pt x="3498" y="118"/>
                  <a:pt x="3498" y="118"/>
                </a:cubicBezTo>
                <a:moveTo>
                  <a:pt x="3497" y="188"/>
                </a:moveTo>
                <a:cubicBezTo>
                  <a:pt x="3509" y="181"/>
                  <a:pt x="3509" y="181"/>
                  <a:pt x="3509" y="181"/>
                </a:cubicBezTo>
                <a:cubicBezTo>
                  <a:pt x="3536" y="176"/>
                  <a:pt x="3536" y="176"/>
                  <a:pt x="3536" y="176"/>
                </a:cubicBezTo>
                <a:cubicBezTo>
                  <a:pt x="3578" y="179"/>
                  <a:pt x="3578" y="179"/>
                  <a:pt x="3578" y="179"/>
                </a:cubicBezTo>
                <a:cubicBezTo>
                  <a:pt x="3581" y="182"/>
                  <a:pt x="3581" y="182"/>
                  <a:pt x="3581" y="182"/>
                </a:cubicBezTo>
                <a:cubicBezTo>
                  <a:pt x="3581" y="182"/>
                  <a:pt x="3581" y="182"/>
                  <a:pt x="3581" y="182"/>
                </a:cubicBezTo>
                <a:cubicBezTo>
                  <a:pt x="3593" y="184"/>
                  <a:pt x="3593" y="184"/>
                  <a:pt x="3593" y="184"/>
                </a:cubicBezTo>
                <a:cubicBezTo>
                  <a:pt x="3594" y="181"/>
                  <a:pt x="3594" y="181"/>
                  <a:pt x="3594" y="181"/>
                </a:cubicBezTo>
                <a:cubicBezTo>
                  <a:pt x="3582" y="180"/>
                  <a:pt x="3582" y="180"/>
                  <a:pt x="3582" y="180"/>
                </a:cubicBezTo>
                <a:cubicBezTo>
                  <a:pt x="3580" y="177"/>
                  <a:pt x="3580" y="177"/>
                  <a:pt x="3580" y="177"/>
                </a:cubicBezTo>
                <a:cubicBezTo>
                  <a:pt x="3579" y="177"/>
                  <a:pt x="3579" y="177"/>
                  <a:pt x="3579" y="177"/>
                </a:cubicBezTo>
                <a:cubicBezTo>
                  <a:pt x="3536" y="173"/>
                  <a:pt x="3536" y="173"/>
                  <a:pt x="3536" y="173"/>
                </a:cubicBezTo>
                <a:cubicBezTo>
                  <a:pt x="3508" y="179"/>
                  <a:pt x="3508" y="179"/>
                  <a:pt x="3508" y="179"/>
                </a:cubicBezTo>
                <a:cubicBezTo>
                  <a:pt x="3495" y="186"/>
                  <a:pt x="3495" y="186"/>
                  <a:pt x="3495" y="186"/>
                </a:cubicBezTo>
                <a:cubicBezTo>
                  <a:pt x="3497" y="188"/>
                  <a:pt x="3497" y="188"/>
                  <a:pt x="3497" y="188"/>
                </a:cubicBezTo>
                <a:moveTo>
                  <a:pt x="3597" y="482"/>
                </a:moveTo>
                <a:cubicBezTo>
                  <a:pt x="3613" y="477"/>
                  <a:pt x="3613" y="477"/>
                  <a:pt x="3613" y="477"/>
                </a:cubicBezTo>
                <a:cubicBezTo>
                  <a:pt x="3660" y="477"/>
                  <a:pt x="3660" y="477"/>
                  <a:pt x="3660" y="477"/>
                </a:cubicBezTo>
                <a:cubicBezTo>
                  <a:pt x="3661" y="627"/>
                  <a:pt x="3661" y="627"/>
                  <a:pt x="3661" y="627"/>
                </a:cubicBezTo>
                <a:cubicBezTo>
                  <a:pt x="3676" y="627"/>
                  <a:pt x="3676" y="627"/>
                  <a:pt x="3676" y="627"/>
                </a:cubicBezTo>
                <a:cubicBezTo>
                  <a:pt x="3680" y="622"/>
                  <a:pt x="3680" y="622"/>
                  <a:pt x="3680" y="622"/>
                </a:cubicBezTo>
                <a:cubicBezTo>
                  <a:pt x="3696" y="622"/>
                  <a:pt x="3696" y="622"/>
                  <a:pt x="3696" y="622"/>
                </a:cubicBezTo>
                <a:cubicBezTo>
                  <a:pt x="3696" y="447"/>
                  <a:pt x="3696" y="447"/>
                  <a:pt x="3696" y="447"/>
                </a:cubicBezTo>
                <a:cubicBezTo>
                  <a:pt x="3700" y="440"/>
                  <a:pt x="3700" y="440"/>
                  <a:pt x="3700" y="440"/>
                </a:cubicBezTo>
                <a:cubicBezTo>
                  <a:pt x="3701" y="414"/>
                  <a:pt x="3701" y="414"/>
                  <a:pt x="3701" y="414"/>
                </a:cubicBezTo>
                <a:cubicBezTo>
                  <a:pt x="3703" y="411"/>
                  <a:pt x="3703" y="411"/>
                  <a:pt x="3703" y="411"/>
                </a:cubicBezTo>
                <a:cubicBezTo>
                  <a:pt x="3704" y="411"/>
                  <a:pt x="3704" y="411"/>
                  <a:pt x="3704" y="411"/>
                </a:cubicBezTo>
                <a:cubicBezTo>
                  <a:pt x="3706" y="387"/>
                  <a:pt x="3706" y="387"/>
                  <a:pt x="3706" y="387"/>
                </a:cubicBezTo>
                <a:cubicBezTo>
                  <a:pt x="3708" y="385"/>
                  <a:pt x="3708" y="385"/>
                  <a:pt x="3708" y="385"/>
                </a:cubicBezTo>
                <a:cubicBezTo>
                  <a:pt x="3709" y="385"/>
                  <a:pt x="3709" y="385"/>
                  <a:pt x="3709" y="385"/>
                </a:cubicBezTo>
                <a:cubicBezTo>
                  <a:pt x="3713" y="376"/>
                  <a:pt x="3713" y="376"/>
                  <a:pt x="3713" y="376"/>
                </a:cubicBezTo>
                <a:cubicBezTo>
                  <a:pt x="3714" y="378"/>
                  <a:pt x="3714" y="378"/>
                  <a:pt x="3714" y="378"/>
                </a:cubicBezTo>
                <a:cubicBezTo>
                  <a:pt x="3715" y="382"/>
                  <a:pt x="3715" y="382"/>
                  <a:pt x="3715" y="382"/>
                </a:cubicBezTo>
                <a:cubicBezTo>
                  <a:pt x="3717" y="375"/>
                  <a:pt x="3717" y="375"/>
                  <a:pt x="3717" y="375"/>
                </a:cubicBezTo>
                <a:cubicBezTo>
                  <a:pt x="3718" y="375"/>
                  <a:pt x="3718" y="375"/>
                  <a:pt x="3718" y="375"/>
                </a:cubicBezTo>
                <a:cubicBezTo>
                  <a:pt x="3719" y="378"/>
                  <a:pt x="3719" y="378"/>
                  <a:pt x="3719" y="378"/>
                </a:cubicBezTo>
                <a:cubicBezTo>
                  <a:pt x="3721" y="372"/>
                  <a:pt x="3721" y="372"/>
                  <a:pt x="3721" y="372"/>
                </a:cubicBezTo>
                <a:cubicBezTo>
                  <a:pt x="3722" y="376"/>
                  <a:pt x="3722" y="376"/>
                  <a:pt x="3722" y="376"/>
                </a:cubicBezTo>
                <a:cubicBezTo>
                  <a:pt x="3723" y="379"/>
                  <a:pt x="3723" y="379"/>
                  <a:pt x="3723" y="379"/>
                </a:cubicBezTo>
                <a:cubicBezTo>
                  <a:pt x="3726" y="373"/>
                  <a:pt x="3726" y="373"/>
                  <a:pt x="3726" y="373"/>
                </a:cubicBezTo>
                <a:cubicBezTo>
                  <a:pt x="3727" y="376"/>
                  <a:pt x="3727" y="376"/>
                  <a:pt x="3727" y="376"/>
                </a:cubicBezTo>
                <a:cubicBezTo>
                  <a:pt x="3728" y="379"/>
                  <a:pt x="3728" y="379"/>
                  <a:pt x="3728" y="379"/>
                </a:cubicBezTo>
                <a:cubicBezTo>
                  <a:pt x="3730" y="373"/>
                  <a:pt x="3730" y="373"/>
                  <a:pt x="3730" y="373"/>
                </a:cubicBezTo>
                <a:cubicBezTo>
                  <a:pt x="3730" y="377"/>
                  <a:pt x="3730" y="377"/>
                  <a:pt x="3730" y="377"/>
                </a:cubicBezTo>
                <a:cubicBezTo>
                  <a:pt x="3731" y="381"/>
                  <a:pt x="3731" y="381"/>
                  <a:pt x="3731" y="381"/>
                </a:cubicBezTo>
                <a:cubicBezTo>
                  <a:pt x="3734" y="373"/>
                  <a:pt x="3734" y="373"/>
                  <a:pt x="3734" y="373"/>
                </a:cubicBezTo>
                <a:cubicBezTo>
                  <a:pt x="3735" y="376"/>
                  <a:pt x="3735" y="376"/>
                  <a:pt x="3735" y="376"/>
                </a:cubicBezTo>
                <a:cubicBezTo>
                  <a:pt x="3736" y="378"/>
                  <a:pt x="3736" y="378"/>
                  <a:pt x="3736" y="378"/>
                </a:cubicBezTo>
                <a:cubicBezTo>
                  <a:pt x="3739" y="373"/>
                  <a:pt x="3739" y="373"/>
                  <a:pt x="3739" y="373"/>
                </a:cubicBezTo>
                <a:cubicBezTo>
                  <a:pt x="3739" y="375"/>
                  <a:pt x="3739" y="375"/>
                  <a:pt x="3739" y="375"/>
                </a:cubicBezTo>
                <a:cubicBezTo>
                  <a:pt x="3740" y="378"/>
                  <a:pt x="3740" y="378"/>
                  <a:pt x="3740" y="378"/>
                </a:cubicBezTo>
                <a:cubicBezTo>
                  <a:pt x="3743" y="371"/>
                  <a:pt x="3743" y="371"/>
                  <a:pt x="3743" y="371"/>
                </a:cubicBezTo>
                <a:cubicBezTo>
                  <a:pt x="3745" y="376"/>
                  <a:pt x="3745" y="376"/>
                  <a:pt x="3745" y="376"/>
                </a:cubicBezTo>
                <a:cubicBezTo>
                  <a:pt x="3746" y="378"/>
                  <a:pt x="3746" y="378"/>
                  <a:pt x="3746" y="378"/>
                </a:cubicBezTo>
                <a:cubicBezTo>
                  <a:pt x="3749" y="373"/>
                  <a:pt x="3749" y="373"/>
                  <a:pt x="3749" y="373"/>
                </a:cubicBezTo>
                <a:cubicBezTo>
                  <a:pt x="3750" y="377"/>
                  <a:pt x="3750" y="377"/>
                  <a:pt x="3750" y="377"/>
                </a:cubicBezTo>
                <a:cubicBezTo>
                  <a:pt x="3751" y="380"/>
                  <a:pt x="3751" y="380"/>
                  <a:pt x="3751" y="380"/>
                </a:cubicBezTo>
                <a:cubicBezTo>
                  <a:pt x="3754" y="374"/>
                  <a:pt x="3754" y="374"/>
                  <a:pt x="3754" y="374"/>
                </a:cubicBezTo>
                <a:cubicBezTo>
                  <a:pt x="3759" y="386"/>
                  <a:pt x="3759" y="386"/>
                  <a:pt x="3759" y="386"/>
                </a:cubicBezTo>
                <a:cubicBezTo>
                  <a:pt x="3762" y="387"/>
                  <a:pt x="3762" y="387"/>
                  <a:pt x="3762" y="387"/>
                </a:cubicBezTo>
                <a:cubicBezTo>
                  <a:pt x="3765" y="410"/>
                  <a:pt x="3765" y="410"/>
                  <a:pt x="3765" y="410"/>
                </a:cubicBezTo>
                <a:cubicBezTo>
                  <a:pt x="3768" y="413"/>
                  <a:pt x="3768" y="413"/>
                  <a:pt x="3768" y="413"/>
                </a:cubicBezTo>
                <a:cubicBezTo>
                  <a:pt x="3769" y="438"/>
                  <a:pt x="3769" y="438"/>
                  <a:pt x="3769" y="438"/>
                </a:cubicBezTo>
                <a:cubicBezTo>
                  <a:pt x="3771" y="442"/>
                  <a:pt x="3771" y="442"/>
                  <a:pt x="3771" y="442"/>
                </a:cubicBezTo>
                <a:cubicBezTo>
                  <a:pt x="3771" y="625"/>
                  <a:pt x="3771" y="625"/>
                  <a:pt x="3771" y="625"/>
                </a:cubicBezTo>
                <a:cubicBezTo>
                  <a:pt x="3774" y="625"/>
                  <a:pt x="3774" y="625"/>
                  <a:pt x="3774" y="625"/>
                </a:cubicBezTo>
                <a:cubicBezTo>
                  <a:pt x="3774" y="441"/>
                  <a:pt x="3774" y="441"/>
                  <a:pt x="3774" y="441"/>
                </a:cubicBezTo>
                <a:cubicBezTo>
                  <a:pt x="3771" y="437"/>
                  <a:pt x="3771" y="437"/>
                  <a:pt x="3771" y="437"/>
                </a:cubicBezTo>
                <a:cubicBezTo>
                  <a:pt x="3770" y="413"/>
                  <a:pt x="3770" y="413"/>
                  <a:pt x="3770" y="413"/>
                </a:cubicBezTo>
                <a:cubicBezTo>
                  <a:pt x="3767" y="409"/>
                  <a:pt x="3767" y="409"/>
                  <a:pt x="3767" y="409"/>
                </a:cubicBezTo>
                <a:cubicBezTo>
                  <a:pt x="3764" y="386"/>
                  <a:pt x="3764" y="386"/>
                  <a:pt x="3764" y="386"/>
                </a:cubicBezTo>
                <a:cubicBezTo>
                  <a:pt x="3761" y="384"/>
                  <a:pt x="3761" y="384"/>
                  <a:pt x="3761" y="384"/>
                </a:cubicBezTo>
                <a:cubicBezTo>
                  <a:pt x="3753" y="368"/>
                  <a:pt x="3753" y="368"/>
                  <a:pt x="3753" y="368"/>
                </a:cubicBezTo>
                <a:cubicBezTo>
                  <a:pt x="3751" y="374"/>
                  <a:pt x="3751" y="374"/>
                  <a:pt x="3751" y="374"/>
                </a:cubicBezTo>
                <a:cubicBezTo>
                  <a:pt x="3750" y="370"/>
                  <a:pt x="3750" y="370"/>
                  <a:pt x="3750" y="370"/>
                </a:cubicBezTo>
                <a:cubicBezTo>
                  <a:pt x="3749" y="368"/>
                  <a:pt x="3749" y="368"/>
                  <a:pt x="3749" y="368"/>
                </a:cubicBezTo>
                <a:cubicBezTo>
                  <a:pt x="3746" y="373"/>
                  <a:pt x="3746" y="373"/>
                  <a:pt x="3746" y="373"/>
                </a:cubicBezTo>
                <a:cubicBezTo>
                  <a:pt x="3744" y="368"/>
                  <a:pt x="3744" y="368"/>
                  <a:pt x="3744" y="368"/>
                </a:cubicBezTo>
                <a:cubicBezTo>
                  <a:pt x="3743" y="366"/>
                  <a:pt x="3743" y="366"/>
                  <a:pt x="3743" y="366"/>
                </a:cubicBezTo>
                <a:cubicBezTo>
                  <a:pt x="3741" y="372"/>
                  <a:pt x="3741" y="372"/>
                  <a:pt x="3741" y="372"/>
                </a:cubicBezTo>
                <a:cubicBezTo>
                  <a:pt x="3740" y="370"/>
                  <a:pt x="3740" y="370"/>
                  <a:pt x="3740" y="370"/>
                </a:cubicBezTo>
                <a:cubicBezTo>
                  <a:pt x="3739" y="367"/>
                  <a:pt x="3739" y="367"/>
                  <a:pt x="3739" y="367"/>
                </a:cubicBezTo>
                <a:cubicBezTo>
                  <a:pt x="3737" y="372"/>
                  <a:pt x="3737" y="372"/>
                  <a:pt x="3737" y="372"/>
                </a:cubicBezTo>
                <a:cubicBezTo>
                  <a:pt x="3735" y="370"/>
                  <a:pt x="3735" y="370"/>
                  <a:pt x="3735" y="370"/>
                </a:cubicBezTo>
                <a:cubicBezTo>
                  <a:pt x="3734" y="367"/>
                  <a:pt x="3734" y="367"/>
                  <a:pt x="3734" y="367"/>
                </a:cubicBezTo>
                <a:cubicBezTo>
                  <a:pt x="3732" y="373"/>
                  <a:pt x="3732" y="373"/>
                  <a:pt x="3732" y="373"/>
                </a:cubicBezTo>
                <a:cubicBezTo>
                  <a:pt x="3731" y="367"/>
                  <a:pt x="3731" y="367"/>
                  <a:pt x="3731" y="367"/>
                </a:cubicBezTo>
                <a:cubicBezTo>
                  <a:pt x="3729" y="367"/>
                  <a:pt x="3729" y="367"/>
                  <a:pt x="3729" y="367"/>
                </a:cubicBezTo>
                <a:cubicBezTo>
                  <a:pt x="3728" y="372"/>
                  <a:pt x="3728" y="372"/>
                  <a:pt x="3728" y="372"/>
                </a:cubicBezTo>
                <a:cubicBezTo>
                  <a:pt x="3727" y="370"/>
                  <a:pt x="3727" y="370"/>
                  <a:pt x="3727" y="370"/>
                </a:cubicBezTo>
                <a:cubicBezTo>
                  <a:pt x="3726" y="367"/>
                  <a:pt x="3726" y="367"/>
                  <a:pt x="3726" y="367"/>
                </a:cubicBezTo>
                <a:cubicBezTo>
                  <a:pt x="3723" y="373"/>
                  <a:pt x="3723" y="373"/>
                  <a:pt x="3723" y="373"/>
                </a:cubicBezTo>
                <a:cubicBezTo>
                  <a:pt x="3722" y="369"/>
                  <a:pt x="3722" y="369"/>
                  <a:pt x="3722" y="369"/>
                </a:cubicBezTo>
                <a:cubicBezTo>
                  <a:pt x="3721" y="366"/>
                  <a:pt x="3721" y="366"/>
                  <a:pt x="3721" y="366"/>
                </a:cubicBezTo>
                <a:cubicBezTo>
                  <a:pt x="3719" y="372"/>
                  <a:pt x="3719" y="372"/>
                  <a:pt x="3719" y="372"/>
                </a:cubicBezTo>
                <a:cubicBezTo>
                  <a:pt x="3718" y="371"/>
                  <a:pt x="3718" y="371"/>
                  <a:pt x="3718" y="371"/>
                </a:cubicBezTo>
                <a:cubicBezTo>
                  <a:pt x="3717" y="368"/>
                  <a:pt x="3717" y="368"/>
                  <a:pt x="3717" y="368"/>
                </a:cubicBezTo>
                <a:cubicBezTo>
                  <a:pt x="3715" y="374"/>
                  <a:pt x="3715" y="374"/>
                  <a:pt x="3715" y="374"/>
                </a:cubicBezTo>
                <a:cubicBezTo>
                  <a:pt x="3715" y="372"/>
                  <a:pt x="3715" y="372"/>
                  <a:pt x="3715" y="372"/>
                </a:cubicBezTo>
                <a:cubicBezTo>
                  <a:pt x="3714" y="370"/>
                  <a:pt x="3714" y="370"/>
                  <a:pt x="3714" y="370"/>
                </a:cubicBezTo>
                <a:cubicBezTo>
                  <a:pt x="3707" y="384"/>
                  <a:pt x="3707" y="384"/>
                  <a:pt x="3707" y="384"/>
                </a:cubicBezTo>
                <a:cubicBezTo>
                  <a:pt x="3704" y="386"/>
                  <a:pt x="3704" y="386"/>
                  <a:pt x="3704" y="386"/>
                </a:cubicBezTo>
                <a:cubicBezTo>
                  <a:pt x="3704" y="386"/>
                  <a:pt x="3704" y="386"/>
                  <a:pt x="3704" y="386"/>
                </a:cubicBezTo>
                <a:cubicBezTo>
                  <a:pt x="3701" y="410"/>
                  <a:pt x="3701" y="410"/>
                  <a:pt x="3701" y="410"/>
                </a:cubicBezTo>
                <a:cubicBezTo>
                  <a:pt x="3699" y="413"/>
                  <a:pt x="3699" y="413"/>
                  <a:pt x="3699" y="413"/>
                </a:cubicBezTo>
                <a:cubicBezTo>
                  <a:pt x="3699" y="414"/>
                  <a:pt x="3699" y="414"/>
                  <a:pt x="3699" y="414"/>
                </a:cubicBezTo>
                <a:cubicBezTo>
                  <a:pt x="3698" y="439"/>
                  <a:pt x="3698" y="439"/>
                  <a:pt x="3698" y="439"/>
                </a:cubicBezTo>
                <a:cubicBezTo>
                  <a:pt x="3693" y="446"/>
                  <a:pt x="3693" y="446"/>
                  <a:pt x="3693" y="446"/>
                </a:cubicBezTo>
                <a:cubicBezTo>
                  <a:pt x="3694" y="619"/>
                  <a:pt x="3694" y="619"/>
                  <a:pt x="3694" y="619"/>
                </a:cubicBezTo>
                <a:cubicBezTo>
                  <a:pt x="3679" y="620"/>
                  <a:pt x="3679" y="620"/>
                  <a:pt x="3679" y="620"/>
                </a:cubicBezTo>
                <a:cubicBezTo>
                  <a:pt x="3675" y="625"/>
                  <a:pt x="3675" y="625"/>
                  <a:pt x="3675" y="625"/>
                </a:cubicBezTo>
                <a:cubicBezTo>
                  <a:pt x="3663" y="625"/>
                  <a:pt x="3663" y="625"/>
                  <a:pt x="3663" y="625"/>
                </a:cubicBezTo>
                <a:cubicBezTo>
                  <a:pt x="3663" y="475"/>
                  <a:pt x="3663" y="475"/>
                  <a:pt x="3663" y="475"/>
                </a:cubicBezTo>
                <a:cubicBezTo>
                  <a:pt x="3612" y="475"/>
                  <a:pt x="3612" y="475"/>
                  <a:pt x="3612" y="475"/>
                </a:cubicBezTo>
                <a:cubicBezTo>
                  <a:pt x="3596" y="480"/>
                  <a:pt x="3596" y="480"/>
                  <a:pt x="3596" y="480"/>
                </a:cubicBezTo>
                <a:cubicBezTo>
                  <a:pt x="3597" y="482"/>
                  <a:pt x="3597" y="482"/>
                  <a:pt x="3597" y="482"/>
                </a:cubicBezTo>
                <a:moveTo>
                  <a:pt x="3611" y="620"/>
                </a:moveTo>
                <a:cubicBezTo>
                  <a:pt x="3614" y="620"/>
                  <a:pt x="3614" y="620"/>
                  <a:pt x="3614" y="620"/>
                </a:cubicBezTo>
                <a:cubicBezTo>
                  <a:pt x="3614" y="476"/>
                  <a:pt x="3614" y="476"/>
                  <a:pt x="3614" y="476"/>
                </a:cubicBezTo>
                <a:cubicBezTo>
                  <a:pt x="3611" y="476"/>
                  <a:pt x="3611" y="476"/>
                  <a:pt x="3611" y="476"/>
                </a:cubicBezTo>
                <a:lnTo>
                  <a:pt x="3611" y="620"/>
                </a:lnTo>
                <a:close/>
                <a:moveTo>
                  <a:pt x="3759" y="412"/>
                </a:moveTo>
                <a:cubicBezTo>
                  <a:pt x="3759" y="392"/>
                  <a:pt x="3759" y="392"/>
                  <a:pt x="3759" y="392"/>
                </a:cubicBezTo>
                <a:cubicBezTo>
                  <a:pt x="3754" y="385"/>
                  <a:pt x="3754" y="385"/>
                  <a:pt x="3754" y="385"/>
                </a:cubicBezTo>
                <a:cubicBezTo>
                  <a:pt x="3717" y="385"/>
                  <a:pt x="3717" y="385"/>
                  <a:pt x="3717" y="385"/>
                </a:cubicBezTo>
                <a:cubicBezTo>
                  <a:pt x="3717" y="628"/>
                  <a:pt x="3717" y="628"/>
                  <a:pt x="3717" y="628"/>
                </a:cubicBezTo>
                <a:cubicBezTo>
                  <a:pt x="3719" y="628"/>
                  <a:pt x="3719" y="628"/>
                  <a:pt x="3719" y="628"/>
                </a:cubicBezTo>
                <a:cubicBezTo>
                  <a:pt x="3719" y="387"/>
                  <a:pt x="3719" y="387"/>
                  <a:pt x="3719" y="387"/>
                </a:cubicBezTo>
                <a:cubicBezTo>
                  <a:pt x="3753" y="387"/>
                  <a:pt x="3753" y="387"/>
                  <a:pt x="3753" y="387"/>
                </a:cubicBezTo>
                <a:cubicBezTo>
                  <a:pt x="3757" y="393"/>
                  <a:pt x="3757" y="393"/>
                  <a:pt x="3757" y="393"/>
                </a:cubicBezTo>
                <a:cubicBezTo>
                  <a:pt x="3757" y="412"/>
                  <a:pt x="3757" y="412"/>
                  <a:pt x="3757" y="412"/>
                </a:cubicBezTo>
                <a:cubicBezTo>
                  <a:pt x="3759" y="412"/>
                  <a:pt x="3759" y="412"/>
                  <a:pt x="3759" y="412"/>
                </a:cubicBezTo>
                <a:moveTo>
                  <a:pt x="3752" y="615"/>
                </a:moveTo>
                <a:cubicBezTo>
                  <a:pt x="3754" y="615"/>
                  <a:pt x="3754" y="615"/>
                  <a:pt x="3754" y="615"/>
                </a:cubicBezTo>
                <a:cubicBezTo>
                  <a:pt x="3754" y="385"/>
                  <a:pt x="3754" y="385"/>
                  <a:pt x="3754" y="385"/>
                </a:cubicBezTo>
                <a:cubicBezTo>
                  <a:pt x="3752" y="385"/>
                  <a:pt x="3752" y="385"/>
                  <a:pt x="3752" y="385"/>
                </a:cubicBezTo>
                <a:lnTo>
                  <a:pt x="3752" y="615"/>
                </a:lnTo>
                <a:close/>
                <a:moveTo>
                  <a:pt x="3707" y="418"/>
                </a:moveTo>
                <a:cubicBezTo>
                  <a:pt x="3707" y="457"/>
                  <a:pt x="3707" y="457"/>
                  <a:pt x="3707" y="457"/>
                </a:cubicBezTo>
                <a:cubicBezTo>
                  <a:pt x="3704" y="459"/>
                  <a:pt x="3704" y="459"/>
                  <a:pt x="3704" y="459"/>
                </a:cubicBezTo>
                <a:cubicBezTo>
                  <a:pt x="3704" y="613"/>
                  <a:pt x="3704" y="613"/>
                  <a:pt x="3704" y="613"/>
                </a:cubicBezTo>
                <a:cubicBezTo>
                  <a:pt x="3706" y="613"/>
                  <a:pt x="3706" y="613"/>
                  <a:pt x="3706" y="613"/>
                </a:cubicBezTo>
                <a:cubicBezTo>
                  <a:pt x="3706" y="461"/>
                  <a:pt x="3706" y="461"/>
                  <a:pt x="3706" y="461"/>
                </a:cubicBezTo>
                <a:cubicBezTo>
                  <a:pt x="3709" y="459"/>
                  <a:pt x="3709" y="459"/>
                  <a:pt x="3709" y="459"/>
                </a:cubicBezTo>
                <a:cubicBezTo>
                  <a:pt x="3709" y="458"/>
                  <a:pt x="3709" y="458"/>
                  <a:pt x="3709" y="458"/>
                </a:cubicBezTo>
                <a:cubicBezTo>
                  <a:pt x="3709" y="418"/>
                  <a:pt x="3709" y="418"/>
                  <a:pt x="3709" y="418"/>
                </a:cubicBezTo>
                <a:cubicBezTo>
                  <a:pt x="3707" y="418"/>
                  <a:pt x="3707" y="418"/>
                  <a:pt x="3707" y="418"/>
                </a:cubicBezTo>
                <a:moveTo>
                  <a:pt x="3704" y="620"/>
                </a:moveTo>
                <a:cubicBezTo>
                  <a:pt x="3704" y="631"/>
                  <a:pt x="3704" y="631"/>
                  <a:pt x="3704" y="631"/>
                </a:cubicBezTo>
                <a:cubicBezTo>
                  <a:pt x="3716" y="631"/>
                  <a:pt x="3716" y="631"/>
                  <a:pt x="3716" y="631"/>
                </a:cubicBezTo>
                <a:cubicBezTo>
                  <a:pt x="3725" y="622"/>
                  <a:pt x="3725" y="622"/>
                  <a:pt x="3725" y="622"/>
                </a:cubicBezTo>
                <a:cubicBezTo>
                  <a:pt x="3749" y="622"/>
                  <a:pt x="3749" y="622"/>
                  <a:pt x="3749" y="622"/>
                </a:cubicBezTo>
                <a:cubicBezTo>
                  <a:pt x="3749" y="617"/>
                  <a:pt x="3749" y="617"/>
                  <a:pt x="3749" y="617"/>
                </a:cubicBezTo>
                <a:cubicBezTo>
                  <a:pt x="3760" y="617"/>
                  <a:pt x="3760" y="617"/>
                  <a:pt x="3760" y="617"/>
                </a:cubicBezTo>
                <a:cubicBezTo>
                  <a:pt x="3760" y="629"/>
                  <a:pt x="3760" y="629"/>
                  <a:pt x="3760" y="629"/>
                </a:cubicBezTo>
                <a:cubicBezTo>
                  <a:pt x="3777" y="624"/>
                  <a:pt x="3777" y="624"/>
                  <a:pt x="3777" y="624"/>
                </a:cubicBezTo>
                <a:cubicBezTo>
                  <a:pt x="3879" y="624"/>
                  <a:pt x="3879" y="624"/>
                  <a:pt x="3879" y="624"/>
                </a:cubicBezTo>
                <a:cubicBezTo>
                  <a:pt x="3879" y="657"/>
                  <a:pt x="3879" y="657"/>
                  <a:pt x="3879" y="657"/>
                </a:cubicBezTo>
                <a:cubicBezTo>
                  <a:pt x="3881" y="657"/>
                  <a:pt x="3881" y="657"/>
                  <a:pt x="3881" y="657"/>
                </a:cubicBezTo>
                <a:cubicBezTo>
                  <a:pt x="3881" y="622"/>
                  <a:pt x="3881" y="622"/>
                  <a:pt x="3881" y="622"/>
                </a:cubicBezTo>
                <a:cubicBezTo>
                  <a:pt x="3777" y="622"/>
                  <a:pt x="3777" y="622"/>
                  <a:pt x="3777" y="622"/>
                </a:cubicBezTo>
                <a:cubicBezTo>
                  <a:pt x="3762" y="626"/>
                  <a:pt x="3762" y="626"/>
                  <a:pt x="3762" y="626"/>
                </a:cubicBezTo>
                <a:cubicBezTo>
                  <a:pt x="3762" y="616"/>
                  <a:pt x="3762" y="616"/>
                  <a:pt x="3762" y="616"/>
                </a:cubicBezTo>
                <a:cubicBezTo>
                  <a:pt x="3762" y="615"/>
                  <a:pt x="3762" y="615"/>
                  <a:pt x="3762" y="615"/>
                </a:cubicBezTo>
                <a:cubicBezTo>
                  <a:pt x="3747" y="615"/>
                  <a:pt x="3747" y="615"/>
                  <a:pt x="3747" y="615"/>
                </a:cubicBezTo>
                <a:cubicBezTo>
                  <a:pt x="3747" y="620"/>
                  <a:pt x="3747" y="620"/>
                  <a:pt x="3747" y="620"/>
                </a:cubicBezTo>
                <a:cubicBezTo>
                  <a:pt x="3724" y="620"/>
                  <a:pt x="3724" y="620"/>
                  <a:pt x="3724" y="620"/>
                </a:cubicBezTo>
                <a:cubicBezTo>
                  <a:pt x="3715" y="629"/>
                  <a:pt x="3715" y="629"/>
                  <a:pt x="3715" y="629"/>
                </a:cubicBezTo>
                <a:cubicBezTo>
                  <a:pt x="3706" y="629"/>
                  <a:pt x="3706" y="629"/>
                  <a:pt x="3706" y="629"/>
                </a:cubicBezTo>
                <a:cubicBezTo>
                  <a:pt x="3706" y="620"/>
                  <a:pt x="3706" y="620"/>
                  <a:pt x="3706" y="620"/>
                </a:cubicBezTo>
                <a:cubicBezTo>
                  <a:pt x="3704" y="620"/>
                  <a:pt x="3704" y="620"/>
                  <a:pt x="3704" y="620"/>
                </a:cubicBezTo>
                <a:moveTo>
                  <a:pt x="3597" y="444"/>
                </a:moveTo>
                <a:cubicBezTo>
                  <a:pt x="3609" y="444"/>
                  <a:pt x="3609" y="444"/>
                  <a:pt x="3609" y="444"/>
                </a:cubicBezTo>
                <a:cubicBezTo>
                  <a:pt x="3609" y="461"/>
                  <a:pt x="3609" y="461"/>
                  <a:pt x="3609" y="461"/>
                </a:cubicBezTo>
                <a:cubicBezTo>
                  <a:pt x="3618" y="470"/>
                  <a:pt x="3618" y="470"/>
                  <a:pt x="3618" y="470"/>
                </a:cubicBezTo>
                <a:cubicBezTo>
                  <a:pt x="3632" y="470"/>
                  <a:pt x="3632" y="470"/>
                  <a:pt x="3632" y="470"/>
                </a:cubicBezTo>
                <a:cubicBezTo>
                  <a:pt x="3632" y="434"/>
                  <a:pt x="3632" y="434"/>
                  <a:pt x="3632" y="434"/>
                </a:cubicBezTo>
                <a:cubicBezTo>
                  <a:pt x="3668" y="434"/>
                  <a:pt x="3668" y="434"/>
                  <a:pt x="3668" y="434"/>
                </a:cubicBezTo>
                <a:cubicBezTo>
                  <a:pt x="3668" y="452"/>
                  <a:pt x="3668" y="452"/>
                  <a:pt x="3668" y="452"/>
                </a:cubicBezTo>
                <a:cubicBezTo>
                  <a:pt x="3694" y="452"/>
                  <a:pt x="3694" y="452"/>
                  <a:pt x="3694" y="452"/>
                </a:cubicBezTo>
                <a:cubicBezTo>
                  <a:pt x="3694" y="450"/>
                  <a:pt x="3694" y="450"/>
                  <a:pt x="3694" y="450"/>
                </a:cubicBezTo>
                <a:cubicBezTo>
                  <a:pt x="3671" y="450"/>
                  <a:pt x="3671" y="450"/>
                  <a:pt x="3671" y="450"/>
                </a:cubicBezTo>
                <a:cubicBezTo>
                  <a:pt x="3671" y="432"/>
                  <a:pt x="3671" y="432"/>
                  <a:pt x="3671" y="432"/>
                </a:cubicBezTo>
                <a:cubicBezTo>
                  <a:pt x="3630" y="432"/>
                  <a:pt x="3630" y="432"/>
                  <a:pt x="3630" y="432"/>
                </a:cubicBezTo>
                <a:cubicBezTo>
                  <a:pt x="3630" y="468"/>
                  <a:pt x="3630" y="468"/>
                  <a:pt x="3630" y="468"/>
                </a:cubicBezTo>
                <a:cubicBezTo>
                  <a:pt x="3619" y="468"/>
                  <a:pt x="3619" y="468"/>
                  <a:pt x="3619" y="468"/>
                </a:cubicBezTo>
                <a:cubicBezTo>
                  <a:pt x="3612" y="460"/>
                  <a:pt x="3612" y="460"/>
                  <a:pt x="3612" y="460"/>
                </a:cubicBezTo>
                <a:cubicBezTo>
                  <a:pt x="3612" y="442"/>
                  <a:pt x="3612" y="442"/>
                  <a:pt x="3612" y="442"/>
                </a:cubicBezTo>
                <a:cubicBezTo>
                  <a:pt x="3597" y="442"/>
                  <a:pt x="3597" y="442"/>
                  <a:pt x="3597" y="442"/>
                </a:cubicBezTo>
                <a:cubicBezTo>
                  <a:pt x="3597" y="444"/>
                  <a:pt x="3597" y="444"/>
                  <a:pt x="3597" y="444"/>
                </a:cubicBezTo>
                <a:moveTo>
                  <a:pt x="3797" y="564"/>
                </a:moveTo>
                <a:cubicBezTo>
                  <a:pt x="3797" y="333"/>
                  <a:pt x="3797" y="333"/>
                  <a:pt x="3797" y="333"/>
                </a:cubicBezTo>
                <a:cubicBezTo>
                  <a:pt x="3809" y="322"/>
                  <a:pt x="3809" y="322"/>
                  <a:pt x="3809" y="322"/>
                </a:cubicBezTo>
                <a:cubicBezTo>
                  <a:pt x="3809" y="315"/>
                  <a:pt x="3809" y="315"/>
                  <a:pt x="3809" y="315"/>
                </a:cubicBezTo>
                <a:cubicBezTo>
                  <a:pt x="3813" y="312"/>
                  <a:pt x="3813" y="312"/>
                  <a:pt x="3813" y="312"/>
                </a:cubicBezTo>
                <a:cubicBezTo>
                  <a:pt x="3813" y="312"/>
                  <a:pt x="3813" y="312"/>
                  <a:pt x="3813" y="312"/>
                </a:cubicBezTo>
                <a:cubicBezTo>
                  <a:pt x="3820" y="306"/>
                  <a:pt x="3820" y="306"/>
                  <a:pt x="3820" y="306"/>
                </a:cubicBezTo>
                <a:cubicBezTo>
                  <a:pt x="3831" y="298"/>
                  <a:pt x="3831" y="298"/>
                  <a:pt x="3831" y="298"/>
                </a:cubicBezTo>
                <a:cubicBezTo>
                  <a:pt x="3842" y="305"/>
                  <a:pt x="3842" y="305"/>
                  <a:pt x="3842" y="305"/>
                </a:cubicBezTo>
                <a:cubicBezTo>
                  <a:pt x="3852" y="311"/>
                  <a:pt x="3852" y="311"/>
                  <a:pt x="3852" y="311"/>
                </a:cubicBezTo>
                <a:cubicBezTo>
                  <a:pt x="3853" y="319"/>
                  <a:pt x="3853" y="319"/>
                  <a:pt x="3853" y="319"/>
                </a:cubicBezTo>
                <a:cubicBezTo>
                  <a:pt x="3853" y="319"/>
                  <a:pt x="3853" y="319"/>
                  <a:pt x="3853" y="319"/>
                </a:cubicBezTo>
                <a:cubicBezTo>
                  <a:pt x="3865" y="328"/>
                  <a:pt x="3865" y="328"/>
                  <a:pt x="3865" y="328"/>
                </a:cubicBezTo>
                <a:cubicBezTo>
                  <a:pt x="3865" y="439"/>
                  <a:pt x="3865" y="439"/>
                  <a:pt x="3865" y="439"/>
                </a:cubicBezTo>
                <a:cubicBezTo>
                  <a:pt x="3867" y="439"/>
                  <a:pt x="3867" y="439"/>
                  <a:pt x="3867" y="439"/>
                </a:cubicBezTo>
                <a:cubicBezTo>
                  <a:pt x="3867" y="327"/>
                  <a:pt x="3867" y="327"/>
                  <a:pt x="3867" y="327"/>
                </a:cubicBezTo>
                <a:cubicBezTo>
                  <a:pt x="3855" y="318"/>
                  <a:pt x="3855" y="318"/>
                  <a:pt x="3855" y="318"/>
                </a:cubicBezTo>
                <a:cubicBezTo>
                  <a:pt x="3854" y="310"/>
                  <a:pt x="3854" y="310"/>
                  <a:pt x="3854" y="310"/>
                </a:cubicBezTo>
                <a:cubicBezTo>
                  <a:pt x="3854" y="310"/>
                  <a:pt x="3854" y="310"/>
                  <a:pt x="3854" y="310"/>
                </a:cubicBezTo>
                <a:cubicBezTo>
                  <a:pt x="3843" y="303"/>
                  <a:pt x="3843" y="303"/>
                  <a:pt x="3843" y="303"/>
                </a:cubicBezTo>
                <a:cubicBezTo>
                  <a:pt x="3831" y="295"/>
                  <a:pt x="3831" y="295"/>
                  <a:pt x="3831" y="295"/>
                </a:cubicBezTo>
                <a:cubicBezTo>
                  <a:pt x="3819" y="304"/>
                  <a:pt x="3819" y="304"/>
                  <a:pt x="3819" y="304"/>
                </a:cubicBezTo>
                <a:cubicBezTo>
                  <a:pt x="3812" y="311"/>
                  <a:pt x="3812" y="311"/>
                  <a:pt x="3812" y="311"/>
                </a:cubicBezTo>
                <a:cubicBezTo>
                  <a:pt x="3808" y="313"/>
                  <a:pt x="3808" y="313"/>
                  <a:pt x="3808" y="313"/>
                </a:cubicBezTo>
                <a:cubicBezTo>
                  <a:pt x="3807" y="313"/>
                  <a:pt x="3807" y="313"/>
                  <a:pt x="3807" y="313"/>
                </a:cubicBezTo>
                <a:cubicBezTo>
                  <a:pt x="3807" y="321"/>
                  <a:pt x="3807" y="321"/>
                  <a:pt x="3807" y="321"/>
                </a:cubicBezTo>
                <a:cubicBezTo>
                  <a:pt x="3795" y="332"/>
                  <a:pt x="3795" y="332"/>
                  <a:pt x="3795" y="332"/>
                </a:cubicBezTo>
                <a:cubicBezTo>
                  <a:pt x="3795" y="564"/>
                  <a:pt x="3795" y="564"/>
                  <a:pt x="3795" y="564"/>
                </a:cubicBezTo>
                <a:cubicBezTo>
                  <a:pt x="3797" y="564"/>
                  <a:pt x="3797" y="564"/>
                  <a:pt x="3797" y="564"/>
                </a:cubicBezTo>
                <a:moveTo>
                  <a:pt x="3797" y="333"/>
                </a:moveTo>
                <a:cubicBezTo>
                  <a:pt x="3819" y="324"/>
                  <a:pt x="3819" y="324"/>
                  <a:pt x="3819" y="324"/>
                </a:cubicBezTo>
                <a:cubicBezTo>
                  <a:pt x="3866" y="328"/>
                  <a:pt x="3866" y="328"/>
                  <a:pt x="3866" y="328"/>
                </a:cubicBezTo>
                <a:cubicBezTo>
                  <a:pt x="3866" y="325"/>
                  <a:pt x="3866" y="325"/>
                  <a:pt x="3866" y="325"/>
                </a:cubicBezTo>
                <a:cubicBezTo>
                  <a:pt x="3818" y="322"/>
                  <a:pt x="3818" y="322"/>
                  <a:pt x="3818" y="322"/>
                </a:cubicBezTo>
                <a:cubicBezTo>
                  <a:pt x="3796" y="331"/>
                  <a:pt x="3796" y="331"/>
                  <a:pt x="3796" y="331"/>
                </a:cubicBezTo>
                <a:cubicBezTo>
                  <a:pt x="3797" y="333"/>
                  <a:pt x="3797" y="333"/>
                  <a:pt x="3797" y="333"/>
                </a:cubicBezTo>
                <a:moveTo>
                  <a:pt x="3830" y="298"/>
                </a:moveTo>
                <a:cubicBezTo>
                  <a:pt x="3831" y="270"/>
                  <a:pt x="3831" y="270"/>
                  <a:pt x="3831" y="270"/>
                </a:cubicBezTo>
                <a:cubicBezTo>
                  <a:pt x="3832" y="298"/>
                  <a:pt x="3832" y="298"/>
                  <a:pt x="3832" y="298"/>
                </a:cubicBezTo>
                <a:cubicBezTo>
                  <a:pt x="3834" y="297"/>
                  <a:pt x="3834" y="297"/>
                  <a:pt x="3834" y="297"/>
                </a:cubicBezTo>
                <a:cubicBezTo>
                  <a:pt x="3832" y="242"/>
                  <a:pt x="3832" y="242"/>
                  <a:pt x="3832" y="242"/>
                </a:cubicBezTo>
                <a:cubicBezTo>
                  <a:pt x="3830" y="242"/>
                  <a:pt x="3830" y="242"/>
                  <a:pt x="3830" y="242"/>
                </a:cubicBezTo>
                <a:cubicBezTo>
                  <a:pt x="3827" y="297"/>
                  <a:pt x="3827" y="297"/>
                  <a:pt x="3827" y="297"/>
                </a:cubicBezTo>
                <a:cubicBezTo>
                  <a:pt x="3830" y="298"/>
                  <a:pt x="3830" y="298"/>
                  <a:pt x="3830" y="298"/>
                </a:cubicBezTo>
                <a:moveTo>
                  <a:pt x="3809" y="315"/>
                </a:moveTo>
                <a:cubicBezTo>
                  <a:pt x="3823" y="311"/>
                  <a:pt x="3823" y="311"/>
                  <a:pt x="3823" y="311"/>
                </a:cubicBezTo>
                <a:cubicBezTo>
                  <a:pt x="3853" y="313"/>
                  <a:pt x="3853" y="313"/>
                  <a:pt x="3853" y="313"/>
                </a:cubicBezTo>
                <a:cubicBezTo>
                  <a:pt x="3853" y="311"/>
                  <a:pt x="3853" y="311"/>
                  <a:pt x="3853" y="311"/>
                </a:cubicBezTo>
                <a:cubicBezTo>
                  <a:pt x="3823" y="309"/>
                  <a:pt x="3823" y="309"/>
                  <a:pt x="3823" y="309"/>
                </a:cubicBezTo>
                <a:cubicBezTo>
                  <a:pt x="3808" y="313"/>
                  <a:pt x="3808" y="313"/>
                  <a:pt x="3808" y="313"/>
                </a:cubicBezTo>
                <a:cubicBezTo>
                  <a:pt x="3809" y="315"/>
                  <a:pt x="3809" y="315"/>
                  <a:pt x="3809" y="315"/>
                </a:cubicBezTo>
                <a:moveTo>
                  <a:pt x="3830" y="296"/>
                </a:moveTo>
                <a:cubicBezTo>
                  <a:pt x="3822" y="308"/>
                  <a:pt x="3822" y="308"/>
                  <a:pt x="3822" y="308"/>
                </a:cubicBezTo>
                <a:cubicBezTo>
                  <a:pt x="3822" y="316"/>
                  <a:pt x="3822" y="316"/>
                  <a:pt x="3822" y="316"/>
                </a:cubicBezTo>
                <a:cubicBezTo>
                  <a:pt x="3819" y="322"/>
                  <a:pt x="3819" y="322"/>
                  <a:pt x="3819" y="322"/>
                </a:cubicBezTo>
                <a:cubicBezTo>
                  <a:pt x="3819" y="322"/>
                  <a:pt x="3819" y="322"/>
                  <a:pt x="3819" y="322"/>
                </a:cubicBezTo>
                <a:cubicBezTo>
                  <a:pt x="3819" y="545"/>
                  <a:pt x="3819" y="545"/>
                  <a:pt x="3819" y="545"/>
                </a:cubicBezTo>
                <a:cubicBezTo>
                  <a:pt x="3835" y="545"/>
                  <a:pt x="3835" y="545"/>
                  <a:pt x="3835" y="545"/>
                </a:cubicBezTo>
                <a:cubicBezTo>
                  <a:pt x="3835" y="542"/>
                  <a:pt x="3835" y="542"/>
                  <a:pt x="3835" y="542"/>
                </a:cubicBezTo>
                <a:cubicBezTo>
                  <a:pt x="3821" y="542"/>
                  <a:pt x="3821" y="542"/>
                  <a:pt x="3821" y="542"/>
                </a:cubicBezTo>
                <a:cubicBezTo>
                  <a:pt x="3821" y="323"/>
                  <a:pt x="3821" y="323"/>
                  <a:pt x="3821" y="323"/>
                </a:cubicBezTo>
                <a:cubicBezTo>
                  <a:pt x="3824" y="317"/>
                  <a:pt x="3824" y="317"/>
                  <a:pt x="3824" y="317"/>
                </a:cubicBezTo>
                <a:cubicBezTo>
                  <a:pt x="3824" y="317"/>
                  <a:pt x="3824" y="317"/>
                  <a:pt x="3824" y="317"/>
                </a:cubicBezTo>
                <a:cubicBezTo>
                  <a:pt x="3824" y="309"/>
                  <a:pt x="3824" y="309"/>
                  <a:pt x="3824" y="309"/>
                </a:cubicBezTo>
                <a:cubicBezTo>
                  <a:pt x="3832" y="298"/>
                  <a:pt x="3832" y="298"/>
                  <a:pt x="3832" y="298"/>
                </a:cubicBezTo>
                <a:cubicBezTo>
                  <a:pt x="3830" y="296"/>
                  <a:pt x="3830" y="296"/>
                  <a:pt x="3830" y="296"/>
                </a:cubicBezTo>
                <a:moveTo>
                  <a:pt x="3773" y="593"/>
                </a:moveTo>
                <a:cubicBezTo>
                  <a:pt x="3794" y="593"/>
                  <a:pt x="3794" y="593"/>
                  <a:pt x="3794" y="593"/>
                </a:cubicBezTo>
                <a:cubicBezTo>
                  <a:pt x="3794" y="565"/>
                  <a:pt x="3794" y="565"/>
                  <a:pt x="3794" y="565"/>
                </a:cubicBezTo>
                <a:cubicBezTo>
                  <a:pt x="3814" y="565"/>
                  <a:pt x="3814" y="565"/>
                  <a:pt x="3814" y="565"/>
                </a:cubicBezTo>
                <a:cubicBezTo>
                  <a:pt x="3814" y="622"/>
                  <a:pt x="3814" y="622"/>
                  <a:pt x="3814" y="622"/>
                </a:cubicBezTo>
                <a:cubicBezTo>
                  <a:pt x="3816" y="622"/>
                  <a:pt x="3816" y="622"/>
                  <a:pt x="3816" y="622"/>
                </a:cubicBezTo>
                <a:cubicBezTo>
                  <a:pt x="3816" y="563"/>
                  <a:pt x="3816" y="563"/>
                  <a:pt x="3816" y="563"/>
                </a:cubicBezTo>
                <a:cubicBezTo>
                  <a:pt x="3791" y="563"/>
                  <a:pt x="3791" y="563"/>
                  <a:pt x="3791" y="563"/>
                </a:cubicBezTo>
                <a:cubicBezTo>
                  <a:pt x="3791" y="591"/>
                  <a:pt x="3791" y="591"/>
                  <a:pt x="3791" y="591"/>
                </a:cubicBezTo>
                <a:cubicBezTo>
                  <a:pt x="3773" y="591"/>
                  <a:pt x="3773" y="591"/>
                  <a:pt x="3773" y="591"/>
                </a:cubicBezTo>
                <a:cubicBezTo>
                  <a:pt x="3773" y="593"/>
                  <a:pt x="3773" y="593"/>
                  <a:pt x="3773" y="593"/>
                </a:cubicBezTo>
                <a:moveTo>
                  <a:pt x="3837" y="621"/>
                </a:moveTo>
                <a:cubicBezTo>
                  <a:pt x="3837" y="447"/>
                  <a:pt x="3837" y="447"/>
                  <a:pt x="3837" y="447"/>
                </a:cubicBezTo>
                <a:cubicBezTo>
                  <a:pt x="3835" y="447"/>
                  <a:pt x="3835" y="447"/>
                  <a:pt x="3835" y="447"/>
                </a:cubicBezTo>
                <a:cubicBezTo>
                  <a:pt x="3836" y="448"/>
                  <a:pt x="3836" y="448"/>
                  <a:pt x="3836" y="448"/>
                </a:cubicBezTo>
                <a:cubicBezTo>
                  <a:pt x="3836" y="448"/>
                  <a:pt x="3837" y="448"/>
                  <a:pt x="3839" y="447"/>
                </a:cubicBezTo>
                <a:cubicBezTo>
                  <a:pt x="3845" y="444"/>
                  <a:pt x="3860" y="439"/>
                  <a:pt x="3879" y="439"/>
                </a:cubicBezTo>
                <a:cubicBezTo>
                  <a:pt x="3886" y="439"/>
                  <a:pt x="3893" y="440"/>
                  <a:pt x="3901" y="442"/>
                </a:cubicBezTo>
                <a:cubicBezTo>
                  <a:pt x="3905" y="443"/>
                  <a:pt x="3906" y="444"/>
                  <a:pt x="3907" y="444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8" y="445"/>
                  <a:pt x="3908" y="445"/>
                  <a:pt x="3908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8" y="445"/>
                  <a:pt x="3908" y="445"/>
                  <a:pt x="3908" y="445"/>
                </a:cubicBezTo>
                <a:cubicBezTo>
                  <a:pt x="3907" y="445"/>
                  <a:pt x="3907" y="445"/>
                  <a:pt x="3907" y="445"/>
                </a:cubicBezTo>
                <a:cubicBezTo>
                  <a:pt x="3907" y="446"/>
                  <a:pt x="3907" y="446"/>
                  <a:pt x="3907" y="446"/>
                </a:cubicBezTo>
                <a:cubicBezTo>
                  <a:pt x="3941" y="445"/>
                  <a:pt x="3941" y="445"/>
                  <a:pt x="3941" y="445"/>
                </a:cubicBezTo>
                <a:cubicBezTo>
                  <a:pt x="3943" y="453"/>
                  <a:pt x="3943" y="453"/>
                  <a:pt x="3943" y="453"/>
                </a:cubicBezTo>
                <a:cubicBezTo>
                  <a:pt x="3944" y="454"/>
                  <a:pt x="3944" y="454"/>
                  <a:pt x="3944" y="454"/>
                </a:cubicBezTo>
                <a:cubicBezTo>
                  <a:pt x="3945" y="454"/>
                  <a:pt x="3945" y="454"/>
                  <a:pt x="3945" y="454"/>
                </a:cubicBezTo>
                <a:cubicBezTo>
                  <a:pt x="3950" y="453"/>
                  <a:pt x="3956" y="453"/>
                  <a:pt x="3961" y="453"/>
                </a:cubicBezTo>
                <a:cubicBezTo>
                  <a:pt x="3972" y="453"/>
                  <a:pt x="3981" y="454"/>
                  <a:pt x="3988" y="455"/>
                </a:cubicBezTo>
                <a:cubicBezTo>
                  <a:pt x="3995" y="456"/>
                  <a:pt x="4000" y="457"/>
                  <a:pt x="4000" y="457"/>
                </a:cubicBezTo>
                <a:cubicBezTo>
                  <a:pt x="4000" y="456"/>
                  <a:pt x="4000" y="456"/>
                  <a:pt x="4000" y="456"/>
                </a:cubicBezTo>
                <a:cubicBezTo>
                  <a:pt x="3999" y="456"/>
                  <a:pt x="3999" y="456"/>
                  <a:pt x="3999" y="456"/>
                </a:cubicBezTo>
                <a:cubicBezTo>
                  <a:pt x="3998" y="659"/>
                  <a:pt x="3998" y="659"/>
                  <a:pt x="3998" y="659"/>
                </a:cubicBezTo>
                <a:cubicBezTo>
                  <a:pt x="4001" y="659"/>
                  <a:pt x="4001" y="659"/>
                  <a:pt x="4001" y="659"/>
                </a:cubicBezTo>
                <a:cubicBezTo>
                  <a:pt x="4001" y="455"/>
                  <a:pt x="4001" y="455"/>
                  <a:pt x="4001" y="455"/>
                </a:cubicBezTo>
                <a:cubicBezTo>
                  <a:pt x="4000" y="455"/>
                  <a:pt x="4000" y="455"/>
                  <a:pt x="4000" y="455"/>
                </a:cubicBezTo>
                <a:cubicBezTo>
                  <a:pt x="4000" y="455"/>
                  <a:pt x="3983" y="451"/>
                  <a:pt x="3961" y="451"/>
                </a:cubicBezTo>
                <a:cubicBezTo>
                  <a:pt x="3956" y="451"/>
                  <a:pt x="3950" y="451"/>
                  <a:pt x="3944" y="452"/>
                </a:cubicBezTo>
                <a:cubicBezTo>
                  <a:pt x="3945" y="453"/>
                  <a:pt x="3945" y="453"/>
                  <a:pt x="3945" y="453"/>
                </a:cubicBezTo>
                <a:cubicBezTo>
                  <a:pt x="3946" y="452"/>
                  <a:pt x="3946" y="452"/>
                  <a:pt x="3946" y="452"/>
                </a:cubicBezTo>
                <a:cubicBezTo>
                  <a:pt x="3943" y="443"/>
                  <a:pt x="3943" y="443"/>
                  <a:pt x="3943" y="443"/>
                </a:cubicBezTo>
                <a:cubicBezTo>
                  <a:pt x="3909" y="443"/>
                  <a:pt x="3909" y="443"/>
                  <a:pt x="3909" y="443"/>
                </a:cubicBezTo>
                <a:cubicBezTo>
                  <a:pt x="3909" y="445"/>
                  <a:pt x="3909" y="445"/>
                  <a:pt x="3909" y="445"/>
                </a:cubicBezTo>
                <a:cubicBezTo>
                  <a:pt x="3910" y="445"/>
                  <a:pt x="3910" y="445"/>
                  <a:pt x="3910" y="445"/>
                </a:cubicBezTo>
                <a:cubicBezTo>
                  <a:pt x="3910" y="445"/>
                  <a:pt x="3910" y="445"/>
                  <a:pt x="3910" y="445"/>
                </a:cubicBezTo>
                <a:cubicBezTo>
                  <a:pt x="3910" y="444"/>
                  <a:pt x="3909" y="443"/>
                  <a:pt x="3908" y="442"/>
                </a:cubicBezTo>
                <a:cubicBezTo>
                  <a:pt x="3907" y="441"/>
                  <a:pt x="3905" y="441"/>
                  <a:pt x="3902" y="440"/>
                </a:cubicBezTo>
                <a:cubicBezTo>
                  <a:pt x="3894" y="438"/>
                  <a:pt x="3886" y="437"/>
                  <a:pt x="3879" y="437"/>
                </a:cubicBezTo>
                <a:cubicBezTo>
                  <a:pt x="3853" y="437"/>
                  <a:pt x="3835" y="446"/>
                  <a:pt x="3835" y="446"/>
                </a:cubicBezTo>
                <a:cubicBezTo>
                  <a:pt x="3834" y="447"/>
                  <a:pt x="3834" y="447"/>
                  <a:pt x="3834" y="447"/>
                </a:cubicBezTo>
                <a:cubicBezTo>
                  <a:pt x="3834" y="621"/>
                  <a:pt x="3834" y="621"/>
                  <a:pt x="3834" y="621"/>
                </a:cubicBezTo>
                <a:cubicBezTo>
                  <a:pt x="3837" y="621"/>
                  <a:pt x="3837" y="621"/>
                  <a:pt x="3837" y="621"/>
                </a:cubicBezTo>
                <a:moveTo>
                  <a:pt x="3906" y="607"/>
                </a:moveTo>
                <a:cubicBezTo>
                  <a:pt x="3908" y="607"/>
                  <a:pt x="3908" y="607"/>
                  <a:pt x="3908" y="607"/>
                </a:cubicBezTo>
                <a:cubicBezTo>
                  <a:pt x="3908" y="443"/>
                  <a:pt x="3908" y="443"/>
                  <a:pt x="3908" y="443"/>
                </a:cubicBezTo>
                <a:cubicBezTo>
                  <a:pt x="3906" y="443"/>
                  <a:pt x="3906" y="443"/>
                  <a:pt x="3906" y="443"/>
                </a:cubicBezTo>
                <a:lnTo>
                  <a:pt x="3906" y="607"/>
                </a:lnTo>
                <a:close/>
                <a:moveTo>
                  <a:pt x="3943" y="607"/>
                </a:moveTo>
                <a:cubicBezTo>
                  <a:pt x="3946" y="607"/>
                  <a:pt x="3946" y="607"/>
                  <a:pt x="3946" y="607"/>
                </a:cubicBezTo>
                <a:cubicBezTo>
                  <a:pt x="3946" y="452"/>
                  <a:pt x="3946" y="452"/>
                  <a:pt x="3946" y="452"/>
                </a:cubicBezTo>
                <a:cubicBezTo>
                  <a:pt x="3943" y="452"/>
                  <a:pt x="3943" y="452"/>
                  <a:pt x="3943" y="452"/>
                </a:cubicBezTo>
                <a:lnTo>
                  <a:pt x="3943" y="607"/>
                </a:lnTo>
                <a:close/>
                <a:moveTo>
                  <a:pt x="3860" y="623"/>
                </a:moveTo>
                <a:cubicBezTo>
                  <a:pt x="3860" y="608"/>
                  <a:pt x="3860" y="608"/>
                  <a:pt x="3860" y="608"/>
                </a:cubicBezTo>
                <a:cubicBezTo>
                  <a:pt x="3999" y="608"/>
                  <a:pt x="3999" y="608"/>
                  <a:pt x="3999" y="608"/>
                </a:cubicBezTo>
                <a:cubicBezTo>
                  <a:pt x="3999" y="606"/>
                  <a:pt x="3999" y="606"/>
                  <a:pt x="3999" y="606"/>
                </a:cubicBezTo>
                <a:cubicBezTo>
                  <a:pt x="3858" y="606"/>
                  <a:pt x="3858" y="606"/>
                  <a:pt x="3858" y="606"/>
                </a:cubicBezTo>
                <a:cubicBezTo>
                  <a:pt x="3858" y="623"/>
                  <a:pt x="3858" y="623"/>
                  <a:pt x="3858" y="623"/>
                </a:cubicBezTo>
                <a:cubicBezTo>
                  <a:pt x="3860" y="623"/>
                  <a:pt x="3860" y="623"/>
                  <a:pt x="3860" y="623"/>
                </a:cubicBezTo>
                <a:moveTo>
                  <a:pt x="4017" y="671"/>
                </a:moveTo>
                <a:cubicBezTo>
                  <a:pt x="4017" y="537"/>
                  <a:pt x="4017" y="537"/>
                  <a:pt x="4017" y="537"/>
                </a:cubicBezTo>
                <a:cubicBezTo>
                  <a:pt x="4098" y="537"/>
                  <a:pt x="4098" y="537"/>
                  <a:pt x="4098" y="537"/>
                </a:cubicBezTo>
                <a:cubicBezTo>
                  <a:pt x="4098" y="653"/>
                  <a:pt x="4098" y="653"/>
                  <a:pt x="4098" y="653"/>
                </a:cubicBezTo>
                <a:cubicBezTo>
                  <a:pt x="4101" y="653"/>
                  <a:pt x="4101" y="653"/>
                  <a:pt x="4101" y="653"/>
                </a:cubicBezTo>
                <a:cubicBezTo>
                  <a:pt x="4101" y="535"/>
                  <a:pt x="4101" y="535"/>
                  <a:pt x="4101" y="535"/>
                </a:cubicBezTo>
                <a:cubicBezTo>
                  <a:pt x="4015" y="535"/>
                  <a:pt x="4015" y="535"/>
                  <a:pt x="4015" y="535"/>
                </a:cubicBezTo>
                <a:cubicBezTo>
                  <a:pt x="4015" y="671"/>
                  <a:pt x="4015" y="671"/>
                  <a:pt x="4015" y="671"/>
                </a:cubicBezTo>
                <a:cubicBezTo>
                  <a:pt x="4017" y="671"/>
                  <a:pt x="4017" y="671"/>
                  <a:pt x="4017" y="671"/>
                </a:cubicBezTo>
                <a:moveTo>
                  <a:pt x="4025" y="536"/>
                </a:moveTo>
                <a:cubicBezTo>
                  <a:pt x="4025" y="470"/>
                  <a:pt x="4025" y="470"/>
                  <a:pt x="4025" y="470"/>
                </a:cubicBezTo>
                <a:cubicBezTo>
                  <a:pt x="4029" y="470"/>
                  <a:pt x="4029" y="470"/>
                  <a:pt x="4029" y="470"/>
                </a:cubicBezTo>
                <a:cubicBezTo>
                  <a:pt x="4030" y="470"/>
                  <a:pt x="4030" y="470"/>
                  <a:pt x="4030" y="470"/>
                </a:cubicBezTo>
                <a:cubicBezTo>
                  <a:pt x="4030" y="432"/>
                  <a:pt x="4030" y="432"/>
                  <a:pt x="4030" y="432"/>
                </a:cubicBezTo>
                <a:cubicBezTo>
                  <a:pt x="4041" y="430"/>
                  <a:pt x="4041" y="430"/>
                  <a:pt x="4041" y="430"/>
                </a:cubicBezTo>
                <a:cubicBezTo>
                  <a:pt x="4041" y="421"/>
                  <a:pt x="4041" y="421"/>
                  <a:pt x="4041" y="421"/>
                </a:cubicBezTo>
                <a:cubicBezTo>
                  <a:pt x="4059" y="405"/>
                  <a:pt x="4059" y="405"/>
                  <a:pt x="4059" y="405"/>
                </a:cubicBezTo>
                <a:cubicBezTo>
                  <a:pt x="4080" y="423"/>
                  <a:pt x="4080" y="423"/>
                  <a:pt x="4080" y="423"/>
                </a:cubicBezTo>
                <a:cubicBezTo>
                  <a:pt x="4080" y="430"/>
                  <a:pt x="4080" y="430"/>
                  <a:pt x="4080" y="430"/>
                </a:cubicBezTo>
                <a:cubicBezTo>
                  <a:pt x="4080" y="431"/>
                  <a:pt x="4080" y="431"/>
                  <a:pt x="4080" y="431"/>
                </a:cubicBezTo>
                <a:cubicBezTo>
                  <a:pt x="4088" y="433"/>
                  <a:pt x="4088" y="433"/>
                  <a:pt x="4088" y="433"/>
                </a:cubicBezTo>
                <a:cubicBezTo>
                  <a:pt x="4088" y="469"/>
                  <a:pt x="4088" y="469"/>
                  <a:pt x="4088" y="469"/>
                </a:cubicBezTo>
                <a:cubicBezTo>
                  <a:pt x="4093" y="471"/>
                  <a:pt x="4093" y="471"/>
                  <a:pt x="4093" y="471"/>
                </a:cubicBezTo>
                <a:cubicBezTo>
                  <a:pt x="4093" y="493"/>
                  <a:pt x="4093" y="493"/>
                  <a:pt x="4093" y="493"/>
                </a:cubicBezTo>
                <a:cubicBezTo>
                  <a:pt x="4103" y="493"/>
                  <a:pt x="4103" y="493"/>
                  <a:pt x="4103" y="493"/>
                </a:cubicBezTo>
                <a:cubicBezTo>
                  <a:pt x="4103" y="653"/>
                  <a:pt x="4103" y="653"/>
                  <a:pt x="4103" y="653"/>
                </a:cubicBezTo>
                <a:cubicBezTo>
                  <a:pt x="4105" y="653"/>
                  <a:pt x="4105" y="653"/>
                  <a:pt x="4105" y="653"/>
                </a:cubicBezTo>
                <a:cubicBezTo>
                  <a:pt x="4105" y="491"/>
                  <a:pt x="4105" y="491"/>
                  <a:pt x="4105" y="491"/>
                </a:cubicBezTo>
                <a:cubicBezTo>
                  <a:pt x="4095" y="491"/>
                  <a:pt x="4095" y="491"/>
                  <a:pt x="4095" y="491"/>
                </a:cubicBezTo>
                <a:cubicBezTo>
                  <a:pt x="4095" y="469"/>
                  <a:pt x="4095" y="469"/>
                  <a:pt x="4095" y="469"/>
                </a:cubicBezTo>
                <a:cubicBezTo>
                  <a:pt x="4090" y="467"/>
                  <a:pt x="4090" y="467"/>
                  <a:pt x="4090" y="467"/>
                </a:cubicBezTo>
                <a:cubicBezTo>
                  <a:pt x="4090" y="431"/>
                  <a:pt x="4090" y="431"/>
                  <a:pt x="4090" y="431"/>
                </a:cubicBezTo>
                <a:cubicBezTo>
                  <a:pt x="4082" y="429"/>
                  <a:pt x="4082" y="429"/>
                  <a:pt x="4082" y="429"/>
                </a:cubicBezTo>
                <a:cubicBezTo>
                  <a:pt x="4082" y="423"/>
                  <a:pt x="4082" y="423"/>
                  <a:pt x="4082" y="423"/>
                </a:cubicBezTo>
                <a:cubicBezTo>
                  <a:pt x="4082" y="422"/>
                  <a:pt x="4082" y="422"/>
                  <a:pt x="4082" y="422"/>
                </a:cubicBezTo>
                <a:cubicBezTo>
                  <a:pt x="4059" y="403"/>
                  <a:pt x="4059" y="403"/>
                  <a:pt x="4059" y="403"/>
                </a:cubicBezTo>
                <a:cubicBezTo>
                  <a:pt x="4038" y="420"/>
                  <a:pt x="4038" y="420"/>
                  <a:pt x="4038" y="420"/>
                </a:cubicBezTo>
                <a:cubicBezTo>
                  <a:pt x="4038" y="428"/>
                  <a:pt x="4038" y="428"/>
                  <a:pt x="4038" y="428"/>
                </a:cubicBezTo>
                <a:cubicBezTo>
                  <a:pt x="4028" y="430"/>
                  <a:pt x="4028" y="430"/>
                  <a:pt x="4028" y="430"/>
                </a:cubicBezTo>
                <a:cubicBezTo>
                  <a:pt x="4028" y="467"/>
                  <a:pt x="4028" y="467"/>
                  <a:pt x="4028" y="467"/>
                </a:cubicBezTo>
                <a:cubicBezTo>
                  <a:pt x="4024" y="468"/>
                  <a:pt x="4024" y="468"/>
                  <a:pt x="4024" y="468"/>
                </a:cubicBezTo>
                <a:cubicBezTo>
                  <a:pt x="4023" y="468"/>
                  <a:pt x="4023" y="468"/>
                  <a:pt x="4023" y="468"/>
                </a:cubicBezTo>
                <a:cubicBezTo>
                  <a:pt x="4023" y="536"/>
                  <a:pt x="4023" y="536"/>
                  <a:pt x="4023" y="536"/>
                </a:cubicBezTo>
                <a:cubicBezTo>
                  <a:pt x="4025" y="536"/>
                  <a:pt x="4025" y="536"/>
                  <a:pt x="4025" y="536"/>
                </a:cubicBezTo>
                <a:moveTo>
                  <a:pt x="4103" y="518"/>
                </a:moveTo>
                <a:cubicBezTo>
                  <a:pt x="4127" y="518"/>
                  <a:pt x="4127" y="518"/>
                  <a:pt x="4127" y="518"/>
                </a:cubicBezTo>
                <a:cubicBezTo>
                  <a:pt x="4127" y="656"/>
                  <a:pt x="4127" y="656"/>
                  <a:pt x="4127" y="656"/>
                </a:cubicBezTo>
                <a:cubicBezTo>
                  <a:pt x="4129" y="656"/>
                  <a:pt x="4129" y="656"/>
                  <a:pt x="4129" y="656"/>
                </a:cubicBezTo>
                <a:cubicBezTo>
                  <a:pt x="4129" y="516"/>
                  <a:pt x="4129" y="516"/>
                  <a:pt x="4129" y="516"/>
                </a:cubicBezTo>
                <a:cubicBezTo>
                  <a:pt x="4103" y="516"/>
                  <a:pt x="4103" y="516"/>
                  <a:pt x="4103" y="516"/>
                </a:cubicBezTo>
                <a:cubicBezTo>
                  <a:pt x="4103" y="518"/>
                  <a:pt x="4103" y="518"/>
                  <a:pt x="4103" y="518"/>
                </a:cubicBezTo>
                <a:moveTo>
                  <a:pt x="4137" y="538"/>
                </a:moveTo>
                <a:cubicBezTo>
                  <a:pt x="4137" y="484"/>
                  <a:pt x="4137" y="484"/>
                  <a:pt x="4137" y="484"/>
                </a:cubicBezTo>
                <a:cubicBezTo>
                  <a:pt x="4148" y="484"/>
                  <a:pt x="4148" y="484"/>
                  <a:pt x="4148" y="484"/>
                </a:cubicBezTo>
                <a:cubicBezTo>
                  <a:pt x="4149" y="490"/>
                  <a:pt x="4149" y="490"/>
                  <a:pt x="4149" y="490"/>
                </a:cubicBezTo>
                <a:cubicBezTo>
                  <a:pt x="4149" y="490"/>
                  <a:pt x="4149" y="490"/>
                  <a:pt x="4149" y="490"/>
                </a:cubicBezTo>
                <a:cubicBezTo>
                  <a:pt x="4155" y="497"/>
                  <a:pt x="4155" y="497"/>
                  <a:pt x="4155" y="497"/>
                </a:cubicBezTo>
                <a:cubicBezTo>
                  <a:pt x="4179" y="497"/>
                  <a:pt x="4179" y="497"/>
                  <a:pt x="4179" y="497"/>
                </a:cubicBezTo>
                <a:cubicBezTo>
                  <a:pt x="4179" y="495"/>
                  <a:pt x="4179" y="495"/>
                  <a:pt x="4179" y="495"/>
                </a:cubicBezTo>
                <a:cubicBezTo>
                  <a:pt x="4156" y="495"/>
                  <a:pt x="4156" y="495"/>
                  <a:pt x="4156" y="495"/>
                </a:cubicBezTo>
                <a:cubicBezTo>
                  <a:pt x="4151" y="489"/>
                  <a:pt x="4151" y="489"/>
                  <a:pt x="4151" y="489"/>
                </a:cubicBezTo>
                <a:cubicBezTo>
                  <a:pt x="4150" y="482"/>
                  <a:pt x="4150" y="482"/>
                  <a:pt x="4150" y="482"/>
                </a:cubicBezTo>
                <a:cubicBezTo>
                  <a:pt x="4149" y="481"/>
                  <a:pt x="4149" y="481"/>
                  <a:pt x="4149" y="481"/>
                </a:cubicBezTo>
                <a:cubicBezTo>
                  <a:pt x="4135" y="481"/>
                  <a:pt x="4135" y="481"/>
                  <a:pt x="4135" y="481"/>
                </a:cubicBezTo>
                <a:cubicBezTo>
                  <a:pt x="4135" y="538"/>
                  <a:pt x="4135" y="538"/>
                  <a:pt x="4135" y="538"/>
                </a:cubicBezTo>
                <a:cubicBezTo>
                  <a:pt x="4137" y="538"/>
                  <a:pt x="4137" y="538"/>
                  <a:pt x="4137" y="538"/>
                </a:cubicBezTo>
                <a:moveTo>
                  <a:pt x="4000" y="493"/>
                </a:moveTo>
                <a:cubicBezTo>
                  <a:pt x="4024" y="493"/>
                  <a:pt x="4024" y="493"/>
                  <a:pt x="4024" y="493"/>
                </a:cubicBezTo>
                <a:cubicBezTo>
                  <a:pt x="4024" y="491"/>
                  <a:pt x="4024" y="491"/>
                  <a:pt x="4024" y="491"/>
                </a:cubicBezTo>
                <a:cubicBezTo>
                  <a:pt x="4000" y="491"/>
                  <a:pt x="4000" y="491"/>
                  <a:pt x="4000" y="491"/>
                </a:cubicBezTo>
                <a:lnTo>
                  <a:pt x="4000" y="493"/>
                </a:lnTo>
                <a:close/>
                <a:moveTo>
                  <a:pt x="205" y="504"/>
                </a:moveTo>
                <a:cubicBezTo>
                  <a:pt x="207" y="504"/>
                  <a:pt x="207" y="504"/>
                  <a:pt x="207" y="504"/>
                </a:cubicBezTo>
                <a:cubicBezTo>
                  <a:pt x="207" y="491"/>
                  <a:pt x="207" y="491"/>
                  <a:pt x="207" y="491"/>
                </a:cubicBezTo>
                <a:cubicBezTo>
                  <a:pt x="205" y="491"/>
                  <a:pt x="205" y="491"/>
                  <a:pt x="205" y="491"/>
                </a:cubicBezTo>
                <a:lnTo>
                  <a:pt x="205" y="504"/>
                </a:lnTo>
                <a:close/>
                <a:moveTo>
                  <a:pt x="203" y="509"/>
                </a:moveTo>
                <a:cubicBezTo>
                  <a:pt x="207" y="505"/>
                  <a:pt x="207" y="505"/>
                  <a:pt x="207" y="505"/>
                </a:cubicBezTo>
                <a:cubicBezTo>
                  <a:pt x="212" y="510"/>
                  <a:pt x="212" y="510"/>
                  <a:pt x="212" y="510"/>
                </a:cubicBezTo>
                <a:cubicBezTo>
                  <a:pt x="213" y="508"/>
                  <a:pt x="213" y="508"/>
                  <a:pt x="213" y="508"/>
                </a:cubicBezTo>
                <a:cubicBezTo>
                  <a:pt x="207" y="501"/>
                  <a:pt x="207" y="501"/>
                  <a:pt x="207" y="501"/>
                </a:cubicBezTo>
                <a:cubicBezTo>
                  <a:pt x="201" y="507"/>
                  <a:pt x="201" y="507"/>
                  <a:pt x="201" y="507"/>
                </a:cubicBezTo>
                <a:cubicBezTo>
                  <a:pt x="203" y="509"/>
                  <a:pt x="203" y="509"/>
                  <a:pt x="203" y="509"/>
                </a:cubicBezTo>
                <a:moveTo>
                  <a:pt x="364" y="536"/>
                </a:moveTo>
                <a:cubicBezTo>
                  <a:pt x="387" y="536"/>
                  <a:pt x="387" y="536"/>
                  <a:pt x="387" y="536"/>
                </a:cubicBezTo>
                <a:cubicBezTo>
                  <a:pt x="401" y="543"/>
                  <a:pt x="401" y="543"/>
                  <a:pt x="401" y="543"/>
                </a:cubicBezTo>
                <a:cubicBezTo>
                  <a:pt x="402" y="541"/>
                  <a:pt x="402" y="541"/>
                  <a:pt x="402" y="541"/>
                </a:cubicBezTo>
                <a:cubicBezTo>
                  <a:pt x="387" y="534"/>
                  <a:pt x="387" y="534"/>
                  <a:pt x="387" y="534"/>
                </a:cubicBezTo>
                <a:cubicBezTo>
                  <a:pt x="364" y="534"/>
                  <a:pt x="364" y="534"/>
                  <a:pt x="364" y="534"/>
                </a:cubicBezTo>
                <a:cubicBezTo>
                  <a:pt x="364" y="536"/>
                  <a:pt x="364" y="536"/>
                  <a:pt x="364" y="536"/>
                </a:cubicBezTo>
                <a:moveTo>
                  <a:pt x="387" y="522"/>
                </a:moveTo>
                <a:cubicBezTo>
                  <a:pt x="401" y="531"/>
                  <a:pt x="401" y="531"/>
                  <a:pt x="401" y="531"/>
                </a:cubicBezTo>
                <a:cubicBezTo>
                  <a:pt x="402" y="529"/>
                  <a:pt x="402" y="529"/>
                  <a:pt x="402" y="529"/>
                </a:cubicBezTo>
                <a:cubicBezTo>
                  <a:pt x="388" y="520"/>
                  <a:pt x="388" y="520"/>
                  <a:pt x="388" y="520"/>
                </a:cubicBezTo>
                <a:moveTo>
                  <a:pt x="421" y="642"/>
                </a:moveTo>
                <a:cubicBezTo>
                  <a:pt x="471" y="642"/>
                  <a:pt x="471" y="642"/>
                  <a:pt x="471" y="642"/>
                </a:cubicBezTo>
                <a:cubicBezTo>
                  <a:pt x="471" y="671"/>
                  <a:pt x="471" y="671"/>
                  <a:pt x="471" y="671"/>
                </a:cubicBezTo>
                <a:cubicBezTo>
                  <a:pt x="473" y="671"/>
                  <a:pt x="473" y="671"/>
                  <a:pt x="473" y="671"/>
                </a:cubicBezTo>
                <a:cubicBezTo>
                  <a:pt x="473" y="640"/>
                  <a:pt x="473" y="640"/>
                  <a:pt x="473" y="640"/>
                </a:cubicBezTo>
                <a:cubicBezTo>
                  <a:pt x="421" y="640"/>
                  <a:pt x="421" y="640"/>
                  <a:pt x="421" y="640"/>
                </a:cubicBezTo>
                <a:cubicBezTo>
                  <a:pt x="421" y="642"/>
                  <a:pt x="421" y="642"/>
                  <a:pt x="421" y="642"/>
                </a:cubicBezTo>
                <a:moveTo>
                  <a:pt x="481" y="628"/>
                </a:moveTo>
                <a:cubicBezTo>
                  <a:pt x="522" y="628"/>
                  <a:pt x="522" y="628"/>
                  <a:pt x="522" y="628"/>
                </a:cubicBezTo>
                <a:cubicBezTo>
                  <a:pt x="522" y="626"/>
                  <a:pt x="522" y="626"/>
                  <a:pt x="522" y="626"/>
                </a:cubicBezTo>
                <a:cubicBezTo>
                  <a:pt x="481" y="626"/>
                  <a:pt x="481" y="626"/>
                  <a:pt x="481" y="626"/>
                </a:cubicBezTo>
                <a:lnTo>
                  <a:pt x="481" y="628"/>
                </a:lnTo>
                <a:close/>
                <a:moveTo>
                  <a:pt x="156" y="507"/>
                </a:move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56" y="507"/>
                  <a:pt x="156" y="507"/>
                </a:cubicBezTo>
                <a:cubicBezTo>
                  <a:pt x="156" y="507"/>
                  <a:pt x="166" y="507"/>
                  <a:pt x="170" y="509"/>
                </a:cubicBezTo>
                <a:cubicBezTo>
                  <a:pt x="173" y="510"/>
                  <a:pt x="174" y="510"/>
                  <a:pt x="176" y="511"/>
                </a:cubicBezTo>
                <a:cubicBezTo>
                  <a:pt x="178" y="512"/>
                  <a:pt x="180" y="512"/>
                  <a:pt x="182" y="512"/>
                </a:cubicBezTo>
                <a:cubicBezTo>
                  <a:pt x="184" y="512"/>
                  <a:pt x="184" y="512"/>
                  <a:pt x="184" y="512"/>
                </a:cubicBezTo>
                <a:cubicBezTo>
                  <a:pt x="190" y="512"/>
                  <a:pt x="200" y="510"/>
                  <a:pt x="200" y="510"/>
                </a:cubicBezTo>
                <a:cubicBezTo>
                  <a:pt x="200" y="508"/>
                  <a:pt x="200" y="508"/>
                  <a:pt x="200" y="508"/>
                </a:cubicBezTo>
                <a:cubicBezTo>
                  <a:pt x="200" y="508"/>
                  <a:pt x="190" y="510"/>
                  <a:pt x="184" y="510"/>
                </a:cubicBezTo>
                <a:cubicBezTo>
                  <a:pt x="182" y="510"/>
                  <a:pt x="182" y="510"/>
                  <a:pt x="182" y="510"/>
                </a:cubicBezTo>
                <a:cubicBezTo>
                  <a:pt x="180" y="510"/>
                  <a:pt x="178" y="510"/>
                  <a:pt x="177" y="509"/>
                </a:cubicBezTo>
                <a:cubicBezTo>
                  <a:pt x="175" y="508"/>
                  <a:pt x="174" y="507"/>
                  <a:pt x="171" y="507"/>
                </a:cubicBezTo>
                <a:cubicBezTo>
                  <a:pt x="166" y="505"/>
                  <a:pt x="157" y="505"/>
                  <a:pt x="156" y="505"/>
                </a:cubicBezTo>
                <a:cubicBezTo>
                  <a:pt x="156" y="505"/>
                  <a:pt x="156" y="505"/>
                  <a:pt x="156" y="505"/>
                </a:cubicBezTo>
                <a:cubicBezTo>
                  <a:pt x="156" y="507"/>
                  <a:pt x="156" y="507"/>
                  <a:pt x="156" y="507"/>
                </a:cubicBezTo>
                <a:moveTo>
                  <a:pt x="209" y="505"/>
                </a:moveTo>
                <a:cubicBezTo>
                  <a:pt x="211" y="504"/>
                  <a:pt x="217" y="501"/>
                  <a:pt x="224" y="499"/>
                </a:cubicBezTo>
                <a:cubicBezTo>
                  <a:pt x="230" y="496"/>
                  <a:pt x="238" y="494"/>
                  <a:pt x="242" y="494"/>
                </a:cubicBezTo>
                <a:cubicBezTo>
                  <a:pt x="244" y="495"/>
                  <a:pt x="244" y="495"/>
                  <a:pt x="244" y="495"/>
                </a:cubicBezTo>
                <a:cubicBezTo>
                  <a:pt x="244" y="492"/>
                  <a:pt x="244" y="492"/>
                  <a:pt x="244" y="492"/>
                </a:cubicBezTo>
                <a:cubicBezTo>
                  <a:pt x="244" y="492"/>
                  <a:pt x="243" y="492"/>
                  <a:pt x="242" y="492"/>
                </a:cubicBezTo>
                <a:cubicBezTo>
                  <a:pt x="237" y="492"/>
                  <a:pt x="230" y="494"/>
                  <a:pt x="223" y="497"/>
                </a:cubicBezTo>
                <a:cubicBezTo>
                  <a:pt x="216" y="499"/>
                  <a:pt x="210" y="502"/>
                  <a:pt x="207" y="503"/>
                </a:cubicBezTo>
                <a:cubicBezTo>
                  <a:pt x="209" y="505"/>
                  <a:pt x="209" y="505"/>
                  <a:pt x="209" y="505"/>
                </a:cubicBezTo>
                <a:moveTo>
                  <a:pt x="294" y="488"/>
                </a:moveTo>
                <a:cubicBezTo>
                  <a:pt x="295" y="488"/>
                  <a:pt x="295" y="488"/>
                  <a:pt x="295" y="488"/>
                </a:cubicBezTo>
                <a:cubicBezTo>
                  <a:pt x="301" y="488"/>
                  <a:pt x="307" y="490"/>
                  <a:pt x="313" y="492"/>
                </a:cubicBezTo>
                <a:cubicBezTo>
                  <a:pt x="315" y="493"/>
                  <a:pt x="318" y="494"/>
                  <a:pt x="319" y="495"/>
                </a:cubicBezTo>
                <a:cubicBezTo>
                  <a:pt x="321" y="496"/>
                  <a:pt x="322" y="497"/>
                  <a:pt x="322" y="497"/>
                </a:cubicBezTo>
                <a:cubicBezTo>
                  <a:pt x="323" y="495"/>
                  <a:pt x="323" y="495"/>
                  <a:pt x="323" y="495"/>
                </a:cubicBezTo>
                <a:cubicBezTo>
                  <a:pt x="323" y="495"/>
                  <a:pt x="307" y="486"/>
                  <a:pt x="295" y="486"/>
                </a:cubicBezTo>
                <a:cubicBezTo>
                  <a:pt x="294" y="486"/>
                  <a:pt x="294" y="486"/>
                  <a:pt x="294" y="486"/>
                </a:cubicBezTo>
                <a:cubicBezTo>
                  <a:pt x="294" y="488"/>
                  <a:pt x="294" y="488"/>
                  <a:pt x="294" y="488"/>
                </a:cubicBezTo>
                <a:moveTo>
                  <a:pt x="370" y="497"/>
                </a:moveTo>
                <a:cubicBezTo>
                  <a:pt x="371" y="497"/>
                  <a:pt x="371" y="497"/>
                  <a:pt x="371" y="497"/>
                </a:cubicBezTo>
                <a:cubicBezTo>
                  <a:pt x="372" y="496"/>
                  <a:pt x="377" y="496"/>
                  <a:pt x="382" y="496"/>
                </a:cubicBezTo>
                <a:cubicBezTo>
                  <a:pt x="388" y="496"/>
                  <a:pt x="394" y="496"/>
                  <a:pt x="401" y="499"/>
                </a:cubicBezTo>
                <a:cubicBezTo>
                  <a:pt x="402" y="497"/>
                  <a:pt x="402" y="497"/>
                  <a:pt x="402" y="497"/>
                </a:cubicBezTo>
                <a:cubicBezTo>
                  <a:pt x="395" y="494"/>
                  <a:pt x="388" y="493"/>
                  <a:pt x="382" y="493"/>
                </a:cubicBezTo>
                <a:cubicBezTo>
                  <a:pt x="375" y="493"/>
                  <a:pt x="369" y="495"/>
                  <a:pt x="369" y="495"/>
                </a:cubicBezTo>
                <a:cubicBezTo>
                  <a:pt x="370" y="497"/>
                  <a:pt x="370" y="497"/>
                  <a:pt x="370" y="497"/>
                </a:cubicBezTo>
                <a:moveTo>
                  <a:pt x="482" y="457"/>
                </a:moveTo>
                <a:cubicBezTo>
                  <a:pt x="482" y="457"/>
                  <a:pt x="483" y="457"/>
                  <a:pt x="484" y="456"/>
                </a:cubicBezTo>
                <a:cubicBezTo>
                  <a:pt x="487" y="454"/>
                  <a:pt x="494" y="449"/>
                  <a:pt x="500" y="449"/>
                </a:cubicBezTo>
                <a:cubicBezTo>
                  <a:pt x="501" y="449"/>
                  <a:pt x="501" y="449"/>
                  <a:pt x="501" y="449"/>
                </a:cubicBezTo>
                <a:cubicBezTo>
                  <a:pt x="502" y="449"/>
                  <a:pt x="502" y="449"/>
                  <a:pt x="502" y="449"/>
                </a:cubicBezTo>
                <a:cubicBezTo>
                  <a:pt x="504" y="449"/>
                  <a:pt x="506" y="449"/>
                  <a:pt x="508" y="449"/>
                </a:cubicBezTo>
                <a:cubicBezTo>
                  <a:pt x="513" y="449"/>
                  <a:pt x="518" y="450"/>
                  <a:pt x="527" y="454"/>
                </a:cubicBezTo>
                <a:cubicBezTo>
                  <a:pt x="527" y="452"/>
                  <a:pt x="527" y="452"/>
                  <a:pt x="527" y="452"/>
                </a:cubicBezTo>
                <a:cubicBezTo>
                  <a:pt x="519" y="448"/>
                  <a:pt x="513" y="447"/>
                  <a:pt x="508" y="447"/>
                </a:cubicBezTo>
                <a:cubicBezTo>
                  <a:pt x="505" y="447"/>
                  <a:pt x="503" y="447"/>
                  <a:pt x="502" y="447"/>
                </a:cubicBezTo>
                <a:cubicBezTo>
                  <a:pt x="501" y="447"/>
                  <a:pt x="501" y="447"/>
                  <a:pt x="501" y="447"/>
                </a:cubicBezTo>
                <a:cubicBezTo>
                  <a:pt x="500" y="447"/>
                  <a:pt x="500" y="447"/>
                  <a:pt x="500" y="447"/>
                </a:cubicBezTo>
                <a:cubicBezTo>
                  <a:pt x="491" y="447"/>
                  <a:pt x="481" y="456"/>
                  <a:pt x="481" y="456"/>
                </a:cubicBezTo>
                <a:cubicBezTo>
                  <a:pt x="482" y="457"/>
                  <a:pt x="482" y="457"/>
                  <a:pt x="482" y="457"/>
                </a:cubicBezTo>
                <a:moveTo>
                  <a:pt x="568" y="430"/>
                </a:moveTo>
                <a:cubicBezTo>
                  <a:pt x="568" y="430"/>
                  <a:pt x="569" y="429"/>
                  <a:pt x="571" y="428"/>
                </a:cubicBezTo>
                <a:cubicBezTo>
                  <a:pt x="576" y="426"/>
                  <a:pt x="588" y="420"/>
                  <a:pt x="598" y="420"/>
                </a:cubicBezTo>
                <a:cubicBezTo>
                  <a:pt x="601" y="420"/>
                  <a:pt x="602" y="420"/>
                  <a:pt x="604" y="421"/>
                </a:cubicBezTo>
                <a:cubicBezTo>
                  <a:pt x="605" y="419"/>
                  <a:pt x="605" y="419"/>
                  <a:pt x="605" y="419"/>
                </a:cubicBezTo>
                <a:cubicBezTo>
                  <a:pt x="603" y="418"/>
                  <a:pt x="601" y="418"/>
                  <a:pt x="598" y="418"/>
                </a:cubicBezTo>
                <a:cubicBezTo>
                  <a:pt x="583" y="418"/>
                  <a:pt x="567" y="428"/>
                  <a:pt x="567" y="428"/>
                </a:cubicBezTo>
                <a:cubicBezTo>
                  <a:pt x="568" y="430"/>
                  <a:pt x="568" y="430"/>
                  <a:pt x="568" y="430"/>
                </a:cubicBezTo>
                <a:moveTo>
                  <a:pt x="628" y="405"/>
                </a:moveTo>
                <a:cubicBezTo>
                  <a:pt x="628" y="393"/>
                  <a:pt x="628" y="393"/>
                  <a:pt x="628" y="393"/>
                </a:cubicBezTo>
                <a:cubicBezTo>
                  <a:pt x="675" y="394"/>
                  <a:pt x="675" y="394"/>
                  <a:pt x="675" y="394"/>
                </a:cubicBezTo>
                <a:cubicBezTo>
                  <a:pt x="675" y="406"/>
                  <a:pt x="675" y="406"/>
                  <a:pt x="675" y="406"/>
                </a:cubicBezTo>
                <a:cubicBezTo>
                  <a:pt x="677" y="406"/>
                  <a:pt x="677" y="406"/>
                  <a:pt x="677" y="406"/>
                </a:cubicBezTo>
                <a:cubicBezTo>
                  <a:pt x="677" y="391"/>
                  <a:pt x="677" y="391"/>
                  <a:pt x="677" y="391"/>
                </a:cubicBezTo>
                <a:cubicBezTo>
                  <a:pt x="625" y="391"/>
                  <a:pt x="625" y="391"/>
                  <a:pt x="625" y="391"/>
                </a:cubicBezTo>
                <a:cubicBezTo>
                  <a:pt x="625" y="405"/>
                  <a:pt x="625" y="405"/>
                  <a:pt x="625" y="405"/>
                </a:cubicBezTo>
                <a:cubicBezTo>
                  <a:pt x="628" y="405"/>
                  <a:pt x="628" y="405"/>
                  <a:pt x="628" y="405"/>
                </a:cubicBezTo>
                <a:moveTo>
                  <a:pt x="701" y="436"/>
                </a:moveTo>
                <a:cubicBezTo>
                  <a:pt x="701" y="436"/>
                  <a:pt x="703" y="436"/>
                  <a:pt x="705" y="436"/>
                </a:cubicBezTo>
                <a:cubicBezTo>
                  <a:pt x="708" y="437"/>
                  <a:pt x="712" y="438"/>
                  <a:pt x="715" y="439"/>
                </a:cubicBezTo>
                <a:cubicBezTo>
                  <a:pt x="717" y="440"/>
                  <a:pt x="718" y="440"/>
                  <a:pt x="720" y="440"/>
                </a:cubicBezTo>
                <a:cubicBezTo>
                  <a:pt x="721" y="441"/>
                  <a:pt x="721" y="441"/>
                  <a:pt x="721" y="441"/>
                </a:cubicBezTo>
                <a:cubicBezTo>
                  <a:pt x="722" y="441"/>
                  <a:pt x="722" y="441"/>
                  <a:pt x="722" y="441"/>
                </a:cubicBezTo>
                <a:cubicBezTo>
                  <a:pt x="732" y="441"/>
                  <a:pt x="747" y="442"/>
                  <a:pt x="755" y="443"/>
                </a:cubicBezTo>
                <a:cubicBezTo>
                  <a:pt x="763" y="445"/>
                  <a:pt x="769" y="452"/>
                  <a:pt x="775" y="454"/>
                </a:cubicBezTo>
                <a:cubicBezTo>
                  <a:pt x="782" y="456"/>
                  <a:pt x="788" y="456"/>
                  <a:pt x="793" y="456"/>
                </a:cubicBezTo>
                <a:cubicBezTo>
                  <a:pt x="795" y="456"/>
                  <a:pt x="796" y="456"/>
                  <a:pt x="798" y="456"/>
                </a:cubicBezTo>
                <a:cubicBezTo>
                  <a:pt x="798" y="456"/>
                  <a:pt x="799" y="456"/>
                  <a:pt x="799" y="456"/>
                </a:cubicBezTo>
                <a:cubicBezTo>
                  <a:pt x="800" y="454"/>
                  <a:pt x="800" y="454"/>
                  <a:pt x="800" y="454"/>
                </a:cubicBezTo>
                <a:cubicBezTo>
                  <a:pt x="799" y="454"/>
                  <a:pt x="799" y="454"/>
                  <a:pt x="798" y="454"/>
                </a:cubicBezTo>
                <a:cubicBezTo>
                  <a:pt x="796" y="454"/>
                  <a:pt x="795" y="454"/>
                  <a:pt x="793" y="454"/>
                </a:cubicBezTo>
                <a:cubicBezTo>
                  <a:pt x="788" y="454"/>
                  <a:pt x="782" y="454"/>
                  <a:pt x="776" y="452"/>
                </a:cubicBezTo>
                <a:cubicBezTo>
                  <a:pt x="770" y="450"/>
                  <a:pt x="764" y="443"/>
                  <a:pt x="755" y="441"/>
                </a:cubicBezTo>
                <a:cubicBezTo>
                  <a:pt x="747" y="440"/>
                  <a:pt x="73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2" y="439"/>
                  <a:pt x="722" y="439"/>
                </a:cubicBezTo>
                <a:cubicBezTo>
                  <a:pt x="722" y="439"/>
                  <a:pt x="720" y="438"/>
                  <a:pt x="719" y="438"/>
                </a:cubicBezTo>
                <a:cubicBezTo>
                  <a:pt x="716" y="437"/>
                  <a:pt x="712" y="436"/>
                  <a:pt x="708" y="435"/>
                </a:cubicBezTo>
                <a:cubicBezTo>
                  <a:pt x="707" y="435"/>
                  <a:pt x="705" y="434"/>
                  <a:pt x="704" y="434"/>
                </a:cubicBezTo>
                <a:cubicBezTo>
                  <a:pt x="703" y="434"/>
                  <a:pt x="702" y="433"/>
                  <a:pt x="701" y="433"/>
                </a:cubicBezTo>
                <a:cubicBezTo>
                  <a:pt x="701" y="436"/>
                  <a:pt x="701" y="436"/>
                  <a:pt x="701" y="436"/>
                </a:cubicBezTo>
                <a:moveTo>
                  <a:pt x="699" y="446"/>
                </a:moveTo>
                <a:cubicBezTo>
                  <a:pt x="717" y="451"/>
                  <a:pt x="717" y="451"/>
                  <a:pt x="717" y="451"/>
                </a:cubicBezTo>
                <a:cubicBezTo>
                  <a:pt x="717" y="540"/>
                  <a:pt x="717" y="540"/>
                  <a:pt x="717" y="540"/>
                </a:cubicBezTo>
                <a:cubicBezTo>
                  <a:pt x="719" y="540"/>
                  <a:pt x="719" y="540"/>
                  <a:pt x="719" y="540"/>
                </a:cubicBezTo>
                <a:cubicBezTo>
                  <a:pt x="719" y="450"/>
                  <a:pt x="719" y="450"/>
                  <a:pt x="719" y="450"/>
                </a:cubicBezTo>
                <a:cubicBezTo>
                  <a:pt x="699" y="444"/>
                  <a:pt x="699" y="444"/>
                  <a:pt x="699" y="444"/>
                </a:cubicBezTo>
                <a:cubicBezTo>
                  <a:pt x="699" y="446"/>
                  <a:pt x="699" y="446"/>
                  <a:pt x="699" y="446"/>
                </a:cubicBezTo>
                <a:moveTo>
                  <a:pt x="852" y="606"/>
                </a:moveTo>
                <a:cubicBezTo>
                  <a:pt x="901" y="606"/>
                  <a:pt x="901" y="606"/>
                  <a:pt x="901" y="606"/>
                </a:cubicBezTo>
                <a:cubicBezTo>
                  <a:pt x="901" y="604"/>
                  <a:pt x="901" y="604"/>
                  <a:pt x="901" y="604"/>
                </a:cubicBezTo>
                <a:cubicBezTo>
                  <a:pt x="852" y="604"/>
                  <a:pt x="852" y="604"/>
                  <a:pt x="852" y="604"/>
                </a:cubicBezTo>
                <a:lnTo>
                  <a:pt x="852" y="606"/>
                </a:lnTo>
                <a:close/>
                <a:moveTo>
                  <a:pt x="883" y="592"/>
                </a:moveTo>
                <a:cubicBezTo>
                  <a:pt x="901" y="592"/>
                  <a:pt x="901" y="592"/>
                  <a:pt x="901" y="592"/>
                </a:cubicBezTo>
                <a:cubicBezTo>
                  <a:pt x="901" y="590"/>
                  <a:pt x="901" y="590"/>
                  <a:pt x="901" y="590"/>
                </a:cubicBezTo>
                <a:cubicBezTo>
                  <a:pt x="883" y="590"/>
                  <a:pt x="883" y="590"/>
                  <a:pt x="883" y="590"/>
                </a:cubicBezTo>
                <a:lnTo>
                  <a:pt x="883" y="592"/>
                </a:lnTo>
                <a:close/>
                <a:moveTo>
                  <a:pt x="873" y="621"/>
                </a:moveTo>
                <a:cubicBezTo>
                  <a:pt x="902" y="621"/>
                  <a:pt x="902" y="621"/>
                  <a:pt x="902" y="621"/>
                </a:cubicBezTo>
                <a:cubicBezTo>
                  <a:pt x="902" y="618"/>
                  <a:pt x="902" y="618"/>
                  <a:pt x="902" y="618"/>
                </a:cubicBezTo>
                <a:cubicBezTo>
                  <a:pt x="873" y="618"/>
                  <a:pt x="873" y="618"/>
                  <a:pt x="873" y="618"/>
                </a:cubicBezTo>
                <a:lnTo>
                  <a:pt x="873" y="621"/>
                </a:lnTo>
                <a:close/>
                <a:moveTo>
                  <a:pt x="875" y="637"/>
                </a:moveTo>
                <a:cubicBezTo>
                  <a:pt x="901" y="637"/>
                  <a:pt x="901" y="637"/>
                  <a:pt x="901" y="637"/>
                </a:cubicBezTo>
                <a:cubicBezTo>
                  <a:pt x="901" y="635"/>
                  <a:pt x="901" y="635"/>
                  <a:pt x="901" y="635"/>
                </a:cubicBezTo>
                <a:cubicBezTo>
                  <a:pt x="875" y="635"/>
                  <a:pt x="875" y="635"/>
                  <a:pt x="875" y="635"/>
                </a:cubicBezTo>
                <a:lnTo>
                  <a:pt x="875" y="637"/>
                </a:lnTo>
                <a:close/>
                <a:moveTo>
                  <a:pt x="876" y="654"/>
                </a:moveTo>
                <a:cubicBezTo>
                  <a:pt x="901" y="654"/>
                  <a:pt x="901" y="654"/>
                  <a:pt x="901" y="654"/>
                </a:cubicBezTo>
                <a:cubicBezTo>
                  <a:pt x="901" y="652"/>
                  <a:pt x="901" y="652"/>
                  <a:pt x="901" y="652"/>
                </a:cubicBezTo>
                <a:cubicBezTo>
                  <a:pt x="876" y="652"/>
                  <a:pt x="876" y="652"/>
                  <a:pt x="876" y="652"/>
                </a:cubicBezTo>
                <a:lnTo>
                  <a:pt x="876" y="654"/>
                </a:lnTo>
                <a:close/>
                <a:moveTo>
                  <a:pt x="763" y="550"/>
                </a:moveTo>
                <a:cubicBezTo>
                  <a:pt x="792" y="550"/>
                  <a:pt x="792" y="550"/>
                  <a:pt x="792" y="550"/>
                </a:cubicBezTo>
                <a:cubicBezTo>
                  <a:pt x="792" y="548"/>
                  <a:pt x="792" y="548"/>
                  <a:pt x="792" y="548"/>
                </a:cubicBezTo>
                <a:cubicBezTo>
                  <a:pt x="763" y="548"/>
                  <a:pt x="763" y="548"/>
                  <a:pt x="763" y="548"/>
                </a:cubicBezTo>
                <a:lnTo>
                  <a:pt x="763" y="550"/>
                </a:lnTo>
                <a:close/>
                <a:moveTo>
                  <a:pt x="763" y="563"/>
                </a:moveTo>
                <a:cubicBezTo>
                  <a:pt x="793" y="563"/>
                  <a:pt x="793" y="563"/>
                  <a:pt x="793" y="563"/>
                </a:cubicBezTo>
                <a:cubicBezTo>
                  <a:pt x="793" y="561"/>
                  <a:pt x="793" y="561"/>
                  <a:pt x="793" y="561"/>
                </a:cubicBezTo>
                <a:cubicBezTo>
                  <a:pt x="763" y="561"/>
                  <a:pt x="763" y="561"/>
                  <a:pt x="763" y="561"/>
                </a:cubicBezTo>
                <a:lnTo>
                  <a:pt x="763" y="563"/>
                </a:lnTo>
                <a:close/>
                <a:moveTo>
                  <a:pt x="763" y="581"/>
                </a:moveTo>
                <a:cubicBezTo>
                  <a:pt x="792" y="581"/>
                  <a:pt x="792" y="581"/>
                  <a:pt x="792" y="581"/>
                </a:cubicBezTo>
                <a:cubicBezTo>
                  <a:pt x="792" y="579"/>
                  <a:pt x="792" y="579"/>
                  <a:pt x="792" y="579"/>
                </a:cubicBezTo>
                <a:cubicBezTo>
                  <a:pt x="763" y="579"/>
                  <a:pt x="763" y="579"/>
                  <a:pt x="763" y="579"/>
                </a:cubicBezTo>
                <a:lnTo>
                  <a:pt x="763" y="581"/>
                </a:lnTo>
                <a:close/>
                <a:moveTo>
                  <a:pt x="763" y="597"/>
                </a:moveTo>
                <a:cubicBezTo>
                  <a:pt x="792" y="597"/>
                  <a:pt x="792" y="597"/>
                  <a:pt x="792" y="597"/>
                </a:cubicBezTo>
                <a:cubicBezTo>
                  <a:pt x="792" y="595"/>
                  <a:pt x="792" y="595"/>
                  <a:pt x="792" y="595"/>
                </a:cubicBezTo>
                <a:cubicBezTo>
                  <a:pt x="763" y="595"/>
                  <a:pt x="763" y="595"/>
                  <a:pt x="763" y="595"/>
                </a:cubicBezTo>
                <a:lnTo>
                  <a:pt x="763" y="597"/>
                </a:lnTo>
                <a:close/>
                <a:moveTo>
                  <a:pt x="659" y="615"/>
                </a:moveTo>
                <a:cubicBezTo>
                  <a:pt x="661" y="615"/>
                  <a:pt x="661" y="615"/>
                  <a:pt x="661" y="615"/>
                </a:cubicBezTo>
                <a:cubicBezTo>
                  <a:pt x="661" y="603"/>
                  <a:pt x="661" y="603"/>
                  <a:pt x="661" y="603"/>
                </a:cubicBezTo>
                <a:cubicBezTo>
                  <a:pt x="659" y="603"/>
                  <a:pt x="659" y="603"/>
                  <a:pt x="659" y="603"/>
                </a:cubicBezTo>
                <a:lnTo>
                  <a:pt x="659" y="615"/>
                </a:lnTo>
                <a:close/>
                <a:moveTo>
                  <a:pt x="659" y="630"/>
                </a:moveTo>
                <a:cubicBezTo>
                  <a:pt x="661" y="630"/>
                  <a:pt x="661" y="630"/>
                  <a:pt x="661" y="630"/>
                </a:cubicBezTo>
                <a:cubicBezTo>
                  <a:pt x="661" y="618"/>
                  <a:pt x="661" y="618"/>
                  <a:pt x="661" y="618"/>
                </a:cubicBezTo>
                <a:cubicBezTo>
                  <a:pt x="659" y="618"/>
                  <a:pt x="659" y="618"/>
                  <a:pt x="659" y="618"/>
                </a:cubicBezTo>
                <a:lnTo>
                  <a:pt x="659" y="630"/>
                </a:lnTo>
                <a:close/>
                <a:moveTo>
                  <a:pt x="659" y="647"/>
                </a:moveTo>
                <a:cubicBezTo>
                  <a:pt x="661" y="647"/>
                  <a:pt x="661" y="647"/>
                  <a:pt x="661" y="647"/>
                </a:cubicBezTo>
                <a:cubicBezTo>
                  <a:pt x="661" y="636"/>
                  <a:pt x="661" y="636"/>
                  <a:pt x="661" y="636"/>
                </a:cubicBezTo>
                <a:cubicBezTo>
                  <a:pt x="659" y="636"/>
                  <a:pt x="659" y="636"/>
                  <a:pt x="659" y="636"/>
                </a:cubicBezTo>
                <a:lnTo>
                  <a:pt x="659" y="647"/>
                </a:lnTo>
                <a:close/>
                <a:moveTo>
                  <a:pt x="659" y="671"/>
                </a:moveTo>
                <a:cubicBezTo>
                  <a:pt x="661" y="671"/>
                  <a:pt x="661" y="671"/>
                  <a:pt x="661" y="671"/>
                </a:cubicBezTo>
                <a:cubicBezTo>
                  <a:pt x="661" y="654"/>
                  <a:pt x="661" y="654"/>
                  <a:pt x="661" y="654"/>
                </a:cubicBezTo>
                <a:cubicBezTo>
                  <a:pt x="659" y="654"/>
                  <a:pt x="659" y="654"/>
                  <a:pt x="659" y="654"/>
                </a:cubicBezTo>
                <a:lnTo>
                  <a:pt x="659" y="671"/>
                </a:lnTo>
                <a:close/>
                <a:moveTo>
                  <a:pt x="900" y="671"/>
                </a:moveTo>
                <a:cubicBezTo>
                  <a:pt x="903" y="671"/>
                  <a:pt x="903" y="671"/>
                  <a:pt x="903" y="671"/>
                </a:cubicBezTo>
                <a:cubicBezTo>
                  <a:pt x="903" y="577"/>
                  <a:pt x="903" y="577"/>
                  <a:pt x="903" y="577"/>
                </a:cubicBezTo>
                <a:cubicBezTo>
                  <a:pt x="900" y="577"/>
                  <a:pt x="900" y="577"/>
                  <a:pt x="900" y="577"/>
                </a:cubicBezTo>
                <a:lnTo>
                  <a:pt x="900" y="671"/>
                </a:lnTo>
                <a:close/>
                <a:moveTo>
                  <a:pt x="698" y="672"/>
                </a:moveTo>
                <a:cubicBezTo>
                  <a:pt x="700" y="672"/>
                  <a:pt x="700" y="672"/>
                  <a:pt x="700" y="672"/>
                </a:cubicBezTo>
                <a:cubicBezTo>
                  <a:pt x="700" y="582"/>
                  <a:pt x="700" y="582"/>
                  <a:pt x="700" y="582"/>
                </a:cubicBezTo>
                <a:cubicBezTo>
                  <a:pt x="698" y="582"/>
                  <a:pt x="698" y="582"/>
                  <a:pt x="698" y="582"/>
                </a:cubicBezTo>
                <a:lnTo>
                  <a:pt x="698" y="672"/>
                </a:lnTo>
                <a:close/>
                <a:moveTo>
                  <a:pt x="967" y="446"/>
                </a:moveTo>
                <a:cubicBezTo>
                  <a:pt x="982" y="434"/>
                  <a:pt x="982" y="434"/>
                  <a:pt x="982" y="434"/>
                </a:cubicBezTo>
                <a:cubicBezTo>
                  <a:pt x="981" y="433"/>
                  <a:pt x="981" y="433"/>
                  <a:pt x="981" y="433"/>
                </a:cubicBezTo>
                <a:cubicBezTo>
                  <a:pt x="966" y="444"/>
                  <a:pt x="966" y="444"/>
                  <a:pt x="966" y="444"/>
                </a:cubicBezTo>
                <a:moveTo>
                  <a:pt x="964" y="562"/>
                </a:moveTo>
                <a:cubicBezTo>
                  <a:pt x="964" y="562"/>
                  <a:pt x="964" y="562"/>
                  <a:pt x="964" y="560"/>
                </a:cubicBezTo>
                <a:cubicBezTo>
                  <a:pt x="964" y="558"/>
                  <a:pt x="963" y="553"/>
                  <a:pt x="959" y="549"/>
                </a:cubicBezTo>
                <a:cubicBezTo>
                  <a:pt x="955" y="544"/>
                  <a:pt x="948" y="541"/>
                  <a:pt x="934" y="540"/>
                </a:cubicBezTo>
                <a:cubicBezTo>
                  <a:pt x="934" y="542"/>
                  <a:pt x="934" y="542"/>
                  <a:pt x="934" y="542"/>
                </a:cubicBezTo>
                <a:cubicBezTo>
                  <a:pt x="947" y="543"/>
                  <a:pt x="954" y="546"/>
                  <a:pt x="958" y="550"/>
                </a:cubicBezTo>
                <a:cubicBezTo>
                  <a:pt x="961" y="554"/>
                  <a:pt x="962" y="558"/>
                  <a:pt x="962" y="560"/>
                </a:cubicBezTo>
                <a:cubicBezTo>
                  <a:pt x="962" y="562"/>
                  <a:pt x="962" y="562"/>
                  <a:pt x="962" y="562"/>
                </a:cubicBezTo>
                <a:cubicBezTo>
                  <a:pt x="962" y="562"/>
                  <a:pt x="962" y="562"/>
                  <a:pt x="962" y="562"/>
                </a:cubicBezTo>
                <a:cubicBezTo>
                  <a:pt x="964" y="562"/>
                  <a:pt x="964" y="562"/>
                  <a:pt x="964" y="562"/>
                </a:cubicBezTo>
                <a:moveTo>
                  <a:pt x="990" y="671"/>
                </a:moveTo>
                <a:cubicBezTo>
                  <a:pt x="992" y="671"/>
                  <a:pt x="992" y="671"/>
                  <a:pt x="992" y="671"/>
                </a:cubicBezTo>
                <a:cubicBezTo>
                  <a:pt x="992" y="599"/>
                  <a:pt x="992" y="599"/>
                  <a:pt x="992" y="599"/>
                </a:cubicBezTo>
                <a:cubicBezTo>
                  <a:pt x="990" y="599"/>
                  <a:pt x="990" y="599"/>
                  <a:pt x="990" y="599"/>
                </a:cubicBezTo>
                <a:lnTo>
                  <a:pt x="990" y="671"/>
                </a:lnTo>
                <a:close/>
                <a:moveTo>
                  <a:pt x="1006" y="653"/>
                </a:moveTo>
                <a:cubicBezTo>
                  <a:pt x="1008" y="653"/>
                  <a:pt x="1008" y="653"/>
                  <a:pt x="1008" y="653"/>
                </a:cubicBezTo>
                <a:cubicBezTo>
                  <a:pt x="1008" y="605"/>
                  <a:pt x="1008" y="605"/>
                  <a:pt x="1008" y="605"/>
                </a:cubicBezTo>
                <a:cubicBezTo>
                  <a:pt x="1006" y="605"/>
                  <a:pt x="1006" y="605"/>
                  <a:pt x="1006" y="605"/>
                </a:cubicBezTo>
                <a:lnTo>
                  <a:pt x="1006" y="653"/>
                </a:lnTo>
                <a:close/>
                <a:moveTo>
                  <a:pt x="963" y="671"/>
                </a:moveTo>
                <a:cubicBezTo>
                  <a:pt x="963" y="660"/>
                  <a:pt x="963" y="660"/>
                  <a:pt x="963" y="660"/>
                </a:cubicBezTo>
                <a:cubicBezTo>
                  <a:pt x="911" y="660"/>
                  <a:pt x="911" y="660"/>
                  <a:pt x="911" y="660"/>
                </a:cubicBezTo>
                <a:cubicBezTo>
                  <a:pt x="911" y="671"/>
                  <a:pt x="911" y="671"/>
                  <a:pt x="911" y="671"/>
                </a:cubicBezTo>
                <a:cubicBezTo>
                  <a:pt x="913" y="671"/>
                  <a:pt x="913" y="671"/>
                  <a:pt x="913" y="671"/>
                </a:cubicBezTo>
                <a:cubicBezTo>
                  <a:pt x="913" y="662"/>
                  <a:pt x="913" y="662"/>
                  <a:pt x="913" y="662"/>
                </a:cubicBezTo>
                <a:cubicBezTo>
                  <a:pt x="961" y="662"/>
                  <a:pt x="961" y="662"/>
                  <a:pt x="961" y="662"/>
                </a:cubicBezTo>
                <a:cubicBezTo>
                  <a:pt x="961" y="671"/>
                  <a:pt x="961" y="671"/>
                  <a:pt x="961" y="671"/>
                </a:cubicBezTo>
                <a:cubicBezTo>
                  <a:pt x="963" y="671"/>
                  <a:pt x="963" y="671"/>
                  <a:pt x="963" y="671"/>
                </a:cubicBezTo>
                <a:moveTo>
                  <a:pt x="1126" y="395"/>
                </a:moveTo>
                <a:cubicBezTo>
                  <a:pt x="1126" y="413"/>
                  <a:pt x="1126" y="413"/>
                  <a:pt x="1126" y="413"/>
                </a:cubicBezTo>
                <a:cubicBezTo>
                  <a:pt x="1128" y="413"/>
                  <a:pt x="1128" y="413"/>
                  <a:pt x="1128" y="413"/>
                </a:cubicBezTo>
                <a:cubicBezTo>
                  <a:pt x="1128" y="395"/>
                  <a:pt x="1128" y="395"/>
                  <a:pt x="1128" y="395"/>
                </a:cubicBezTo>
                <a:moveTo>
                  <a:pt x="982" y="409"/>
                </a:moveTo>
                <a:cubicBezTo>
                  <a:pt x="1032" y="409"/>
                  <a:pt x="1032" y="409"/>
                  <a:pt x="1032" y="409"/>
                </a:cubicBezTo>
                <a:cubicBezTo>
                  <a:pt x="1032" y="407"/>
                  <a:pt x="1032" y="407"/>
                  <a:pt x="1032" y="407"/>
                </a:cubicBezTo>
                <a:cubicBezTo>
                  <a:pt x="982" y="407"/>
                  <a:pt x="982" y="407"/>
                  <a:pt x="982" y="407"/>
                </a:cubicBezTo>
                <a:lnTo>
                  <a:pt x="982" y="409"/>
                </a:lnTo>
                <a:close/>
                <a:moveTo>
                  <a:pt x="996" y="537"/>
                </a:moveTo>
                <a:cubicBezTo>
                  <a:pt x="998" y="537"/>
                  <a:pt x="998" y="537"/>
                  <a:pt x="998" y="537"/>
                </a:cubicBezTo>
                <a:cubicBezTo>
                  <a:pt x="998" y="423"/>
                  <a:pt x="998" y="423"/>
                  <a:pt x="998" y="423"/>
                </a:cubicBezTo>
                <a:cubicBezTo>
                  <a:pt x="996" y="423"/>
                  <a:pt x="996" y="423"/>
                  <a:pt x="996" y="423"/>
                </a:cubicBezTo>
                <a:lnTo>
                  <a:pt x="996" y="537"/>
                </a:lnTo>
                <a:close/>
                <a:moveTo>
                  <a:pt x="1009" y="559"/>
                </a:moveTo>
                <a:cubicBezTo>
                  <a:pt x="1011" y="559"/>
                  <a:pt x="1011" y="559"/>
                  <a:pt x="1011" y="559"/>
                </a:cubicBezTo>
                <a:cubicBezTo>
                  <a:pt x="1011" y="423"/>
                  <a:pt x="1011" y="423"/>
                  <a:pt x="1011" y="423"/>
                </a:cubicBezTo>
                <a:cubicBezTo>
                  <a:pt x="1009" y="423"/>
                  <a:pt x="1009" y="423"/>
                  <a:pt x="1009" y="423"/>
                </a:cubicBezTo>
                <a:lnTo>
                  <a:pt x="1009" y="559"/>
                </a:lnTo>
                <a:close/>
                <a:moveTo>
                  <a:pt x="1022" y="570"/>
                </a:moveTo>
                <a:cubicBezTo>
                  <a:pt x="1024" y="570"/>
                  <a:pt x="1024" y="570"/>
                  <a:pt x="1024" y="570"/>
                </a:cubicBezTo>
                <a:cubicBezTo>
                  <a:pt x="1024" y="423"/>
                  <a:pt x="1024" y="423"/>
                  <a:pt x="1024" y="423"/>
                </a:cubicBezTo>
                <a:cubicBezTo>
                  <a:pt x="1022" y="423"/>
                  <a:pt x="1022" y="423"/>
                  <a:pt x="1022" y="423"/>
                </a:cubicBezTo>
                <a:lnTo>
                  <a:pt x="1022" y="570"/>
                </a:lnTo>
                <a:close/>
                <a:moveTo>
                  <a:pt x="992" y="571"/>
                </a:moveTo>
                <a:cubicBezTo>
                  <a:pt x="1031" y="571"/>
                  <a:pt x="1031" y="571"/>
                  <a:pt x="1031" y="571"/>
                </a:cubicBezTo>
                <a:cubicBezTo>
                  <a:pt x="1031" y="569"/>
                  <a:pt x="1031" y="569"/>
                  <a:pt x="1031" y="569"/>
                </a:cubicBezTo>
                <a:cubicBezTo>
                  <a:pt x="992" y="569"/>
                  <a:pt x="992" y="569"/>
                  <a:pt x="992" y="569"/>
                </a:cubicBezTo>
                <a:lnTo>
                  <a:pt x="992" y="571"/>
                </a:lnTo>
                <a:close/>
                <a:moveTo>
                  <a:pt x="989" y="569"/>
                </a:moveTo>
                <a:cubicBezTo>
                  <a:pt x="992" y="569"/>
                  <a:pt x="992" y="569"/>
                  <a:pt x="992" y="569"/>
                </a:cubicBezTo>
                <a:cubicBezTo>
                  <a:pt x="992" y="554"/>
                  <a:pt x="992" y="554"/>
                  <a:pt x="992" y="554"/>
                </a:cubicBezTo>
                <a:cubicBezTo>
                  <a:pt x="989" y="554"/>
                  <a:pt x="989" y="554"/>
                  <a:pt x="989" y="554"/>
                </a:cubicBezTo>
                <a:lnTo>
                  <a:pt x="989" y="569"/>
                </a:lnTo>
                <a:close/>
                <a:moveTo>
                  <a:pt x="1190" y="642"/>
                </a:moveTo>
                <a:cubicBezTo>
                  <a:pt x="1192" y="642"/>
                  <a:pt x="1192" y="642"/>
                  <a:pt x="1192" y="642"/>
                </a:cubicBezTo>
                <a:cubicBezTo>
                  <a:pt x="1192" y="420"/>
                  <a:pt x="1192" y="420"/>
                  <a:pt x="1192" y="420"/>
                </a:cubicBezTo>
                <a:cubicBezTo>
                  <a:pt x="1190" y="420"/>
                  <a:pt x="1190" y="420"/>
                  <a:pt x="1190" y="420"/>
                </a:cubicBezTo>
                <a:lnTo>
                  <a:pt x="1190" y="642"/>
                </a:lnTo>
                <a:close/>
                <a:moveTo>
                  <a:pt x="1162" y="401"/>
                </a:moveTo>
                <a:cubicBezTo>
                  <a:pt x="1240" y="401"/>
                  <a:pt x="1240" y="401"/>
                  <a:pt x="1240" y="401"/>
                </a:cubicBezTo>
                <a:cubicBezTo>
                  <a:pt x="1240" y="399"/>
                  <a:pt x="1240" y="399"/>
                  <a:pt x="1240" y="399"/>
                </a:cubicBezTo>
                <a:cubicBezTo>
                  <a:pt x="1162" y="399"/>
                  <a:pt x="1162" y="399"/>
                  <a:pt x="1162" y="399"/>
                </a:cubicBezTo>
                <a:lnTo>
                  <a:pt x="1162" y="401"/>
                </a:lnTo>
                <a:close/>
                <a:moveTo>
                  <a:pt x="1207" y="622"/>
                </a:moveTo>
                <a:cubicBezTo>
                  <a:pt x="1210" y="622"/>
                  <a:pt x="1210" y="622"/>
                  <a:pt x="1210" y="622"/>
                </a:cubicBezTo>
                <a:cubicBezTo>
                  <a:pt x="1210" y="421"/>
                  <a:pt x="1210" y="421"/>
                  <a:pt x="1210" y="421"/>
                </a:cubicBezTo>
                <a:cubicBezTo>
                  <a:pt x="1207" y="421"/>
                  <a:pt x="1207" y="421"/>
                  <a:pt x="1207" y="421"/>
                </a:cubicBezTo>
                <a:lnTo>
                  <a:pt x="1207" y="622"/>
                </a:lnTo>
                <a:close/>
                <a:moveTo>
                  <a:pt x="1226" y="479"/>
                </a:moveTo>
                <a:cubicBezTo>
                  <a:pt x="1228" y="479"/>
                  <a:pt x="1228" y="479"/>
                  <a:pt x="1228" y="479"/>
                </a:cubicBezTo>
                <a:cubicBezTo>
                  <a:pt x="1228" y="421"/>
                  <a:pt x="1228" y="421"/>
                  <a:pt x="1228" y="421"/>
                </a:cubicBezTo>
                <a:cubicBezTo>
                  <a:pt x="1226" y="421"/>
                  <a:pt x="1226" y="421"/>
                  <a:pt x="1226" y="421"/>
                </a:cubicBezTo>
                <a:lnTo>
                  <a:pt x="1226" y="479"/>
                </a:lnTo>
                <a:close/>
                <a:moveTo>
                  <a:pt x="1171" y="653"/>
                </a:moveTo>
                <a:cubicBezTo>
                  <a:pt x="1174" y="653"/>
                  <a:pt x="1174" y="653"/>
                  <a:pt x="1174" y="653"/>
                </a:cubicBezTo>
                <a:cubicBezTo>
                  <a:pt x="1174" y="420"/>
                  <a:pt x="1174" y="420"/>
                  <a:pt x="1174" y="420"/>
                </a:cubicBezTo>
                <a:cubicBezTo>
                  <a:pt x="1171" y="420"/>
                  <a:pt x="1171" y="420"/>
                  <a:pt x="1171" y="420"/>
                </a:cubicBezTo>
                <a:lnTo>
                  <a:pt x="1171" y="653"/>
                </a:lnTo>
                <a:close/>
                <a:moveTo>
                  <a:pt x="1232" y="671"/>
                </a:moveTo>
                <a:cubicBezTo>
                  <a:pt x="1234" y="671"/>
                  <a:pt x="1234" y="671"/>
                  <a:pt x="1234" y="671"/>
                </a:cubicBezTo>
                <a:cubicBezTo>
                  <a:pt x="1234" y="512"/>
                  <a:pt x="1234" y="512"/>
                  <a:pt x="1234" y="512"/>
                </a:cubicBezTo>
                <a:cubicBezTo>
                  <a:pt x="1232" y="512"/>
                  <a:pt x="1232" y="512"/>
                  <a:pt x="1232" y="512"/>
                </a:cubicBezTo>
                <a:lnTo>
                  <a:pt x="1232" y="671"/>
                </a:lnTo>
                <a:close/>
                <a:moveTo>
                  <a:pt x="1357" y="670"/>
                </a:moveTo>
                <a:cubicBezTo>
                  <a:pt x="1359" y="670"/>
                  <a:pt x="1359" y="670"/>
                  <a:pt x="1359" y="670"/>
                </a:cubicBezTo>
                <a:cubicBezTo>
                  <a:pt x="1359" y="577"/>
                  <a:pt x="1359" y="577"/>
                  <a:pt x="1359" y="577"/>
                </a:cubicBezTo>
                <a:cubicBezTo>
                  <a:pt x="1357" y="577"/>
                  <a:pt x="1357" y="577"/>
                  <a:pt x="1357" y="577"/>
                </a:cubicBezTo>
                <a:lnTo>
                  <a:pt x="1357" y="670"/>
                </a:lnTo>
                <a:close/>
                <a:moveTo>
                  <a:pt x="1058" y="401"/>
                </a:moveTo>
                <a:cubicBezTo>
                  <a:pt x="1076" y="377"/>
                  <a:pt x="1102" y="374"/>
                  <a:pt x="1117" y="374"/>
                </a:cubicBezTo>
                <a:cubicBezTo>
                  <a:pt x="1118" y="374"/>
                  <a:pt x="1119" y="374"/>
                  <a:pt x="1120" y="374"/>
                </a:cubicBezTo>
                <a:cubicBezTo>
                  <a:pt x="1132" y="374"/>
                  <a:pt x="1142" y="375"/>
                  <a:pt x="1150" y="376"/>
                </a:cubicBezTo>
                <a:cubicBezTo>
                  <a:pt x="1158" y="377"/>
                  <a:pt x="1163" y="378"/>
                  <a:pt x="1163" y="378"/>
                </a:cubicBezTo>
                <a:cubicBezTo>
                  <a:pt x="1164" y="376"/>
                  <a:pt x="1164" y="376"/>
                  <a:pt x="1164" y="376"/>
                </a:cubicBezTo>
                <a:cubicBezTo>
                  <a:pt x="1164" y="376"/>
                  <a:pt x="1143" y="372"/>
                  <a:pt x="1120" y="372"/>
                </a:cubicBezTo>
                <a:cubicBezTo>
                  <a:pt x="1119" y="372"/>
                  <a:pt x="1118" y="372"/>
                  <a:pt x="1117" y="372"/>
                </a:cubicBezTo>
                <a:cubicBezTo>
                  <a:pt x="1102" y="372"/>
                  <a:pt x="1075" y="375"/>
                  <a:pt x="1056" y="399"/>
                </a:cubicBezTo>
                <a:cubicBezTo>
                  <a:pt x="1058" y="401"/>
                  <a:pt x="1058" y="401"/>
                  <a:pt x="1058" y="401"/>
                </a:cubicBezTo>
                <a:moveTo>
                  <a:pt x="1236" y="380"/>
                </a:moveTo>
                <a:cubicBezTo>
                  <a:pt x="1236" y="379"/>
                  <a:pt x="1236" y="379"/>
                  <a:pt x="1236" y="379"/>
                </a:cubicBezTo>
                <a:cubicBezTo>
                  <a:pt x="1236" y="380"/>
                  <a:pt x="1236" y="380"/>
                  <a:pt x="1236" y="380"/>
                </a:cubicBezTo>
                <a:cubicBezTo>
                  <a:pt x="1236" y="380"/>
                  <a:pt x="1236" y="380"/>
                  <a:pt x="1236" y="380"/>
                </a:cubicBezTo>
                <a:cubicBezTo>
                  <a:pt x="1236" y="379"/>
                  <a:pt x="1236" y="379"/>
                  <a:pt x="1236" y="379"/>
                </a:cubicBezTo>
                <a:cubicBezTo>
                  <a:pt x="1236" y="380"/>
                  <a:pt x="1236" y="380"/>
                  <a:pt x="1236" y="380"/>
                </a:cubicBezTo>
                <a:cubicBezTo>
                  <a:pt x="1237" y="380"/>
                  <a:pt x="1239" y="379"/>
                  <a:pt x="1250" y="378"/>
                </a:cubicBezTo>
                <a:cubicBezTo>
                  <a:pt x="1251" y="378"/>
                  <a:pt x="1251" y="378"/>
                  <a:pt x="1251" y="378"/>
                </a:cubicBezTo>
                <a:cubicBezTo>
                  <a:pt x="1256" y="378"/>
                  <a:pt x="1258" y="379"/>
                  <a:pt x="1260" y="380"/>
                </a:cubicBezTo>
                <a:cubicBezTo>
                  <a:pt x="1262" y="382"/>
                  <a:pt x="1264" y="383"/>
                  <a:pt x="1268" y="384"/>
                </a:cubicBezTo>
                <a:cubicBezTo>
                  <a:pt x="1273" y="385"/>
                  <a:pt x="1274" y="385"/>
                  <a:pt x="1276" y="386"/>
                </a:cubicBezTo>
                <a:cubicBezTo>
                  <a:pt x="1278" y="387"/>
                  <a:pt x="1281" y="388"/>
                  <a:pt x="1289" y="391"/>
                </a:cubicBezTo>
                <a:cubicBezTo>
                  <a:pt x="1305" y="398"/>
                  <a:pt x="1320" y="404"/>
                  <a:pt x="1328" y="404"/>
                </a:cubicBezTo>
                <a:cubicBezTo>
                  <a:pt x="1334" y="404"/>
                  <a:pt x="1336" y="404"/>
                  <a:pt x="1337" y="405"/>
                </a:cubicBezTo>
                <a:cubicBezTo>
                  <a:pt x="1339" y="405"/>
                  <a:pt x="1341" y="406"/>
                  <a:pt x="1347" y="408"/>
                </a:cubicBezTo>
                <a:cubicBezTo>
                  <a:pt x="1350" y="410"/>
                  <a:pt x="1352" y="410"/>
                  <a:pt x="1354" y="410"/>
                </a:cubicBezTo>
                <a:cubicBezTo>
                  <a:pt x="1357" y="410"/>
                  <a:pt x="1359" y="409"/>
                  <a:pt x="1363" y="409"/>
                </a:cubicBezTo>
                <a:cubicBezTo>
                  <a:pt x="1366" y="409"/>
                  <a:pt x="1370" y="410"/>
                  <a:pt x="1377" y="412"/>
                </a:cubicBezTo>
                <a:cubicBezTo>
                  <a:pt x="1396" y="417"/>
                  <a:pt x="1404" y="424"/>
                  <a:pt x="1414" y="428"/>
                </a:cubicBezTo>
                <a:cubicBezTo>
                  <a:pt x="1423" y="433"/>
                  <a:pt x="1422" y="433"/>
                  <a:pt x="1432" y="433"/>
                </a:cubicBezTo>
                <a:cubicBezTo>
                  <a:pt x="1433" y="434"/>
                  <a:pt x="1435" y="434"/>
                  <a:pt x="1436" y="434"/>
                </a:cubicBezTo>
                <a:cubicBezTo>
                  <a:pt x="1441" y="434"/>
                  <a:pt x="1445" y="433"/>
                  <a:pt x="1450" y="433"/>
                </a:cubicBezTo>
                <a:cubicBezTo>
                  <a:pt x="1454" y="433"/>
                  <a:pt x="1458" y="434"/>
                  <a:pt x="1463" y="435"/>
                </a:cubicBezTo>
                <a:cubicBezTo>
                  <a:pt x="1464" y="433"/>
                  <a:pt x="1464" y="433"/>
                  <a:pt x="1464" y="433"/>
                </a:cubicBezTo>
                <a:cubicBezTo>
                  <a:pt x="1459" y="431"/>
                  <a:pt x="1454" y="431"/>
                  <a:pt x="1450" y="431"/>
                </a:cubicBezTo>
                <a:cubicBezTo>
                  <a:pt x="1445" y="431"/>
                  <a:pt x="1440" y="431"/>
                  <a:pt x="1436" y="431"/>
                </a:cubicBezTo>
                <a:cubicBezTo>
                  <a:pt x="1435" y="431"/>
                  <a:pt x="1434" y="431"/>
                  <a:pt x="1432" y="431"/>
                </a:cubicBezTo>
                <a:cubicBezTo>
                  <a:pt x="1422" y="430"/>
                  <a:pt x="1424" y="431"/>
                  <a:pt x="1415" y="426"/>
                </a:cubicBezTo>
                <a:cubicBezTo>
                  <a:pt x="1405" y="422"/>
                  <a:pt x="1397" y="415"/>
                  <a:pt x="1377" y="409"/>
                </a:cubicBezTo>
                <a:cubicBezTo>
                  <a:pt x="1371" y="407"/>
                  <a:pt x="1366" y="407"/>
                  <a:pt x="1363" y="407"/>
                </a:cubicBezTo>
                <a:cubicBezTo>
                  <a:pt x="1359" y="407"/>
                  <a:pt x="1357" y="408"/>
                  <a:pt x="1354" y="408"/>
                </a:cubicBezTo>
                <a:cubicBezTo>
                  <a:pt x="1352" y="408"/>
                  <a:pt x="1350" y="407"/>
                  <a:pt x="1347" y="406"/>
                </a:cubicBezTo>
                <a:cubicBezTo>
                  <a:pt x="1342" y="404"/>
                  <a:pt x="1340" y="403"/>
                  <a:pt x="1338" y="403"/>
                </a:cubicBezTo>
                <a:cubicBezTo>
                  <a:pt x="1336" y="402"/>
                  <a:pt x="1334" y="402"/>
                  <a:pt x="1328" y="402"/>
                </a:cubicBezTo>
                <a:cubicBezTo>
                  <a:pt x="1321" y="402"/>
                  <a:pt x="1305" y="396"/>
                  <a:pt x="1290" y="389"/>
                </a:cubicBezTo>
                <a:cubicBezTo>
                  <a:pt x="1282" y="386"/>
                  <a:pt x="1279" y="385"/>
                  <a:pt x="1277" y="384"/>
                </a:cubicBezTo>
                <a:cubicBezTo>
                  <a:pt x="1274" y="383"/>
                  <a:pt x="1273" y="383"/>
                  <a:pt x="1269" y="382"/>
                </a:cubicBezTo>
                <a:cubicBezTo>
                  <a:pt x="1265" y="381"/>
                  <a:pt x="1263" y="380"/>
                  <a:pt x="1261" y="379"/>
                </a:cubicBezTo>
                <a:cubicBezTo>
                  <a:pt x="1259" y="377"/>
                  <a:pt x="1257" y="376"/>
                  <a:pt x="1251" y="376"/>
                </a:cubicBezTo>
                <a:cubicBezTo>
                  <a:pt x="1250" y="376"/>
                  <a:pt x="1250" y="376"/>
                  <a:pt x="1250" y="376"/>
                </a:cubicBezTo>
                <a:cubicBezTo>
                  <a:pt x="1237" y="377"/>
                  <a:pt x="1236" y="378"/>
                  <a:pt x="1235" y="378"/>
                </a:cubicBezTo>
                <a:cubicBezTo>
                  <a:pt x="1236" y="380"/>
                  <a:pt x="1236" y="380"/>
                  <a:pt x="1236" y="380"/>
                </a:cubicBezTo>
                <a:moveTo>
                  <a:pt x="1403" y="536"/>
                </a:moveTo>
                <a:cubicBezTo>
                  <a:pt x="1405" y="536"/>
                  <a:pt x="1405" y="536"/>
                  <a:pt x="1405" y="536"/>
                </a:cubicBezTo>
                <a:cubicBezTo>
                  <a:pt x="1405" y="526"/>
                  <a:pt x="1405" y="526"/>
                  <a:pt x="1405" y="526"/>
                </a:cubicBezTo>
                <a:cubicBezTo>
                  <a:pt x="1403" y="526"/>
                  <a:pt x="1403" y="526"/>
                  <a:pt x="1403" y="526"/>
                </a:cubicBezTo>
                <a:lnTo>
                  <a:pt x="1403" y="536"/>
                </a:lnTo>
                <a:close/>
                <a:moveTo>
                  <a:pt x="1477" y="602"/>
                </a:moveTo>
                <a:cubicBezTo>
                  <a:pt x="1479" y="602"/>
                  <a:pt x="1479" y="602"/>
                  <a:pt x="1479" y="602"/>
                </a:cubicBezTo>
                <a:cubicBezTo>
                  <a:pt x="1479" y="551"/>
                  <a:pt x="1479" y="551"/>
                  <a:pt x="1479" y="551"/>
                </a:cubicBezTo>
                <a:cubicBezTo>
                  <a:pt x="1477" y="551"/>
                  <a:pt x="1477" y="551"/>
                  <a:pt x="1477" y="551"/>
                </a:cubicBezTo>
                <a:lnTo>
                  <a:pt x="1477" y="602"/>
                </a:lnTo>
                <a:close/>
                <a:moveTo>
                  <a:pt x="1448" y="671"/>
                </a:moveTo>
                <a:cubicBezTo>
                  <a:pt x="1450" y="671"/>
                  <a:pt x="1450" y="671"/>
                  <a:pt x="1450" y="671"/>
                </a:cubicBezTo>
                <a:cubicBezTo>
                  <a:pt x="1450" y="638"/>
                  <a:pt x="1450" y="638"/>
                  <a:pt x="1450" y="638"/>
                </a:cubicBezTo>
                <a:cubicBezTo>
                  <a:pt x="1448" y="638"/>
                  <a:pt x="1448" y="638"/>
                  <a:pt x="1448" y="638"/>
                </a:cubicBezTo>
                <a:lnTo>
                  <a:pt x="1448" y="671"/>
                </a:lnTo>
                <a:close/>
                <a:moveTo>
                  <a:pt x="1552" y="654"/>
                </a:moveTo>
                <a:cubicBezTo>
                  <a:pt x="1554" y="654"/>
                  <a:pt x="1554" y="654"/>
                  <a:pt x="1554" y="654"/>
                </a:cubicBezTo>
                <a:cubicBezTo>
                  <a:pt x="1554" y="630"/>
                  <a:pt x="1554" y="630"/>
                  <a:pt x="1554" y="630"/>
                </a:cubicBezTo>
                <a:cubicBezTo>
                  <a:pt x="1552" y="630"/>
                  <a:pt x="1552" y="630"/>
                  <a:pt x="1552" y="630"/>
                </a:cubicBezTo>
                <a:lnTo>
                  <a:pt x="1552" y="654"/>
                </a:lnTo>
                <a:close/>
                <a:moveTo>
                  <a:pt x="1819" y="625"/>
                </a:moveTo>
                <a:cubicBezTo>
                  <a:pt x="1822" y="625"/>
                  <a:pt x="1822" y="625"/>
                  <a:pt x="1822" y="625"/>
                </a:cubicBezTo>
                <a:cubicBezTo>
                  <a:pt x="1822" y="532"/>
                  <a:pt x="1822" y="532"/>
                  <a:pt x="1822" y="532"/>
                </a:cubicBezTo>
                <a:cubicBezTo>
                  <a:pt x="1819" y="532"/>
                  <a:pt x="1819" y="532"/>
                  <a:pt x="1819" y="532"/>
                </a:cubicBezTo>
                <a:lnTo>
                  <a:pt x="1819" y="625"/>
                </a:lnTo>
                <a:close/>
                <a:moveTo>
                  <a:pt x="1853" y="530"/>
                </a:moveTo>
                <a:cubicBezTo>
                  <a:pt x="1874" y="530"/>
                  <a:pt x="1874" y="530"/>
                  <a:pt x="1874" y="530"/>
                </a:cubicBezTo>
                <a:cubicBezTo>
                  <a:pt x="1874" y="528"/>
                  <a:pt x="1874" y="528"/>
                  <a:pt x="1874" y="528"/>
                </a:cubicBezTo>
                <a:cubicBezTo>
                  <a:pt x="1853" y="528"/>
                  <a:pt x="1853" y="528"/>
                  <a:pt x="1853" y="528"/>
                </a:cubicBezTo>
                <a:lnTo>
                  <a:pt x="1853" y="530"/>
                </a:lnTo>
                <a:close/>
                <a:moveTo>
                  <a:pt x="1853" y="613"/>
                </a:moveTo>
                <a:cubicBezTo>
                  <a:pt x="1874" y="613"/>
                  <a:pt x="1874" y="613"/>
                  <a:pt x="1874" y="613"/>
                </a:cubicBezTo>
                <a:cubicBezTo>
                  <a:pt x="1874" y="611"/>
                  <a:pt x="1874" y="611"/>
                  <a:pt x="1874" y="611"/>
                </a:cubicBezTo>
                <a:cubicBezTo>
                  <a:pt x="1853" y="611"/>
                  <a:pt x="1853" y="611"/>
                  <a:pt x="1853" y="611"/>
                </a:cubicBezTo>
                <a:lnTo>
                  <a:pt x="1853" y="613"/>
                </a:lnTo>
                <a:close/>
                <a:moveTo>
                  <a:pt x="1910" y="471"/>
                </a:moveTo>
                <a:cubicBezTo>
                  <a:pt x="1998" y="471"/>
                  <a:pt x="1998" y="471"/>
                  <a:pt x="1998" y="471"/>
                </a:cubicBezTo>
                <a:cubicBezTo>
                  <a:pt x="1998" y="468"/>
                  <a:pt x="1998" y="468"/>
                  <a:pt x="1998" y="468"/>
                </a:cubicBezTo>
                <a:cubicBezTo>
                  <a:pt x="1910" y="468"/>
                  <a:pt x="1910" y="468"/>
                  <a:pt x="1910" y="468"/>
                </a:cubicBezTo>
                <a:lnTo>
                  <a:pt x="1910" y="471"/>
                </a:lnTo>
                <a:close/>
                <a:moveTo>
                  <a:pt x="1921" y="638"/>
                </a:moveTo>
                <a:cubicBezTo>
                  <a:pt x="1923" y="638"/>
                  <a:pt x="1923" y="638"/>
                  <a:pt x="1923" y="638"/>
                </a:cubicBezTo>
                <a:cubicBezTo>
                  <a:pt x="1923" y="469"/>
                  <a:pt x="1923" y="469"/>
                  <a:pt x="1923" y="469"/>
                </a:cubicBezTo>
                <a:cubicBezTo>
                  <a:pt x="1921" y="469"/>
                  <a:pt x="1921" y="469"/>
                  <a:pt x="1921" y="469"/>
                </a:cubicBezTo>
                <a:lnTo>
                  <a:pt x="1921" y="638"/>
                </a:lnTo>
                <a:close/>
                <a:moveTo>
                  <a:pt x="1984" y="470"/>
                </a:moveTo>
                <a:cubicBezTo>
                  <a:pt x="1984" y="637"/>
                  <a:pt x="1984" y="637"/>
                  <a:pt x="1984" y="637"/>
                </a:cubicBezTo>
                <a:cubicBezTo>
                  <a:pt x="1986" y="637"/>
                  <a:pt x="1986" y="637"/>
                  <a:pt x="1986" y="637"/>
                </a:cubicBezTo>
                <a:cubicBezTo>
                  <a:pt x="1986" y="470"/>
                  <a:pt x="1986" y="470"/>
                  <a:pt x="1986" y="470"/>
                </a:cubicBezTo>
                <a:moveTo>
                  <a:pt x="2076" y="570"/>
                </a:moveTo>
                <a:cubicBezTo>
                  <a:pt x="2078" y="570"/>
                  <a:pt x="2078" y="570"/>
                  <a:pt x="2078" y="570"/>
                </a:cubicBezTo>
                <a:cubicBezTo>
                  <a:pt x="2078" y="450"/>
                  <a:pt x="2078" y="450"/>
                  <a:pt x="2078" y="450"/>
                </a:cubicBezTo>
                <a:cubicBezTo>
                  <a:pt x="2076" y="450"/>
                  <a:pt x="2076" y="450"/>
                  <a:pt x="2076" y="450"/>
                </a:cubicBezTo>
                <a:lnTo>
                  <a:pt x="2076" y="570"/>
                </a:lnTo>
                <a:close/>
                <a:moveTo>
                  <a:pt x="2136" y="518"/>
                </a:moveTo>
                <a:cubicBezTo>
                  <a:pt x="2138" y="518"/>
                  <a:pt x="2138" y="518"/>
                  <a:pt x="2138" y="518"/>
                </a:cubicBezTo>
                <a:cubicBezTo>
                  <a:pt x="2138" y="482"/>
                  <a:pt x="2138" y="482"/>
                  <a:pt x="2138" y="482"/>
                </a:cubicBezTo>
                <a:cubicBezTo>
                  <a:pt x="2136" y="482"/>
                  <a:pt x="2136" y="482"/>
                  <a:pt x="2136" y="482"/>
                </a:cubicBezTo>
                <a:lnTo>
                  <a:pt x="2136" y="518"/>
                </a:lnTo>
                <a:close/>
                <a:moveTo>
                  <a:pt x="2179" y="618"/>
                </a:moveTo>
                <a:cubicBezTo>
                  <a:pt x="2181" y="618"/>
                  <a:pt x="2181" y="618"/>
                  <a:pt x="2181" y="618"/>
                </a:cubicBezTo>
                <a:cubicBezTo>
                  <a:pt x="2181" y="482"/>
                  <a:pt x="2181" y="482"/>
                  <a:pt x="2181" y="482"/>
                </a:cubicBezTo>
                <a:cubicBezTo>
                  <a:pt x="2179" y="482"/>
                  <a:pt x="2179" y="482"/>
                  <a:pt x="2179" y="482"/>
                </a:cubicBezTo>
                <a:lnTo>
                  <a:pt x="2179" y="618"/>
                </a:lnTo>
                <a:close/>
                <a:moveTo>
                  <a:pt x="2157" y="504"/>
                </a:moveTo>
                <a:cubicBezTo>
                  <a:pt x="2159" y="504"/>
                  <a:pt x="2159" y="504"/>
                  <a:pt x="2159" y="504"/>
                </a:cubicBezTo>
                <a:cubicBezTo>
                  <a:pt x="2159" y="482"/>
                  <a:pt x="2159" y="482"/>
                  <a:pt x="2159" y="482"/>
                </a:cubicBezTo>
                <a:cubicBezTo>
                  <a:pt x="2157" y="482"/>
                  <a:pt x="2157" y="482"/>
                  <a:pt x="2157" y="482"/>
                </a:cubicBezTo>
                <a:lnTo>
                  <a:pt x="2157" y="504"/>
                </a:lnTo>
                <a:close/>
                <a:moveTo>
                  <a:pt x="2323" y="622"/>
                </a:moveTo>
                <a:cubicBezTo>
                  <a:pt x="2325" y="622"/>
                  <a:pt x="2325" y="622"/>
                  <a:pt x="2325" y="622"/>
                </a:cubicBezTo>
                <a:cubicBezTo>
                  <a:pt x="2325" y="410"/>
                  <a:pt x="2325" y="410"/>
                  <a:pt x="2325" y="410"/>
                </a:cubicBezTo>
                <a:cubicBezTo>
                  <a:pt x="2323" y="410"/>
                  <a:pt x="2323" y="410"/>
                  <a:pt x="2323" y="410"/>
                </a:cubicBezTo>
                <a:lnTo>
                  <a:pt x="2323" y="622"/>
                </a:lnTo>
                <a:close/>
                <a:moveTo>
                  <a:pt x="2214" y="463"/>
                </a:moveTo>
                <a:cubicBezTo>
                  <a:pt x="2217" y="463"/>
                  <a:pt x="2217" y="463"/>
                  <a:pt x="2217" y="463"/>
                </a:cubicBezTo>
                <a:cubicBezTo>
                  <a:pt x="2217" y="397"/>
                  <a:pt x="2217" y="397"/>
                  <a:pt x="2217" y="397"/>
                </a:cubicBezTo>
                <a:cubicBezTo>
                  <a:pt x="2214" y="397"/>
                  <a:pt x="2214" y="397"/>
                  <a:pt x="2214" y="397"/>
                </a:cubicBezTo>
                <a:lnTo>
                  <a:pt x="2214" y="463"/>
                </a:lnTo>
                <a:close/>
                <a:moveTo>
                  <a:pt x="2688" y="671"/>
                </a:moveTo>
                <a:cubicBezTo>
                  <a:pt x="2690" y="671"/>
                  <a:pt x="2690" y="671"/>
                  <a:pt x="2690" y="671"/>
                </a:cubicBezTo>
                <a:cubicBezTo>
                  <a:pt x="2690" y="639"/>
                  <a:pt x="2690" y="639"/>
                  <a:pt x="2690" y="639"/>
                </a:cubicBezTo>
                <a:cubicBezTo>
                  <a:pt x="2688" y="639"/>
                  <a:pt x="2688" y="639"/>
                  <a:pt x="2688" y="639"/>
                </a:cubicBezTo>
                <a:lnTo>
                  <a:pt x="2688" y="671"/>
                </a:lnTo>
                <a:close/>
                <a:moveTo>
                  <a:pt x="2696" y="671"/>
                </a:moveTo>
                <a:cubicBezTo>
                  <a:pt x="2699" y="671"/>
                  <a:pt x="2699" y="671"/>
                  <a:pt x="2699" y="671"/>
                </a:cubicBezTo>
                <a:cubicBezTo>
                  <a:pt x="2699" y="639"/>
                  <a:pt x="2699" y="639"/>
                  <a:pt x="2699" y="639"/>
                </a:cubicBezTo>
                <a:cubicBezTo>
                  <a:pt x="2696" y="639"/>
                  <a:pt x="2696" y="639"/>
                  <a:pt x="2696" y="639"/>
                </a:cubicBezTo>
                <a:lnTo>
                  <a:pt x="2696" y="671"/>
                </a:lnTo>
                <a:close/>
                <a:moveTo>
                  <a:pt x="2484" y="654"/>
                </a:moveTo>
                <a:cubicBezTo>
                  <a:pt x="2504" y="654"/>
                  <a:pt x="2504" y="654"/>
                  <a:pt x="2504" y="654"/>
                </a:cubicBezTo>
                <a:cubicBezTo>
                  <a:pt x="2504" y="652"/>
                  <a:pt x="2504" y="652"/>
                  <a:pt x="2504" y="652"/>
                </a:cubicBezTo>
                <a:cubicBezTo>
                  <a:pt x="2484" y="652"/>
                  <a:pt x="2484" y="652"/>
                  <a:pt x="2484" y="652"/>
                </a:cubicBezTo>
                <a:lnTo>
                  <a:pt x="2484" y="654"/>
                </a:lnTo>
                <a:close/>
                <a:moveTo>
                  <a:pt x="3327" y="630"/>
                </a:moveTo>
                <a:cubicBezTo>
                  <a:pt x="3330" y="630"/>
                  <a:pt x="3330" y="630"/>
                  <a:pt x="3330" y="630"/>
                </a:cubicBezTo>
                <a:cubicBezTo>
                  <a:pt x="3330" y="552"/>
                  <a:pt x="3330" y="552"/>
                  <a:pt x="3330" y="552"/>
                </a:cubicBezTo>
                <a:cubicBezTo>
                  <a:pt x="3327" y="552"/>
                  <a:pt x="3327" y="552"/>
                  <a:pt x="3327" y="552"/>
                </a:cubicBezTo>
                <a:lnTo>
                  <a:pt x="3327" y="630"/>
                </a:lnTo>
                <a:close/>
                <a:moveTo>
                  <a:pt x="3597" y="645"/>
                </a:moveTo>
                <a:cubicBezTo>
                  <a:pt x="3845" y="645"/>
                  <a:pt x="3845" y="645"/>
                  <a:pt x="3845" y="645"/>
                </a:cubicBezTo>
                <a:cubicBezTo>
                  <a:pt x="3845" y="648"/>
                  <a:pt x="3845" y="648"/>
                  <a:pt x="3845" y="648"/>
                </a:cubicBezTo>
                <a:cubicBezTo>
                  <a:pt x="3859" y="648"/>
                  <a:pt x="3859" y="648"/>
                  <a:pt x="3859" y="648"/>
                </a:cubicBezTo>
                <a:cubicBezTo>
                  <a:pt x="3859" y="651"/>
                  <a:pt x="3859" y="651"/>
                  <a:pt x="3859" y="651"/>
                </a:cubicBezTo>
                <a:cubicBezTo>
                  <a:pt x="3861" y="651"/>
                  <a:pt x="3861" y="651"/>
                  <a:pt x="3861" y="651"/>
                </a:cubicBezTo>
                <a:cubicBezTo>
                  <a:pt x="3861" y="645"/>
                  <a:pt x="3861" y="645"/>
                  <a:pt x="3861" y="645"/>
                </a:cubicBezTo>
                <a:cubicBezTo>
                  <a:pt x="3847" y="645"/>
                  <a:pt x="3847" y="645"/>
                  <a:pt x="3847" y="645"/>
                </a:cubicBezTo>
                <a:cubicBezTo>
                  <a:pt x="3847" y="643"/>
                  <a:pt x="3847" y="643"/>
                  <a:pt x="3847" y="643"/>
                </a:cubicBezTo>
                <a:cubicBezTo>
                  <a:pt x="3597" y="643"/>
                  <a:pt x="3597" y="643"/>
                  <a:pt x="3597" y="643"/>
                </a:cubicBezTo>
                <a:cubicBezTo>
                  <a:pt x="3597" y="645"/>
                  <a:pt x="3597" y="645"/>
                  <a:pt x="3597" y="645"/>
                </a:cubicBezTo>
                <a:moveTo>
                  <a:pt x="3849" y="659"/>
                </a:moveTo>
                <a:cubicBezTo>
                  <a:pt x="4015" y="659"/>
                  <a:pt x="4015" y="659"/>
                  <a:pt x="4015" y="659"/>
                </a:cubicBezTo>
                <a:cubicBezTo>
                  <a:pt x="4015" y="657"/>
                  <a:pt x="4015" y="657"/>
                  <a:pt x="4015" y="657"/>
                </a:cubicBezTo>
                <a:cubicBezTo>
                  <a:pt x="3849" y="657"/>
                  <a:pt x="3849" y="657"/>
                  <a:pt x="3849" y="657"/>
                </a:cubicBezTo>
                <a:lnTo>
                  <a:pt x="3849" y="659"/>
                </a:lnTo>
                <a:close/>
                <a:moveTo>
                  <a:pt x="4031" y="657"/>
                </a:moveTo>
                <a:cubicBezTo>
                  <a:pt x="4034" y="657"/>
                  <a:pt x="4034" y="657"/>
                  <a:pt x="4034" y="657"/>
                </a:cubicBezTo>
                <a:cubicBezTo>
                  <a:pt x="4034" y="537"/>
                  <a:pt x="4034" y="537"/>
                  <a:pt x="4034" y="537"/>
                </a:cubicBezTo>
                <a:cubicBezTo>
                  <a:pt x="4031" y="537"/>
                  <a:pt x="4031" y="537"/>
                  <a:pt x="4031" y="537"/>
                </a:cubicBezTo>
                <a:lnTo>
                  <a:pt x="4031" y="657"/>
                </a:lnTo>
                <a:close/>
                <a:moveTo>
                  <a:pt x="4065" y="536"/>
                </a:moveTo>
                <a:cubicBezTo>
                  <a:pt x="4065" y="504"/>
                  <a:pt x="4065" y="504"/>
                  <a:pt x="4065" y="504"/>
                </a:cubicBezTo>
                <a:cubicBezTo>
                  <a:pt x="4078" y="501"/>
                  <a:pt x="4078" y="501"/>
                  <a:pt x="4078" y="501"/>
                </a:cubicBezTo>
                <a:cubicBezTo>
                  <a:pt x="4078" y="536"/>
                  <a:pt x="4078" y="536"/>
                  <a:pt x="4078" y="536"/>
                </a:cubicBezTo>
                <a:cubicBezTo>
                  <a:pt x="4081" y="536"/>
                  <a:pt x="4081" y="536"/>
                  <a:pt x="4081" y="536"/>
                </a:cubicBezTo>
                <a:cubicBezTo>
                  <a:pt x="4081" y="498"/>
                  <a:pt x="4081" y="498"/>
                  <a:pt x="4081" y="498"/>
                </a:cubicBezTo>
                <a:cubicBezTo>
                  <a:pt x="4063" y="502"/>
                  <a:pt x="4063" y="502"/>
                  <a:pt x="4063" y="502"/>
                </a:cubicBezTo>
                <a:cubicBezTo>
                  <a:pt x="4063" y="536"/>
                  <a:pt x="4063" y="536"/>
                  <a:pt x="4063" y="536"/>
                </a:cubicBezTo>
                <a:cubicBezTo>
                  <a:pt x="4065" y="536"/>
                  <a:pt x="4065" y="536"/>
                  <a:pt x="4065" y="536"/>
                </a:cubicBezTo>
                <a:moveTo>
                  <a:pt x="4048" y="536"/>
                </a:moveTo>
                <a:cubicBezTo>
                  <a:pt x="4051" y="536"/>
                  <a:pt x="4051" y="536"/>
                  <a:pt x="4051" y="536"/>
                </a:cubicBezTo>
                <a:cubicBezTo>
                  <a:pt x="4051" y="432"/>
                  <a:pt x="4051" y="432"/>
                  <a:pt x="4051" y="432"/>
                </a:cubicBezTo>
                <a:cubicBezTo>
                  <a:pt x="4048" y="432"/>
                  <a:pt x="4048" y="432"/>
                  <a:pt x="4048" y="432"/>
                </a:cubicBezTo>
                <a:lnTo>
                  <a:pt x="4048" y="536"/>
                </a:lnTo>
                <a:close/>
                <a:moveTo>
                  <a:pt x="4028" y="535"/>
                </a:moveTo>
                <a:cubicBezTo>
                  <a:pt x="4030" y="535"/>
                  <a:pt x="4030" y="535"/>
                  <a:pt x="4030" y="535"/>
                </a:cubicBezTo>
                <a:cubicBezTo>
                  <a:pt x="4030" y="474"/>
                  <a:pt x="4030" y="474"/>
                  <a:pt x="4030" y="474"/>
                </a:cubicBezTo>
                <a:cubicBezTo>
                  <a:pt x="4028" y="474"/>
                  <a:pt x="4028" y="474"/>
                  <a:pt x="4028" y="474"/>
                </a:cubicBezTo>
                <a:lnTo>
                  <a:pt x="4028" y="535"/>
                </a:lnTo>
                <a:close/>
                <a:moveTo>
                  <a:pt x="4030" y="438"/>
                </a:moveTo>
                <a:cubicBezTo>
                  <a:pt x="4049" y="435"/>
                  <a:pt x="4049" y="435"/>
                  <a:pt x="4049" y="435"/>
                </a:cubicBezTo>
                <a:cubicBezTo>
                  <a:pt x="4049" y="432"/>
                  <a:pt x="4049" y="432"/>
                  <a:pt x="4049" y="432"/>
                </a:cubicBezTo>
                <a:cubicBezTo>
                  <a:pt x="4029" y="435"/>
                  <a:pt x="4029" y="435"/>
                  <a:pt x="4029" y="435"/>
                </a:cubicBezTo>
                <a:moveTo>
                  <a:pt x="4115" y="657"/>
                </a:moveTo>
                <a:cubicBezTo>
                  <a:pt x="4117" y="657"/>
                  <a:pt x="4117" y="657"/>
                  <a:pt x="4117" y="657"/>
                </a:cubicBezTo>
                <a:cubicBezTo>
                  <a:pt x="4117" y="531"/>
                  <a:pt x="4117" y="531"/>
                  <a:pt x="4117" y="531"/>
                </a:cubicBezTo>
                <a:cubicBezTo>
                  <a:pt x="4115" y="531"/>
                  <a:pt x="4115" y="531"/>
                  <a:pt x="4115" y="531"/>
                </a:cubicBezTo>
                <a:lnTo>
                  <a:pt x="4115" y="657"/>
                </a:lnTo>
                <a:close/>
                <a:moveTo>
                  <a:pt x="4033" y="550"/>
                </a:moveTo>
                <a:cubicBezTo>
                  <a:pt x="4099" y="550"/>
                  <a:pt x="4099" y="550"/>
                  <a:pt x="4099" y="550"/>
                </a:cubicBezTo>
                <a:cubicBezTo>
                  <a:pt x="4099" y="548"/>
                  <a:pt x="4099" y="548"/>
                  <a:pt x="4099" y="548"/>
                </a:cubicBezTo>
                <a:cubicBezTo>
                  <a:pt x="4033" y="548"/>
                  <a:pt x="4033" y="548"/>
                  <a:pt x="4033" y="548"/>
                </a:cubicBezTo>
                <a:moveTo>
                  <a:pt x="4016" y="659"/>
                </a:moveTo>
                <a:cubicBezTo>
                  <a:pt x="4060" y="659"/>
                  <a:pt x="4060" y="659"/>
                  <a:pt x="4060" y="659"/>
                </a:cubicBezTo>
                <a:cubicBezTo>
                  <a:pt x="4060" y="662"/>
                  <a:pt x="4060" y="662"/>
                  <a:pt x="4060" y="662"/>
                </a:cubicBezTo>
                <a:cubicBezTo>
                  <a:pt x="4106" y="662"/>
                  <a:pt x="4106" y="662"/>
                  <a:pt x="4106" y="662"/>
                </a:cubicBezTo>
                <a:cubicBezTo>
                  <a:pt x="4106" y="666"/>
                  <a:pt x="4106" y="666"/>
                  <a:pt x="4106" y="666"/>
                </a:cubicBezTo>
                <a:cubicBezTo>
                  <a:pt x="4158" y="666"/>
                  <a:pt x="4158" y="666"/>
                  <a:pt x="4158" y="666"/>
                </a:cubicBezTo>
                <a:cubicBezTo>
                  <a:pt x="4158" y="664"/>
                  <a:pt x="4158" y="664"/>
                  <a:pt x="4158" y="664"/>
                </a:cubicBezTo>
                <a:cubicBezTo>
                  <a:pt x="4108" y="664"/>
                  <a:pt x="4108" y="664"/>
                  <a:pt x="4108" y="664"/>
                </a:cubicBezTo>
                <a:cubicBezTo>
                  <a:pt x="4108" y="659"/>
                  <a:pt x="4108" y="659"/>
                  <a:pt x="4108" y="659"/>
                </a:cubicBezTo>
                <a:cubicBezTo>
                  <a:pt x="4063" y="659"/>
                  <a:pt x="4063" y="659"/>
                  <a:pt x="4063" y="659"/>
                </a:cubicBezTo>
                <a:cubicBezTo>
                  <a:pt x="4063" y="656"/>
                  <a:pt x="4063" y="656"/>
                  <a:pt x="4063" y="656"/>
                </a:cubicBezTo>
                <a:cubicBezTo>
                  <a:pt x="4016" y="656"/>
                  <a:pt x="4016" y="656"/>
                  <a:pt x="4016" y="656"/>
                </a:cubicBezTo>
                <a:cubicBezTo>
                  <a:pt x="4016" y="659"/>
                  <a:pt x="4016" y="659"/>
                  <a:pt x="4016" y="659"/>
                </a:cubicBezTo>
                <a:moveTo>
                  <a:pt x="1465" y="456"/>
                </a:moveTo>
                <a:cubicBezTo>
                  <a:pt x="1465" y="422"/>
                  <a:pt x="1465" y="422"/>
                  <a:pt x="1465" y="422"/>
                </a:cubicBezTo>
                <a:cubicBezTo>
                  <a:pt x="1470" y="422"/>
                  <a:pt x="1470" y="422"/>
                  <a:pt x="1470" y="422"/>
                </a:cubicBezTo>
                <a:cubicBezTo>
                  <a:pt x="1470" y="415"/>
                  <a:pt x="1470" y="415"/>
                  <a:pt x="1470" y="415"/>
                </a:cubicBezTo>
                <a:cubicBezTo>
                  <a:pt x="1480" y="415"/>
                  <a:pt x="1480" y="415"/>
                  <a:pt x="1480" y="415"/>
                </a:cubicBezTo>
                <a:cubicBezTo>
                  <a:pt x="1484" y="422"/>
                  <a:pt x="1484" y="422"/>
                  <a:pt x="1484" y="422"/>
                </a:cubicBezTo>
                <a:cubicBezTo>
                  <a:pt x="1484" y="458"/>
                  <a:pt x="1484" y="458"/>
                  <a:pt x="1484" y="458"/>
                </a:cubicBezTo>
                <a:cubicBezTo>
                  <a:pt x="1486" y="458"/>
                  <a:pt x="1486" y="458"/>
                  <a:pt x="1486" y="458"/>
                </a:cubicBezTo>
                <a:cubicBezTo>
                  <a:pt x="1486" y="421"/>
                  <a:pt x="1486" y="421"/>
                  <a:pt x="1486" y="421"/>
                </a:cubicBezTo>
                <a:cubicBezTo>
                  <a:pt x="1481" y="413"/>
                  <a:pt x="1481" y="413"/>
                  <a:pt x="1481" y="413"/>
                </a:cubicBezTo>
                <a:cubicBezTo>
                  <a:pt x="1468" y="413"/>
                  <a:pt x="1468" y="413"/>
                  <a:pt x="1468" y="413"/>
                </a:cubicBezTo>
                <a:cubicBezTo>
                  <a:pt x="1468" y="419"/>
                  <a:pt x="1468" y="419"/>
                  <a:pt x="1468" y="419"/>
                </a:cubicBezTo>
                <a:cubicBezTo>
                  <a:pt x="1463" y="419"/>
                  <a:pt x="1463" y="419"/>
                  <a:pt x="1463" y="419"/>
                </a:cubicBezTo>
                <a:cubicBezTo>
                  <a:pt x="1463" y="456"/>
                  <a:pt x="1463" y="456"/>
                  <a:pt x="1463" y="456"/>
                </a:cubicBezTo>
                <a:cubicBezTo>
                  <a:pt x="1465" y="456"/>
                  <a:pt x="1465" y="456"/>
                  <a:pt x="1465" y="456"/>
                </a:cubicBezTo>
                <a:moveTo>
                  <a:pt x="1494" y="454"/>
                </a:moveTo>
                <a:cubicBezTo>
                  <a:pt x="1494" y="419"/>
                  <a:pt x="1494" y="419"/>
                  <a:pt x="1494" y="419"/>
                </a:cubicBezTo>
                <a:cubicBezTo>
                  <a:pt x="1506" y="419"/>
                  <a:pt x="1506" y="419"/>
                  <a:pt x="1506" y="419"/>
                </a:cubicBezTo>
                <a:cubicBezTo>
                  <a:pt x="1506" y="411"/>
                  <a:pt x="1506" y="411"/>
                  <a:pt x="1506" y="411"/>
                </a:cubicBezTo>
                <a:cubicBezTo>
                  <a:pt x="1515" y="411"/>
                  <a:pt x="1515" y="411"/>
                  <a:pt x="1515" y="411"/>
                </a:cubicBezTo>
                <a:cubicBezTo>
                  <a:pt x="1515" y="417"/>
                  <a:pt x="1515" y="417"/>
                  <a:pt x="1515" y="417"/>
                </a:cubicBezTo>
                <a:cubicBezTo>
                  <a:pt x="1515" y="418"/>
                  <a:pt x="1515" y="418"/>
                  <a:pt x="1515" y="418"/>
                </a:cubicBezTo>
                <a:cubicBezTo>
                  <a:pt x="1528" y="418"/>
                  <a:pt x="1528" y="418"/>
                  <a:pt x="1528" y="418"/>
                </a:cubicBezTo>
                <a:cubicBezTo>
                  <a:pt x="1528" y="462"/>
                  <a:pt x="1528" y="462"/>
                  <a:pt x="1528" y="462"/>
                </a:cubicBezTo>
                <a:cubicBezTo>
                  <a:pt x="1515" y="462"/>
                  <a:pt x="1515" y="462"/>
                  <a:pt x="1515" y="462"/>
                </a:cubicBezTo>
                <a:cubicBezTo>
                  <a:pt x="1515" y="464"/>
                  <a:pt x="1515" y="464"/>
                  <a:pt x="1515" y="464"/>
                </a:cubicBezTo>
                <a:cubicBezTo>
                  <a:pt x="1530" y="464"/>
                  <a:pt x="1530" y="464"/>
                  <a:pt x="1530" y="464"/>
                </a:cubicBezTo>
                <a:cubicBezTo>
                  <a:pt x="1530" y="416"/>
                  <a:pt x="1530" y="416"/>
                  <a:pt x="1530" y="416"/>
                </a:cubicBezTo>
                <a:cubicBezTo>
                  <a:pt x="1517" y="416"/>
                  <a:pt x="1517" y="416"/>
                  <a:pt x="1517" y="416"/>
                </a:cubicBezTo>
                <a:cubicBezTo>
                  <a:pt x="1517" y="410"/>
                  <a:pt x="1517" y="410"/>
                  <a:pt x="1517" y="410"/>
                </a:cubicBezTo>
                <a:cubicBezTo>
                  <a:pt x="1517" y="409"/>
                  <a:pt x="1517" y="409"/>
                  <a:pt x="1517" y="409"/>
                </a:cubicBezTo>
                <a:cubicBezTo>
                  <a:pt x="1504" y="409"/>
                  <a:pt x="1504" y="409"/>
                  <a:pt x="1504" y="409"/>
                </a:cubicBezTo>
                <a:cubicBezTo>
                  <a:pt x="1504" y="417"/>
                  <a:pt x="1504" y="417"/>
                  <a:pt x="1504" y="417"/>
                </a:cubicBezTo>
                <a:cubicBezTo>
                  <a:pt x="1491" y="417"/>
                  <a:pt x="1491" y="417"/>
                  <a:pt x="1491" y="417"/>
                </a:cubicBezTo>
                <a:cubicBezTo>
                  <a:pt x="1491" y="454"/>
                  <a:pt x="1491" y="454"/>
                  <a:pt x="1491" y="454"/>
                </a:cubicBezTo>
                <a:cubicBezTo>
                  <a:pt x="1494" y="454"/>
                  <a:pt x="1494" y="454"/>
                  <a:pt x="1494" y="454"/>
                </a:cubicBezTo>
                <a:moveTo>
                  <a:pt x="1523" y="417"/>
                </a:moveTo>
                <a:cubicBezTo>
                  <a:pt x="1523" y="398"/>
                  <a:pt x="1523" y="398"/>
                  <a:pt x="1523" y="398"/>
                </a:cubicBezTo>
                <a:cubicBezTo>
                  <a:pt x="1537" y="395"/>
                  <a:pt x="1537" y="395"/>
                  <a:pt x="1537" y="395"/>
                </a:cubicBezTo>
                <a:cubicBezTo>
                  <a:pt x="1537" y="439"/>
                  <a:pt x="1537" y="439"/>
                  <a:pt x="1537" y="439"/>
                </a:cubicBezTo>
                <a:cubicBezTo>
                  <a:pt x="1539" y="439"/>
                  <a:pt x="1539" y="439"/>
                  <a:pt x="1539" y="439"/>
                </a:cubicBezTo>
                <a:cubicBezTo>
                  <a:pt x="1539" y="393"/>
                  <a:pt x="1539" y="393"/>
                  <a:pt x="1539" y="393"/>
                </a:cubicBezTo>
                <a:cubicBezTo>
                  <a:pt x="1521" y="396"/>
                  <a:pt x="1521" y="396"/>
                  <a:pt x="1521" y="396"/>
                </a:cubicBezTo>
                <a:cubicBezTo>
                  <a:pt x="1521" y="417"/>
                  <a:pt x="1521" y="417"/>
                  <a:pt x="1521" y="417"/>
                </a:cubicBezTo>
                <a:cubicBezTo>
                  <a:pt x="1523" y="417"/>
                  <a:pt x="1523" y="417"/>
                  <a:pt x="1523" y="417"/>
                </a:cubicBezTo>
                <a:moveTo>
                  <a:pt x="1539" y="395"/>
                </a:moveTo>
                <a:cubicBezTo>
                  <a:pt x="1550" y="396"/>
                  <a:pt x="1550" y="396"/>
                  <a:pt x="1550" y="396"/>
                </a:cubicBezTo>
                <a:cubicBezTo>
                  <a:pt x="1550" y="437"/>
                  <a:pt x="1550" y="437"/>
                  <a:pt x="1550" y="437"/>
                </a:cubicBezTo>
                <a:cubicBezTo>
                  <a:pt x="1552" y="437"/>
                  <a:pt x="1552" y="437"/>
                  <a:pt x="1552" y="437"/>
                </a:cubicBezTo>
                <a:cubicBezTo>
                  <a:pt x="1552" y="394"/>
                  <a:pt x="1552" y="394"/>
                  <a:pt x="1552" y="394"/>
                </a:cubicBezTo>
                <a:cubicBezTo>
                  <a:pt x="1539" y="393"/>
                  <a:pt x="1539" y="393"/>
                  <a:pt x="1539" y="393"/>
                </a:cubicBezTo>
                <a:cubicBezTo>
                  <a:pt x="1539" y="395"/>
                  <a:pt x="1539" y="395"/>
                  <a:pt x="1539" y="395"/>
                </a:cubicBezTo>
                <a:moveTo>
                  <a:pt x="1475" y="510"/>
                </a:moveTo>
                <a:cubicBezTo>
                  <a:pt x="1475" y="497"/>
                  <a:pt x="1475" y="497"/>
                  <a:pt x="1475" y="497"/>
                </a:cubicBezTo>
                <a:cubicBezTo>
                  <a:pt x="1508" y="497"/>
                  <a:pt x="1508" y="497"/>
                  <a:pt x="1508" y="497"/>
                </a:cubicBezTo>
                <a:cubicBezTo>
                  <a:pt x="1508" y="509"/>
                  <a:pt x="1508" y="509"/>
                  <a:pt x="1508" y="509"/>
                </a:cubicBezTo>
                <a:cubicBezTo>
                  <a:pt x="1510" y="509"/>
                  <a:pt x="1510" y="509"/>
                  <a:pt x="1510" y="509"/>
                </a:cubicBezTo>
                <a:cubicBezTo>
                  <a:pt x="1510" y="495"/>
                  <a:pt x="1510" y="495"/>
                  <a:pt x="1510" y="495"/>
                </a:cubicBezTo>
                <a:cubicBezTo>
                  <a:pt x="1472" y="495"/>
                  <a:pt x="1472" y="495"/>
                  <a:pt x="1472" y="495"/>
                </a:cubicBezTo>
                <a:cubicBezTo>
                  <a:pt x="1472" y="510"/>
                  <a:pt x="1472" y="510"/>
                  <a:pt x="1472" y="510"/>
                </a:cubicBezTo>
                <a:cubicBezTo>
                  <a:pt x="1475" y="510"/>
                  <a:pt x="1475" y="510"/>
                  <a:pt x="1475" y="510"/>
                </a:cubicBezTo>
                <a:moveTo>
                  <a:pt x="1552" y="422"/>
                </a:moveTo>
                <a:cubicBezTo>
                  <a:pt x="1552" y="422"/>
                  <a:pt x="1569" y="418"/>
                  <a:pt x="1572" y="417"/>
                </a:cubicBezTo>
                <a:cubicBezTo>
                  <a:pt x="1572" y="417"/>
                  <a:pt x="1572" y="417"/>
                  <a:pt x="1572" y="417"/>
                </a:cubicBezTo>
                <a:cubicBezTo>
                  <a:pt x="1573" y="416"/>
                  <a:pt x="1574" y="416"/>
                  <a:pt x="1574" y="415"/>
                </a:cubicBezTo>
                <a:cubicBezTo>
                  <a:pt x="1575" y="415"/>
                  <a:pt x="1575" y="415"/>
                  <a:pt x="1576" y="414"/>
                </a:cubicBezTo>
                <a:cubicBezTo>
                  <a:pt x="1577" y="414"/>
                  <a:pt x="1580" y="413"/>
                  <a:pt x="1584" y="413"/>
                </a:cubicBezTo>
                <a:cubicBezTo>
                  <a:pt x="1590" y="412"/>
                  <a:pt x="1592" y="412"/>
                  <a:pt x="1594" y="412"/>
                </a:cubicBezTo>
                <a:cubicBezTo>
                  <a:pt x="1595" y="411"/>
                  <a:pt x="1597" y="411"/>
                  <a:pt x="1601" y="409"/>
                </a:cubicBezTo>
                <a:cubicBezTo>
                  <a:pt x="1611" y="405"/>
                  <a:pt x="1620" y="398"/>
                  <a:pt x="1624" y="396"/>
                </a:cubicBezTo>
                <a:cubicBezTo>
                  <a:pt x="1626" y="395"/>
                  <a:pt x="1631" y="391"/>
                  <a:pt x="1636" y="387"/>
                </a:cubicBezTo>
                <a:cubicBezTo>
                  <a:pt x="1640" y="384"/>
                  <a:pt x="1644" y="380"/>
                  <a:pt x="1644" y="380"/>
                </a:cubicBezTo>
                <a:cubicBezTo>
                  <a:pt x="1643" y="379"/>
                  <a:pt x="1643" y="379"/>
                  <a:pt x="1643" y="379"/>
                </a:cubicBezTo>
                <a:cubicBezTo>
                  <a:pt x="1644" y="380"/>
                  <a:pt x="1644" y="380"/>
                  <a:pt x="1644" y="380"/>
                </a:cubicBezTo>
                <a:cubicBezTo>
                  <a:pt x="1653" y="375"/>
                  <a:pt x="1669" y="373"/>
                  <a:pt x="1682" y="372"/>
                </a:cubicBezTo>
                <a:cubicBezTo>
                  <a:pt x="1691" y="371"/>
                  <a:pt x="1697" y="370"/>
                  <a:pt x="1703" y="370"/>
                </a:cubicBezTo>
                <a:cubicBezTo>
                  <a:pt x="1706" y="370"/>
                  <a:pt x="1709" y="370"/>
                  <a:pt x="1712" y="370"/>
                </a:cubicBezTo>
                <a:cubicBezTo>
                  <a:pt x="1725" y="372"/>
                  <a:pt x="1731" y="377"/>
                  <a:pt x="1738" y="380"/>
                </a:cubicBezTo>
                <a:cubicBezTo>
                  <a:pt x="1741" y="381"/>
                  <a:pt x="1742" y="382"/>
                  <a:pt x="1744" y="384"/>
                </a:cubicBezTo>
                <a:cubicBezTo>
                  <a:pt x="1745" y="385"/>
                  <a:pt x="1747" y="386"/>
                  <a:pt x="1751" y="388"/>
                </a:cubicBezTo>
                <a:cubicBezTo>
                  <a:pt x="1756" y="389"/>
                  <a:pt x="1759" y="391"/>
                  <a:pt x="1762" y="392"/>
                </a:cubicBezTo>
                <a:cubicBezTo>
                  <a:pt x="1765" y="394"/>
                  <a:pt x="1767" y="395"/>
                  <a:pt x="1767" y="395"/>
                </a:cubicBezTo>
                <a:cubicBezTo>
                  <a:pt x="1768" y="393"/>
                  <a:pt x="1768" y="393"/>
                  <a:pt x="1768" y="393"/>
                </a:cubicBezTo>
                <a:cubicBezTo>
                  <a:pt x="1768" y="393"/>
                  <a:pt x="1761" y="389"/>
                  <a:pt x="1752" y="386"/>
                </a:cubicBezTo>
                <a:cubicBezTo>
                  <a:pt x="1748" y="384"/>
                  <a:pt x="1746" y="383"/>
                  <a:pt x="1745" y="382"/>
                </a:cubicBezTo>
                <a:cubicBezTo>
                  <a:pt x="1744" y="381"/>
                  <a:pt x="1742" y="379"/>
                  <a:pt x="1739" y="378"/>
                </a:cubicBezTo>
                <a:cubicBezTo>
                  <a:pt x="1732" y="375"/>
                  <a:pt x="1726" y="370"/>
                  <a:pt x="1712" y="368"/>
                </a:cubicBezTo>
                <a:cubicBezTo>
                  <a:pt x="1709" y="368"/>
                  <a:pt x="1706" y="368"/>
                  <a:pt x="1703" y="368"/>
                </a:cubicBezTo>
                <a:cubicBezTo>
                  <a:pt x="1697" y="368"/>
                  <a:pt x="1691" y="369"/>
                  <a:pt x="1682" y="369"/>
                </a:cubicBezTo>
                <a:cubicBezTo>
                  <a:pt x="1669" y="371"/>
                  <a:pt x="1653" y="372"/>
                  <a:pt x="1643" y="378"/>
                </a:cubicBezTo>
                <a:cubicBezTo>
                  <a:pt x="1643" y="378"/>
                  <a:pt x="1643" y="378"/>
                  <a:pt x="1643" y="378"/>
                </a:cubicBezTo>
                <a:cubicBezTo>
                  <a:pt x="1642" y="378"/>
                  <a:pt x="1642" y="378"/>
                  <a:pt x="1642" y="378"/>
                </a:cubicBezTo>
                <a:cubicBezTo>
                  <a:pt x="1642" y="378"/>
                  <a:pt x="1639" y="382"/>
                  <a:pt x="1634" y="386"/>
                </a:cubicBezTo>
                <a:cubicBezTo>
                  <a:pt x="1630" y="389"/>
                  <a:pt x="1625" y="393"/>
                  <a:pt x="1623" y="394"/>
                </a:cubicBezTo>
                <a:cubicBezTo>
                  <a:pt x="1618" y="396"/>
                  <a:pt x="1610" y="403"/>
                  <a:pt x="1601" y="407"/>
                </a:cubicBezTo>
                <a:cubicBezTo>
                  <a:pt x="1596" y="409"/>
                  <a:pt x="1595" y="409"/>
                  <a:pt x="1593" y="410"/>
                </a:cubicBezTo>
                <a:cubicBezTo>
                  <a:pt x="1592" y="410"/>
                  <a:pt x="1590" y="410"/>
                  <a:pt x="1584" y="410"/>
                </a:cubicBezTo>
                <a:cubicBezTo>
                  <a:pt x="1578" y="411"/>
                  <a:pt x="1576" y="412"/>
                  <a:pt x="1574" y="413"/>
                </a:cubicBezTo>
                <a:cubicBezTo>
                  <a:pt x="1573" y="413"/>
                  <a:pt x="1573" y="413"/>
                  <a:pt x="1573" y="414"/>
                </a:cubicBezTo>
                <a:cubicBezTo>
                  <a:pt x="1572" y="414"/>
                  <a:pt x="1572" y="414"/>
                  <a:pt x="1572" y="414"/>
                </a:cubicBezTo>
                <a:cubicBezTo>
                  <a:pt x="1572" y="415"/>
                  <a:pt x="1572" y="415"/>
                  <a:pt x="1572" y="415"/>
                </a:cubicBezTo>
                <a:cubicBezTo>
                  <a:pt x="1572" y="414"/>
                  <a:pt x="1572" y="414"/>
                  <a:pt x="1572" y="414"/>
                </a:cubicBezTo>
                <a:cubicBezTo>
                  <a:pt x="1570" y="415"/>
                  <a:pt x="1565" y="417"/>
                  <a:pt x="1560" y="418"/>
                </a:cubicBezTo>
                <a:cubicBezTo>
                  <a:pt x="1556" y="419"/>
                  <a:pt x="1551" y="420"/>
                  <a:pt x="1551" y="420"/>
                </a:cubicBezTo>
                <a:cubicBezTo>
                  <a:pt x="1552" y="422"/>
                  <a:pt x="1552" y="422"/>
                  <a:pt x="1552" y="422"/>
                </a:cubicBezTo>
                <a:moveTo>
                  <a:pt x="1768" y="394"/>
                </a:moveTo>
                <a:cubicBezTo>
                  <a:pt x="1768" y="378"/>
                  <a:pt x="1768" y="378"/>
                  <a:pt x="1768" y="378"/>
                </a:cubicBezTo>
                <a:cubicBezTo>
                  <a:pt x="1789" y="378"/>
                  <a:pt x="1789" y="378"/>
                  <a:pt x="1789" y="378"/>
                </a:cubicBezTo>
                <a:cubicBezTo>
                  <a:pt x="1789" y="393"/>
                  <a:pt x="1789" y="393"/>
                  <a:pt x="1789" y="393"/>
                </a:cubicBezTo>
                <a:cubicBezTo>
                  <a:pt x="1791" y="393"/>
                  <a:pt x="1791" y="393"/>
                  <a:pt x="1791" y="393"/>
                </a:cubicBezTo>
                <a:cubicBezTo>
                  <a:pt x="1791" y="375"/>
                  <a:pt x="1791" y="375"/>
                  <a:pt x="1791" y="375"/>
                </a:cubicBezTo>
                <a:cubicBezTo>
                  <a:pt x="1765" y="375"/>
                  <a:pt x="1765" y="375"/>
                  <a:pt x="1765" y="375"/>
                </a:cubicBezTo>
                <a:cubicBezTo>
                  <a:pt x="1765" y="394"/>
                  <a:pt x="1765" y="394"/>
                  <a:pt x="1765" y="394"/>
                </a:cubicBezTo>
                <a:cubicBezTo>
                  <a:pt x="1768" y="394"/>
                  <a:pt x="1768" y="394"/>
                  <a:pt x="1768" y="394"/>
                </a:cubicBezTo>
                <a:moveTo>
                  <a:pt x="1854" y="435"/>
                </a:moveTo>
                <a:cubicBezTo>
                  <a:pt x="1854" y="403"/>
                  <a:pt x="1854" y="403"/>
                  <a:pt x="1854" y="403"/>
                </a:cubicBezTo>
                <a:cubicBezTo>
                  <a:pt x="1860" y="402"/>
                  <a:pt x="1860" y="402"/>
                  <a:pt x="1860" y="402"/>
                </a:cubicBezTo>
                <a:cubicBezTo>
                  <a:pt x="1881" y="403"/>
                  <a:pt x="1881" y="403"/>
                  <a:pt x="1881" y="403"/>
                </a:cubicBezTo>
                <a:cubicBezTo>
                  <a:pt x="1881" y="434"/>
                  <a:pt x="1881" y="434"/>
                  <a:pt x="1881" y="434"/>
                </a:cubicBezTo>
                <a:cubicBezTo>
                  <a:pt x="1883" y="434"/>
                  <a:pt x="1883" y="434"/>
                  <a:pt x="1883" y="434"/>
                </a:cubicBezTo>
                <a:cubicBezTo>
                  <a:pt x="1883" y="401"/>
                  <a:pt x="1883" y="401"/>
                  <a:pt x="1883" y="401"/>
                </a:cubicBezTo>
                <a:cubicBezTo>
                  <a:pt x="1860" y="399"/>
                  <a:pt x="1860" y="399"/>
                  <a:pt x="1860" y="399"/>
                </a:cubicBezTo>
                <a:cubicBezTo>
                  <a:pt x="1853" y="402"/>
                  <a:pt x="1853" y="402"/>
                  <a:pt x="1853" y="402"/>
                </a:cubicBezTo>
                <a:cubicBezTo>
                  <a:pt x="1852" y="402"/>
                  <a:pt x="1852" y="402"/>
                  <a:pt x="1852" y="402"/>
                </a:cubicBezTo>
                <a:cubicBezTo>
                  <a:pt x="1852" y="435"/>
                  <a:pt x="1852" y="435"/>
                  <a:pt x="1852" y="435"/>
                </a:cubicBezTo>
                <a:cubicBezTo>
                  <a:pt x="1854" y="435"/>
                  <a:pt x="1854" y="435"/>
                  <a:pt x="1854" y="435"/>
                </a:cubicBezTo>
                <a:moveTo>
                  <a:pt x="1810" y="401"/>
                </a:moveTo>
                <a:cubicBezTo>
                  <a:pt x="1809" y="400"/>
                  <a:pt x="1809" y="400"/>
                  <a:pt x="1809" y="400"/>
                </a:cubicBezTo>
                <a:cubicBezTo>
                  <a:pt x="1809" y="401"/>
                  <a:pt x="1809" y="401"/>
                  <a:pt x="1809" y="401"/>
                </a:cubicBezTo>
                <a:cubicBezTo>
                  <a:pt x="1810" y="401"/>
                  <a:pt x="1810" y="401"/>
                  <a:pt x="1810" y="401"/>
                </a:cubicBezTo>
                <a:cubicBezTo>
                  <a:pt x="1809" y="400"/>
                  <a:pt x="1809" y="400"/>
                  <a:pt x="1809" y="400"/>
                </a:cubicBezTo>
                <a:cubicBezTo>
                  <a:pt x="1809" y="401"/>
                  <a:pt x="1809" y="401"/>
                  <a:pt x="1809" y="401"/>
                </a:cubicBezTo>
                <a:cubicBezTo>
                  <a:pt x="1810" y="401"/>
                  <a:pt x="1811" y="401"/>
                  <a:pt x="1817" y="404"/>
                </a:cubicBezTo>
                <a:cubicBezTo>
                  <a:pt x="1819" y="405"/>
                  <a:pt x="1821" y="406"/>
                  <a:pt x="1822" y="407"/>
                </a:cubicBezTo>
                <a:cubicBezTo>
                  <a:pt x="1824" y="408"/>
                  <a:pt x="1825" y="409"/>
                  <a:pt x="1827" y="409"/>
                </a:cubicBezTo>
                <a:cubicBezTo>
                  <a:pt x="1829" y="409"/>
                  <a:pt x="1829" y="409"/>
                  <a:pt x="1829" y="409"/>
                </a:cubicBezTo>
                <a:cubicBezTo>
                  <a:pt x="1830" y="409"/>
                  <a:pt x="1832" y="409"/>
                  <a:pt x="1833" y="409"/>
                </a:cubicBezTo>
                <a:cubicBezTo>
                  <a:pt x="1837" y="409"/>
                  <a:pt x="1839" y="409"/>
                  <a:pt x="1844" y="410"/>
                </a:cubicBezTo>
                <a:cubicBezTo>
                  <a:pt x="1847" y="410"/>
                  <a:pt x="1849" y="411"/>
                  <a:pt x="1850" y="411"/>
                </a:cubicBezTo>
                <a:cubicBezTo>
                  <a:pt x="1852" y="411"/>
                  <a:pt x="1852" y="412"/>
                  <a:pt x="1852" y="412"/>
                </a:cubicBezTo>
                <a:cubicBezTo>
                  <a:pt x="1853" y="409"/>
                  <a:pt x="1853" y="409"/>
                  <a:pt x="1853" y="409"/>
                </a:cubicBezTo>
                <a:cubicBezTo>
                  <a:pt x="1853" y="409"/>
                  <a:pt x="1850" y="409"/>
                  <a:pt x="1844" y="408"/>
                </a:cubicBezTo>
                <a:cubicBezTo>
                  <a:pt x="1840" y="407"/>
                  <a:pt x="1837" y="406"/>
                  <a:pt x="1833" y="406"/>
                </a:cubicBezTo>
                <a:cubicBezTo>
                  <a:pt x="1832" y="406"/>
                  <a:pt x="1830" y="406"/>
                  <a:pt x="1829" y="406"/>
                </a:cubicBezTo>
                <a:cubicBezTo>
                  <a:pt x="1827" y="406"/>
                  <a:pt x="1827" y="406"/>
                  <a:pt x="1827" y="406"/>
                </a:cubicBezTo>
                <a:cubicBezTo>
                  <a:pt x="1825" y="406"/>
                  <a:pt x="1825" y="406"/>
                  <a:pt x="1823" y="405"/>
                </a:cubicBezTo>
                <a:cubicBezTo>
                  <a:pt x="1822" y="405"/>
                  <a:pt x="1821" y="403"/>
                  <a:pt x="1818" y="402"/>
                </a:cubicBezTo>
                <a:cubicBezTo>
                  <a:pt x="1812" y="399"/>
                  <a:pt x="1810" y="399"/>
                  <a:pt x="1809" y="399"/>
                </a:cubicBezTo>
                <a:cubicBezTo>
                  <a:pt x="1809" y="399"/>
                  <a:pt x="1809" y="399"/>
                  <a:pt x="1809" y="399"/>
                </a:cubicBezTo>
                <a:cubicBezTo>
                  <a:pt x="1810" y="401"/>
                  <a:pt x="1810" y="401"/>
                  <a:pt x="1810" y="401"/>
                </a:cubicBezTo>
                <a:moveTo>
                  <a:pt x="1828" y="408"/>
                </a:moveTo>
                <a:cubicBezTo>
                  <a:pt x="1828" y="392"/>
                  <a:pt x="1828" y="392"/>
                  <a:pt x="1828" y="392"/>
                </a:cubicBezTo>
                <a:cubicBezTo>
                  <a:pt x="1839" y="392"/>
                  <a:pt x="1839" y="392"/>
                  <a:pt x="1839" y="392"/>
                </a:cubicBezTo>
                <a:cubicBezTo>
                  <a:pt x="1839" y="389"/>
                  <a:pt x="1839" y="389"/>
                  <a:pt x="1839" y="389"/>
                </a:cubicBezTo>
                <a:cubicBezTo>
                  <a:pt x="1850" y="389"/>
                  <a:pt x="1850" y="389"/>
                  <a:pt x="1850" y="389"/>
                </a:cubicBezTo>
                <a:cubicBezTo>
                  <a:pt x="1850" y="393"/>
                  <a:pt x="1850" y="393"/>
                  <a:pt x="1850" y="393"/>
                </a:cubicBezTo>
                <a:cubicBezTo>
                  <a:pt x="1858" y="393"/>
                  <a:pt x="1858" y="393"/>
                  <a:pt x="1858" y="393"/>
                </a:cubicBezTo>
                <a:cubicBezTo>
                  <a:pt x="1858" y="401"/>
                  <a:pt x="1858" y="401"/>
                  <a:pt x="1858" y="401"/>
                </a:cubicBezTo>
                <a:cubicBezTo>
                  <a:pt x="1860" y="401"/>
                  <a:pt x="1860" y="401"/>
                  <a:pt x="1860" y="401"/>
                </a:cubicBezTo>
                <a:cubicBezTo>
                  <a:pt x="1860" y="392"/>
                  <a:pt x="1860" y="392"/>
                  <a:pt x="1860" y="392"/>
                </a:cubicBezTo>
                <a:cubicBezTo>
                  <a:pt x="1860" y="391"/>
                  <a:pt x="1860" y="391"/>
                  <a:pt x="1860" y="391"/>
                </a:cubicBezTo>
                <a:cubicBezTo>
                  <a:pt x="1852" y="391"/>
                  <a:pt x="1852" y="391"/>
                  <a:pt x="1852" y="391"/>
                </a:cubicBezTo>
                <a:cubicBezTo>
                  <a:pt x="1852" y="386"/>
                  <a:pt x="1852" y="386"/>
                  <a:pt x="1852" y="386"/>
                </a:cubicBezTo>
                <a:cubicBezTo>
                  <a:pt x="1837" y="386"/>
                  <a:pt x="1837" y="386"/>
                  <a:pt x="1837" y="386"/>
                </a:cubicBezTo>
                <a:cubicBezTo>
                  <a:pt x="1837" y="390"/>
                  <a:pt x="1837" y="390"/>
                  <a:pt x="1837" y="390"/>
                </a:cubicBezTo>
                <a:cubicBezTo>
                  <a:pt x="1826" y="390"/>
                  <a:pt x="1826" y="390"/>
                  <a:pt x="1826" y="390"/>
                </a:cubicBezTo>
                <a:cubicBezTo>
                  <a:pt x="1826" y="408"/>
                  <a:pt x="1826" y="408"/>
                  <a:pt x="1826" y="408"/>
                </a:cubicBezTo>
                <a:cubicBezTo>
                  <a:pt x="1828" y="408"/>
                  <a:pt x="1828" y="408"/>
                  <a:pt x="1828" y="408"/>
                </a:cubicBezTo>
                <a:moveTo>
                  <a:pt x="1859" y="427"/>
                </a:moveTo>
                <a:cubicBezTo>
                  <a:pt x="1861" y="427"/>
                  <a:pt x="1861" y="427"/>
                  <a:pt x="1861" y="427"/>
                </a:cubicBezTo>
                <a:cubicBezTo>
                  <a:pt x="1861" y="401"/>
                  <a:pt x="1861" y="401"/>
                  <a:pt x="1861" y="401"/>
                </a:cubicBezTo>
                <a:cubicBezTo>
                  <a:pt x="1859" y="401"/>
                  <a:pt x="1859" y="401"/>
                  <a:pt x="1859" y="401"/>
                </a:cubicBezTo>
                <a:lnTo>
                  <a:pt x="1859" y="427"/>
                </a:lnTo>
                <a:close/>
                <a:moveTo>
                  <a:pt x="1485" y="440"/>
                </a:moveTo>
                <a:cubicBezTo>
                  <a:pt x="1492" y="440"/>
                  <a:pt x="1492" y="440"/>
                  <a:pt x="1492" y="440"/>
                </a:cubicBezTo>
                <a:cubicBezTo>
                  <a:pt x="1492" y="438"/>
                  <a:pt x="1492" y="438"/>
                  <a:pt x="1492" y="438"/>
                </a:cubicBezTo>
                <a:cubicBezTo>
                  <a:pt x="1485" y="438"/>
                  <a:pt x="1485" y="438"/>
                  <a:pt x="1485" y="438"/>
                </a:cubicBezTo>
                <a:lnTo>
                  <a:pt x="1485" y="440"/>
                </a:lnTo>
                <a:close/>
                <a:moveTo>
                  <a:pt x="1603" y="510"/>
                </a:moveTo>
                <a:cubicBezTo>
                  <a:pt x="1603" y="501"/>
                  <a:pt x="1603" y="501"/>
                  <a:pt x="1603" y="501"/>
                </a:cubicBezTo>
                <a:cubicBezTo>
                  <a:pt x="1624" y="501"/>
                  <a:pt x="1624" y="501"/>
                  <a:pt x="1624" y="501"/>
                </a:cubicBezTo>
                <a:cubicBezTo>
                  <a:pt x="1624" y="517"/>
                  <a:pt x="1624" y="517"/>
                  <a:pt x="1624" y="517"/>
                </a:cubicBezTo>
                <a:cubicBezTo>
                  <a:pt x="1626" y="517"/>
                  <a:pt x="1626" y="517"/>
                  <a:pt x="1626" y="517"/>
                </a:cubicBezTo>
                <a:cubicBezTo>
                  <a:pt x="1626" y="499"/>
                  <a:pt x="1626" y="499"/>
                  <a:pt x="1626" y="499"/>
                </a:cubicBezTo>
                <a:cubicBezTo>
                  <a:pt x="1601" y="499"/>
                  <a:pt x="1601" y="499"/>
                  <a:pt x="1601" y="499"/>
                </a:cubicBezTo>
                <a:cubicBezTo>
                  <a:pt x="1601" y="510"/>
                  <a:pt x="1601" y="510"/>
                  <a:pt x="1601" y="510"/>
                </a:cubicBezTo>
                <a:cubicBezTo>
                  <a:pt x="1603" y="510"/>
                  <a:pt x="1603" y="510"/>
                  <a:pt x="1603" y="510"/>
                </a:cubicBezTo>
                <a:moveTo>
                  <a:pt x="1625" y="501"/>
                </a:moveTo>
                <a:cubicBezTo>
                  <a:pt x="1633" y="508"/>
                  <a:pt x="1633" y="508"/>
                  <a:pt x="1633" y="508"/>
                </a:cubicBezTo>
                <a:cubicBezTo>
                  <a:pt x="1633" y="544"/>
                  <a:pt x="1633" y="544"/>
                  <a:pt x="1633" y="544"/>
                </a:cubicBezTo>
                <a:cubicBezTo>
                  <a:pt x="1635" y="544"/>
                  <a:pt x="1635" y="544"/>
                  <a:pt x="1635" y="544"/>
                </a:cubicBezTo>
                <a:cubicBezTo>
                  <a:pt x="1635" y="507"/>
                  <a:pt x="1635" y="507"/>
                  <a:pt x="1635" y="507"/>
                </a:cubicBezTo>
                <a:cubicBezTo>
                  <a:pt x="1626" y="499"/>
                  <a:pt x="1626" y="499"/>
                  <a:pt x="1626" y="499"/>
                </a:cubicBezTo>
                <a:cubicBezTo>
                  <a:pt x="1625" y="501"/>
                  <a:pt x="1625" y="501"/>
                  <a:pt x="1625" y="501"/>
                </a:cubicBezTo>
                <a:moveTo>
                  <a:pt x="2022" y="519"/>
                </a:moveTo>
                <a:cubicBezTo>
                  <a:pt x="2022" y="440"/>
                  <a:pt x="2022" y="440"/>
                  <a:pt x="2022" y="440"/>
                </a:cubicBezTo>
                <a:cubicBezTo>
                  <a:pt x="2033" y="440"/>
                  <a:pt x="2033" y="440"/>
                  <a:pt x="2033" y="440"/>
                </a:cubicBezTo>
                <a:cubicBezTo>
                  <a:pt x="2033" y="433"/>
                  <a:pt x="2033" y="433"/>
                  <a:pt x="2033" y="433"/>
                </a:cubicBezTo>
                <a:cubicBezTo>
                  <a:pt x="2047" y="433"/>
                  <a:pt x="2047" y="433"/>
                  <a:pt x="2047" y="433"/>
                </a:cubicBezTo>
                <a:cubicBezTo>
                  <a:pt x="2047" y="431"/>
                  <a:pt x="2047" y="431"/>
                  <a:pt x="2047" y="431"/>
                </a:cubicBezTo>
                <a:cubicBezTo>
                  <a:pt x="2031" y="431"/>
                  <a:pt x="2031" y="431"/>
                  <a:pt x="2031" y="431"/>
                </a:cubicBezTo>
                <a:cubicBezTo>
                  <a:pt x="2031" y="438"/>
                  <a:pt x="2031" y="438"/>
                  <a:pt x="2031" y="438"/>
                </a:cubicBezTo>
                <a:cubicBezTo>
                  <a:pt x="2020" y="438"/>
                  <a:pt x="2020" y="438"/>
                  <a:pt x="2020" y="438"/>
                </a:cubicBezTo>
                <a:cubicBezTo>
                  <a:pt x="2020" y="519"/>
                  <a:pt x="2020" y="519"/>
                  <a:pt x="2020" y="519"/>
                </a:cubicBezTo>
                <a:cubicBezTo>
                  <a:pt x="2022" y="519"/>
                  <a:pt x="2022" y="519"/>
                  <a:pt x="2022" y="519"/>
                </a:cubicBezTo>
                <a:moveTo>
                  <a:pt x="2028" y="545"/>
                </a:moveTo>
                <a:cubicBezTo>
                  <a:pt x="2030" y="545"/>
                  <a:pt x="2030" y="545"/>
                  <a:pt x="2030" y="545"/>
                </a:cubicBezTo>
                <a:cubicBezTo>
                  <a:pt x="2030" y="465"/>
                  <a:pt x="2030" y="465"/>
                  <a:pt x="2030" y="465"/>
                </a:cubicBezTo>
                <a:cubicBezTo>
                  <a:pt x="2028" y="465"/>
                  <a:pt x="2028" y="465"/>
                  <a:pt x="2028" y="465"/>
                </a:cubicBezTo>
                <a:lnTo>
                  <a:pt x="2028" y="545"/>
                </a:lnTo>
                <a:close/>
                <a:moveTo>
                  <a:pt x="1883" y="420"/>
                </a:moveTo>
                <a:cubicBezTo>
                  <a:pt x="1883" y="420"/>
                  <a:pt x="1905" y="416"/>
                  <a:pt x="1911" y="415"/>
                </a:cubicBezTo>
                <a:cubicBezTo>
                  <a:pt x="1928" y="412"/>
                  <a:pt x="1938" y="411"/>
                  <a:pt x="1945" y="411"/>
                </a:cubicBezTo>
                <a:cubicBezTo>
                  <a:pt x="1957" y="411"/>
                  <a:pt x="1961" y="413"/>
                  <a:pt x="1969" y="415"/>
                </a:cubicBezTo>
                <a:cubicBezTo>
                  <a:pt x="1983" y="417"/>
                  <a:pt x="1990" y="417"/>
                  <a:pt x="2004" y="418"/>
                </a:cubicBezTo>
                <a:cubicBezTo>
                  <a:pt x="2007" y="419"/>
                  <a:pt x="2009" y="419"/>
                  <a:pt x="2011" y="419"/>
                </a:cubicBezTo>
                <a:cubicBezTo>
                  <a:pt x="2019" y="419"/>
                  <a:pt x="2021" y="417"/>
                  <a:pt x="2024" y="416"/>
                </a:cubicBezTo>
                <a:cubicBezTo>
                  <a:pt x="2026" y="416"/>
                  <a:pt x="2027" y="414"/>
                  <a:pt x="2029" y="413"/>
                </a:cubicBezTo>
                <a:cubicBezTo>
                  <a:pt x="2031" y="412"/>
                  <a:pt x="2033" y="411"/>
                  <a:pt x="2035" y="411"/>
                </a:cubicBezTo>
                <a:cubicBezTo>
                  <a:pt x="2036" y="411"/>
                  <a:pt x="2036" y="411"/>
                  <a:pt x="2036" y="411"/>
                </a:cubicBezTo>
                <a:cubicBezTo>
                  <a:pt x="2038" y="412"/>
                  <a:pt x="2041" y="412"/>
                  <a:pt x="2043" y="412"/>
                </a:cubicBezTo>
                <a:cubicBezTo>
                  <a:pt x="2045" y="412"/>
                  <a:pt x="2047" y="412"/>
                  <a:pt x="2047" y="412"/>
                </a:cubicBezTo>
                <a:cubicBezTo>
                  <a:pt x="2047" y="409"/>
                  <a:pt x="2047" y="409"/>
                  <a:pt x="2047" y="409"/>
                </a:cubicBezTo>
                <a:cubicBezTo>
                  <a:pt x="2047" y="409"/>
                  <a:pt x="2045" y="409"/>
                  <a:pt x="2043" y="409"/>
                </a:cubicBezTo>
                <a:cubicBezTo>
                  <a:pt x="2041" y="409"/>
                  <a:pt x="2038" y="409"/>
                  <a:pt x="2036" y="409"/>
                </a:cubicBezTo>
                <a:cubicBezTo>
                  <a:pt x="2035" y="409"/>
                  <a:pt x="2035" y="409"/>
                  <a:pt x="2035" y="409"/>
                </a:cubicBezTo>
                <a:cubicBezTo>
                  <a:pt x="2032" y="409"/>
                  <a:pt x="2030" y="410"/>
                  <a:pt x="2028" y="412"/>
                </a:cubicBezTo>
                <a:cubicBezTo>
                  <a:pt x="2026" y="413"/>
                  <a:pt x="2025" y="414"/>
                  <a:pt x="2023" y="414"/>
                </a:cubicBezTo>
                <a:cubicBezTo>
                  <a:pt x="2020" y="415"/>
                  <a:pt x="2019" y="417"/>
                  <a:pt x="2011" y="417"/>
                </a:cubicBezTo>
                <a:cubicBezTo>
                  <a:pt x="2009" y="417"/>
                  <a:pt x="2007" y="417"/>
                  <a:pt x="2004" y="416"/>
                </a:cubicBezTo>
                <a:cubicBezTo>
                  <a:pt x="1991" y="415"/>
                  <a:pt x="1983" y="415"/>
                  <a:pt x="1969" y="412"/>
                </a:cubicBezTo>
                <a:cubicBezTo>
                  <a:pt x="1961" y="411"/>
                  <a:pt x="1957" y="408"/>
                  <a:pt x="1945" y="408"/>
                </a:cubicBezTo>
                <a:cubicBezTo>
                  <a:pt x="1938" y="408"/>
                  <a:pt x="1927" y="409"/>
                  <a:pt x="1911" y="413"/>
                </a:cubicBezTo>
                <a:cubicBezTo>
                  <a:pt x="1908" y="413"/>
                  <a:pt x="1901" y="415"/>
                  <a:pt x="1894" y="416"/>
                </a:cubicBezTo>
                <a:cubicBezTo>
                  <a:pt x="1888" y="417"/>
                  <a:pt x="1882" y="418"/>
                  <a:pt x="1882" y="418"/>
                </a:cubicBezTo>
                <a:cubicBezTo>
                  <a:pt x="1883" y="420"/>
                  <a:pt x="1883" y="420"/>
                  <a:pt x="1883" y="420"/>
                </a:cubicBezTo>
                <a:moveTo>
                  <a:pt x="2084" y="402"/>
                </a:moveTo>
                <a:cubicBezTo>
                  <a:pt x="2087" y="397"/>
                  <a:pt x="2096" y="393"/>
                  <a:pt x="2102" y="392"/>
                </a:cubicBezTo>
                <a:cubicBezTo>
                  <a:pt x="2108" y="390"/>
                  <a:pt x="2112" y="389"/>
                  <a:pt x="2120" y="389"/>
                </a:cubicBezTo>
                <a:cubicBezTo>
                  <a:pt x="2128" y="388"/>
                  <a:pt x="2139" y="383"/>
                  <a:pt x="2142" y="381"/>
                </a:cubicBezTo>
                <a:cubicBezTo>
                  <a:pt x="2146" y="380"/>
                  <a:pt x="2157" y="372"/>
                  <a:pt x="2160" y="370"/>
                </a:cubicBezTo>
                <a:cubicBezTo>
                  <a:pt x="2161" y="368"/>
                  <a:pt x="2164" y="365"/>
                  <a:pt x="2168" y="362"/>
                </a:cubicBezTo>
                <a:cubicBezTo>
                  <a:pt x="2172" y="359"/>
                  <a:pt x="2176" y="356"/>
                  <a:pt x="2181" y="355"/>
                </a:cubicBezTo>
                <a:cubicBezTo>
                  <a:pt x="2186" y="354"/>
                  <a:pt x="2189" y="351"/>
                  <a:pt x="2193" y="348"/>
                </a:cubicBezTo>
                <a:cubicBezTo>
                  <a:pt x="2197" y="345"/>
                  <a:pt x="2201" y="343"/>
                  <a:pt x="2207" y="343"/>
                </a:cubicBezTo>
                <a:cubicBezTo>
                  <a:pt x="2209" y="343"/>
                  <a:pt x="2209" y="343"/>
                  <a:pt x="2209" y="343"/>
                </a:cubicBezTo>
                <a:cubicBezTo>
                  <a:pt x="2210" y="343"/>
                  <a:pt x="2211" y="343"/>
                  <a:pt x="2212" y="343"/>
                </a:cubicBezTo>
                <a:cubicBezTo>
                  <a:pt x="2214" y="343"/>
                  <a:pt x="2216" y="343"/>
                  <a:pt x="2217" y="342"/>
                </a:cubicBezTo>
                <a:cubicBezTo>
                  <a:pt x="2220" y="341"/>
                  <a:pt x="2220" y="340"/>
                  <a:pt x="2221" y="339"/>
                </a:cubicBezTo>
                <a:cubicBezTo>
                  <a:pt x="2222" y="338"/>
                  <a:pt x="2224" y="336"/>
                  <a:pt x="2227" y="336"/>
                </a:cubicBezTo>
                <a:cubicBezTo>
                  <a:pt x="2232" y="334"/>
                  <a:pt x="2235" y="331"/>
                  <a:pt x="2238" y="329"/>
                </a:cubicBezTo>
                <a:cubicBezTo>
                  <a:pt x="2239" y="328"/>
                  <a:pt x="2240" y="327"/>
                  <a:pt x="2241" y="326"/>
                </a:cubicBezTo>
                <a:cubicBezTo>
                  <a:pt x="2241" y="325"/>
                  <a:pt x="2242" y="325"/>
                  <a:pt x="2243" y="325"/>
                </a:cubicBezTo>
                <a:cubicBezTo>
                  <a:pt x="2246" y="325"/>
                  <a:pt x="2247" y="324"/>
                  <a:pt x="2248" y="324"/>
                </a:cubicBezTo>
                <a:cubicBezTo>
                  <a:pt x="2248" y="324"/>
                  <a:pt x="2250" y="323"/>
                  <a:pt x="2253" y="323"/>
                </a:cubicBezTo>
                <a:cubicBezTo>
                  <a:pt x="2255" y="323"/>
                  <a:pt x="2257" y="323"/>
                  <a:pt x="2260" y="323"/>
                </a:cubicBezTo>
                <a:cubicBezTo>
                  <a:pt x="2262" y="324"/>
                  <a:pt x="2264" y="324"/>
                  <a:pt x="2266" y="324"/>
                </a:cubicBezTo>
                <a:cubicBezTo>
                  <a:pt x="2278" y="324"/>
                  <a:pt x="2286" y="321"/>
                  <a:pt x="2290" y="321"/>
                </a:cubicBezTo>
                <a:cubicBezTo>
                  <a:pt x="2293" y="321"/>
                  <a:pt x="2297" y="319"/>
                  <a:pt x="2300" y="317"/>
                </a:cubicBezTo>
                <a:cubicBezTo>
                  <a:pt x="2303" y="316"/>
                  <a:pt x="2306" y="314"/>
                  <a:pt x="2308" y="313"/>
                </a:cubicBezTo>
                <a:cubicBezTo>
                  <a:pt x="2312" y="312"/>
                  <a:pt x="2317" y="309"/>
                  <a:pt x="2326" y="309"/>
                </a:cubicBezTo>
                <a:cubicBezTo>
                  <a:pt x="2328" y="309"/>
                  <a:pt x="2328" y="309"/>
                  <a:pt x="2328" y="309"/>
                </a:cubicBezTo>
                <a:cubicBezTo>
                  <a:pt x="2329" y="309"/>
                  <a:pt x="2330" y="309"/>
                  <a:pt x="2332" y="309"/>
                </a:cubicBezTo>
                <a:cubicBezTo>
                  <a:pt x="2340" y="309"/>
                  <a:pt x="2351" y="308"/>
                  <a:pt x="2358" y="308"/>
                </a:cubicBezTo>
                <a:cubicBezTo>
                  <a:pt x="2359" y="308"/>
                  <a:pt x="2360" y="308"/>
                  <a:pt x="2361" y="308"/>
                </a:cubicBezTo>
                <a:cubicBezTo>
                  <a:pt x="2364" y="308"/>
                  <a:pt x="2374" y="311"/>
                  <a:pt x="2383" y="313"/>
                </a:cubicBezTo>
                <a:cubicBezTo>
                  <a:pt x="2392" y="315"/>
                  <a:pt x="2401" y="318"/>
                  <a:pt x="2404" y="318"/>
                </a:cubicBezTo>
                <a:cubicBezTo>
                  <a:pt x="2409" y="319"/>
                  <a:pt x="2427" y="321"/>
                  <a:pt x="2434" y="323"/>
                </a:cubicBezTo>
                <a:cubicBezTo>
                  <a:pt x="2442" y="324"/>
                  <a:pt x="2459" y="325"/>
                  <a:pt x="2469" y="330"/>
                </a:cubicBezTo>
                <a:cubicBezTo>
                  <a:pt x="2480" y="335"/>
                  <a:pt x="2492" y="336"/>
                  <a:pt x="2499" y="338"/>
                </a:cubicBezTo>
                <a:cubicBezTo>
                  <a:pt x="2503" y="339"/>
                  <a:pt x="2511" y="339"/>
                  <a:pt x="2519" y="340"/>
                </a:cubicBezTo>
                <a:cubicBezTo>
                  <a:pt x="2528" y="341"/>
                  <a:pt x="2536" y="342"/>
                  <a:pt x="2540" y="343"/>
                </a:cubicBezTo>
                <a:cubicBezTo>
                  <a:pt x="2544" y="344"/>
                  <a:pt x="2547" y="344"/>
                  <a:pt x="2551" y="344"/>
                </a:cubicBezTo>
                <a:cubicBezTo>
                  <a:pt x="2554" y="344"/>
                  <a:pt x="2557" y="344"/>
                  <a:pt x="2561" y="344"/>
                </a:cubicBezTo>
                <a:cubicBezTo>
                  <a:pt x="2566" y="343"/>
                  <a:pt x="2574" y="342"/>
                  <a:pt x="2583" y="342"/>
                </a:cubicBezTo>
                <a:cubicBezTo>
                  <a:pt x="2587" y="342"/>
                  <a:pt x="2591" y="342"/>
                  <a:pt x="2595" y="343"/>
                </a:cubicBezTo>
                <a:cubicBezTo>
                  <a:pt x="2600" y="344"/>
                  <a:pt x="2604" y="344"/>
                  <a:pt x="2608" y="344"/>
                </a:cubicBezTo>
                <a:cubicBezTo>
                  <a:pt x="2615" y="344"/>
                  <a:pt x="2620" y="343"/>
                  <a:pt x="2620" y="343"/>
                </a:cubicBezTo>
                <a:cubicBezTo>
                  <a:pt x="2620" y="341"/>
                  <a:pt x="2620" y="341"/>
                  <a:pt x="2620" y="341"/>
                </a:cubicBezTo>
                <a:cubicBezTo>
                  <a:pt x="2620" y="341"/>
                  <a:pt x="2619" y="341"/>
                  <a:pt x="2616" y="341"/>
                </a:cubicBezTo>
                <a:cubicBezTo>
                  <a:pt x="2614" y="342"/>
                  <a:pt x="2611" y="342"/>
                  <a:pt x="2608" y="342"/>
                </a:cubicBezTo>
                <a:cubicBezTo>
                  <a:pt x="2604" y="342"/>
                  <a:pt x="2600" y="342"/>
                  <a:pt x="2596" y="341"/>
                </a:cubicBezTo>
                <a:cubicBezTo>
                  <a:pt x="2591" y="340"/>
                  <a:pt x="2587" y="340"/>
                  <a:pt x="2583" y="340"/>
                </a:cubicBezTo>
                <a:cubicBezTo>
                  <a:pt x="2574" y="340"/>
                  <a:pt x="2566" y="341"/>
                  <a:pt x="2561" y="342"/>
                </a:cubicBezTo>
                <a:cubicBezTo>
                  <a:pt x="2557" y="342"/>
                  <a:pt x="2554" y="342"/>
                  <a:pt x="2551" y="342"/>
                </a:cubicBezTo>
                <a:cubicBezTo>
                  <a:pt x="2548" y="342"/>
                  <a:pt x="2545" y="342"/>
                  <a:pt x="2541" y="341"/>
                </a:cubicBezTo>
                <a:cubicBezTo>
                  <a:pt x="2536" y="340"/>
                  <a:pt x="2528" y="339"/>
                  <a:pt x="2519" y="338"/>
                </a:cubicBezTo>
                <a:cubicBezTo>
                  <a:pt x="2511" y="337"/>
                  <a:pt x="2503" y="336"/>
                  <a:pt x="2500" y="336"/>
                </a:cubicBezTo>
                <a:cubicBezTo>
                  <a:pt x="2493" y="334"/>
                  <a:pt x="2481" y="333"/>
                  <a:pt x="2470" y="328"/>
                </a:cubicBezTo>
                <a:cubicBezTo>
                  <a:pt x="2460" y="322"/>
                  <a:pt x="2443" y="322"/>
                  <a:pt x="2435" y="320"/>
                </a:cubicBezTo>
                <a:cubicBezTo>
                  <a:pt x="2427" y="319"/>
                  <a:pt x="2409" y="317"/>
                  <a:pt x="2404" y="316"/>
                </a:cubicBezTo>
                <a:cubicBezTo>
                  <a:pt x="2402" y="316"/>
                  <a:pt x="2393" y="313"/>
                  <a:pt x="2383" y="311"/>
                </a:cubicBezTo>
                <a:cubicBezTo>
                  <a:pt x="2374" y="309"/>
                  <a:pt x="2365" y="306"/>
                  <a:pt x="2361" y="306"/>
                </a:cubicBezTo>
                <a:cubicBezTo>
                  <a:pt x="2360" y="306"/>
                  <a:pt x="2359" y="306"/>
                  <a:pt x="2358" y="306"/>
                </a:cubicBezTo>
                <a:cubicBezTo>
                  <a:pt x="2351" y="306"/>
                  <a:pt x="2340" y="307"/>
                  <a:pt x="2332" y="307"/>
                </a:cubicBezTo>
                <a:cubicBezTo>
                  <a:pt x="2330" y="307"/>
                  <a:pt x="2329" y="307"/>
                  <a:pt x="2328" y="307"/>
                </a:cubicBezTo>
                <a:cubicBezTo>
                  <a:pt x="2326" y="307"/>
                  <a:pt x="2326" y="307"/>
                  <a:pt x="2326" y="307"/>
                </a:cubicBezTo>
                <a:cubicBezTo>
                  <a:pt x="2317" y="307"/>
                  <a:pt x="2311" y="311"/>
                  <a:pt x="2307" y="311"/>
                </a:cubicBezTo>
                <a:cubicBezTo>
                  <a:pt x="2305" y="312"/>
                  <a:pt x="2302" y="314"/>
                  <a:pt x="2299" y="316"/>
                </a:cubicBezTo>
                <a:cubicBezTo>
                  <a:pt x="2296" y="317"/>
                  <a:pt x="2292" y="319"/>
                  <a:pt x="2290" y="319"/>
                </a:cubicBezTo>
                <a:cubicBezTo>
                  <a:pt x="2285" y="319"/>
                  <a:pt x="2278" y="321"/>
                  <a:pt x="2266" y="321"/>
                </a:cubicBezTo>
                <a:cubicBezTo>
                  <a:pt x="2264" y="321"/>
                  <a:pt x="2262" y="321"/>
                  <a:pt x="2260" y="321"/>
                </a:cubicBezTo>
                <a:cubicBezTo>
                  <a:pt x="2257" y="321"/>
                  <a:pt x="2255" y="321"/>
                  <a:pt x="2253" y="321"/>
                </a:cubicBezTo>
                <a:cubicBezTo>
                  <a:pt x="2249" y="321"/>
                  <a:pt x="2248" y="321"/>
                  <a:pt x="2247" y="322"/>
                </a:cubicBezTo>
                <a:cubicBezTo>
                  <a:pt x="2245" y="323"/>
                  <a:pt x="2245" y="323"/>
                  <a:pt x="2243" y="323"/>
                </a:cubicBezTo>
                <a:cubicBezTo>
                  <a:pt x="2242" y="323"/>
                  <a:pt x="2240" y="324"/>
                  <a:pt x="2239" y="324"/>
                </a:cubicBezTo>
                <a:cubicBezTo>
                  <a:pt x="2236" y="327"/>
                  <a:pt x="2234" y="332"/>
                  <a:pt x="2226" y="333"/>
                </a:cubicBezTo>
                <a:cubicBezTo>
                  <a:pt x="2222" y="335"/>
                  <a:pt x="2220" y="337"/>
                  <a:pt x="2219" y="338"/>
                </a:cubicBezTo>
                <a:cubicBezTo>
                  <a:pt x="2218" y="339"/>
                  <a:pt x="2218" y="340"/>
                  <a:pt x="2217" y="340"/>
                </a:cubicBezTo>
                <a:cubicBezTo>
                  <a:pt x="2216" y="341"/>
                  <a:pt x="2214" y="341"/>
                  <a:pt x="2212" y="341"/>
                </a:cubicBezTo>
                <a:cubicBezTo>
                  <a:pt x="2211" y="341"/>
                  <a:pt x="2210" y="341"/>
                  <a:pt x="2209" y="341"/>
                </a:cubicBezTo>
                <a:cubicBezTo>
                  <a:pt x="2207" y="341"/>
                  <a:pt x="2207" y="341"/>
                  <a:pt x="2207" y="341"/>
                </a:cubicBezTo>
                <a:cubicBezTo>
                  <a:pt x="2201" y="341"/>
                  <a:pt x="2196" y="343"/>
                  <a:pt x="2192" y="346"/>
                </a:cubicBezTo>
                <a:cubicBezTo>
                  <a:pt x="2188" y="349"/>
                  <a:pt x="2185" y="352"/>
                  <a:pt x="2181" y="353"/>
                </a:cubicBezTo>
                <a:cubicBezTo>
                  <a:pt x="2175" y="354"/>
                  <a:pt x="2171" y="357"/>
                  <a:pt x="2167" y="360"/>
                </a:cubicBezTo>
                <a:cubicBezTo>
                  <a:pt x="2163" y="364"/>
                  <a:pt x="2160" y="367"/>
                  <a:pt x="2158" y="368"/>
                </a:cubicBezTo>
                <a:cubicBezTo>
                  <a:pt x="2155" y="370"/>
                  <a:pt x="2144" y="378"/>
                  <a:pt x="2141" y="380"/>
                </a:cubicBezTo>
                <a:cubicBezTo>
                  <a:pt x="2138" y="381"/>
                  <a:pt x="2127" y="386"/>
                  <a:pt x="2119" y="386"/>
                </a:cubicBezTo>
                <a:cubicBezTo>
                  <a:pt x="2112" y="387"/>
                  <a:pt x="2108" y="388"/>
                  <a:pt x="2102" y="389"/>
                </a:cubicBezTo>
                <a:cubicBezTo>
                  <a:pt x="2096" y="391"/>
                  <a:pt x="2085" y="394"/>
                  <a:pt x="2082" y="401"/>
                </a:cubicBezTo>
                <a:cubicBezTo>
                  <a:pt x="2084" y="402"/>
                  <a:pt x="2084" y="402"/>
                  <a:pt x="2084" y="402"/>
                </a:cubicBezTo>
                <a:moveTo>
                  <a:pt x="2684" y="332"/>
                </a:moveTo>
                <a:cubicBezTo>
                  <a:pt x="2684" y="332"/>
                  <a:pt x="2686" y="332"/>
                  <a:pt x="2689" y="333"/>
                </a:cubicBezTo>
                <a:cubicBezTo>
                  <a:pt x="2692" y="333"/>
                  <a:pt x="2696" y="334"/>
                  <a:pt x="2699" y="335"/>
                </a:cubicBezTo>
                <a:cubicBezTo>
                  <a:pt x="2703" y="336"/>
                  <a:pt x="2704" y="337"/>
                  <a:pt x="2706" y="337"/>
                </a:cubicBezTo>
                <a:cubicBezTo>
                  <a:pt x="2707" y="338"/>
                  <a:pt x="2709" y="339"/>
                  <a:pt x="2712" y="341"/>
                </a:cubicBezTo>
                <a:cubicBezTo>
                  <a:pt x="2719" y="345"/>
                  <a:pt x="2724" y="345"/>
                  <a:pt x="2724" y="345"/>
                </a:cubicBezTo>
                <a:cubicBezTo>
                  <a:pt x="2724" y="345"/>
                  <a:pt x="2724" y="345"/>
                  <a:pt x="2724" y="345"/>
                </a:cubicBezTo>
                <a:cubicBezTo>
                  <a:pt x="2724" y="345"/>
                  <a:pt x="2724" y="345"/>
                  <a:pt x="2724" y="345"/>
                </a:cubicBezTo>
                <a:cubicBezTo>
                  <a:pt x="2735" y="339"/>
                  <a:pt x="2745" y="338"/>
                  <a:pt x="2752" y="338"/>
                </a:cubicBezTo>
                <a:cubicBezTo>
                  <a:pt x="2754" y="338"/>
                  <a:pt x="2756" y="338"/>
                  <a:pt x="2757" y="338"/>
                </a:cubicBezTo>
                <a:cubicBezTo>
                  <a:pt x="2758" y="338"/>
                  <a:pt x="2759" y="338"/>
                  <a:pt x="2759" y="338"/>
                </a:cubicBezTo>
                <a:cubicBezTo>
                  <a:pt x="2759" y="336"/>
                  <a:pt x="2759" y="336"/>
                  <a:pt x="2759" y="336"/>
                </a:cubicBezTo>
                <a:cubicBezTo>
                  <a:pt x="2759" y="336"/>
                  <a:pt x="2756" y="336"/>
                  <a:pt x="2752" y="336"/>
                </a:cubicBezTo>
                <a:cubicBezTo>
                  <a:pt x="2745" y="336"/>
                  <a:pt x="2734" y="337"/>
                  <a:pt x="2723" y="343"/>
                </a:cubicBezTo>
                <a:cubicBezTo>
                  <a:pt x="2724" y="344"/>
                  <a:pt x="2724" y="344"/>
                  <a:pt x="2724" y="344"/>
                </a:cubicBezTo>
                <a:cubicBezTo>
                  <a:pt x="2724" y="343"/>
                  <a:pt x="2724" y="343"/>
                  <a:pt x="2724" y="343"/>
                </a:cubicBezTo>
                <a:cubicBezTo>
                  <a:pt x="2723" y="343"/>
                  <a:pt x="2723" y="343"/>
                  <a:pt x="2723" y="343"/>
                </a:cubicBezTo>
                <a:cubicBezTo>
                  <a:pt x="2722" y="343"/>
                  <a:pt x="2718" y="342"/>
                  <a:pt x="2713" y="339"/>
                </a:cubicBezTo>
                <a:cubicBezTo>
                  <a:pt x="2710" y="337"/>
                  <a:pt x="2708" y="336"/>
                  <a:pt x="2707" y="335"/>
                </a:cubicBezTo>
                <a:cubicBezTo>
                  <a:pt x="2705" y="335"/>
                  <a:pt x="2704" y="334"/>
                  <a:pt x="2700" y="333"/>
                </a:cubicBezTo>
                <a:cubicBezTo>
                  <a:pt x="2692" y="331"/>
                  <a:pt x="2684" y="330"/>
                  <a:pt x="2684" y="330"/>
                </a:cubicBezTo>
                <a:cubicBezTo>
                  <a:pt x="2684" y="332"/>
                  <a:pt x="2684" y="332"/>
                  <a:pt x="2684" y="332"/>
                </a:cubicBezTo>
                <a:moveTo>
                  <a:pt x="2831" y="344"/>
                </a:moveTo>
                <a:cubicBezTo>
                  <a:pt x="2832" y="344"/>
                  <a:pt x="2832" y="344"/>
                  <a:pt x="2832" y="344"/>
                </a:cubicBezTo>
                <a:cubicBezTo>
                  <a:pt x="2833" y="344"/>
                  <a:pt x="2836" y="343"/>
                  <a:pt x="2840" y="343"/>
                </a:cubicBezTo>
                <a:cubicBezTo>
                  <a:pt x="2846" y="343"/>
                  <a:pt x="2853" y="344"/>
                  <a:pt x="2861" y="349"/>
                </a:cubicBezTo>
                <a:cubicBezTo>
                  <a:pt x="2862" y="349"/>
                  <a:pt x="2863" y="349"/>
                  <a:pt x="2864" y="349"/>
                </a:cubicBezTo>
                <a:cubicBezTo>
                  <a:pt x="2866" y="349"/>
                  <a:pt x="2868" y="349"/>
                  <a:pt x="2869" y="348"/>
                </a:cubicBezTo>
                <a:cubicBezTo>
                  <a:pt x="2871" y="347"/>
                  <a:pt x="2873" y="347"/>
                  <a:pt x="2874" y="347"/>
                </a:cubicBezTo>
                <a:cubicBezTo>
                  <a:pt x="2876" y="347"/>
                  <a:pt x="2877" y="346"/>
                  <a:pt x="2879" y="345"/>
                </a:cubicBezTo>
                <a:cubicBezTo>
                  <a:pt x="2881" y="345"/>
                  <a:pt x="2883" y="344"/>
                  <a:pt x="2886" y="344"/>
                </a:cubicBezTo>
                <a:cubicBezTo>
                  <a:pt x="2887" y="344"/>
                  <a:pt x="2889" y="344"/>
                  <a:pt x="2890" y="344"/>
                </a:cubicBezTo>
                <a:cubicBezTo>
                  <a:pt x="2899" y="346"/>
                  <a:pt x="2901" y="347"/>
                  <a:pt x="2906" y="349"/>
                </a:cubicBezTo>
                <a:cubicBezTo>
                  <a:pt x="2909" y="351"/>
                  <a:pt x="2909" y="351"/>
                  <a:pt x="2911" y="353"/>
                </a:cubicBezTo>
                <a:cubicBezTo>
                  <a:pt x="2912" y="354"/>
                  <a:pt x="2914" y="355"/>
                  <a:pt x="2919" y="357"/>
                </a:cubicBezTo>
                <a:cubicBezTo>
                  <a:pt x="2929" y="361"/>
                  <a:pt x="2931" y="359"/>
                  <a:pt x="2941" y="362"/>
                </a:cubicBezTo>
                <a:cubicBezTo>
                  <a:pt x="2951" y="365"/>
                  <a:pt x="2964" y="365"/>
                  <a:pt x="2972" y="367"/>
                </a:cubicBezTo>
                <a:cubicBezTo>
                  <a:pt x="2976" y="369"/>
                  <a:pt x="2977" y="369"/>
                  <a:pt x="2978" y="369"/>
                </a:cubicBezTo>
                <a:cubicBezTo>
                  <a:pt x="2980" y="370"/>
                  <a:pt x="2982" y="370"/>
                  <a:pt x="2990" y="371"/>
                </a:cubicBezTo>
                <a:cubicBezTo>
                  <a:pt x="2993" y="372"/>
                  <a:pt x="2995" y="372"/>
                  <a:pt x="2997" y="372"/>
                </a:cubicBezTo>
                <a:cubicBezTo>
                  <a:pt x="3004" y="372"/>
                  <a:pt x="3008" y="371"/>
                  <a:pt x="3012" y="371"/>
                </a:cubicBezTo>
                <a:cubicBezTo>
                  <a:pt x="3013" y="371"/>
                  <a:pt x="3014" y="371"/>
                  <a:pt x="3015" y="371"/>
                </a:cubicBezTo>
                <a:cubicBezTo>
                  <a:pt x="3016" y="371"/>
                  <a:pt x="3017" y="371"/>
                  <a:pt x="3018" y="371"/>
                </a:cubicBezTo>
                <a:cubicBezTo>
                  <a:pt x="3021" y="371"/>
                  <a:pt x="3025" y="370"/>
                  <a:pt x="3028" y="368"/>
                </a:cubicBezTo>
                <a:cubicBezTo>
                  <a:pt x="3031" y="367"/>
                  <a:pt x="3034" y="366"/>
                  <a:pt x="3036" y="366"/>
                </a:cubicBezTo>
                <a:cubicBezTo>
                  <a:pt x="3037" y="366"/>
                  <a:pt x="3037" y="366"/>
                  <a:pt x="3037" y="366"/>
                </a:cubicBezTo>
                <a:cubicBezTo>
                  <a:pt x="3042" y="367"/>
                  <a:pt x="3049" y="367"/>
                  <a:pt x="3052" y="367"/>
                </a:cubicBezTo>
                <a:cubicBezTo>
                  <a:pt x="3052" y="367"/>
                  <a:pt x="3052" y="367"/>
                  <a:pt x="3052" y="367"/>
                </a:cubicBezTo>
                <a:cubicBezTo>
                  <a:pt x="3053" y="367"/>
                  <a:pt x="3055" y="368"/>
                  <a:pt x="3057" y="369"/>
                </a:cubicBezTo>
                <a:cubicBezTo>
                  <a:pt x="3059" y="370"/>
                  <a:pt x="3061" y="372"/>
                  <a:pt x="3061" y="374"/>
                </a:cubicBezTo>
                <a:cubicBezTo>
                  <a:pt x="3062" y="375"/>
                  <a:pt x="3062" y="375"/>
                  <a:pt x="3062" y="375"/>
                </a:cubicBezTo>
                <a:cubicBezTo>
                  <a:pt x="3062" y="375"/>
                  <a:pt x="3062" y="375"/>
                  <a:pt x="3062" y="375"/>
                </a:cubicBezTo>
                <a:cubicBezTo>
                  <a:pt x="3066" y="377"/>
                  <a:pt x="3070" y="378"/>
                  <a:pt x="3074" y="379"/>
                </a:cubicBezTo>
                <a:cubicBezTo>
                  <a:pt x="3078" y="380"/>
                  <a:pt x="3081" y="380"/>
                  <a:pt x="3082" y="381"/>
                </a:cubicBezTo>
                <a:cubicBezTo>
                  <a:pt x="3083" y="379"/>
                  <a:pt x="3083" y="379"/>
                  <a:pt x="3083" y="379"/>
                </a:cubicBezTo>
                <a:cubicBezTo>
                  <a:pt x="3081" y="378"/>
                  <a:pt x="3078" y="378"/>
                  <a:pt x="3074" y="377"/>
                </a:cubicBezTo>
                <a:cubicBezTo>
                  <a:pt x="3071" y="376"/>
                  <a:pt x="3067" y="375"/>
                  <a:pt x="3063" y="373"/>
                </a:cubicBezTo>
                <a:cubicBezTo>
                  <a:pt x="3062" y="374"/>
                  <a:pt x="3062" y="374"/>
                  <a:pt x="3062" y="374"/>
                </a:cubicBezTo>
                <a:cubicBezTo>
                  <a:pt x="3064" y="373"/>
                  <a:pt x="3064" y="373"/>
                  <a:pt x="3064" y="373"/>
                </a:cubicBezTo>
                <a:cubicBezTo>
                  <a:pt x="3063" y="371"/>
                  <a:pt x="3060" y="368"/>
                  <a:pt x="3058" y="367"/>
                </a:cubicBezTo>
                <a:cubicBezTo>
                  <a:pt x="3056" y="366"/>
                  <a:pt x="3055" y="366"/>
                  <a:pt x="3054" y="365"/>
                </a:cubicBezTo>
                <a:cubicBezTo>
                  <a:pt x="3053" y="365"/>
                  <a:pt x="3053" y="365"/>
                  <a:pt x="3052" y="365"/>
                </a:cubicBezTo>
                <a:cubicBezTo>
                  <a:pt x="3049" y="365"/>
                  <a:pt x="3042" y="364"/>
                  <a:pt x="3037" y="364"/>
                </a:cubicBezTo>
                <a:cubicBezTo>
                  <a:pt x="3036" y="364"/>
                  <a:pt x="3036" y="364"/>
                  <a:pt x="3036" y="364"/>
                </a:cubicBezTo>
                <a:cubicBezTo>
                  <a:pt x="3033" y="364"/>
                  <a:pt x="3030" y="365"/>
                  <a:pt x="3027" y="366"/>
                </a:cubicBezTo>
                <a:cubicBezTo>
                  <a:pt x="3024" y="368"/>
                  <a:pt x="3021" y="369"/>
                  <a:pt x="3018" y="369"/>
                </a:cubicBezTo>
                <a:cubicBezTo>
                  <a:pt x="3017" y="369"/>
                  <a:pt x="3016" y="369"/>
                  <a:pt x="3016" y="369"/>
                </a:cubicBezTo>
                <a:cubicBezTo>
                  <a:pt x="3014" y="368"/>
                  <a:pt x="3013" y="368"/>
                  <a:pt x="3012" y="368"/>
                </a:cubicBezTo>
                <a:cubicBezTo>
                  <a:pt x="3007" y="368"/>
                  <a:pt x="3004" y="370"/>
                  <a:pt x="2997" y="370"/>
                </a:cubicBezTo>
                <a:cubicBezTo>
                  <a:pt x="2995" y="370"/>
                  <a:pt x="2993" y="370"/>
                  <a:pt x="2990" y="369"/>
                </a:cubicBezTo>
                <a:cubicBezTo>
                  <a:pt x="2982" y="368"/>
                  <a:pt x="2980" y="368"/>
                  <a:pt x="2979" y="367"/>
                </a:cubicBezTo>
                <a:cubicBezTo>
                  <a:pt x="2978" y="367"/>
                  <a:pt x="2977" y="366"/>
                  <a:pt x="2973" y="365"/>
                </a:cubicBezTo>
                <a:cubicBezTo>
                  <a:pt x="2964" y="362"/>
                  <a:pt x="2951" y="363"/>
                  <a:pt x="2941" y="360"/>
                </a:cubicBezTo>
                <a:cubicBezTo>
                  <a:pt x="2931" y="357"/>
                  <a:pt x="2929" y="359"/>
                  <a:pt x="2920" y="355"/>
                </a:cubicBezTo>
                <a:cubicBezTo>
                  <a:pt x="2915" y="353"/>
                  <a:pt x="2913" y="352"/>
                  <a:pt x="2912" y="351"/>
                </a:cubicBezTo>
                <a:cubicBezTo>
                  <a:pt x="2911" y="350"/>
                  <a:pt x="2910" y="349"/>
                  <a:pt x="2907" y="347"/>
                </a:cubicBezTo>
                <a:cubicBezTo>
                  <a:pt x="2902" y="345"/>
                  <a:pt x="2899" y="344"/>
                  <a:pt x="2891" y="342"/>
                </a:cubicBezTo>
                <a:cubicBezTo>
                  <a:pt x="2889" y="342"/>
                  <a:pt x="2888" y="342"/>
                  <a:pt x="2886" y="342"/>
                </a:cubicBezTo>
                <a:cubicBezTo>
                  <a:pt x="2883" y="342"/>
                  <a:pt x="2881" y="342"/>
                  <a:pt x="2878" y="343"/>
                </a:cubicBezTo>
                <a:cubicBezTo>
                  <a:pt x="2876" y="344"/>
                  <a:pt x="2875" y="345"/>
                  <a:pt x="2874" y="345"/>
                </a:cubicBezTo>
                <a:cubicBezTo>
                  <a:pt x="2872" y="345"/>
                  <a:pt x="2870" y="345"/>
                  <a:pt x="2869" y="346"/>
                </a:cubicBezTo>
                <a:cubicBezTo>
                  <a:pt x="2867" y="347"/>
                  <a:pt x="2865" y="347"/>
                  <a:pt x="2864" y="347"/>
                </a:cubicBezTo>
                <a:cubicBezTo>
                  <a:pt x="2862" y="347"/>
                  <a:pt x="2862" y="347"/>
                  <a:pt x="2862" y="347"/>
                </a:cubicBezTo>
                <a:cubicBezTo>
                  <a:pt x="2854" y="342"/>
                  <a:pt x="2846" y="341"/>
                  <a:pt x="2840" y="341"/>
                </a:cubicBezTo>
                <a:cubicBezTo>
                  <a:pt x="2834" y="341"/>
                  <a:pt x="2831" y="342"/>
                  <a:pt x="2831" y="342"/>
                </a:cubicBezTo>
                <a:cubicBezTo>
                  <a:pt x="2831" y="344"/>
                  <a:pt x="2831" y="344"/>
                  <a:pt x="2831" y="344"/>
                </a:cubicBezTo>
                <a:moveTo>
                  <a:pt x="3127" y="391"/>
                </a:moveTo>
                <a:cubicBezTo>
                  <a:pt x="3127" y="391"/>
                  <a:pt x="3141" y="387"/>
                  <a:pt x="3149" y="382"/>
                </a:cubicBezTo>
                <a:cubicBezTo>
                  <a:pt x="3155" y="378"/>
                  <a:pt x="3155" y="378"/>
                  <a:pt x="3162" y="374"/>
                </a:cubicBezTo>
                <a:cubicBezTo>
                  <a:pt x="3170" y="371"/>
                  <a:pt x="3173" y="367"/>
                  <a:pt x="3178" y="365"/>
                </a:cubicBezTo>
                <a:cubicBezTo>
                  <a:pt x="3181" y="365"/>
                  <a:pt x="3183" y="362"/>
                  <a:pt x="3185" y="360"/>
                </a:cubicBezTo>
                <a:cubicBezTo>
                  <a:pt x="3187" y="358"/>
                  <a:pt x="3189" y="356"/>
                  <a:pt x="3192" y="356"/>
                </a:cubicBezTo>
                <a:cubicBezTo>
                  <a:pt x="3194" y="356"/>
                  <a:pt x="3197" y="355"/>
                  <a:pt x="3199" y="354"/>
                </a:cubicBezTo>
                <a:cubicBezTo>
                  <a:pt x="3201" y="353"/>
                  <a:pt x="3203" y="352"/>
                  <a:pt x="3207" y="352"/>
                </a:cubicBezTo>
                <a:cubicBezTo>
                  <a:pt x="3207" y="352"/>
                  <a:pt x="3208" y="352"/>
                  <a:pt x="3209" y="352"/>
                </a:cubicBezTo>
                <a:cubicBezTo>
                  <a:pt x="3213" y="353"/>
                  <a:pt x="3213" y="353"/>
                  <a:pt x="3214" y="353"/>
                </a:cubicBezTo>
                <a:cubicBezTo>
                  <a:pt x="3215" y="354"/>
                  <a:pt x="3217" y="355"/>
                  <a:pt x="3223" y="355"/>
                </a:cubicBezTo>
                <a:cubicBezTo>
                  <a:pt x="3232" y="356"/>
                  <a:pt x="3239" y="357"/>
                  <a:pt x="3245" y="357"/>
                </a:cubicBezTo>
                <a:cubicBezTo>
                  <a:pt x="3246" y="357"/>
                  <a:pt x="3247" y="357"/>
                  <a:pt x="3248" y="357"/>
                </a:cubicBezTo>
                <a:cubicBezTo>
                  <a:pt x="3257" y="356"/>
                  <a:pt x="3267" y="352"/>
                  <a:pt x="3273" y="353"/>
                </a:cubicBezTo>
                <a:cubicBezTo>
                  <a:pt x="3279" y="352"/>
                  <a:pt x="3284" y="354"/>
                  <a:pt x="3293" y="354"/>
                </a:cubicBezTo>
                <a:cubicBezTo>
                  <a:pt x="3301" y="354"/>
                  <a:pt x="3308" y="351"/>
                  <a:pt x="3314" y="350"/>
                </a:cubicBezTo>
                <a:cubicBezTo>
                  <a:pt x="3317" y="350"/>
                  <a:pt x="3323" y="347"/>
                  <a:pt x="3329" y="344"/>
                </a:cubicBezTo>
                <a:cubicBezTo>
                  <a:pt x="3335" y="341"/>
                  <a:pt x="3342" y="338"/>
                  <a:pt x="3347" y="338"/>
                </a:cubicBezTo>
                <a:cubicBezTo>
                  <a:pt x="3348" y="338"/>
                  <a:pt x="3348" y="338"/>
                  <a:pt x="3348" y="338"/>
                </a:cubicBezTo>
                <a:cubicBezTo>
                  <a:pt x="3349" y="339"/>
                  <a:pt x="3350" y="339"/>
                  <a:pt x="3351" y="339"/>
                </a:cubicBezTo>
                <a:cubicBezTo>
                  <a:pt x="3361" y="339"/>
                  <a:pt x="3371" y="335"/>
                  <a:pt x="3377" y="335"/>
                </a:cubicBezTo>
                <a:cubicBezTo>
                  <a:pt x="3377" y="335"/>
                  <a:pt x="3377" y="335"/>
                  <a:pt x="3377" y="335"/>
                </a:cubicBezTo>
                <a:cubicBezTo>
                  <a:pt x="3378" y="335"/>
                  <a:pt x="3379" y="335"/>
                  <a:pt x="3380" y="335"/>
                </a:cubicBezTo>
                <a:cubicBezTo>
                  <a:pt x="3382" y="335"/>
                  <a:pt x="3383" y="335"/>
                  <a:pt x="3384" y="334"/>
                </a:cubicBezTo>
                <a:cubicBezTo>
                  <a:pt x="3386" y="334"/>
                  <a:pt x="3388" y="333"/>
                  <a:pt x="3393" y="333"/>
                </a:cubicBezTo>
                <a:cubicBezTo>
                  <a:pt x="3403" y="332"/>
                  <a:pt x="3407" y="329"/>
                  <a:pt x="3411" y="329"/>
                </a:cubicBezTo>
                <a:cubicBezTo>
                  <a:pt x="3411" y="329"/>
                  <a:pt x="3411" y="329"/>
                  <a:pt x="3411" y="329"/>
                </a:cubicBezTo>
                <a:cubicBezTo>
                  <a:pt x="3412" y="329"/>
                  <a:pt x="3412" y="329"/>
                  <a:pt x="3412" y="329"/>
                </a:cubicBezTo>
                <a:cubicBezTo>
                  <a:pt x="3414" y="329"/>
                  <a:pt x="3416" y="328"/>
                  <a:pt x="3418" y="326"/>
                </a:cubicBezTo>
                <a:cubicBezTo>
                  <a:pt x="3421" y="325"/>
                  <a:pt x="3424" y="323"/>
                  <a:pt x="3429" y="323"/>
                </a:cubicBezTo>
                <a:cubicBezTo>
                  <a:pt x="3434" y="322"/>
                  <a:pt x="3437" y="320"/>
                  <a:pt x="3438" y="318"/>
                </a:cubicBezTo>
                <a:cubicBezTo>
                  <a:pt x="3440" y="316"/>
                  <a:pt x="3440" y="315"/>
                  <a:pt x="3444" y="315"/>
                </a:cubicBezTo>
                <a:cubicBezTo>
                  <a:pt x="3447" y="315"/>
                  <a:pt x="3449" y="314"/>
                  <a:pt x="3452" y="313"/>
                </a:cubicBezTo>
                <a:cubicBezTo>
                  <a:pt x="3454" y="311"/>
                  <a:pt x="3457" y="310"/>
                  <a:pt x="3461" y="310"/>
                </a:cubicBezTo>
                <a:cubicBezTo>
                  <a:pt x="3463" y="310"/>
                  <a:pt x="3465" y="310"/>
                  <a:pt x="3467" y="311"/>
                </a:cubicBezTo>
                <a:cubicBezTo>
                  <a:pt x="3471" y="312"/>
                  <a:pt x="3474" y="312"/>
                  <a:pt x="3478" y="312"/>
                </a:cubicBezTo>
                <a:cubicBezTo>
                  <a:pt x="3488" y="312"/>
                  <a:pt x="3496" y="309"/>
                  <a:pt x="3496" y="309"/>
                </a:cubicBezTo>
                <a:cubicBezTo>
                  <a:pt x="3495" y="307"/>
                  <a:pt x="3495" y="307"/>
                  <a:pt x="3495" y="307"/>
                </a:cubicBezTo>
                <a:cubicBezTo>
                  <a:pt x="3495" y="307"/>
                  <a:pt x="3495" y="307"/>
                  <a:pt x="3494" y="307"/>
                </a:cubicBezTo>
                <a:cubicBezTo>
                  <a:pt x="3491" y="308"/>
                  <a:pt x="3485" y="310"/>
                  <a:pt x="3478" y="310"/>
                </a:cubicBezTo>
                <a:cubicBezTo>
                  <a:pt x="3475" y="310"/>
                  <a:pt x="3471" y="310"/>
                  <a:pt x="3468" y="309"/>
                </a:cubicBezTo>
                <a:cubicBezTo>
                  <a:pt x="3465" y="308"/>
                  <a:pt x="3463" y="308"/>
                  <a:pt x="3461" y="308"/>
                </a:cubicBezTo>
                <a:cubicBezTo>
                  <a:pt x="3456" y="308"/>
                  <a:pt x="3453" y="309"/>
                  <a:pt x="3451" y="311"/>
                </a:cubicBezTo>
                <a:cubicBezTo>
                  <a:pt x="3448" y="312"/>
                  <a:pt x="3447" y="313"/>
                  <a:pt x="3444" y="313"/>
                </a:cubicBezTo>
                <a:cubicBezTo>
                  <a:pt x="3440" y="313"/>
                  <a:pt x="3438" y="315"/>
                  <a:pt x="3437" y="316"/>
                </a:cubicBezTo>
                <a:cubicBezTo>
                  <a:pt x="3435" y="318"/>
                  <a:pt x="3433" y="319"/>
                  <a:pt x="3428" y="320"/>
                </a:cubicBezTo>
                <a:cubicBezTo>
                  <a:pt x="3423" y="321"/>
                  <a:pt x="3420" y="323"/>
                  <a:pt x="3417" y="324"/>
                </a:cubicBezTo>
                <a:cubicBezTo>
                  <a:pt x="3415" y="326"/>
                  <a:pt x="3413" y="327"/>
                  <a:pt x="3412" y="327"/>
                </a:cubicBezTo>
                <a:cubicBezTo>
                  <a:pt x="3411" y="327"/>
                  <a:pt x="3411" y="327"/>
                  <a:pt x="3411" y="327"/>
                </a:cubicBezTo>
                <a:cubicBezTo>
                  <a:pt x="3411" y="327"/>
                  <a:pt x="3411" y="327"/>
                  <a:pt x="3411" y="327"/>
                </a:cubicBezTo>
                <a:cubicBezTo>
                  <a:pt x="3406" y="327"/>
                  <a:pt x="3403" y="330"/>
                  <a:pt x="3392" y="331"/>
                </a:cubicBezTo>
                <a:cubicBezTo>
                  <a:pt x="3388" y="331"/>
                  <a:pt x="3385" y="332"/>
                  <a:pt x="3384" y="332"/>
                </a:cubicBezTo>
                <a:cubicBezTo>
                  <a:pt x="3382" y="332"/>
                  <a:pt x="3382" y="333"/>
                  <a:pt x="3380" y="333"/>
                </a:cubicBezTo>
                <a:cubicBezTo>
                  <a:pt x="3379" y="333"/>
                  <a:pt x="3379" y="333"/>
                  <a:pt x="3377" y="332"/>
                </a:cubicBezTo>
                <a:cubicBezTo>
                  <a:pt x="3377" y="332"/>
                  <a:pt x="3377" y="332"/>
                  <a:pt x="3377" y="332"/>
                </a:cubicBezTo>
                <a:cubicBezTo>
                  <a:pt x="3370" y="332"/>
                  <a:pt x="3360" y="336"/>
                  <a:pt x="3351" y="336"/>
                </a:cubicBezTo>
                <a:cubicBezTo>
                  <a:pt x="3350" y="336"/>
                  <a:pt x="3349" y="336"/>
                  <a:pt x="3348" y="336"/>
                </a:cubicBezTo>
                <a:cubicBezTo>
                  <a:pt x="3347" y="336"/>
                  <a:pt x="3347" y="336"/>
                  <a:pt x="3347" y="336"/>
                </a:cubicBezTo>
                <a:cubicBezTo>
                  <a:pt x="3341" y="336"/>
                  <a:pt x="3334" y="339"/>
                  <a:pt x="3328" y="342"/>
                </a:cubicBezTo>
                <a:cubicBezTo>
                  <a:pt x="3322" y="345"/>
                  <a:pt x="3316" y="348"/>
                  <a:pt x="3313" y="348"/>
                </a:cubicBezTo>
                <a:cubicBezTo>
                  <a:pt x="3307" y="349"/>
                  <a:pt x="3301" y="352"/>
                  <a:pt x="3293" y="352"/>
                </a:cubicBezTo>
                <a:cubicBezTo>
                  <a:pt x="3285" y="352"/>
                  <a:pt x="3279" y="350"/>
                  <a:pt x="3273" y="350"/>
                </a:cubicBezTo>
                <a:cubicBezTo>
                  <a:pt x="3266" y="350"/>
                  <a:pt x="3256" y="354"/>
                  <a:pt x="3248" y="355"/>
                </a:cubicBezTo>
                <a:cubicBezTo>
                  <a:pt x="3247" y="355"/>
                  <a:pt x="3246" y="355"/>
                  <a:pt x="3245" y="355"/>
                </a:cubicBezTo>
                <a:cubicBezTo>
                  <a:pt x="3239" y="355"/>
                  <a:pt x="3233" y="354"/>
                  <a:pt x="3223" y="353"/>
                </a:cubicBezTo>
                <a:cubicBezTo>
                  <a:pt x="3217" y="352"/>
                  <a:pt x="3216" y="352"/>
                  <a:pt x="3215" y="351"/>
                </a:cubicBezTo>
                <a:cubicBezTo>
                  <a:pt x="3214" y="351"/>
                  <a:pt x="3213" y="350"/>
                  <a:pt x="3209" y="350"/>
                </a:cubicBezTo>
                <a:cubicBezTo>
                  <a:pt x="3208" y="350"/>
                  <a:pt x="3207" y="350"/>
                  <a:pt x="3207" y="350"/>
                </a:cubicBezTo>
                <a:cubicBezTo>
                  <a:pt x="3203" y="350"/>
                  <a:pt x="3200" y="351"/>
                  <a:pt x="3198" y="352"/>
                </a:cubicBezTo>
                <a:cubicBezTo>
                  <a:pt x="3196" y="353"/>
                  <a:pt x="3194" y="353"/>
                  <a:pt x="3191" y="354"/>
                </a:cubicBezTo>
                <a:cubicBezTo>
                  <a:pt x="3188" y="354"/>
                  <a:pt x="3186" y="356"/>
                  <a:pt x="3184" y="358"/>
                </a:cubicBezTo>
                <a:cubicBezTo>
                  <a:pt x="3181" y="361"/>
                  <a:pt x="3180" y="363"/>
                  <a:pt x="3177" y="363"/>
                </a:cubicBezTo>
                <a:cubicBezTo>
                  <a:pt x="3172" y="365"/>
                  <a:pt x="3168" y="369"/>
                  <a:pt x="3161" y="372"/>
                </a:cubicBezTo>
                <a:cubicBezTo>
                  <a:pt x="3154" y="376"/>
                  <a:pt x="3153" y="377"/>
                  <a:pt x="3148" y="380"/>
                </a:cubicBezTo>
                <a:cubicBezTo>
                  <a:pt x="3144" y="382"/>
                  <a:pt x="3139" y="384"/>
                  <a:pt x="3134" y="386"/>
                </a:cubicBezTo>
                <a:cubicBezTo>
                  <a:pt x="3130" y="388"/>
                  <a:pt x="3126" y="389"/>
                  <a:pt x="3126" y="389"/>
                </a:cubicBezTo>
                <a:cubicBezTo>
                  <a:pt x="3127" y="391"/>
                  <a:pt x="3127" y="391"/>
                  <a:pt x="3127" y="391"/>
                </a:cubicBezTo>
                <a:moveTo>
                  <a:pt x="3598" y="282"/>
                </a:moveTo>
                <a:cubicBezTo>
                  <a:pt x="3602" y="282"/>
                  <a:pt x="3626" y="284"/>
                  <a:pt x="3636" y="289"/>
                </a:cubicBezTo>
                <a:cubicBezTo>
                  <a:pt x="3646" y="293"/>
                  <a:pt x="3660" y="298"/>
                  <a:pt x="3666" y="304"/>
                </a:cubicBezTo>
                <a:cubicBezTo>
                  <a:pt x="3672" y="310"/>
                  <a:pt x="3672" y="314"/>
                  <a:pt x="3688" y="318"/>
                </a:cubicBezTo>
                <a:cubicBezTo>
                  <a:pt x="3703" y="323"/>
                  <a:pt x="3716" y="325"/>
                  <a:pt x="3727" y="335"/>
                </a:cubicBezTo>
                <a:cubicBezTo>
                  <a:pt x="3732" y="341"/>
                  <a:pt x="3735" y="342"/>
                  <a:pt x="3737" y="344"/>
                </a:cubicBezTo>
                <a:cubicBezTo>
                  <a:pt x="3739" y="345"/>
                  <a:pt x="3741" y="346"/>
                  <a:pt x="3746" y="349"/>
                </a:cubicBezTo>
                <a:cubicBezTo>
                  <a:pt x="3756" y="355"/>
                  <a:pt x="3770" y="367"/>
                  <a:pt x="3777" y="372"/>
                </a:cubicBezTo>
                <a:cubicBezTo>
                  <a:pt x="3783" y="377"/>
                  <a:pt x="3795" y="382"/>
                  <a:pt x="3795" y="382"/>
                </a:cubicBezTo>
                <a:cubicBezTo>
                  <a:pt x="3796" y="380"/>
                  <a:pt x="3796" y="380"/>
                  <a:pt x="3796" y="380"/>
                </a:cubicBezTo>
                <a:cubicBezTo>
                  <a:pt x="3796" y="380"/>
                  <a:pt x="3793" y="379"/>
                  <a:pt x="3790" y="377"/>
                </a:cubicBezTo>
                <a:cubicBezTo>
                  <a:pt x="3786" y="375"/>
                  <a:pt x="3781" y="372"/>
                  <a:pt x="3778" y="370"/>
                </a:cubicBezTo>
                <a:cubicBezTo>
                  <a:pt x="3771" y="365"/>
                  <a:pt x="3758" y="354"/>
                  <a:pt x="3747" y="347"/>
                </a:cubicBezTo>
                <a:cubicBezTo>
                  <a:pt x="3742" y="344"/>
                  <a:pt x="3740" y="343"/>
                  <a:pt x="3738" y="342"/>
                </a:cubicBezTo>
                <a:cubicBezTo>
                  <a:pt x="3736" y="341"/>
                  <a:pt x="3734" y="339"/>
                  <a:pt x="3728" y="334"/>
                </a:cubicBezTo>
                <a:cubicBezTo>
                  <a:pt x="3717" y="323"/>
                  <a:pt x="3704" y="320"/>
                  <a:pt x="3688" y="316"/>
                </a:cubicBezTo>
                <a:cubicBezTo>
                  <a:pt x="3673" y="312"/>
                  <a:pt x="3674" y="309"/>
                  <a:pt x="3667" y="303"/>
                </a:cubicBezTo>
                <a:cubicBezTo>
                  <a:pt x="3661" y="296"/>
                  <a:pt x="3647" y="291"/>
                  <a:pt x="3637" y="287"/>
                </a:cubicBezTo>
                <a:cubicBezTo>
                  <a:pt x="3627" y="282"/>
                  <a:pt x="3602" y="280"/>
                  <a:pt x="3598" y="280"/>
                </a:cubicBezTo>
                <a:cubicBezTo>
                  <a:pt x="3598" y="282"/>
                  <a:pt x="3598" y="282"/>
                  <a:pt x="3598" y="282"/>
                </a:cubicBezTo>
                <a:moveTo>
                  <a:pt x="3718" y="393"/>
                </a:moveTo>
                <a:cubicBezTo>
                  <a:pt x="3753" y="393"/>
                  <a:pt x="3753" y="393"/>
                  <a:pt x="3753" y="393"/>
                </a:cubicBezTo>
                <a:cubicBezTo>
                  <a:pt x="3753" y="390"/>
                  <a:pt x="3753" y="390"/>
                  <a:pt x="3753" y="390"/>
                </a:cubicBezTo>
                <a:cubicBezTo>
                  <a:pt x="3718" y="390"/>
                  <a:pt x="3718" y="390"/>
                  <a:pt x="3718" y="390"/>
                </a:cubicBezTo>
                <a:lnTo>
                  <a:pt x="3718" y="393"/>
                </a:lnTo>
                <a:close/>
                <a:moveTo>
                  <a:pt x="3718" y="398"/>
                </a:moveTo>
                <a:cubicBezTo>
                  <a:pt x="3752" y="398"/>
                  <a:pt x="3752" y="398"/>
                  <a:pt x="3752" y="398"/>
                </a:cubicBezTo>
                <a:cubicBezTo>
                  <a:pt x="3752" y="396"/>
                  <a:pt x="3752" y="396"/>
                  <a:pt x="3752" y="396"/>
                </a:cubicBezTo>
                <a:cubicBezTo>
                  <a:pt x="3718" y="396"/>
                  <a:pt x="3718" y="396"/>
                  <a:pt x="3718" y="396"/>
                </a:cubicBezTo>
                <a:lnTo>
                  <a:pt x="3718" y="398"/>
                </a:lnTo>
                <a:close/>
                <a:moveTo>
                  <a:pt x="3718" y="405"/>
                </a:moveTo>
                <a:cubicBezTo>
                  <a:pt x="3752" y="405"/>
                  <a:pt x="3752" y="405"/>
                  <a:pt x="3752" y="405"/>
                </a:cubicBezTo>
                <a:cubicBezTo>
                  <a:pt x="3752" y="403"/>
                  <a:pt x="3752" y="403"/>
                  <a:pt x="3752" y="403"/>
                </a:cubicBezTo>
                <a:cubicBezTo>
                  <a:pt x="3718" y="403"/>
                  <a:pt x="3718" y="403"/>
                  <a:pt x="3718" y="403"/>
                </a:cubicBezTo>
                <a:lnTo>
                  <a:pt x="3718" y="405"/>
                </a:lnTo>
                <a:close/>
                <a:moveTo>
                  <a:pt x="4088" y="436"/>
                </a:moveTo>
                <a:cubicBezTo>
                  <a:pt x="4075" y="433"/>
                  <a:pt x="4075" y="433"/>
                  <a:pt x="4075" y="433"/>
                </a:cubicBezTo>
                <a:cubicBezTo>
                  <a:pt x="4075" y="501"/>
                  <a:pt x="4075" y="501"/>
                  <a:pt x="4075" y="501"/>
                </a:cubicBezTo>
                <a:cubicBezTo>
                  <a:pt x="4078" y="501"/>
                  <a:pt x="4078" y="501"/>
                  <a:pt x="4078" y="501"/>
                </a:cubicBezTo>
                <a:cubicBezTo>
                  <a:pt x="4078" y="436"/>
                  <a:pt x="4078" y="436"/>
                  <a:pt x="4078" y="436"/>
                </a:cubicBezTo>
                <a:cubicBezTo>
                  <a:pt x="4088" y="438"/>
                  <a:pt x="4088" y="438"/>
                  <a:pt x="4088" y="438"/>
                </a:cubicBezTo>
                <a:cubicBezTo>
                  <a:pt x="4088" y="436"/>
                  <a:pt x="4088" y="436"/>
                  <a:pt x="4088" y="436"/>
                </a:cubicBezTo>
                <a:moveTo>
                  <a:pt x="3105" y="378"/>
                </a:moveTo>
                <a:cubicBezTo>
                  <a:pt x="3105" y="379"/>
                  <a:pt x="3105" y="379"/>
                  <a:pt x="3105" y="379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9"/>
                  <a:pt x="3105" y="379"/>
                  <a:pt x="3105" y="379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8"/>
                  <a:pt x="3105" y="378"/>
                  <a:pt x="3105" y="378"/>
                </a:cubicBezTo>
                <a:cubicBezTo>
                  <a:pt x="3105" y="378"/>
                  <a:pt x="3103" y="378"/>
                  <a:pt x="3097" y="378"/>
                </a:cubicBezTo>
                <a:cubicBezTo>
                  <a:pt x="3087" y="377"/>
                  <a:pt x="3081" y="374"/>
                  <a:pt x="3078" y="371"/>
                </a:cubicBezTo>
                <a:cubicBezTo>
                  <a:pt x="3076" y="369"/>
                  <a:pt x="3075" y="368"/>
                  <a:pt x="3074" y="367"/>
                </a:cubicBezTo>
                <a:cubicBezTo>
                  <a:pt x="3073" y="366"/>
                  <a:pt x="3073" y="366"/>
                  <a:pt x="3073" y="366"/>
                </a:cubicBezTo>
                <a:cubicBezTo>
                  <a:pt x="3073" y="365"/>
                  <a:pt x="3073" y="365"/>
                  <a:pt x="3073" y="365"/>
                </a:cubicBezTo>
                <a:cubicBezTo>
                  <a:pt x="3072" y="366"/>
                  <a:pt x="3072" y="366"/>
                  <a:pt x="3072" y="366"/>
                </a:cubicBezTo>
                <a:cubicBezTo>
                  <a:pt x="3072" y="367"/>
                  <a:pt x="3072" y="367"/>
                  <a:pt x="3072" y="367"/>
                </a:cubicBezTo>
                <a:cubicBezTo>
                  <a:pt x="3085" y="367"/>
                  <a:pt x="3085" y="367"/>
                  <a:pt x="3085" y="367"/>
                </a:cubicBezTo>
                <a:cubicBezTo>
                  <a:pt x="3085" y="366"/>
                  <a:pt x="3085" y="366"/>
                  <a:pt x="3085" y="366"/>
                </a:cubicBezTo>
                <a:cubicBezTo>
                  <a:pt x="3084" y="366"/>
                  <a:pt x="3084" y="366"/>
                  <a:pt x="3084" y="366"/>
                </a:cubicBezTo>
                <a:cubicBezTo>
                  <a:pt x="3084" y="366"/>
                  <a:pt x="3085" y="368"/>
                  <a:pt x="3086" y="370"/>
                </a:cubicBezTo>
                <a:cubicBezTo>
                  <a:pt x="3087" y="372"/>
                  <a:pt x="3089" y="374"/>
                  <a:pt x="3092" y="374"/>
                </a:cubicBezTo>
                <a:cubicBezTo>
                  <a:pt x="3095" y="375"/>
                  <a:pt x="3100" y="376"/>
                  <a:pt x="3102" y="376"/>
                </a:cubicBezTo>
                <a:cubicBezTo>
                  <a:pt x="3104" y="376"/>
                  <a:pt x="3105" y="376"/>
                  <a:pt x="3105" y="376"/>
                </a:cubicBezTo>
                <a:cubicBezTo>
                  <a:pt x="3105" y="373"/>
                  <a:pt x="3105" y="373"/>
                  <a:pt x="3105" y="373"/>
                </a:cubicBezTo>
                <a:cubicBezTo>
                  <a:pt x="3105" y="373"/>
                  <a:pt x="3104" y="373"/>
                  <a:pt x="3102" y="373"/>
                </a:cubicBezTo>
                <a:cubicBezTo>
                  <a:pt x="3100" y="373"/>
                  <a:pt x="3095" y="373"/>
                  <a:pt x="3093" y="372"/>
                </a:cubicBezTo>
                <a:cubicBezTo>
                  <a:pt x="3091" y="372"/>
                  <a:pt x="3089" y="370"/>
                  <a:pt x="3088" y="368"/>
                </a:cubicBezTo>
                <a:cubicBezTo>
                  <a:pt x="3087" y="368"/>
                  <a:pt x="3087" y="367"/>
                  <a:pt x="3086" y="366"/>
                </a:cubicBezTo>
                <a:cubicBezTo>
                  <a:pt x="3086" y="365"/>
                  <a:pt x="3086" y="365"/>
                  <a:pt x="3086" y="365"/>
                </a:cubicBezTo>
                <a:cubicBezTo>
                  <a:pt x="3086" y="365"/>
                  <a:pt x="3086" y="365"/>
                  <a:pt x="3086" y="365"/>
                </a:cubicBezTo>
                <a:cubicBezTo>
                  <a:pt x="3070" y="365"/>
                  <a:pt x="3070" y="365"/>
                  <a:pt x="3070" y="365"/>
                </a:cubicBezTo>
                <a:cubicBezTo>
                  <a:pt x="3071" y="366"/>
                  <a:pt x="3071" y="366"/>
                  <a:pt x="3071" y="366"/>
                </a:cubicBezTo>
                <a:cubicBezTo>
                  <a:pt x="3071" y="366"/>
                  <a:pt x="3077" y="379"/>
                  <a:pt x="3096" y="380"/>
                </a:cubicBezTo>
                <a:cubicBezTo>
                  <a:pt x="3103" y="380"/>
                  <a:pt x="3105" y="380"/>
                  <a:pt x="3105" y="380"/>
                </a:cubicBezTo>
                <a:cubicBezTo>
                  <a:pt x="3105" y="380"/>
                  <a:pt x="3105" y="380"/>
                  <a:pt x="3105" y="380"/>
                </a:cubicBezTo>
                <a:cubicBezTo>
                  <a:pt x="3105" y="378"/>
                  <a:pt x="3105" y="378"/>
                  <a:pt x="3105" y="378"/>
                </a:cubicBezTo>
                <a:moveTo>
                  <a:pt x="3086" y="369"/>
                </a:moveTo>
                <a:cubicBezTo>
                  <a:pt x="3106" y="369"/>
                  <a:pt x="3106" y="369"/>
                  <a:pt x="3106" y="369"/>
                </a:cubicBezTo>
                <a:cubicBezTo>
                  <a:pt x="3106" y="367"/>
                  <a:pt x="3106" y="367"/>
                  <a:pt x="3106" y="367"/>
                </a:cubicBezTo>
                <a:cubicBezTo>
                  <a:pt x="3086" y="367"/>
                  <a:pt x="3086" y="367"/>
                  <a:pt x="3086" y="367"/>
                </a:cubicBezTo>
                <a:moveTo>
                  <a:pt x="3083" y="375"/>
                </a:moveTo>
                <a:cubicBezTo>
                  <a:pt x="3079" y="392"/>
                  <a:pt x="3079" y="392"/>
                  <a:pt x="3079" y="392"/>
                </a:cubicBezTo>
                <a:cubicBezTo>
                  <a:pt x="3081" y="393"/>
                  <a:pt x="3081" y="393"/>
                  <a:pt x="3081" y="393"/>
                </a:cubicBezTo>
                <a:cubicBezTo>
                  <a:pt x="3085" y="375"/>
                  <a:pt x="3085" y="375"/>
                  <a:pt x="3085" y="375"/>
                </a:cubicBezTo>
                <a:moveTo>
                  <a:pt x="3097" y="379"/>
                </a:moveTo>
                <a:cubicBezTo>
                  <a:pt x="3097" y="399"/>
                  <a:pt x="3097" y="399"/>
                  <a:pt x="3097" y="399"/>
                </a:cubicBezTo>
                <a:cubicBezTo>
                  <a:pt x="3099" y="399"/>
                  <a:pt x="3099" y="399"/>
                  <a:pt x="3099" y="399"/>
                </a:cubicBezTo>
                <a:cubicBezTo>
                  <a:pt x="3099" y="379"/>
                  <a:pt x="3099" y="379"/>
                  <a:pt x="3099" y="379"/>
                </a:cubicBezTo>
                <a:moveTo>
                  <a:pt x="2658" y="526"/>
                </a:moveTo>
                <a:cubicBezTo>
                  <a:pt x="2632" y="545"/>
                  <a:pt x="2632" y="545"/>
                  <a:pt x="2632" y="545"/>
                </a:cubicBezTo>
                <a:cubicBezTo>
                  <a:pt x="2634" y="547"/>
                  <a:pt x="2634" y="547"/>
                  <a:pt x="2634" y="547"/>
                </a:cubicBezTo>
                <a:cubicBezTo>
                  <a:pt x="2659" y="528"/>
                  <a:pt x="2659" y="528"/>
                  <a:pt x="2659" y="528"/>
                </a:cubicBezTo>
                <a:moveTo>
                  <a:pt x="2247" y="357"/>
                </a:moveTo>
                <a:cubicBezTo>
                  <a:pt x="2247" y="352"/>
                  <a:pt x="2247" y="352"/>
                  <a:pt x="2247" y="352"/>
                </a:cubicBezTo>
                <a:cubicBezTo>
                  <a:pt x="2256" y="352"/>
                  <a:pt x="2256" y="352"/>
                  <a:pt x="2256" y="352"/>
                </a:cubicBezTo>
                <a:cubicBezTo>
                  <a:pt x="2256" y="347"/>
                  <a:pt x="2256" y="347"/>
                  <a:pt x="2256" y="347"/>
                </a:cubicBezTo>
                <a:cubicBezTo>
                  <a:pt x="2268" y="347"/>
                  <a:pt x="2268" y="347"/>
                  <a:pt x="2268" y="347"/>
                </a:cubicBezTo>
                <a:cubicBezTo>
                  <a:pt x="2276" y="355"/>
                  <a:pt x="2276" y="355"/>
                  <a:pt x="2276" y="355"/>
                </a:cubicBezTo>
                <a:cubicBezTo>
                  <a:pt x="2306" y="355"/>
                  <a:pt x="2306" y="355"/>
                  <a:pt x="2306" y="355"/>
                </a:cubicBezTo>
                <a:cubicBezTo>
                  <a:pt x="2306" y="364"/>
                  <a:pt x="2306" y="364"/>
                  <a:pt x="2306" y="364"/>
                </a:cubicBezTo>
                <a:cubicBezTo>
                  <a:pt x="2308" y="364"/>
                  <a:pt x="2308" y="364"/>
                  <a:pt x="2308" y="364"/>
                </a:cubicBezTo>
                <a:cubicBezTo>
                  <a:pt x="2308" y="353"/>
                  <a:pt x="2308" y="353"/>
                  <a:pt x="2308" y="353"/>
                </a:cubicBezTo>
                <a:cubicBezTo>
                  <a:pt x="2277" y="353"/>
                  <a:pt x="2277" y="353"/>
                  <a:pt x="2277" y="353"/>
                </a:cubicBezTo>
                <a:cubicBezTo>
                  <a:pt x="2269" y="345"/>
                  <a:pt x="2269" y="345"/>
                  <a:pt x="2269" y="345"/>
                </a:cubicBezTo>
                <a:cubicBezTo>
                  <a:pt x="2253" y="345"/>
                  <a:pt x="2253" y="345"/>
                  <a:pt x="2253" y="345"/>
                </a:cubicBezTo>
                <a:cubicBezTo>
                  <a:pt x="2253" y="349"/>
                  <a:pt x="2253" y="349"/>
                  <a:pt x="2253" y="349"/>
                </a:cubicBezTo>
                <a:cubicBezTo>
                  <a:pt x="2245" y="349"/>
                  <a:pt x="2245" y="349"/>
                  <a:pt x="2245" y="349"/>
                </a:cubicBezTo>
                <a:cubicBezTo>
                  <a:pt x="2245" y="357"/>
                  <a:pt x="2245" y="357"/>
                  <a:pt x="2245" y="357"/>
                </a:cubicBezTo>
                <a:cubicBezTo>
                  <a:pt x="2247" y="357"/>
                  <a:pt x="2247" y="357"/>
                  <a:pt x="2247" y="357"/>
                </a:cubicBezTo>
                <a:moveTo>
                  <a:pt x="2077" y="464"/>
                </a:moveTo>
                <a:cubicBezTo>
                  <a:pt x="2142" y="464"/>
                  <a:pt x="2142" y="464"/>
                  <a:pt x="2142" y="464"/>
                </a:cubicBezTo>
                <a:cubicBezTo>
                  <a:pt x="2142" y="462"/>
                  <a:pt x="2142" y="462"/>
                  <a:pt x="2142" y="462"/>
                </a:cubicBezTo>
                <a:cubicBezTo>
                  <a:pt x="2077" y="462"/>
                  <a:pt x="2077" y="462"/>
                  <a:pt x="2077" y="462"/>
                </a:cubicBezTo>
                <a:lnTo>
                  <a:pt x="2077" y="464"/>
                </a:lnTo>
                <a:close/>
                <a:moveTo>
                  <a:pt x="2141" y="470"/>
                </a:moveTo>
                <a:cubicBezTo>
                  <a:pt x="2144" y="470"/>
                  <a:pt x="2144" y="470"/>
                  <a:pt x="2144" y="470"/>
                </a:cubicBezTo>
                <a:cubicBezTo>
                  <a:pt x="2144" y="450"/>
                  <a:pt x="2144" y="450"/>
                  <a:pt x="2144" y="450"/>
                </a:cubicBezTo>
                <a:cubicBezTo>
                  <a:pt x="2141" y="450"/>
                  <a:pt x="2141" y="450"/>
                  <a:pt x="2141" y="450"/>
                </a:cubicBezTo>
                <a:lnTo>
                  <a:pt x="2141" y="470"/>
                </a:lnTo>
                <a:close/>
                <a:moveTo>
                  <a:pt x="1683" y="551"/>
                </a:moveTo>
                <a:cubicBezTo>
                  <a:pt x="1686" y="551"/>
                  <a:pt x="1686" y="551"/>
                  <a:pt x="1686" y="551"/>
                </a:cubicBezTo>
                <a:cubicBezTo>
                  <a:pt x="1686" y="511"/>
                  <a:pt x="1686" y="511"/>
                  <a:pt x="1686" y="511"/>
                </a:cubicBezTo>
                <a:cubicBezTo>
                  <a:pt x="1683" y="511"/>
                  <a:pt x="1683" y="511"/>
                  <a:pt x="1683" y="511"/>
                </a:cubicBezTo>
                <a:lnTo>
                  <a:pt x="1683" y="551"/>
                </a:lnTo>
                <a:close/>
                <a:moveTo>
                  <a:pt x="1697" y="629"/>
                </a:moveTo>
                <a:cubicBezTo>
                  <a:pt x="1699" y="629"/>
                  <a:pt x="1699" y="629"/>
                  <a:pt x="1699" y="629"/>
                </a:cubicBezTo>
                <a:cubicBezTo>
                  <a:pt x="1699" y="569"/>
                  <a:pt x="1699" y="569"/>
                  <a:pt x="1699" y="569"/>
                </a:cubicBezTo>
                <a:cubicBezTo>
                  <a:pt x="1697" y="569"/>
                  <a:pt x="1697" y="569"/>
                  <a:pt x="1697" y="569"/>
                </a:cubicBezTo>
                <a:lnTo>
                  <a:pt x="1697" y="629"/>
                </a:lnTo>
                <a:close/>
                <a:moveTo>
                  <a:pt x="3244" y="620"/>
                </a:moveTo>
                <a:cubicBezTo>
                  <a:pt x="3246" y="620"/>
                  <a:pt x="3246" y="620"/>
                  <a:pt x="3246" y="620"/>
                </a:cubicBezTo>
                <a:cubicBezTo>
                  <a:pt x="3246" y="431"/>
                  <a:pt x="3246" y="431"/>
                  <a:pt x="3246" y="431"/>
                </a:cubicBezTo>
                <a:cubicBezTo>
                  <a:pt x="3244" y="431"/>
                  <a:pt x="3244" y="431"/>
                  <a:pt x="3244" y="431"/>
                </a:cubicBezTo>
                <a:lnTo>
                  <a:pt x="3244" y="620"/>
                </a:lnTo>
                <a:close/>
                <a:moveTo>
                  <a:pt x="3249" y="620"/>
                </a:moveTo>
                <a:cubicBezTo>
                  <a:pt x="3251" y="620"/>
                  <a:pt x="3251" y="620"/>
                  <a:pt x="3251" y="620"/>
                </a:cubicBezTo>
                <a:cubicBezTo>
                  <a:pt x="3251" y="431"/>
                  <a:pt x="3251" y="431"/>
                  <a:pt x="3251" y="431"/>
                </a:cubicBezTo>
                <a:cubicBezTo>
                  <a:pt x="3249" y="431"/>
                  <a:pt x="3249" y="431"/>
                  <a:pt x="3249" y="431"/>
                </a:cubicBezTo>
                <a:lnTo>
                  <a:pt x="3249" y="620"/>
                </a:lnTo>
                <a:close/>
                <a:moveTo>
                  <a:pt x="3255" y="620"/>
                </a:moveTo>
                <a:cubicBezTo>
                  <a:pt x="3257" y="620"/>
                  <a:pt x="3257" y="620"/>
                  <a:pt x="3257" y="620"/>
                </a:cubicBezTo>
                <a:cubicBezTo>
                  <a:pt x="3257" y="431"/>
                  <a:pt x="3257" y="431"/>
                  <a:pt x="3257" y="431"/>
                </a:cubicBezTo>
                <a:cubicBezTo>
                  <a:pt x="3255" y="431"/>
                  <a:pt x="3255" y="431"/>
                  <a:pt x="3255" y="431"/>
                </a:cubicBezTo>
                <a:lnTo>
                  <a:pt x="3255" y="620"/>
                </a:lnTo>
                <a:close/>
                <a:moveTo>
                  <a:pt x="3260" y="620"/>
                </a:moveTo>
                <a:cubicBezTo>
                  <a:pt x="3262" y="620"/>
                  <a:pt x="3262" y="620"/>
                  <a:pt x="3262" y="620"/>
                </a:cubicBezTo>
                <a:cubicBezTo>
                  <a:pt x="3262" y="431"/>
                  <a:pt x="3262" y="431"/>
                  <a:pt x="3262" y="431"/>
                </a:cubicBezTo>
                <a:cubicBezTo>
                  <a:pt x="3260" y="431"/>
                  <a:pt x="3260" y="431"/>
                  <a:pt x="3260" y="431"/>
                </a:cubicBezTo>
                <a:lnTo>
                  <a:pt x="3260" y="620"/>
                </a:lnTo>
                <a:close/>
                <a:moveTo>
                  <a:pt x="3266" y="620"/>
                </a:moveTo>
                <a:cubicBezTo>
                  <a:pt x="3268" y="620"/>
                  <a:pt x="3268" y="620"/>
                  <a:pt x="3268" y="620"/>
                </a:cubicBezTo>
                <a:cubicBezTo>
                  <a:pt x="3268" y="431"/>
                  <a:pt x="3268" y="431"/>
                  <a:pt x="3268" y="431"/>
                </a:cubicBezTo>
                <a:cubicBezTo>
                  <a:pt x="3266" y="431"/>
                  <a:pt x="3266" y="431"/>
                  <a:pt x="3266" y="431"/>
                </a:cubicBezTo>
                <a:lnTo>
                  <a:pt x="3266" y="620"/>
                </a:lnTo>
                <a:close/>
                <a:moveTo>
                  <a:pt x="1044" y="619"/>
                </a:moveTo>
                <a:cubicBezTo>
                  <a:pt x="1044" y="619"/>
                  <a:pt x="1020" y="609"/>
                  <a:pt x="995" y="599"/>
                </a:cubicBezTo>
                <a:cubicBezTo>
                  <a:pt x="983" y="594"/>
                  <a:pt x="970" y="589"/>
                  <a:pt x="960" y="586"/>
                </a:cubicBezTo>
                <a:cubicBezTo>
                  <a:pt x="949" y="582"/>
                  <a:pt x="941" y="579"/>
                  <a:pt x="938" y="579"/>
                </a:cubicBezTo>
                <a:cubicBezTo>
                  <a:pt x="938" y="581"/>
                  <a:pt x="938" y="581"/>
                  <a:pt x="938" y="581"/>
                </a:cubicBezTo>
                <a:cubicBezTo>
                  <a:pt x="941" y="581"/>
                  <a:pt x="949" y="584"/>
                  <a:pt x="959" y="588"/>
                </a:cubicBezTo>
                <a:cubicBezTo>
                  <a:pt x="974" y="593"/>
                  <a:pt x="995" y="602"/>
                  <a:pt x="1012" y="608"/>
                </a:cubicBezTo>
                <a:cubicBezTo>
                  <a:pt x="1030" y="615"/>
                  <a:pt x="1043" y="621"/>
                  <a:pt x="1043" y="621"/>
                </a:cubicBezTo>
                <a:cubicBezTo>
                  <a:pt x="1044" y="619"/>
                  <a:pt x="1044" y="619"/>
                  <a:pt x="1044" y="619"/>
                </a:cubicBezTo>
                <a:moveTo>
                  <a:pt x="4000" y="497"/>
                </a:moveTo>
                <a:cubicBezTo>
                  <a:pt x="4024" y="497"/>
                  <a:pt x="4024" y="497"/>
                  <a:pt x="4024" y="497"/>
                </a:cubicBezTo>
                <a:cubicBezTo>
                  <a:pt x="4024" y="495"/>
                  <a:pt x="4024" y="495"/>
                  <a:pt x="4024" y="495"/>
                </a:cubicBezTo>
                <a:cubicBezTo>
                  <a:pt x="4000" y="495"/>
                  <a:pt x="4000" y="495"/>
                  <a:pt x="4000" y="495"/>
                </a:cubicBezTo>
                <a:lnTo>
                  <a:pt x="4000" y="497"/>
                </a:lnTo>
                <a:close/>
                <a:moveTo>
                  <a:pt x="4000" y="502"/>
                </a:moveTo>
                <a:cubicBezTo>
                  <a:pt x="4025" y="502"/>
                  <a:pt x="4025" y="502"/>
                  <a:pt x="4025" y="502"/>
                </a:cubicBezTo>
                <a:cubicBezTo>
                  <a:pt x="4025" y="500"/>
                  <a:pt x="4025" y="500"/>
                  <a:pt x="4025" y="500"/>
                </a:cubicBezTo>
                <a:cubicBezTo>
                  <a:pt x="4000" y="500"/>
                  <a:pt x="4000" y="500"/>
                  <a:pt x="4000" y="500"/>
                </a:cubicBezTo>
                <a:lnTo>
                  <a:pt x="4000" y="502"/>
                </a:lnTo>
                <a:close/>
                <a:moveTo>
                  <a:pt x="4000" y="507"/>
                </a:moveTo>
                <a:cubicBezTo>
                  <a:pt x="4025" y="507"/>
                  <a:pt x="4025" y="507"/>
                  <a:pt x="4025" y="507"/>
                </a:cubicBezTo>
                <a:cubicBezTo>
                  <a:pt x="4025" y="504"/>
                  <a:pt x="4025" y="504"/>
                  <a:pt x="4025" y="504"/>
                </a:cubicBezTo>
                <a:cubicBezTo>
                  <a:pt x="4000" y="504"/>
                  <a:pt x="4000" y="504"/>
                  <a:pt x="4000" y="504"/>
                </a:cubicBezTo>
                <a:lnTo>
                  <a:pt x="4000" y="507"/>
                </a:lnTo>
                <a:close/>
                <a:moveTo>
                  <a:pt x="4000" y="511"/>
                </a:moveTo>
                <a:cubicBezTo>
                  <a:pt x="4024" y="511"/>
                  <a:pt x="4024" y="511"/>
                  <a:pt x="4024" y="511"/>
                </a:cubicBezTo>
                <a:cubicBezTo>
                  <a:pt x="4024" y="509"/>
                  <a:pt x="4024" y="509"/>
                  <a:pt x="4024" y="509"/>
                </a:cubicBezTo>
                <a:cubicBezTo>
                  <a:pt x="4000" y="509"/>
                  <a:pt x="4000" y="509"/>
                  <a:pt x="4000" y="509"/>
                </a:cubicBezTo>
                <a:lnTo>
                  <a:pt x="4000" y="511"/>
                </a:lnTo>
                <a:close/>
                <a:moveTo>
                  <a:pt x="4000" y="516"/>
                </a:moveTo>
                <a:cubicBezTo>
                  <a:pt x="4024" y="516"/>
                  <a:pt x="4024" y="516"/>
                  <a:pt x="4024" y="516"/>
                </a:cubicBezTo>
                <a:cubicBezTo>
                  <a:pt x="4024" y="514"/>
                  <a:pt x="4024" y="514"/>
                  <a:pt x="4024" y="514"/>
                </a:cubicBezTo>
                <a:cubicBezTo>
                  <a:pt x="4000" y="514"/>
                  <a:pt x="4000" y="514"/>
                  <a:pt x="4000" y="514"/>
                </a:cubicBezTo>
                <a:lnTo>
                  <a:pt x="4000" y="516"/>
                </a:lnTo>
                <a:close/>
                <a:moveTo>
                  <a:pt x="4001" y="521"/>
                </a:moveTo>
                <a:cubicBezTo>
                  <a:pt x="4024" y="521"/>
                  <a:pt x="4024" y="521"/>
                  <a:pt x="4024" y="521"/>
                </a:cubicBezTo>
                <a:cubicBezTo>
                  <a:pt x="4024" y="518"/>
                  <a:pt x="4024" y="518"/>
                  <a:pt x="4024" y="518"/>
                </a:cubicBezTo>
                <a:cubicBezTo>
                  <a:pt x="4001" y="518"/>
                  <a:pt x="4001" y="518"/>
                  <a:pt x="4001" y="518"/>
                </a:cubicBezTo>
                <a:lnTo>
                  <a:pt x="4001" y="521"/>
                </a:lnTo>
                <a:close/>
                <a:moveTo>
                  <a:pt x="3999" y="525"/>
                </a:moveTo>
                <a:cubicBezTo>
                  <a:pt x="4024" y="525"/>
                  <a:pt x="4024" y="525"/>
                  <a:pt x="4024" y="525"/>
                </a:cubicBezTo>
                <a:cubicBezTo>
                  <a:pt x="4024" y="523"/>
                  <a:pt x="4024" y="523"/>
                  <a:pt x="4024" y="523"/>
                </a:cubicBezTo>
                <a:cubicBezTo>
                  <a:pt x="3999" y="523"/>
                  <a:pt x="3999" y="523"/>
                  <a:pt x="3999" y="523"/>
                </a:cubicBezTo>
                <a:lnTo>
                  <a:pt x="3999" y="525"/>
                </a:lnTo>
                <a:close/>
                <a:moveTo>
                  <a:pt x="3999" y="530"/>
                </a:moveTo>
                <a:cubicBezTo>
                  <a:pt x="4024" y="530"/>
                  <a:pt x="4024" y="530"/>
                  <a:pt x="4024" y="530"/>
                </a:cubicBezTo>
                <a:cubicBezTo>
                  <a:pt x="4024" y="528"/>
                  <a:pt x="4024" y="528"/>
                  <a:pt x="4024" y="528"/>
                </a:cubicBezTo>
                <a:cubicBezTo>
                  <a:pt x="3999" y="528"/>
                  <a:pt x="3999" y="528"/>
                  <a:pt x="3999" y="528"/>
                </a:cubicBezTo>
                <a:lnTo>
                  <a:pt x="3999" y="530"/>
                </a:lnTo>
                <a:close/>
                <a:moveTo>
                  <a:pt x="4000" y="535"/>
                </a:moveTo>
                <a:cubicBezTo>
                  <a:pt x="4024" y="535"/>
                  <a:pt x="4024" y="535"/>
                  <a:pt x="4024" y="535"/>
                </a:cubicBezTo>
                <a:cubicBezTo>
                  <a:pt x="4024" y="532"/>
                  <a:pt x="4024" y="532"/>
                  <a:pt x="4024" y="532"/>
                </a:cubicBezTo>
                <a:cubicBezTo>
                  <a:pt x="4000" y="532"/>
                  <a:pt x="4000" y="532"/>
                  <a:pt x="4000" y="532"/>
                </a:cubicBezTo>
                <a:lnTo>
                  <a:pt x="4000" y="535"/>
                </a:lnTo>
                <a:close/>
                <a:moveTo>
                  <a:pt x="3454" y="623"/>
                </a:moveTo>
                <a:cubicBezTo>
                  <a:pt x="3456" y="623"/>
                  <a:pt x="3456" y="623"/>
                  <a:pt x="3456" y="623"/>
                </a:cubicBezTo>
                <a:cubicBezTo>
                  <a:pt x="3456" y="404"/>
                  <a:pt x="3456" y="404"/>
                  <a:pt x="3456" y="404"/>
                </a:cubicBezTo>
                <a:cubicBezTo>
                  <a:pt x="3454" y="404"/>
                  <a:pt x="3454" y="404"/>
                  <a:pt x="3454" y="404"/>
                </a:cubicBezTo>
                <a:lnTo>
                  <a:pt x="3454" y="623"/>
                </a:lnTo>
                <a:close/>
                <a:moveTo>
                  <a:pt x="3360" y="554"/>
                </a:moveTo>
                <a:cubicBezTo>
                  <a:pt x="3340" y="554"/>
                  <a:pt x="3340" y="554"/>
                  <a:pt x="3340" y="554"/>
                </a:cubicBezTo>
                <a:cubicBezTo>
                  <a:pt x="3340" y="625"/>
                  <a:pt x="3340" y="625"/>
                  <a:pt x="3340" y="625"/>
                </a:cubicBezTo>
                <a:cubicBezTo>
                  <a:pt x="3342" y="625"/>
                  <a:pt x="3342" y="625"/>
                  <a:pt x="3342" y="625"/>
                </a:cubicBezTo>
                <a:cubicBezTo>
                  <a:pt x="3342" y="556"/>
                  <a:pt x="3342" y="556"/>
                  <a:pt x="3342" y="556"/>
                </a:cubicBezTo>
                <a:cubicBezTo>
                  <a:pt x="3360" y="556"/>
                  <a:pt x="3360" y="556"/>
                  <a:pt x="3360" y="556"/>
                </a:cubicBezTo>
                <a:cubicBezTo>
                  <a:pt x="3360" y="554"/>
                  <a:pt x="3360" y="554"/>
                  <a:pt x="3360" y="554"/>
                </a:cubicBezTo>
                <a:moveTo>
                  <a:pt x="2263" y="427"/>
                </a:moveTo>
                <a:cubicBezTo>
                  <a:pt x="2310" y="427"/>
                  <a:pt x="2310" y="427"/>
                  <a:pt x="2310" y="427"/>
                </a:cubicBezTo>
                <a:cubicBezTo>
                  <a:pt x="2310" y="424"/>
                  <a:pt x="2310" y="424"/>
                  <a:pt x="2310" y="424"/>
                </a:cubicBezTo>
                <a:cubicBezTo>
                  <a:pt x="2263" y="424"/>
                  <a:pt x="2263" y="424"/>
                  <a:pt x="2263" y="424"/>
                </a:cubicBezTo>
                <a:lnTo>
                  <a:pt x="2263" y="427"/>
                </a:lnTo>
                <a:close/>
                <a:moveTo>
                  <a:pt x="2316" y="387"/>
                </a:moveTo>
                <a:cubicBezTo>
                  <a:pt x="2316" y="382"/>
                  <a:pt x="2316" y="382"/>
                  <a:pt x="2316" y="382"/>
                </a:cubicBezTo>
                <a:cubicBezTo>
                  <a:pt x="2325" y="382"/>
                  <a:pt x="2325" y="382"/>
                  <a:pt x="2325" y="382"/>
                </a:cubicBezTo>
                <a:cubicBezTo>
                  <a:pt x="2325" y="378"/>
                  <a:pt x="2325" y="378"/>
                  <a:pt x="2325" y="378"/>
                </a:cubicBezTo>
                <a:cubicBezTo>
                  <a:pt x="2337" y="378"/>
                  <a:pt x="2337" y="378"/>
                  <a:pt x="2337" y="378"/>
                </a:cubicBezTo>
                <a:cubicBezTo>
                  <a:pt x="2344" y="385"/>
                  <a:pt x="2344" y="385"/>
                  <a:pt x="2344" y="385"/>
                </a:cubicBezTo>
                <a:cubicBezTo>
                  <a:pt x="2346" y="384"/>
                  <a:pt x="2346" y="384"/>
                  <a:pt x="2346" y="384"/>
                </a:cubicBezTo>
                <a:cubicBezTo>
                  <a:pt x="2338" y="376"/>
                  <a:pt x="2338" y="376"/>
                  <a:pt x="2338" y="376"/>
                </a:cubicBezTo>
                <a:cubicBezTo>
                  <a:pt x="2322" y="376"/>
                  <a:pt x="2322" y="376"/>
                  <a:pt x="2322" y="376"/>
                </a:cubicBezTo>
                <a:cubicBezTo>
                  <a:pt x="2322" y="380"/>
                  <a:pt x="2322" y="380"/>
                  <a:pt x="2322" y="380"/>
                </a:cubicBezTo>
                <a:cubicBezTo>
                  <a:pt x="2314" y="380"/>
                  <a:pt x="2314" y="380"/>
                  <a:pt x="2314" y="380"/>
                </a:cubicBezTo>
                <a:cubicBezTo>
                  <a:pt x="2314" y="387"/>
                  <a:pt x="2314" y="387"/>
                  <a:pt x="2314" y="387"/>
                </a:cubicBezTo>
                <a:cubicBezTo>
                  <a:pt x="2316" y="387"/>
                  <a:pt x="2316" y="387"/>
                  <a:pt x="2316" y="387"/>
                </a:cubicBezTo>
                <a:moveTo>
                  <a:pt x="2398" y="362"/>
                </a:moveTo>
                <a:cubicBezTo>
                  <a:pt x="2398" y="357"/>
                  <a:pt x="2398" y="357"/>
                  <a:pt x="2398" y="357"/>
                </a:cubicBezTo>
                <a:cubicBezTo>
                  <a:pt x="2406" y="357"/>
                  <a:pt x="2406" y="357"/>
                  <a:pt x="2406" y="357"/>
                </a:cubicBezTo>
                <a:cubicBezTo>
                  <a:pt x="2406" y="353"/>
                  <a:pt x="2406" y="353"/>
                  <a:pt x="2406" y="353"/>
                </a:cubicBezTo>
                <a:cubicBezTo>
                  <a:pt x="2418" y="353"/>
                  <a:pt x="2418" y="353"/>
                  <a:pt x="2418" y="353"/>
                </a:cubicBezTo>
                <a:cubicBezTo>
                  <a:pt x="2426" y="360"/>
                  <a:pt x="2426" y="360"/>
                  <a:pt x="2426" y="360"/>
                </a:cubicBezTo>
                <a:cubicBezTo>
                  <a:pt x="2427" y="359"/>
                  <a:pt x="2427" y="359"/>
                  <a:pt x="2427" y="359"/>
                </a:cubicBezTo>
                <a:cubicBezTo>
                  <a:pt x="2419" y="351"/>
                  <a:pt x="2419" y="351"/>
                  <a:pt x="2419" y="351"/>
                </a:cubicBezTo>
                <a:cubicBezTo>
                  <a:pt x="2404" y="351"/>
                  <a:pt x="2404" y="351"/>
                  <a:pt x="2404" y="351"/>
                </a:cubicBezTo>
                <a:cubicBezTo>
                  <a:pt x="2404" y="355"/>
                  <a:pt x="2404" y="355"/>
                  <a:pt x="2404" y="355"/>
                </a:cubicBezTo>
                <a:cubicBezTo>
                  <a:pt x="2395" y="355"/>
                  <a:pt x="2395" y="355"/>
                  <a:pt x="2395" y="355"/>
                </a:cubicBezTo>
                <a:cubicBezTo>
                  <a:pt x="2395" y="362"/>
                  <a:pt x="2395" y="362"/>
                  <a:pt x="2395" y="362"/>
                </a:cubicBezTo>
                <a:cubicBezTo>
                  <a:pt x="2398" y="362"/>
                  <a:pt x="2398" y="362"/>
                  <a:pt x="2398" y="362"/>
                </a:cubicBezTo>
                <a:moveTo>
                  <a:pt x="2501" y="413"/>
                </a:moveTo>
                <a:cubicBezTo>
                  <a:pt x="2501" y="408"/>
                  <a:pt x="2501" y="408"/>
                  <a:pt x="2501" y="408"/>
                </a:cubicBezTo>
                <a:cubicBezTo>
                  <a:pt x="2510" y="408"/>
                  <a:pt x="2510" y="408"/>
                  <a:pt x="2510" y="408"/>
                </a:cubicBezTo>
                <a:cubicBezTo>
                  <a:pt x="2510" y="403"/>
                  <a:pt x="2510" y="403"/>
                  <a:pt x="2510" y="403"/>
                </a:cubicBezTo>
                <a:cubicBezTo>
                  <a:pt x="2522" y="403"/>
                  <a:pt x="2522" y="403"/>
                  <a:pt x="2522" y="403"/>
                </a:cubicBezTo>
                <a:cubicBezTo>
                  <a:pt x="2530" y="411"/>
                  <a:pt x="2530" y="411"/>
                  <a:pt x="2530" y="411"/>
                </a:cubicBezTo>
                <a:cubicBezTo>
                  <a:pt x="2531" y="409"/>
                  <a:pt x="2531" y="409"/>
                  <a:pt x="2531" y="409"/>
                </a:cubicBezTo>
                <a:cubicBezTo>
                  <a:pt x="2523" y="401"/>
                  <a:pt x="2523" y="401"/>
                  <a:pt x="2523" y="401"/>
                </a:cubicBezTo>
                <a:cubicBezTo>
                  <a:pt x="2507" y="401"/>
                  <a:pt x="2507" y="401"/>
                  <a:pt x="2507" y="401"/>
                </a:cubicBezTo>
                <a:cubicBezTo>
                  <a:pt x="2507" y="406"/>
                  <a:pt x="2507" y="406"/>
                  <a:pt x="2507" y="406"/>
                </a:cubicBezTo>
                <a:cubicBezTo>
                  <a:pt x="2499" y="406"/>
                  <a:pt x="2499" y="406"/>
                  <a:pt x="2499" y="406"/>
                </a:cubicBezTo>
                <a:cubicBezTo>
                  <a:pt x="2499" y="413"/>
                  <a:pt x="2499" y="413"/>
                  <a:pt x="2499" y="413"/>
                </a:cubicBezTo>
                <a:cubicBezTo>
                  <a:pt x="2501" y="413"/>
                  <a:pt x="2501" y="413"/>
                  <a:pt x="2501" y="413"/>
                </a:cubicBezTo>
                <a:moveTo>
                  <a:pt x="982" y="492"/>
                </a:moveTo>
                <a:cubicBezTo>
                  <a:pt x="1032" y="492"/>
                  <a:pt x="1032" y="492"/>
                  <a:pt x="1032" y="492"/>
                </a:cubicBezTo>
                <a:cubicBezTo>
                  <a:pt x="1032" y="490"/>
                  <a:pt x="1032" y="490"/>
                  <a:pt x="1032" y="490"/>
                </a:cubicBezTo>
                <a:cubicBezTo>
                  <a:pt x="982" y="490"/>
                  <a:pt x="982" y="490"/>
                  <a:pt x="982" y="490"/>
                </a:cubicBezTo>
                <a:lnTo>
                  <a:pt x="982" y="492"/>
                </a:lnTo>
                <a:close/>
                <a:moveTo>
                  <a:pt x="790" y="665"/>
                </a:moveTo>
                <a:cubicBezTo>
                  <a:pt x="792" y="665"/>
                  <a:pt x="792" y="665"/>
                  <a:pt x="792" y="665"/>
                </a:cubicBezTo>
                <a:cubicBezTo>
                  <a:pt x="792" y="654"/>
                  <a:pt x="792" y="654"/>
                  <a:pt x="792" y="654"/>
                </a:cubicBezTo>
                <a:cubicBezTo>
                  <a:pt x="790" y="654"/>
                  <a:pt x="790" y="654"/>
                  <a:pt x="790" y="654"/>
                </a:cubicBezTo>
                <a:lnTo>
                  <a:pt x="790" y="665"/>
                </a:lnTo>
                <a:close/>
                <a:moveTo>
                  <a:pt x="809" y="665"/>
                </a:moveTo>
                <a:cubicBezTo>
                  <a:pt x="811" y="665"/>
                  <a:pt x="811" y="665"/>
                  <a:pt x="811" y="665"/>
                </a:cubicBezTo>
                <a:cubicBezTo>
                  <a:pt x="811" y="653"/>
                  <a:pt x="811" y="653"/>
                  <a:pt x="811" y="653"/>
                </a:cubicBezTo>
                <a:cubicBezTo>
                  <a:pt x="809" y="653"/>
                  <a:pt x="809" y="653"/>
                  <a:pt x="809" y="653"/>
                </a:cubicBezTo>
                <a:lnTo>
                  <a:pt x="809" y="665"/>
                </a:lnTo>
                <a:close/>
                <a:moveTo>
                  <a:pt x="827" y="665"/>
                </a:moveTo>
                <a:cubicBezTo>
                  <a:pt x="829" y="665"/>
                  <a:pt x="829" y="665"/>
                  <a:pt x="829" y="665"/>
                </a:cubicBezTo>
                <a:cubicBezTo>
                  <a:pt x="829" y="654"/>
                  <a:pt x="829" y="654"/>
                  <a:pt x="829" y="654"/>
                </a:cubicBezTo>
                <a:cubicBezTo>
                  <a:pt x="827" y="654"/>
                  <a:pt x="827" y="654"/>
                  <a:pt x="827" y="654"/>
                </a:cubicBezTo>
                <a:lnTo>
                  <a:pt x="827" y="665"/>
                </a:lnTo>
                <a:close/>
                <a:moveTo>
                  <a:pt x="844" y="665"/>
                </a:moveTo>
                <a:cubicBezTo>
                  <a:pt x="846" y="665"/>
                  <a:pt x="846" y="665"/>
                  <a:pt x="846" y="665"/>
                </a:cubicBezTo>
                <a:cubicBezTo>
                  <a:pt x="846" y="654"/>
                  <a:pt x="846" y="654"/>
                  <a:pt x="846" y="654"/>
                </a:cubicBezTo>
                <a:cubicBezTo>
                  <a:pt x="844" y="654"/>
                  <a:pt x="844" y="654"/>
                  <a:pt x="844" y="654"/>
                </a:cubicBezTo>
                <a:lnTo>
                  <a:pt x="844" y="665"/>
                </a:lnTo>
                <a:close/>
                <a:moveTo>
                  <a:pt x="526" y="463"/>
                </a:moveTo>
                <a:cubicBezTo>
                  <a:pt x="590" y="463"/>
                  <a:pt x="590" y="463"/>
                  <a:pt x="590" y="463"/>
                </a:cubicBezTo>
                <a:cubicBezTo>
                  <a:pt x="609" y="468"/>
                  <a:pt x="609" y="468"/>
                  <a:pt x="609" y="468"/>
                </a:cubicBezTo>
                <a:cubicBezTo>
                  <a:pt x="610" y="466"/>
                  <a:pt x="610" y="466"/>
                  <a:pt x="610" y="466"/>
                </a:cubicBezTo>
                <a:cubicBezTo>
                  <a:pt x="590" y="460"/>
                  <a:pt x="590" y="460"/>
                  <a:pt x="590" y="460"/>
                </a:cubicBezTo>
                <a:cubicBezTo>
                  <a:pt x="526" y="460"/>
                  <a:pt x="526" y="460"/>
                  <a:pt x="526" y="460"/>
                </a:cubicBezTo>
                <a:cubicBezTo>
                  <a:pt x="526" y="463"/>
                  <a:pt x="526" y="463"/>
                  <a:pt x="526" y="463"/>
                </a:cubicBezTo>
                <a:moveTo>
                  <a:pt x="630" y="463"/>
                </a:moveTo>
                <a:cubicBezTo>
                  <a:pt x="699" y="463"/>
                  <a:pt x="699" y="463"/>
                  <a:pt x="699" y="463"/>
                </a:cubicBezTo>
                <a:cubicBezTo>
                  <a:pt x="717" y="467"/>
                  <a:pt x="717" y="467"/>
                  <a:pt x="717" y="467"/>
                </a:cubicBezTo>
                <a:cubicBezTo>
                  <a:pt x="718" y="465"/>
                  <a:pt x="718" y="465"/>
                  <a:pt x="718" y="465"/>
                </a:cubicBezTo>
                <a:cubicBezTo>
                  <a:pt x="699" y="460"/>
                  <a:pt x="699" y="460"/>
                  <a:pt x="699" y="460"/>
                </a:cubicBezTo>
                <a:cubicBezTo>
                  <a:pt x="630" y="460"/>
                  <a:pt x="630" y="460"/>
                  <a:pt x="630" y="460"/>
                </a:cubicBezTo>
                <a:cubicBezTo>
                  <a:pt x="630" y="463"/>
                  <a:pt x="630" y="463"/>
                  <a:pt x="630" y="463"/>
                </a:cubicBezTo>
                <a:moveTo>
                  <a:pt x="4145" y="656"/>
                </a:moveTo>
                <a:cubicBezTo>
                  <a:pt x="4145" y="556"/>
                  <a:pt x="4145" y="556"/>
                  <a:pt x="4145" y="556"/>
                </a:cubicBezTo>
                <a:cubicBezTo>
                  <a:pt x="4208" y="556"/>
                  <a:pt x="4208" y="556"/>
                  <a:pt x="4208" y="556"/>
                </a:cubicBezTo>
                <a:cubicBezTo>
                  <a:pt x="4208" y="554"/>
                  <a:pt x="4208" y="554"/>
                  <a:pt x="4208" y="554"/>
                </a:cubicBezTo>
                <a:cubicBezTo>
                  <a:pt x="4142" y="554"/>
                  <a:pt x="4142" y="554"/>
                  <a:pt x="4142" y="554"/>
                </a:cubicBezTo>
                <a:cubicBezTo>
                  <a:pt x="4142" y="656"/>
                  <a:pt x="4142" y="656"/>
                  <a:pt x="4142" y="656"/>
                </a:cubicBezTo>
                <a:cubicBezTo>
                  <a:pt x="4145" y="656"/>
                  <a:pt x="4145" y="656"/>
                  <a:pt x="4145" y="656"/>
                </a:cubicBezTo>
                <a:moveTo>
                  <a:pt x="4032" y="654"/>
                </a:moveTo>
                <a:cubicBezTo>
                  <a:pt x="4047" y="654"/>
                  <a:pt x="4047" y="654"/>
                  <a:pt x="4047" y="654"/>
                </a:cubicBezTo>
                <a:cubicBezTo>
                  <a:pt x="4047" y="650"/>
                  <a:pt x="4047" y="650"/>
                  <a:pt x="4047" y="650"/>
                </a:cubicBezTo>
                <a:cubicBezTo>
                  <a:pt x="4065" y="650"/>
                  <a:pt x="4065" y="650"/>
                  <a:pt x="4065" y="650"/>
                </a:cubicBezTo>
                <a:cubicBezTo>
                  <a:pt x="4065" y="654"/>
                  <a:pt x="4065" y="654"/>
                  <a:pt x="4065" y="654"/>
                </a:cubicBezTo>
                <a:cubicBezTo>
                  <a:pt x="4110" y="654"/>
                  <a:pt x="4110" y="654"/>
                  <a:pt x="4110" y="654"/>
                </a:cubicBezTo>
                <a:cubicBezTo>
                  <a:pt x="4110" y="658"/>
                  <a:pt x="4110" y="658"/>
                  <a:pt x="4110" y="658"/>
                </a:cubicBezTo>
                <a:cubicBezTo>
                  <a:pt x="4154" y="658"/>
                  <a:pt x="4154" y="658"/>
                  <a:pt x="4154" y="658"/>
                </a:cubicBezTo>
                <a:cubicBezTo>
                  <a:pt x="4154" y="656"/>
                  <a:pt x="4154" y="656"/>
                  <a:pt x="4154" y="656"/>
                </a:cubicBezTo>
                <a:cubicBezTo>
                  <a:pt x="4112" y="656"/>
                  <a:pt x="4112" y="656"/>
                  <a:pt x="4112" y="656"/>
                </a:cubicBezTo>
                <a:cubicBezTo>
                  <a:pt x="4112" y="652"/>
                  <a:pt x="4112" y="652"/>
                  <a:pt x="4112" y="652"/>
                </a:cubicBezTo>
                <a:cubicBezTo>
                  <a:pt x="4067" y="652"/>
                  <a:pt x="4067" y="652"/>
                  <a:pt x="4067" y="652"/>
                </a:cubicBezTo>
                <a:cubicBezTo>
                  <a:pt x="4067" y="647"/>
                  <a:pt x="4067" y="647"/>
                  <a:pt x="4067" y="647"/>
                </a:cubicBezTo>
                <a:cubicBezTo>
                  <a:pt x="4045" y="647"/>
                  <a:pt x="4045" y="647"/>
                  <a:pt x="4045" y="647"/>
                </a:cubicBezTo>
                <a:cubicBezTo>
                  <a:pt x="4045" y="652"/>
                  <a:pt x="4045" y="652"/>
                  <a:pt x="4045" y="652"/>
                </a:cubicBezTo>
                <a:cubicBezTo>
                  <a:pt x="4032" y="652"/>
                  <a:pt x="4032" y="652"/>
                  <a:pt x="4032" y="652"/>
                </a:cubicBezTo>
                <a:cubicBezTo>
                  <a:pt x="4032" y="654"/>
                  <a:pt x="4032" y="654"/>
                  <a:pt x="4032" y="654"/>
                </a:cubicBezTo>
                <a:moveTo>
                  <a:pt x="3945" y="478"/>
                </a:moveTo>
                <a:cubicBezTo>
                  <a:pt x="3950" y="477"/>
                  <a:pt x="3955" y="477"/>
                  <a:pt x="3960" y="477"/>
                </a:cubicBezTo>
                <a:cubicBezTo>
                  <a:pt x="3970" y="477"/>
                  <a:pt x="3980" y="478"/>
                  <a:pt x="3987" y="479"/>
                </a:cubicBezTo>
                <a:cubicBezTo>
                  <a:pt x="3995" y="480"/>
                  <a:pt x="3999" y="482"/>
                  <a:pt x="3999" y="482"/>
                </a:cubicBezTo>
                <a:cubicBezTo>
                  <a:pt x="4000" y="480"/>
                  <a:pt x="4000" y="480"/>
                  <a:pt x="4000" y="480"/>
                </a:cubicBezTo>
                <a:cubicBezTo>
                  <a:pt x="4000" y="479"/>
                  <a:pt x="3981" y="475"/>
                  <a:pt x="3960" y="475"/>
                </a:cubicBezTo>
                <a:cubicBezTo>
                  <a:pt x="3955" y="475"/>
                  <a:pt x="3950" y="475"/>
                  <a:pt x="3944" y="476"/>
                </a:cubicBezTo>
                <a:cubicBezTo>
                  <a:pt x="3945" y="478"/>
                  <a:pt x="3945" y="478"/>
                  <a:pt x="3945" y="478"/>
                </a:cubicBezTo>
                <a:moveTo>
                  <a:pt x="3945" y="502"/>
                </a:moveTo>
                <a:cubicBezTo>
                  <a:pt x="3950" y="501"/>
                  <a:pt x="3955" y="501"/>
                  <a:pt x="3960" y="501"/>
                </a:cubicBezTo>
                <a:cubicBezTo>
                  <a:pt x="3971" y="501"/>
                  <a:pt x="3981" y="502"/>
                  <a:pt x="3988" y="503"/>
                </a:cubicBezTo>
                <a:cubicBezTo>
                  <a:pt x="3995" y="504"/>
                  <a:pt x="4000" y="505"/>
                  <a:pt x="4000" y="505"/>
                </a:cubicBezTo>
                <a:cubicBezTo>
                  <a:pt x="4000" y="503"/>
                  <a:pt x="4000" y="503"/>
                  <a:pt x="4000" y="503"/>
                </a:cubicBezTo>
                <a:cubicBezTo>
                  <a:pt x="4000" y="503"/>
                  <a:pt x="3982" y="498"/>
                  <a:pt x="3960" y="498"/>
                </a:cubicBezTo>
                <a:cubicBezTo>
                  <a:pt x="3955" y="498"/>
                  <a:pt x="3950" y="499"/>
                  <a:pt x="3945" y="499"/>
                </a:cubicBezTo>
                <a:cubicBezTo>
                  <a:pt x="3945" y="502"/>
                  <a:pt x="3945" y="502"/>
                  <a:pt x="3945" y="502"/>
                </a:cubicBezTo>
                <a:moveTo>
                  <a:pt x="3945" y="523"/>
                </a:moveTo>
                <a:cubicBezTo>
                  <a:pt x="3950" y="523"/>
                  <a:pt x="3955" y="522"/>
                  <a:pt x="3960" y="522"/>
                </a:cubicBezTo>
                <a:cubicBezTo>
                  <a:pt x="3970" y="522"/>
                  <a:pt x="3980" y="524"/>
                  <a:pt x="3987" y="525"/>
                </a:cubicBezTo>
                <a:cubicBezTo>
                  <a:pt x="3995" y="526"/>
                  <a:pt x="3999" y="527"/>
                  <a:pt x="3999" y="527"/>
                </a:cubicBezTo>
                <a:cubicBezTo>
                  <a:pt x="4000" y="525"/>
                  <a:pt x="4000" y="525"/>
                  <a:pt x="4000" y="525"/>
                </a:cubicBezTo>
                <a:cubicBezTo>
                  <a:pt x="4000" y="525"/>
                  <a:pt x="3981" y="520"/>
                  <a:pt x="3960" y="520"/>
                </a:cubicBezTo>
                <a:cubicBezTo>
                  <a:pt x="3955" y="520"/>
                  <a:pt x="3950" y="521"/>
                  <a:pt x="3944" y="521"/>
                </a:cubicBezTo>
                <a:cubicBezTo>
                  <a:pt x="3945" y="523"/>
                  <a:pt x="3945" y="523"/>
                  <a:pt x="3945" y="523"/>
                </a:cubicBezTo>
                <a:moveTo>
                  <a:pt x="3945" y="547"/>
                </a:moveTo>
                <a:cubicBezTo>
                  <a:pt x="3950" y="547"/>
                  <a:pt x="3955" y="547"/>
                  <a:pt x="3960" y="547"/>
                </a:cubicBezTo>
                <a:cubicBezTo>
                  <a:pt x="3970" y="547"/>
                  <a:pt x="3980" y="548"/>
                  <a:pt x="3987" y="549"/>
                </a:cubicBezTo>
                <a:cubicBezTo>
                  <a:pt x="3995" y="550"/>
                  <a:pt x="3999" y="551"/>
                  <a:pt x="3999" y="551"/>
                </a:cubicBezTo>
                <a:cubicBezTo>
                  <a:pt x="4000" y="549"/>
                  <a:pt x="4000" y="549"/>
                  <a:pt x="4000" y="549"/>
                </a:cubicBezTo>
                <a:cubicBezTo>
                  <a:pt x="4000" y="549"/>
                  <a:pt x="3981" y="544"/>
                  <a:pt x="3960" y="544"/>
                </a:cubicBezTo>
                <a:cubicBezTo>
                  <a:pt x="3955" y="544"/>
                  <a:pt x="3950" y="545"/>
                  <a:pt x="3945" y="545"/>
                </a:cubicBezTo>
                <a:cubicBezTo>
                  <a:pt x="3945" y="547"/>
                  <a:pt x="3945" y="547"/>
                  <a:pt x="3945" y="547"/>
                </a:cubicBezTo>
                <a:moveTo>
                  <a:pt x="3945" y="572"/>
                </a:moveTo>
                <a:cubicBezTo>
                  <a:pt x="3949" y="572"/>
                  <a:pt x="3952" y="572"/>
                  <a:pt x="3956" y="572"/>
                </a:cubicBezTo>
                <a:cubicBezTo>
                  <a:pt x="3968" y="572"/>
                  <a:pt x="3978" y="573"/>
                  <a:pt x="3986" y="574"/>
                </a:cubicBezTo>
                <a:cubicBezTo>
                  <a:pt x="3994" y="575"/>
                  <a:pt x="3999" y="576"/>
                  <a:pt x="3999" y="576"/>
                </a:cubicBezTo>
                <a:cubicBezTo>
                  <a:pt x="4000" y="574"/>
                  <a:pt x="4000" y="574"/>
                  <a:pt x="4000" y="574"/>
                </a:cubicBezTo>
                <a:cubicBezTo>
                  <a:pt x="4000" y="574"/>
                  <a:pt x="3979" y="569"/>
                  <a:pt x="3956" y="569"/>
                </a:cubicBezTo>
                <a:cubicBezTo>
                  <a:pt x="3952" y="569"/>
                  <a:pt x="3948" y="570"/>
                  <a:pt x="3944" y="570"/>
                </a:cubicBezTo>
                <a:cubicBezTo>
                  <a:pt x="3945" y="572"/>
                  <a:pt x="3945" y="572"/>
                  <a:pt x="3945" y="572"/>
                </a:cubicBezTo>
                <a:moveTo>
                  <a:pt x="3836" y="460"/>
                </a:moveTo>
                <a:cubicBezTo>
                  <a:pt x="3848" y="455"/>
                  <a:pt x="3863" y="453"/>
                  <a:pt x="3876" y="453"/>
                </a:cubicBezTo>
                <a:cubicBezTo>
                  <a:pt x="3884" y="453"/>
                  <a:pt x="3892" y="454"/>
                  <a:pt x="3898" y="455"/>
                </a:cubicBezTo>
                <a:cubicBezTo>
                  <a:pt x="3903" y="455"/>
                  <a:pt x="3907" y="456"/>
                  <a:pt x="3907" y="456"/>
                </a:cubicBezTo>
                <a:cubicBezTo>
                  <a:pt x="3907" y="454"/>
                  <a:pt x="3907" y="454"/>
                  <a:pt x="3907" y="454"/>
                </a:cubicBezTo>
                <a:cubicBezTo>
                  <a:pt x="3907" y="454"/>
                  <a:pt x="3893" y="451"/>
                  <a:pt x="3876" y="451"/>
                </a:cubicBezTo>
                <a:cubicBezTo>
                  <a:pt x="3862" y="451"/>
                  <a:pt x="3847" y="453"/>
                  <a:pt x="3835" y="458"/>
                </a:cubicBezTo>
                <a:cubicBezTo>
                  <a:pt x="3836" y="460"/>
                  <a:pt x="3836" y="460"/>
                  <a:pt x="3836" y="460"/>
                </a:cubicBezTo>
                <a:moveTo>
                  <a:pt x="3835" y="489"/>
                </a:moveTo>
                <a:cubicBezTo>
                  <a:pt x="3849" y="485"/>
                  <a:pt x="3867" y="484"/>
                  <a:pt x="3881" y="484"/>
                </a:cubicBezTo>
                <a:cubicBezTo>
                  <a:pt x="3889" y="484"/>
                  <a:pt x="3895" y="484"/>
                  <a:pt x="3899" y="484"/>
                </a:cubicBezTo>
                <a:cubicBezTo>
                  <a:pt x="3904" y="485"/>
                  <a:pt x="3907" y="485"/>
                  <a:pt x="3907" y="485"/>
                </a:cubicBezTo>
                <a:cubicBezTo>
                  <a:pt x="3907" y="483"/>
                  <a:pt x="3907" y="483"/>
                  <a:pt x="3907" y="483"/>
                </a:cubicBezTo>
                <a:cubicBezTo>
                  <a:pt x="3907" y="483"/>
                  <a:pt x="3896" y="481"/>
                  <a:pt x="3881" y="481"/>
                </a:cubicBezTo>
                <a:cubicBezTo>
                  <a:pt x="3867" y="482"/>
                  <a:pt x="3849" y="483"/>
                  <a:pt x="3835" y="487"/>
                </a:cubicBezTo>
                <a:cubicBezTo>
                  <a:pt x="3835" y="489"/>
                  <a:pt x="3835" y="489"/>
                  <a:pt x="3835" y="489"/>
                </a:cubicBezTo>
                <a:moveTo>
                  <a:pt x="3835" y="508"/>
                </a:moveTo>
                <a:cubicBezTo>
                  <a:pt x="3848" y="504"/>
                  <a:pt x="3865" y="503"/>
                  <a:pt x="3878" y="503"/>
                </a:cubicBezTo>
                <a:cubicBezTo>
                  <a:pt x="3886" y="503"/>
                  <a:pt x="3893" y="504"/>
                  <a:pt x="3899" y="504"/>
                </a:cubicBezTo>
                <a:cubicBezTo>
                  <a:pt x="3904" y="504"/>
                  <a:pt x="3907" y="504"/>
                  <a:pt x="3907" y="504"/>
                </a:cubicBezTo>
                <a:cubicBezTo>
                  <a:pt x="3907" y="502"/>
                  <a:pt x="3907" y="502"/>
                  <a:pt x="3907" y="502"/>
                </a:cubicBezTo>
                <a:cubicBezTo>
                  <a:pt x="3907" y="502"/>
                  <a:pt x="3894" y="501"/>
                  <a:pt x="3878" y="501"/>
                </a:cubicBezTo>
                <a:cubicBezTo>
                  <a:pt x="3865" y="501"/>
                  <a:pt x="3848" y="502"/>
                  <a:pt x="3835" y="505"/>
                </a:cubicBezTo>
                <a:cubicBezTo>
                  <a:pt x="3835" y="508"/>
                  <a:pt x="3835" y="508"/>
                  <a:pt x="3835" y="508"/>
                </a:cubicBezTo>
                <a:moveTo>
                  <a:pt x="3836" y="514"/>
                </a:moveTo>
                <a:cubicBezTo>
                  <a:pt x="3849" y="510"/>
                  <a:pt x="3865" y="509"/>
                  <a:pt x="3879" y="509"/>
                </a:cubicBezTo>
                <a:cubicBezTo>
                  <a:pt x="3887" y="509"/>
                  <a:pt x="3894" y="510"/>
                  <a:pt x="3899" y="510"/>
                </a:cubicBezTo>
                <a:cubicBezTo>
                  <a:pt x="3904" y="510"/>
                  <a:pt x="3907" y="511"/>
                  <a:pt x="3907" y="511"/>
                </a:cubicBezTo>
                <a:cubicBezTo>
                  <a:pt x="3907" y="508"/>
                  <a:pt x="3907" y="508"/>
                  <a:pt x="3907" y="508"/>
                </a:cubicBezTo>
                <a:cubicBezTo>
                  <a:pt x="3907" y="508"/>
                  <a:pt x="3895" y="507"/>
                  <a:pt x="3879" y="507"/>
                </a:cubicBezTo>
                <a:cubicBezTo>
                  <a:pt x="3865" y="507"/>
                  <a:pt x="3848" y="508"/>
                  <a:pt x="3835" y="511"/>
                </a:cubicBezTo>
                <a:cubicBezTo>
                  <a:pt x="3836" y="514"/>
                  <a:pt x="3836" y="514"/>
                  <a:pt x="3836" y="514"/>
                </a:cubicBezTo>
                <a:moveTo>
                  <a:pt x="3836" y="535"/>
                </a:moveTo>
                <a:cubicBezTo>
                  <a:pt x="3849" y="531"/>
                  <a:pt x="3865" y="530"/>
                  <a:pt x="3879" y="530"/>
                </a:cubicBezTo>
                <a:cubicBezTo>
                  <a:pt x="3887" y="530"/>
                  <a:pt x="3894" y="531"/>
                  <a:pt x="3899" y="531"/>
                </a:cubicBezTo>
                <a:cubicBezTo>
                  <a:pt x="3904" y="531"/>
                  <a:pt x="3907" y="531"/>
                  <a:pt x="3907" y="531"/>
                </a:cubicBezTo>
                <a:cubicBezTo>
                  <a:pt x="3907" y="529"/>
                  <a:pt x="3907" y="529"/>
                  <a:pt x="3907" y="529"/>
                </a:cubicBezTo>
                <a:cubicBezTo>
                  <a:pt x="3907" y="529"/>
                  <a:pt x="3895" y="528"/>
                  <a:pt x="3879" y="528"/>
                </a:cubicBezTo>
                <a:cubicBezTo>
                  <a:pt x="3865" y="528"/>
                  <a:pt x="3849" y="529"/>
                  <a:pt x="3835" y="532"/>
                </a:cubicBezTo>
                <a:cubicBezTo>
                  <a:pt x="3836" y="535"/>
                  <a:pt x="3836" y="535"/>
                  <a:pt x="3836" y="535"/>
                </a:cubicBezTo>
                <a:moveTo>
                  <a:pt x="3836" y="540"/>
                </a:moveTo>
                <a:cubicBezTo>
                  <a:pt x="3849" y="537"/>
                  <a:pt x="3865" y="536"/>
                  <a:pt x="3879" y="536"/>
                </a:cubicBezTo>
                <a:cubicBezTo>
                  <a:pt x="3887" y="536"/>
                  <a:pt x="3894" y="536"/>
                  <a:pt x="3899" y="537"/>
                </a:cubicBezTo>
                <a:cubicBezTo>
                  <a:pt x="3904" y="537"/>
                  <a:pt x="3907" y="537"/>
                  <a:pt x="3907" y="537"/>
                </a:cubicBezTo>
                <a:cubicBezTo>
                  <a:pt x="3908" y="535"/>
                  <a:pt x="3908" y="535"/>
                  <a:pt x="3908" y="535"/>
                </a:cubicBezTo>
                <a:cubicBezTo>
                  <a:pt x="3908" y="535"/>
                  <a:pt x="3895" y="534"/>
                  <a:pt x="3879" y="534"/>
                </a:cubicBezTo>
                <a:cubicBezTo>
                  <a:pt x="3865" y="534"/>
                  <a:pt x="3849" y="535"/>
                  <a:pt x="3836" y="538"/>
                </a:cubicBezTo>
                <a:cubicBezTo>
                  <a:pt x="3836" y="540"/>
                  <a:pt x="3836" y="540"/>
                  <a:pt x="3836" y="540"/>
                </a:cubicBezTo>
                <a:moveTo>
                  <a:pt x="3836" y="555"/>
                </a:moveTo>
                <a:cubicBezTo>
                  <a:pt x="3849" y="552"/>
                  <a:pt x="3865" y="551"/>
                  <a:pt x="3879" y="551"/>
                </a:cubicBezTo>
                <a:cubicBezTo>
                  <a:pt x="3887" y="551"/>
                  <a:pt x="3894" y="551"/>
                  <a:pt x="3899" y="551"/>
                </a:cubicBezTo>
                <a:cubicBezTo>
                  <a:pt x="3904" y="552"/>
                  <a:pt x="3907" y="552"/>
                  <a:pt x="3907" y="552"/>
                </a:cubicBezTo>
                <a:cubicBezTo>
                  <a:pt x="3908" y="550"/>
                  <a:pt x="3908" y="550"/>
                  <a:pt x="3908" y="550"/>
                </a:cubicBezTo>
                <a:cubicBezTo>
                  <a:pt x="3908" y="550"/>
                  <a:pt x="3895" y="549"/>
                  <a:pt x="3879" y="549"/>
                </a:cubicBezTo>
                <a:cubicBezTo>
                  <a:pt x="3865" y="549"/>
                  <a:pt x="3849" y="549"/>
                  <a:pt x="3835" y="553"/>
                </a:cubicBezTo>
                <a:cubicBezTo>
                  <a:pt x="3836" y="555"/>
                  <a:pt x="3836" y="555"/>
                  <a:pt x="3836" y="555"/>
                </a:cubicBezTo>
                <a:moveTo>
                  <a:pt x="3836" y="568"/>
                </a:moveTo>
                <a:cubicBezTo>
                  <a:pt x="3849" y="565"/>
                  <a:pt x="3865" y="564"/>
                  <a:pt x="3879" y="564"/>
                </a:cubicBezTo>
                <a:cubicBezTo>
                  <a:pt x="3887" y="564"/>
                  <a:pt x="3894" y="564"/>
                  <a:pt x="3899" y="565"/>
                </a:cubicBezTo>
                <a:cubicBezTo>
                  <a:pt x="3904" y="565"/>
                  <a:pt x="3907" y="565"/>
                  <a:pt x="3907" y="565"/>
                </a:cubicBezTo>
                <a:cubicBezTo>
                  <a:pt x="3908" y="563"/>
                  <a:pt x="3908" y="563"/>
                  <a:pt x="3908" y="563"/>
                </a:cubicBezTo>
                <a:cubicBezTo>
                  <a:pt x="3908" y="563"/>
                  <a:pt x="3895" y="562"/>
                  <a:pt x="3879" y="562"/>
                </a:cubicBezTo>
                <a:cubicBezTo>
                  <a:pt x="3865" y="562"/>
                  <a:pt x="3849" y="563"/>
                  <a:pt x="3836" y="566"/>
                </a:cubicBezTo>
                <a:cubicBezTo>
                  <a:pt x="3836" y="568"/>
                  <a:pt x="3836" y="568"/>
                  <a:pt x="3836" y="568"/>
                </a:cubicBezTo>
                <a:moveTo>
                  <a:pt x="3836" y="588"/>
                </a:moveTo>
                <a:cubicBezTo>
                  <a:pt x="3849" y="585"/>
                  <a:pt x="3866" y="584"/>
                  <a:pt x="3879" y="584"/>
                </a:cubicBezTo>
                <a:cubicBezTo>
                  <a:pt x="3887" y="584"/>
                  <a:pt x="3894" y="584"/>
                  <a:pt x="3899" y="585"/>
                </a:cubicBezTo>
                <a:cubicBezTo>
                  <a:pt x="3905" y="585"/>
                  <a:pt x="3908" y="585"/>
                  <a:pt x="3908" y="585"/>
                </a:cubicBezTo>
                <a:cubicBezTo>
                  <a:pt x="3908" y="583"/>
                  <a:pt x="3908" y="583"/>
                  <a:pt x="3908" y="583"/>
                </a:cubicBezTo>
                <a:cubicBezTo>
                  <a:pt x="3908" y="583"/>
                  <a:pt x="3895" y="582"/>
                  <a:pt x="3879" y="582"/>
                </a:cubicBezTo>
                <a:cubicBezTo>
                  <a:pt x="3866" y="582"/>
                  <a:pt x="3849" y="583"/>
                  <a:pt x="3836" y="586"/>
                </a:cubicBezTo>
                <a:cubicBezTo>
                  <a:pt x="3836" y="588"/>
                  <a:pt x="3836" y="588"/>
                  <a:pt x="3836" y="588"/>
                </a:cubicBezTo>
                <a:moveTo>
                  <a:pt x="3964" y="452"/>
                </a:moveTo>
                <a:cubicBezTo>
                  <a:pt x="3966" y="452"/>
                  <a:pt x="3966" y="452"/>
                  <a:pt x="3966" y="452"/>
                </a:cubicBezTo>
                <a:cubicBezTo>
                  <a:pt x="3966" y="418"/>
                  <a:pt x="3966" y="418"/>
                  <a:pt x="3966" y="418"/>
                </a:cubicBezTo>
                <a:cubicBezTo>
                  <a:pt x="3964" y="418"/>
                  <a:pt x="3964" y="418"/>
                  <a:pt x="3964" y="418"/>
                </a:cubicBezTo>
                <a:lnTo>
                  <a:pt x="3964" y="452"/>
                </a:lnTo>
                <a:close/>
                <a:moveTo>
                  <a:pt x="3985" y="453"/>
                </a:moveTo>
                <a:cubicBezTo>
                  <a:pt x="3987" y="453"/>
                  <a:pt x="3987" y="453"/>
                  <a:pt x="3987" y="453"/>
                </a:cubicBezTo>
                <a:cubicBezTo>
                  <a:pt x="3987" y="439"/>
                  <a:pt x="3987" y="439"/>
                  <a:pt x="3987" y="439"/>
                </a:cubicBezTo>
                <a:cubicBezTo>
                  <a:pt x="3985" y="439"/>
                  <a:pt x="3985" y="439"/>
                  <a:pt x="3985" y="439"/>
                </a:cubicBezTo>
                <a:lnTo>
                  <a:pt x="3985" y="453"/>
                </a:lnTo>
                <a:close/>
                <a:moveTo>
                  <a:pt x="3949" y="452"/>
                </a:moveTo>
                <a:cubicBezTo>
                  <a:pt x="3952" y="452"/>
                  <a:pt x="3952" y="452"/>
                  <a:pt x="3952" y="452"/>
                </a:cubicBezTo>
                <a:cubicBezTo>
                  <a:pt x="3952" y="437"/>
                  <a:pt x="3952" y="437"/>
                  <a:pt x="3952" y="437"/>
                </a:cubicBezTo>
                <a:cubicBezTo>
                  <a:pt x="3949" y="437"/>
                  <a:pt x="3949" y="437"/>
                  <a:pt x="3949" y="437"/>
                </a:cubicBezTo>
                <a:lnTo>
                  <a:pt x="3949" y="452"/>
                </a:lnTo>
                <a:close/>
                <a:moveTo>
                  <a:pt x="3914" y="444"/>
                </a:moveTo>
                <a:cubicBezTo>
                  <a:pt x="3917" y="444"/>
                  <a:pt x="3917" y="444"/>
                  <a:pt x="3917" y="444"/>
                </a:cubicBezTo>
                <a:cubicBezTo>
                  <a:pt x="3917" y="429"/>
                  <a:pt x="3917" y="429"/>
                  <a:pt x="3917" y="429"/>
                </a:cubicBezTo>
                <a:cubicBezTo>
                  <a:pt x="3914" y="429"/>
                  <a:pt x="3914" y="429"/>
                  <a:pt x="3914" y="429"/>
                </a:cubicBezTo>
                <a:lnTo>
                  <a:pt x="3914" y="444"/>
                </a:lnTo>
                <a:close/>
                <a:moveTo>
                  <a:pt x="3892" y="439"/>
                </a:moveTo>
                <a:cubicBezTo>
                  <a:pt x="3894" y="439"/>
                  <a:pt x="3894" y="439"/>
                  <a:pt x="3894" y="439"/>
                </a:cubicBezTo>
                <a:cubicBezTo>
                  <a:pt x="3894" y="395"/>
                  <a:pt x="3894" y="395"/>
                  <a:pt x="3894" y="395"/>
                </a:cubicBezTo>
                <a:cubicBezTo>
                  <a:pt x="3892" y="395"/>
                  <a:pt x="3892" y="395"/>
                  <a:pt x="3892" y="395"/>
                </a:cubicBezTo>
                <a:lnTo>
                  <a:pt x="3892" y="439"/>
                </a:lnTo>
                <a:close/>
                <a:moveTo>
                  <a:pt x="4094" y="484"/>
                </a:moveTo>
                <a:cubicBezTo>
                  <a:pt x="4103" y="484"/>
                  <a:pt x="4103" y="484"/>
                  <a:pt x="4103" y="484"/>
                </a:cubicBezTo>
                <a:cubicBezTo>
                  <a:pt x="4103" y="489"/>
                  <a:pt x="4103" y="489"/>
                  <a:pt x="4103" y="489"/>
                </a:cubicBezTo>
                <a:cubicBezTo>
                  <a:pt x="4113" y="489"/>
                  <a:pt x="4113" y="489"/>
                  <a:pt x="4113" y="489"/>
                </a:cubicBezTo>
                <a:cubicBezTo>
                  <a:pt x="4113" y="504"/>
                  <a:pt x="4113" y="504"/>
                  <a:pt x="4113" y="504"/>
                </a:cubicBezTo>
                <a:cubicBezTo>
                  <a:pt x="4124" y="515"/>
                  <a:pt x="4124" y="515"/>
                  <a:pt x="4124" y="515"/>
                </a:cubicBezTo>
                <a:cubicBezTo>
                  <a:pt x="4124" y="517"/>
                  <a:pt x="4124" y="517"/>
                  <a:pt x="4124" y="517"/>
                </a:cubicBezTo>
                <a:cubicBezTo>
                  <a:pt x="4126" y="517"/>
                  <a:pt x="4126" y="517"/>
                  <a:pt x="4126" y="517"/>
                </a:cubicBezTo>
                <a:cubicBezTo>
                  <a:pt x="4126" y="514"/>
                  <a:pt x="4126" y="514"/>
                  <a:pt x="4126" y="514"/>
                </a:cubicBezTo>
                <a:cubicBezTo>
                  <a:pt x="4126" y="514"/>
                  <a:pt x="4126" y="514"/>
                  <a:pt x="4126" y="514"/>
                </a:cubicBezTo>
                <a:cubicBezTo>
                  <a:pt x="4115" y="503"/>
                  <a:pt x="4115" y="503"/>
                  <a:pt x="4115" y="503"/>
                </a:cubicBezTo>
                <a:cubicBezTo>
                  <a:pt x="4115" y="487"/>
                  <a:pt x="4115" y="487"/>
                  <a:pt x="4115" y="487"/>
                </a:cubicBezTo>
                <a:cubicBezTo>
                  <a:pt x="4105" y="487"/>
                  <a:pt x="4105" y="487"/>
                  <a:pt x="4105" y="487"/>
                </a:cubicBezTo>
                <a:cubicBezTo>
                  <a:pt x="4105" y="482"/>
                  <a:pt x="4105" y="482"/>
                  <a:pt x="4105" y="482"/>
                </a:cubicBezTo>
                <a:cubicBezTo>
                  <a:pt x="4094" y="482"/>
                  <a:pt x="4094" y="482"/>
                  <a:pt x="4094" y="482"/>
                </a:cubicBezTo>
                <a:cubicBezTo>
                  <a:pt x="4094" y="484"/>
                  <a:pt x="4094" y="484"/>
                  <a:pt x="4094" y="484"/>
                </a:cubicBezTo>
                <a:moveTo>
                  <a:pt x="4142" y="548"/>
                </a:moveTo>
                <a:cubicBezTo>
                  <a:pt x="4144" y="548"/>
                  <a:pt x="4144" y="548"/>
                  <a:pt x="4144" y="548"/>
                </a:cubicBezTo>
                <a:cubicBezTo>
                  <a:pt x="4144" y="500"/>
                  <a:pt x="4144" y="500"/>
                  <a:pt x="4144" y="500"/>
                </a:cubicBezTo>
                <a:cubicBezTo>
                  <a:pt x="4142" y="500"/>
                  <a:pt x="4142" y="500"/>
                  <a:pt x="4142" y="500"/>
                </a:cubicBezTo>
                <a:lnTo>
                  <a:pt x="4142" y="548"/>
                </a:lnTo>
                <a:close/>
                <a:moveTo>
                  <a:pt x="4147" y="548"/>
                </a:moveTo>
                <a:cubicBezTo>
                  <a:pt x="4149" y="548"/>
                  <a:pt x="4149" y="548"/>
                  <a:pt x="4149" y="548"/>
                </a:cubicBezTo>
                <a:cubicBezTo>
                  <a:pt x="4149" y="500"/>
                  <a:pt x="4149" y="500"/>
                  <a:pt x="4149" y="500"/>
                </a:cubicBezTo>
                <a:cubicBezTo>
                  <a:pt x="4147" y="500"/>
                  <a:pt x="4147" y="500"/>
                  <a:pt x="4147" y="500"/>
                </a:cubicBezTo>
                <a:lnTo>
                  <a:pt x="4147" y="548"/>
                </a:lnTo>
                <a:close/>
                <a:moveTo>
                  <a:pt x="3986" y="658"/>
                </a:moveTo>
                <a:cubicBezTo>
                  <a:pt x="3986" y="667"/>
                  <a:pt x="3986" y="667"/>
                  <a:pt x="3986" y="667"/>
                </a:cubicBezTo>
                <a:cubicBezTo>
                  <a:pt x="4079" y="667"/>
                  <a:pt x="4079" y="667"/>
                  <a:pt x="4079" y="667"/>
                </a:cubicBezTo>
                <a:cubicBezTo>
                  <a:pt x="4079" y="665"/>
                  <a:pt x="4079" y="665"/>
                  <a:pt x="4079" y="665"/>
                </a:cubicBezTo>
                <a:cubicBezTo>
                  <a:pt x="3988" y="665"/>
                  <a:pt x="3988" y="665"/>
                  <a:pt x="3988" y="665"/>
                </a:cubicBezTo>
                <a:cubicBezTo>
                  <a:pt x="3988" y="658"/>
                  <a:pt x="3988" y="658"/>
                  <a:pt x="3988" y="658"/>
                </a:cubicBezTo>
                <a:cubicBezTo>
                  <a:pt x="3986" y="658"/>
                  <a:pt x="3986" y="658"/>
                  <a:pt x="3986" y="658"/>
                </a:cubicBezTo>
                <a:moveTo>
                  <a:pt x="4043" y="429"/>
                </a:moveTo>
                <a:cubicBezTo>
                  <a:pt x="4058" y="426"/>
                  <a:pt x="4058" y="426"/>
                  <a:pt x="4058" y="426"/>
                </a:cubicBezTo>
                <a:cubicBezTo>
                  <a:pt x="4080" y="431"/>
                  <a:pt x="4080" y="431"/>
                  <a:pt x="4080" y="431"/>
                </a:cubicBezTo>
                <a:cubicBezTo>
                  <a:pt x="4081" y="429"/>
                  <a:pt x="4081" y="429"/>
                  <a:pt x="4081" y="429"/>
                </a:cubicBezTo>
                <a:cubicBezTo>
                  <a:pt x="4058" y="424"/>
                  <a:pt x="4058" y="424"/>
                  <a:pt x="4058" y="424"/>
                </a:cubicBezTo>
                <a:cubicBezTo>
                  <a:pt x="4043" y="427"/>
                  <a:pt x="4043" y="427"/>
                  <a:pt x="4043" y="427"/>
                </a:cubicBezTo>
                <a:cubicBezTo>
                  <a:pt x="4043" y="429"/>
                  <a:pt x="4043" y="429"/>
                  <a:pt x="4043" y="429"/>
                </a:cubicBezTo>
                <a:moveTo>
                  <a:pt x="4064" y="467"/>
                </a:moveTo>
                <a:cubicBezTo>
                  <a:pt x="4066" y="467"/>
                  <a:pt x="4066" y="467"/>
                  <a:pt x="4066" y="467"/>
                </a:cubicBezTo>
                <a:cubicBezTo>
                  <a:pt x="4066" y="427"/>
                  <a:pt x="4066" y="427"/>
                  <a:pt x="4066" y="427"/>
                </a:cubicBezTo>
                <a:cubicBezTo>
                  <a:pt x="4064" y="427"/>
                  <a:pt x="4064" y="427"/>
                  <a:pt x="4064" y="427"/>
                </a:cubicBezTo>
                <a:lnTo>
                  <a:pt x="4064" y="467"/>
                </a:lnTo>
                <a:close/>
                <a:moveTo>
                  <a:pt x="3792" y="643"/>
                </a:moveTo>
                <a:cubicBezTo>
                  <a:pt x="3794" y="643"/>
                  <a:pt x="3794" y="643"/>
                  <a:pt x="3794" y="643"/>
                </a:cubicBezTo>
                <a:cubicBezTo>
                  <a:pt x="3794" y="623"/>
                  <a:pt x="3794" y="623"/>
                  <a:pt x="3794" y="623"/>
                </a:cubicBezTo>
                <a:cubicBezTo>
                  <a:pt x="3792" y="623"/>
                  <a:pt x="3792" y="623"/>
                  <a:pt x="3792" y="623"/>
                </a:cubicBezTo>
                <a:lnTo>
                  <a:pt x="3792" y="643"/>
                </a:lnTo>
                <a:close/>
                <a:moveTo>
                  <a:pt x="3794" y="636"/>
                </a:moveTo>
                <a:cubicBezTo>
                  <a:pt x="3847" y="636"/>
                  <a:pt x="3847" y="636"/>
                  <a:pt x="3847" y="636"/>
                </a:cubicBezTo>
                <a:cubicBezTo>
                  <a:pt x="3847" y="629"/>
                  <a:pt x="3847" y="629"/>
                  <a:pt x="3847" y="629"/>
                </a:cubicBezTo>
                <a:cubicBezTo>
                  <a:pt x="3813" y="629"/>
                  <a:pt x="3813" y="629"/>
                  <a:pt x="3813" y="629"/>
                </a:cubicBezTo>
                <a:cubicBezTo>
                  <a:pt x="3813" y="635"/>
                  <a:pt x="3813" y="635"/>
                  <a:pt x="3813" y="635"/>
                </a:cubicBezTo>
                <a:cubicBezTo>
                  <a:pt x="3815" y="635"/>
                  <a:pt x="3815" y="635"/>
                  <a:pt x="3815" y="635"/>
                </a:cubicBezTo>
                <a:cubicBezTo>
                  <a:pt x="3815" y="631"/>
                  <a:pt x="3815" y="631"/>
                  <a:pt x="3815" y="631"/>
                </a:cubicBezTo>
                <a:cubicBezTo>
                  <a:pt x="3845" y="631"/>
                  <a:pt x="3845" y="631"/>
                  <a:pt x="3845" y="631"/>
                </a:cubicBezTo>
                <a:cubicBezTo>
                  <a:pt x="3845" y="634"/>
                  <a:pt x="3845" y="634"/>
                  <a:pt x="3845" y="634"/>
                </a:cubicBezTo>
                <a:cubicBezTo>
                  <a:pt x="3794" y="634"/>
                  <a:pt x="3794" y="634"/>
                  <a:pt x="3794" y="634"/>
                </a:cubicBezTo>
                <a:cubicBezTo>
                  <a:pt x="3794" y="636"/>
                  <a:pt x="3794" y="636"/>
                  <a:pt x="3794" y="636"/>
                </a:cubicBezTo>
                <a:moveTo>
                  <a:pt x="3858" y="657"/>
                </a:moveTo>
                <a:cubicBezTo>
                  <a:pt x="3858" y="667"/>
                  <a:pt x="3858" y="667"/>
                  <a:pt x="3858" y="667"/>
                </a:cubicBezTo>
                <a:cubicBezTo>
                  <a:pt x="3987" y="667"/>
                  <a:pt x="3987" y="667"/>
                  <a:pt x="3987" y="667"/>
                </a:cubicBezTo>
                <a:cubicBezTo>
                  <a:pt x="3987" y="665"/>
                  <a:pt x="3987" y="665"/>
                  <a:pt x="3987" y="665"/>
                </a:cubicBezTo>
                <a:cubicBezTo>
                  <a:pt x="3860" y="665"/>
                  <a:pt x="3860" y="665"/>
                  <a:pt x="3860" y="665"/>
                </a:cubicBezTo>
                <a:cubicBezTo>
                  <a:pt x="3860" y="657"/>
                  <a:pt x="3860" y="657"/>
                  <a:pt x="3860" y="657"/>
                </a:cubicBezTo>
                <a:cubicBezTo>
                  <a:pt x="3858" y="657"/>
                  <a:pt x="3858" y="657"/>
                  <a:pt x="3858" y="657"/>
                </a:cubicBezTo>
                <a:moveTo>
                  <a:pt x="3837" y="447"/>
                </a:moveTo>
                <a:cubicBezTo>
                  <a:pt x="3837" y="340"/>
                  <a:pt x="3837" y="340"/>
                  <a:pt x="3837" y="340"/>
                </a:cubicBezTo>
                <a:cubicBezTo>
                  <a:pt x="3844" y="332"/>
                  <a:pt x="3844" y="332"/>
                  <a:pt x="3844" y="332"/>
                </a:cubicBezTo>
                <a:cubicBezTo>
                  <a:pt x="3853" y="341"/>
                  <a:pt x="3853" y="341"/>
                  <a:pt x="3853" y="341"/>
                </a:cubicBezTo>
                <a:cubicBezTo>
                  <a:pt x="3853" y="440"/>
                  <a:pt x="3853" y="440"/>
                  <a:pt x="3853" y="440"/>
                </a:cubicBezTo>
                <a:cubicBezTo>
                  <a:pt x="3856" y="440"/>
                  <a:pt x="3856" y="440"/>
                  <a:pt x="3856" y="440"/>
                </a:cubicBezTo>
                <a:cubicBezTo>
                  <a:pt x="3856" y="340"/>
                  <a:pt x="3856" y="340"/>
                  <a:pt x="3856" y="340"/>
                </a:cubicBezTo>
                <a:cubicBezTo>
                  <a:pt x="3844" y="329"/>
                  <a:pt x="3844" y="329"/>
                  <a:pt x="3844" y="329"/>
                </a:cubicBezTo>
                <a:cubicBezTo>
                  <a:pt x="3835" y="339"/>
                  <a:pt x="3835" y="339"/>
                  <a:pt x="3835" y="339"/>
                </a:cubicBezTo>
                <a:cubicBezTo>
                  <a:pt x="3835" y="447"/>
                  <a:pt x="3835" y="447"/>
                  <a:pt x="3835" y="447"/>
                </a:cubicBezTo>
                <a:cubicBezTo>
                  <a:pt x="3837" y="447"/>
                  <a:pt x="3837" y="447"/>
                  <a:pt x="3837" y="447"/>
                </a:cubicBezTo>
                <a:moveTo>
                  <a:pt x="3843" y="333"/>
                </a:moveTo>
                <a:cubicBezTo>
                  <a:pt x="3848" y="343"/>
                  <a:pt x="3848" y="343"/>
                  <a:pt x="3848" y="343"/>
                </a:cubicBezTo>
                <a:cubicBezTo>
                  <a:pt x="3848" y="443"/>
                  <a:pt x="3848" y="443"/>
                  <a:pt x="3848" y="443"/>
                </a:cubicBezTo>
                <a:cubicBezTo>
                  <a:pt x="3850" y="443"/>
                  <a:pt x="3850" y="443"/>
                  <a:pt x="3850" y="443"/>
                </a:cubicBezTo>
                <a:cubicBezTo>
                  <a:pt x="3850" y="343"/>
                  <a:pt x="3850" y="343"/>
                  <a:pt x="3850" y="343"/>
                </a:cubicBezTo>
                <a:cubicBezTo>
                  <a:pt x="3845" y="332"/>
                  <a:pt x="3845" y="332"/>
                  <a:pt x="3845" y="332"/>
                </a:cubicBezTo>
                <a:cubicBezTo>
                  <a:pt x="3843" y="333"/>
                  <a:pt x="3843" y="333"/>
                  <a:pt x="3843" y="333"/>
                </a:cubicBezTo>
                <a:moveTo>
                  <a:pt x="3801" y="565"/>
                </a:moveTo>
                <a:cubicBezTo>
                  <a:pt x="3801" y="355"/>
                  <a:pt x="3801" y="355"/>
                  <a:pt x="3801" y="355"/>
                </a:cubicBezTo>
                <a:cubicBezTo>
                  <a:pt x="3809" y="344"/>
                  <a:pt x="3809" y="344"/>
                  <a:pt x="3809" y="344"/>
                </a:cubicBezTo>
                <a:cubicBezTo>
                  <a:pt x="3814" y="352"/>
                  <a:pt x="3814" y="352"/>
                  <a:pt x="3814" y="352"/>
                </a:cubicBezTo>
                <a:cubicBezTo>
                  <a:pt x="3814" y="576"/>
                  <a:pt x="3814" y="576"/>
                  <a:pt x="3814" y="576"/>
                </a:cubicBezTo>
                <a:cubicBezTo>
                  <a:pt x="3816" y="576"/>
                  <a:pt x="3816" y="576"/>
                  <a:pt x="3816" y="576"/>
                </a:cubicBezTo>
                <a:cubicBezTo>
                  <a:pt x="3816" y="351"/>
                  <a:pt x="3816" y="351"/>
                  <a:pt x="3816" y="351"/>
                </a:cubicBezTo>
                <a:cubicBezTo>
                  <a:pt x="3809" y="340"/>
                  <a:pt x="3809" y="340"/>
                  <a:pt x="3809" y="340"/>
                </a:cubicBezTo>
                <a:cubicBezTo>
                  <a:pt x="3799" y="354"/>
                  <a:pt x="3799" y="354"/>
                  <a:pt x="3799" y="354"/>
                </a:cubicBezTo>
                <a:cubicBezTo>
                  <a:pt x="3799" y="565"/>
                  <a:pt x="3799" y="565"/>
                  <a:pt x="3799" y="565"/>
                </a:cubicBezTo>
                <a:cubicBezTo>
                  <a:pt x="3801" y="565"/>
                  <a:pt x="3801" y="565"/>
                  <a:pt x="3801" y="565"/>
                </a:cubicBezTo>
                <a:moveTo>
                  <a:pt x="3814" y="603"/>
                </a:moveTo>
                <a:cubicBezTo>
                  <a:pt x="3836" y="603"/>
                  <a:pt x="3836" y="603"/>
                  <a:pt x="3836" y="603"/>
                </a:cubicBezTo>
                <a:cubicBezTo>
                  <a:pt x="3836" y="600"/>
                  <a:pt x="3836" y="600"/>
                  <a:pt x="3836" y="600"/>
                </a:cubicBezTo>
                <a:cubicBezTo>
                  <a:pt x="3814" y="600"/>
                  <a:pt x="3814" y="600"/>
                  <a:pt x="3814" y="600"/>
                </a:cubicBezTo>
                <a:lnTo>
                  <a:pt x="3814" y="603"/>
                </a:lnTo>
                <a:close/>
                <a:moveTo>
                  <a:pt x="3835" y="586"/>
                </a:moveTo>
                <a:cubicBezTo>
                  <a:pt x="3820" y="586"/>
                  <a:pt x="3820" y="586"/>
                  <a:pt x="3820" y="586"/>
                </a:cubicBezTo>
                <a:cubicBezTo>
                  <a:pt x="3820" y="593"/>
                  <a:pt x="3820" y="593"/>
                  <a:pt x="3820" y="593"/>
                </a:cubicBezTo>
                <a:cubicBezTo>
                  <a:pt x="3818" y="593"/>
                  <a:pt x="3818" y="593"/>
                  <a:pt x="3818" y="593"/>
                </a:cubicBezTo>
                <a:cubicBezTo>
                  <a:pt x="3818" y="602"/>
                  <a:pt x="3818" y="602"/>
                  <a:pt x="3818" y="602"/>
                </a:cubicBezTo>
                <a:cubicBezTo>
                  <a:pt x="3820" y="602"/>
                  <a:pt x="3820" y="602"/>
                  <a:pt x="3820" y="602"/>
                </a:cubicBezTo>
                <a:cubicBezTo>
                  <a:pt x="3820" y="595"/>
                  <a:pt x="3820" y="595"/>
                  <a:pt x="3820" y="595"/>
                </a:cubicBezTo>
                <a:cubicBezTo>
                  <a:pt x="3822" y="595"/>
                  <a:pt x="3822" y="595"/>
                  <a:pt x="3822" y="595"/>
                </a:cubicBezTo>
                <a:cubicBezTo>
                  <a:pt x="3822" y="588"/>
                  <a:pt x="3822" y="588"/>
                  <a:pt x="3822" y="588"/>
                </a:cubicBezTo>
                <a:cubicBezTo>
                  <a:pt x="3835" y="588"/>
                  <a:pt x="3835" y="588"/>
                  <a:pt x="3835" y="588"/>
                </a:cubicBezTo>
                <a:cubicBezTo>
                  <a:pt x="3835" y="586"/>
                  <a:pt x="3835" y="586"/>
                  <a:pt x="3835" y="586"/>
                </a:cubicBezTo>
                <a:moveTo>
                  <a:pt x="3814" y="580"/>
                </a:moveTo>
                <a:cubicBezTo>
                  <a:pt x="3827" y="580"/>
                  <a:pt x="3827" y="580"/>
                  <a:pt x="3827" y="580"/>
                </a:cubicBezTo>
                <a:cubicBezTo>
                  <a:pt x="3827" y="587"/>
                  <a:pt x="3827" y="587"/>
                  <a:pt x="3827" y="587"/>
                </a:cubicBezTo>
                <a:cubicBezTo>
                  <a:pt x="3829" y="587"/>
                  <a:pt x="3829" y="587"/>
                  <a:pt x="3829" y="587"/>
                </a:cubicBezTo>
                <a:cubicBezTo>
                  <a:pt x="3829" y="577"/>
                  <a:pt x="3829" y="577"/>
                  <a:pt x="3829" y="577"/>
                </a:cubicBezTo>
                <a:cubicBezTo>
                  <a:pt x="3814" y="577"/>
                  <a:pt x="3814" y="577"/>
                  <a:pt x="3814" y="577"/>
                </a:cubicBezTo>
                <a:cubicBezTo>
                  <a:pt x="3814" y="580"/>
                  <a:pt x="3814" y="580"/>
                  <a:pt x="3814" y="580"/>
                </a:cubicBezTo>
                <a:moveTo>
                  <a:pt x="3800" y="356"/>
                </a:moveTo>
                <a:cubicBezTo>
                  <a:pt x="3815" y="356"/>
                  <a:pt x="3815" y="356"/>
                  <a:pt x="3815" y="356"/>
                </a:cubicBezTo>
                <a:cubicBezTo>
                  <a:pt x="3820" y="354"/>
                  <a:pt x="3820" y="354"/>
                  <a:pt x="3820" y="354"/>
                </a:cubicBezTo>
                <a:cubicBezTo>
                  <a:pt x="3835" y="354"/>
                  <a:pt x="3835" y="354"/>
                  <a:pt x="3835" y="354"/>
                </a:cubicBezTo>
                <a:cubicBezTo>
                  <a:pt x="3847" y="353"/>
                  <a:pt x="3847" y="353"/>
                  <a:pt x="3847" y="353"/>
                </a:cubicBezTo>
                <a:cubicBezTo>
                  <a:pt x="3853" y="356"/>
                  <a:pt x="3853" y="356"/>
                  <a:pt x="3853" y="356"/>
                </a:cubicBezTo>
                <a:cubicBezTo>
                  <a:pt x="3853" y="356"/>
                  <a:pt x="3853" y="356"/>
                  <a:pt x="3853" y="356"/>
                </a:cubicBezTo>
                <a:cubicBezTo>
                  <a:pt x="3866" y="356"/>
                  <a:pt x="3866" y="356"/>
                  <a:pt x="3866" y="356"/>
                </a:cubicBezTo>
                <a:cubicBezTo>
                  <a:pt x="3866" y="354"/>
                  <a:pt x="3866" y="354"/>
                  <a:pt x="3866" y="354"/>
                </a:cubicBezTo>
                <a:cubicBezTo>
                  <a:pt x="3854" y="354"/>
                  <a:pt x="3854" y="354"/>
                  <a:pt x="3854" y="354"/>
                </a:cubicBezTo>
                <a:cubicBezTo>
                  <a:pt x="3848" y="351"/>
                  <a:pt x="3848" y="351"/>
                  <a:pt x="3848" y="351"/>
                </a:cubicBezTo>
                <a:cubicBezTo>
                  <a:pt x="3848" y="351"/>
                  <a:pt x="3848" y="351"/>
                  <a:pt x="3848" y="351"/>
                </a:cubicBezTo>
                <a:cubicBezTo>
                  <a:pt x="3835" y="352"/>
                  <a:pt x="3835" y="352"/>
                  <a:pt x="3835" y="352"/>
                </a:cubicBezTo>
                <a:cubicBezTo>
                  <a:pt x="3820" y="352"/>
                  <a:pt x="3820" y="352"/>
                  <a:pt x="3820" y="352"/>
                </a:cubicBezTo>
                <a:cubicBezTo>
                  <a:pt x="3815" y="354"/>
                  <a:pt x="3815" y="354"/>
                  <a:pt x="3815" y="354"/>
                </a:cubicBezTo>
                <a:cubicBezTo>
                  <a:pt x="3800" y="354"/>
                  <a:pt x="3800" y="354"/>
                  <a:pt x="3800" y="354"/>
                </a:cubicBezTo>
                <a:cubicBezTo>
                  <a:pt x="3800" y="356"/>
                  <a:pt x="3800" y="356"/>
                  <a:pt x="3800" y="356"/>
                </a:cubicBezTo>
                <a:moveTo>
                  <a:pt x="3800" y="361"/>
                </a:moveTo>
                <a:cubicBezTo>
                  <a:pt x="3815" y="361"/>
                  <a:pt x="3815" y="361"/>
                  <a:pt x="3815" y="361"/>
                </a:cubicBezTo>
                <a:cubicBezTo>
                  <a:pt x="3820" y="359"/>
                  <a:pt x="3820" y="359"/>
                  <a:pt x="3820" y="359"/>
                </a:cubicBezTo>
                <a:cubicBezTo>
                  <a:pt x="3835" y="359"/>
                  <a:pt x="3835" y="359"/>
                  <a:pt x="3835" y="359"/>
                </a:cubicBezTo>
                <a:cubicBezTo>
                  <a:pt x="3848" y="358"/>
                  <a:pt x="3848" y="358"/>
                  <a:pt x="3848" y="358"/>
                </a:cubicBezTo>
                <a:cubicBezTo>
                  <a:pt x="3853" y="361"/>
                  <a:pt x="3853" y="361"/>
                  <a:pt x="3853" y="361"/>
                </a:cubicBezTo>
                <a:cubicBezTo>
                  <a:pt x="3853" y="361"/>
                  <a:pt x="3853" y="361"/>
                  <a:pt x="3853" y="361"/>
                </a:cubicBezTo>
                <a:cubicBezTo>
                  <a:pt x="3866" y="361"/>
                  <a:pt x="3866" y="361"/>
                  <a:pt x="3866" y="361"/>
                </a:cubicBezTo>
                <a:cubicBezTo>
                  <a:pt x="3866" y="359"/>
                  <a:pt x="3866" y="359"/>
                  <a:pt x="3866" y="359"/>
                </a:cubicBezTo>
                <a:cubicBezTo>
                  <a:pt x="3854" y="359"/>
                  <a:pt x="3854" y="359"/>
                  <a:pt x="3854" y="359"/>
                </a:cubicBezTo>
                <a:cubicBezTo>
                  <a:pt x="3848" y="356"/>
                  <a:pt x="3848" y="356"/>
                  <a:pt x="3848" y="356"/>
                </a:cubicBezTo>
                <a:cubicBezTo>
                  <a:pt x="3848" y="356"/>
                  <a:pt x="3848" y="356"/>
                  <a:pt x="3848" y="356"/>
                </a:cubicBezTo>
                <a:cubicBezTo>
                  <a:pt x="3835" y="357"/>
                  <a:pt x="3835" y="357"/>
                  <a:pt x="3835" y="357"/>
                </a:cubicBezTo>
                <a:cubicBezTo>
                  <a:pt x="3820" y="357"/>
                  <a:pt x="3820" y="357"/>
                  <a:pt x="3820" y="357"/>
                </a:cubicBezTo>
                <a:cubicBezTo>
                  <a:pt x="3815" y="359"/>
                  <a:pt x="3815" y="359"/>
                  <a:pt x="3815" y="359"/>
                </a:cubicBezTo>
                <a:cubicBezTo>
                  <a:pt x="3800" y="359"/>
                  <a:pt x="3800" y="359"/>
                  <a:pt x="3800" y="359"/>
                </a:cubicBezTo>
                <a:cubicBezTo>
                  <a:pt x="3800" y="361"/>
                  <a:pt x="3800" y="361"/>
                  <a:pt x="3800" y="361"/>
                </a:cubicBezTo>
                <a:moveTo>
                  <a:pt x="3783" y="624"/>
                </a:moveTo>
                <a:cubicBezTo>
                  <a:pt x="3785" y="624"/>
                  <a:pt x="3785" y="624"/>
                  <a:pt x="3785" y="624"/>
                </a:cubicBezTo>
                <a:cubicBezTo>
                  <a:pt x="3785" y="593"/>
                  <a:pt x="3785" y="593"/>
                  <a:pt x="3785" y="593"/>
                </a:cubicBezTo>
                <a:cubicBezTo>
                  <a:pt x="3783" y="593"/>
                  <a:pt x="3783" y="593"/>
                  <a:pt x="3783" y="593"/>
                </a:cubicBezTo>
                <a:lnTo>
                  <a:pt x="3783" y="624"/>
                </a:lnTo>
                <a:close/>
                <a:moveTo>
                  <a:pt x="3686" y="665"/>
                </a:moveTo>
                <a:cubicBezTo>
                  <a:pt x="3711" y="665"/>
                  <a:pt x="3711" y="665"/>
                  <a:pt x="3711" y="665"/>
                </a:cubicBezTo>
                <a:cubicBezTo>
                  <a:pt x="3711" y="661"/>
                  <a:pt x="3711" y="661"/>
                  <a:pt x="3711" y="661"/>
                </a:cubicBezTo>
                <a:cubicBezTo>
                  <a:pt x="3841" y="661"/>
                  <a:pt x="3841" y="661"/>
                  <a:pt x="3841" y="661"/>
                </a:cubicBezTo>
                <a:cubicBezTo>
                  <a:pt x="3841" y="670"/>
                  <a:pt x="3841" y="670"/>
                  <a:pt x="3841" y="670"/>
                </a:cubicBezTo>
                <a:cubicBezTo>
                  <a:pt x="3843" y="670"/>
                  <a:pt x="3843" y="670"/>
                  <a:pt x="3843" y="670"/>
                </a:cubicBezTo>
                <a:cubicBezTo>
                  <a:pt x="3843" y="659"/>
                  <a:pt x="3843" y="659"/>
                  <a:pt x="3843" y="659"/>
                </a:cubicBezTo>
                <a:cubicBezTo>
                  <a:pt x="3708" y="659"/>
                  <a:pt x="3708" y="659"/>
                  <a:pt x="3708" y="659"/>
                </a:cubicBezTo>
                <a:cubicBezTo>
                  <a:pt x="3708" y="663"/>
                  <a:pt x="3708" y="663"/>
                  <a:pt x="3708" y="663"/>
                </a:cubicBezTo>
                <a:cubicBezTo>
                  <a:pt x="3686" y="663"/>
                  <a:pt x="3686" y="663"/>
                  <a:pt x="3686" y="663"/>
                </a:cubicBezTo>
                <a:cubicBezTo>
                  <a:pt x="3686" y="665"/>
                  <a:pt x="3686" y="665"/>
                  <a:pt x="3686" y="665"/>
                </a:cubicBezTo>
                <a:moveTo>
                  <a:pt x="3678" y="655"/>
                </a:moveTo>
                <a:cubicBezTo>
                  <a:pt x="3812" y="655"/>
                  <a:pt x="3812" y="655"/>
                  <a:pt x="3812" y="655"/>
                </a:cubicBezTo>
                <a:cubicBezTo>
                  <a:pt x="3812" y="653"/>
                  <a:pt x="3812" y="653"/>
                  <a:pt x="3812" y="653"/>
                </a:cubicBezTo>
                <a:cubicBezTo>
                  <a:pt x="3678" y="653"/>
                  <a:pt x="3678" y="653"/>
                  <a:pt x="3678" y="653"/>
                </a:cubicBezTo>
                <a:lnTo>
                  <a:pt x="3678" y="655"/>
                </a:lnTo>
                <a:close/>
                <a:moveTo>
                  <a:pt x="3810" y="660"/>
                </a:moveTo>
                <a:cubicBezTo>
                  <a:pt x="3813" y="660"/>
                  <a:pt x="3813" y="660"/>
                  <a:pt x="3813" y="660"/>
                </a:cubicBezTo>
                <a:cubicBezTo>
                  <a:pt x="3813" y="643"/>
                  <a:pt x="3813" y="643"/>
                  <a:pt x="3813" y="643"/>
                </a:cubicBezTo>
                <a:cubicBezTo>
                  <a:pt x="3810" y="643"/>
                  <a:pt x="3810" y="643"/>
                  <a:pt x="3810" y="643"/>
                </a:cubicBezTo>
                <a:lnTo>
                  <a:pt x="3810" y="660"/>
                </a:lnTo>
                <a:close/>
                <a:moveTo>
                  <a:pt x="3688" y="643"/>
                </a:moveTo>
                <a:cubicBezTo>
                  <a:pt x="3688" y="626"/>
                  <a:pt x="3688" y="626"/>
                  <a:pt x="3688" y="626"/>
                </a:cubicBezTo>
                <a:cubicBezTo>
                  <a:pt x="3700" y="626"/>
                  <a:pt x="3700" y="626"/>
                  <a:pt x="3700" y="626"/>
                </a:cubicBezTo>
                <a:cubicBezTo>
                  <a:pt x="3700" y="643"/>
                  <a:pt x="3700" y="643"/>
                  <a:pt x="3700" y="643"/>
                </a:cubicBezTo>
                <a:cubicBezTo>
                  <a:pt x="3702" y="643"/>
                  <a:pt x="3702" y="643"/>
                  <a:pt x="3702" y="643"/>
                </a:cubicBezTo>
                <a:cubicBezTo>
                  <a:pt x="3702" y="623"/>
                  <a:pt x="3702" y="623"/>
                  <a:pt x="3702" y="623"/>
                </a:cubicBezTo>
                <a:cubicBezTo>
                  <a:pt x="3686" y="623"/>
                  <a:pt x="3686" y="623"/>
                  <a:pt x="3686" y="623"/>
                </a:cubicBezTo>
                <a:cubicBezTo>
                  <a:pt x="3686" y="643"/>
                  <a:pt x="3686" y="643"/>
                  <a:pt x="3686" y="643"/>
                </a:cubicBezTo>
                <a:cubicBezTo>
                  <a:pt x="3688" y="643"/>
                  <a:pt x="3688" y="643"/>
                  <a:pt x="3688" y="643"/>
                </a:cubicBezTo>
                <a:moveTo>
                  <a:pt x="3657" y="636"/>
                </a:moveTo>
                <a:cubicBezTo>
                  <a:pt x="3687" y="636"/>
                  <a:pt x="3687" y="636"/>
                  <a:pt x="3687" y="636"/>
                </a:cubicBezTo>
                <a:cubicBezTo>
                  <a:pt x="3687" y="633"/>
                  <a:pt x="3687" y="633"/>
                  <a:pt x="3687" y="633"/>
                </a:cubicBezTo>
                <a:cubicBezTo>
                  <a:pt x="3657" y="633"/>
                  <a:pt x="3657" y="633"/>
                  <a:pt x="3657" y="633"/>
                </a:cubicBezTo>
                <a:lnTo>
                  <a:pt x="3657" y="636"/>
                </a:lnTo>
                <a:close/>
                <a:moveTo>
                  <a:pt x="3702" y="636"/>
                </a:moveTo>
                <a:cubicBezTo>
                  <a:pt x="3733" y="636"/>
                  <a:pt x="3733" y="636"/>
                  <a:pt x="3733" y="636"/>
                </a:cubicBezTo>
                <a:cubicBezTo>
                  <a:pt x="3733" y="633"/>
                  <a:pt x="3733" y="633"/>
                  <a:pt x="3733" y="633"/>
                </a:cubicBezTo>
                <a:cubicBezTo>
                  <a:pt x="3702" y="633"/>
                  <a:pt x="3702" y="633"/>
                  <a:pt x="3702" y="633"/>
                </a:cubicBezTo>
                <a:lnTo>
                  <a:pt x="3702" y="636"/>
                </a:lnTo>
                <a:close/>
                <a:moveTo>
                  <a:pt x="3732" y="644"/>
                </a:moveTo>
                <a:cubicBezTo>
                  <a:pt x="3734" y="644"/>
                  <a:pt x="3734" y="644"/>
                  <a:pt x="3734" y="644"/>
                </a:cubicBezTo>
                <a:cubicBezTo>
                  <a:pt x="3734" y="621"/>
                  <a:pt x="3734" y="621"/>
                  <a:pt x="3734" y="621"/>
                </a:cubicBezTo>
                <a:cubicBezTo>
                  <a:pt x="3732" y="621"/>
                  <a:pt x="3732" y="621"/>
                  <a:pt x="3732" y="621"/>
                </a:cubicBezTo>
                <a:lnTo>
                  <a:pt x="3732" y="644"/>
                </a:lnTo>
                <a:close/>
                <a:moveTo>
                  <a:pt x="3744" y="644"/>
                </a:moveTo>
                <a:cubicBezTo>
                  <a:pt x="3746" y="644"/>
                  <a:pt x="3746" y="644"/>
                  <a:pt x="3746" y="644"/>
                </a:cubicBezTo>
                <a:cubicBezTo>
                  <a:pt x="3746" y="622"/>
                  <a:pt x="3746" y="622"/>
                  <a:pt x="3746" y="622"/>
                </a:cubicBezTo>
                <a:cubicBezTo>
                  <a:pt x="3744" y="622"/>
                  <a:pt x="3744" y="622"/>
                  <a:pt x="3744" y="622"/>
                </a:cubicBezTo>
                <a:lnTo>
                  <a:pt x="3744" y="644"/>
                </a:lnTo>
                <a:close/>
                <a:moveTo>
                  <a:pt x="3745" y="636"/>
                </a:moveTo>
                <a:cubicBezTo>
                  <a:pt x="3793" y="636"/>
                  <a:pt x="3793" y="636"/>
                  <a:pt x="3793" y="636"/>
                </a:cubicBezTo>
                <a:cubicBezTo>
                  <a:pt x="3793" y="634"/>
                  <a:pt x="3793" y="634"/>
                  <a:pt x="3793" y="634"/>
                </a:cubicBezTo>
                <a:cubicBezTo>
                  <a:pt x="3745" y="634"/>
                  <a:pt x="3745" y="634"/>
                  <a:pt x="3745" y="634"/>
                </a:cubicBezTo>
                <a:lnTo>
                  <a:pt x="3745" y="636"/>
                </a:lnTo>
                <a:close/>
                <a:moveTo>
                  <a:pt x="3597" y="628"/>
                </a:moveTo>
                <a:cubicBezTo>
                  <a:pt x="3614" y="628"/>
                  <a:pt x="3614" y="628"/>
                  <a:pt x="3614" y="628"/>
                </a:cubicBezTo>
                <a:cubicBezTo>
                  <a:pt x="3624" y="621"/>
                  <a:pt x="3624" y="621"/>
                  <a:pt x="3624" y="621"/>
                </a:cubicBezTo>
                <a:cubicBezTo>
                  <a:pt x="3655" y="621"/>
                  <a:pt x="3655" y="621"/>
                  <a:pt x="3655" y="621"/>
                </a:cubicBezTo>
                <a:cubicBezTo>
                  <a:pt x="3655" y="643"/>
                  <a:pt x="3655" y="643"/>
                  <a:pt x="3655" y="643"/>
                </a:cubicBezTo>
                <a:cubicBezTo>
                  <a:pt x="3658" y="643"/>
                  <a:pt x="3658" y="643"/>
                  <a:pt x="3658" y="643"/>
                </a:cubicBezTo>
                <a:cubicBezTo>
                  <a:pt x="3658" y="618"/>
                  <a:pt x="3658" y="618"/>
                  <a:pt x="3658" y="618"/>
                </a:cubicBezTo>
                <a:cubicBezTo>
                  <a:pt x="3623" y="618"/>
                  <a:pt x="3623" y="618"/>
                  <a:pt x="3623" y="618"/>
                </a:cubicBezTo>
                <a:cubicBezTo>
                  <a:pt x="3613" y="626"/>
                  <a:pt x="3613" y="626"/>
                  <a:pt x="3613" y="626"/>
                </a:cubicBezTo>
                <a:cubicBezTo>
                  <a:pt x="3597" y="626"/>
                  <a:pt x="3597" y="626"/>
                  <a:pt x="3597" y="626"/>
                </a:cubicBezTo>
                <a:cubicBezTo>
                  <a:pt x="3597" y="628"/>
                  <a:pt x="3597" y="628"/>
                  <a:pt x="3597" y="628"/>
                </a:cubicBezTo>
                <a:moveTo>
                  <a:pt x="3597" y="634"/>
                </a:moveTo>
                <a:cubicBezTo>
                  <a:pt x="3622" y="634"/>
                  <a:pt x="3622" y="634"/>
                  <a:pt x="3622" y="634"/>
                </a:cubicBezTo>
                <a:cubicBezTo>
                  <a:pt x="3622" y="644"/>
                  <a:pt x="3622" y="644"/>
                  <a:pt x="3622" y="644"/>
                </a:cubicBezTo>
                <a:cubicBezTo>
                  <a:pt x="3624" y="644"/>
                  <a:pt x="3624" y="644"/>
                  <a:pt x="3624" y="644"/>
                </a:cubicBezTo>
                <a:cubicBezTo>
                  <a:pt x="3624" y="632"/>
                  <a:pt x="3624" y="632"/>
                  <a:pt x="3624" y="632"/>
                </a:cubicBezTo>
                <a:cubicBezTo>
                  <a:pt x="3597" y="632"/>
                  <a:pt x="3597" y="632"/>
                  <a:pt x="3597" y="632"/>
                </a:cubicBezTo>
                <a:cubicBezTo>
                  <a:pt x="3597" y="634"/>
                  <a:pt x="3597" y="634"/>
                  <a:pt x="3597" y="634"/>
                </a:cubicBezTo>
                <a:moveTo>
                  <a:pt x="3751" y="385"/>
                </a:moveTo>
                <a:cubicBezTo>
                  <a:pt x="3753" y="385"/>
                  <a:pt x="3753" y="385"/>
                  <a:pt x="3753" y="385"/>
                </a:cubicBezTo>
                <a:cubicBezTo>
                  <a:pt x="3753" y="375"/>
                  <a:pt x="3753" y="375"/>
                  <a:pt x="3753" y="375"/>
                </a:cubicBezTo>
                <a:cubicBezTo>
                  <a:pt x="3751" y="375"/>
                  <a:pt x="3751" y="375"/>
                  <a:pt x="3751" y="375"/>
                </a:cubicBezTo>
                <a:lnTo>
                  <a:pt x="3751" y="385"/>
                </a:lnTo>
                <a:close/>
                <a:moveTo>
                  <a:pt x="3745" y="385"/>
                </a:moveTo>
                <a:cubicBezTo>
                  <a:pt x="3747" y="385"/>
                  <a:pt x="3747" y="385"/>
                  <a:pt x="3747" y="385"/>
                </a:cubicBezTo>
                <a:cubicBezTo>
                  <a:pt x="3747" y="375"/>
                  <a:pt x="3747" y="375"/>
                  <a:pt x="3747" y="375"/>
                </a:cubicBezTo>
                <a:cubicBezTo>
                  <a:pt x="3745" y="375"/>
                  <a:pt x="3745" y="375"/>
                  <a:pt x="3745" y="375"/>
                </a:cubicBezTo>
                <a:lnTo>
                  <a:pt x="3745" y="385"/>
                </a:lnTo>
                <a:close/>
                <a:moveTo>
                  <a:pt x="3739" y="385"/>
                </a:moveTo>
                <a:cubicBezTo>
                  <a:pt x="3741" y="385"/>
                  <a:pt x="3741" y="385"/>
                  <a:pt x="3741" y="385"/>
                </a:cubicBezTo>
                <a:cubicBezTo>
                  <a:pt x="3741" y="374"/>
                  <a:pt x="3741" y="374"/>
                  <a:pt x="3741" y="374"/>
                </a:cubicBezTo>
                <a:cubicBezTo>
                  <a:pt x="3739" y="374"/>
                  <a:pt x="3739" y="374"/>
                  <a:pt x="3739" y="374"/>
                </a:cubicBezTo>
                <a:lnTo>
                  <a:pt x="3739" y="385"/>
                </a:lnTo>
                <a:close/>
                <a:moveTo>
                  <a:pt x="3735" y="385"/>
                </a:moveTo>
                <a:cubicBezTo>
                  <a:pt x="3737" y="385"/>
                  <a:pt x="3737" y="385"/>
                  <a:pt x="3737" y="385"/>
                </a:cubicBezTo>
                <a:cubicBezTo>
                  <a:pt x="3737" y="375"/>
                  <a:pt x="3737" y="375"/>
                  <a:pt x="3737" y="375"/>
                </a:cubicBezTo>
                <a:cubicBezTo>
                  <a:pt x="3735" y="375"/>
                  <a:pt x="3735" y="375"/>
                  <a:pt x="3735" y="375"/>
                </a:cubicBezTo>
                <a:lnTo>
                  <a:pt x="3735" y="385"/>
                </a:lnTo>
                <a:close/>
                <a:moveTo>
                  <a:pt x="3730" y="385"/>
                </a:moveTo>
                <a:cubicBezTo>
                  <a:pt x="3732" y="385"/>
                  <a:pt x="3732" y="385"/>
                  <a:pt x="3732" y="385"/>
                </a:cubicBezTo>
                <a:cubicBezTo>
                  <a:pt x="3732" y="377"/>
                  <a:pt x="3732" y="377"/>
                  <a:pt x="3732" y="377"/>
                </a:cubicBezTo>
                <a:cubicBezTo>
                  <a:pt x="3730" y="377"/>
                  <a:pt x="3730" y="377"/>
                  <a:pt x="3730" y="377"/>
                </a:cubicBezTo>
                <a:lnTo>
                  <a:pt x="3730" y="385"/>
                </a:lnTo>
                <a:close/>
                <a:moveTo>
                  <a:pt x="3727" y="385"/>
                </a:moveTo>
                <a:cubicBezTo>
                  <a:pt x="3729" y="385"/>
                  <a:pt x="3729" y="385"/>
                  <a:pt x="3729" y="385"/>
                </a:cubicBezTo>
                <a:cubicBezTo>
                  <a:pt x="3729" y="375"/>
                  <a:pt x="3729" y="375"/>
                  <a:pt x="3729" y="375"/>
                </a:cubicBezTo>
                <a:cubicBezTo>
                  <a:pt x="3727" y="375"/>
                  <a:pt x="3727" y="375"/>
                  <a:pt x="3727" y="375"/>
                </a:cubicBezTo>
                <a:lnTo>
                  <a:pt x="3727" y="385"/>
                </a:lnTo>
                <a:close/>
                <a:moveTo>
                  <a:pt x="3722" y="386"/>
                </a:moveTo>
                <a:cubicBezTo>
                  <a:pt x="3724" y="386"/>
                  <a:pt x="3724" y="386"/>
                  <a:pt x="3724" y="386"/>
                </a:cubicBezTo>
                <a:cubicBezTo>
                  <a:pt x="3724" y="375"/>
                  <a:pt x="3724" y="375"/>
                  <a:pt x="3724" y="375"/>
                </a:cubicBezTo>
                <a:cubicBezTo>
                  <a:pt x="3722" y="375"/>
                  <a:pt x="3722" y="375"/>
                  <a:pt x="3722" y="375"/>
                </a:cubicBezTo>
                <a:lnTo>
                  <a:pt x="3722" y="386"/>
                </a:lnTo>
                <a:close/>
                <a:moveTo>
                  <a:pt x="3714" y="377"/>
                </a:moveTo>
                <a:cubicBezTo>
                  <a:pt x="3714" y="385"/>
                  <a:pt x="3714" y="385"/>
                  <a:pt x="3714" y="385"/>
                </a:cubicBezTo>
                <a:cubicBezTo>
                  <a:pt x="3710" y="392"/>
                  <a:pt x="3710" y="392"/>
                  <a:pt x="3710" y="392"/>
                </a:cubicBezTo>
                <a:cubicBezTo>
                  <a:pt x="3708" y="392"/>
                  <a:pt x="3708" y="392"/>
                  <a:pt x="3708" y="392"/>
                </a:cubicBezTo>
                <a:cubicBezTo>
                  <a:pt x="3707" y="392"/>
                  <a:pt x="3707" y="392"/>
                  <a:pt x="3707" y="392"/>
                </a:cubicBezTo>
                <a:cubicBezTo>
                  <a:pt x="3705" y="411"/>
                  <a:pt x="3705" y="411"/>
                  <a:pt x="3705" y="411"/>
                </a:cubicBezTo>
                <a:cubicBezTo>
                  <a:pt x="3702" y="415"/>
                  <a:pt x="3702" y="415"/>
                  <a:pt x="3702" y="415"/>
                </a:cubicBezTo>
                <a:cubicBezTo>
                  <a:pt x="3702" y="416"/>
                  <a:pt x="3702" y="416"/>
                  <a:pt x="3702" y="416"/>
                </a:cubicBezTo>
                <a:cubicBezTo>
                  <a:pt x="3702" y="449"/>
                  <a:pt x="3702" y="449"/>
                  <a:pt x="3702" y="449"/>
                </a:cubicBezTo>
                <a:cubicBezTo>
                  <a:pt x="3705" y="449"/>
                  <a:pt x="3705" y="449"/>
                  <a:pt x="3705" y="449"/>
                </a:cubicBezTo>
                <a:cubicBezTo>
                  <a:pt x="3704" y="416"/>
                  <a:pt x="3704" y="416"/>
                  <a:pt x="3704" y="416"/>
                </a:cubicBezTo>
                <a:cubicBezTo>
                  <a:pt x="3707" y="412"/>
                  <a:pt x="3707" y="412"/>
                  <a:pt x="3707" y="412"/>
                </a:cubicBezTo>
                <a:cubicBezTo>
                  <a:pt x="3707" y="412"/>
                  <a:pt x="3707" y="412"/>
                  <a:pt x="3707" y="412"/>
                </a:cubicBezTo>
                <a:cubicBezTo>
                  <a:pt x="3709" y="394"/>
                  <a:pt x="3709" y="394"/>
                  <a:pt x="3709" y="394"/>
                </a:cubicBezTo>
                <a:cubicBezTo>
                  <a:pt x="3711" y="394"/>
                  <a:pt x="3711" y="394"/>
                  <a:pt x="3711" y="394"/>
                </a:cubicBezTo>
                <a:cubicBezTo>
                  <a:pt x="3712" y="394"/>
                  <a:pt x="3712" y="394"/>
                  <a:pt x="3712" y="394"/>
                </a:cubicBezTo>
                <a:cubicBezTo>
                  <a:pt x="3716" y="386"/>
                  <a:pt x="3716" y="386"/>
                  <a:pt x="3716" y="386"/>
                </a:cubicBezTo>
                <a:cubicBezTo>
                  <a:pt x="3716" y="377"/>
                  <a:pt x="3716" y="377"/>
                  <a:pt x="3716" y="377"/>
                </a:cubicBezTo>
                <a:cubicBezTo>
                  <a:pt x="3714" y="377"/>
                  <a:pt x="3714" y="377"/>
                  <a:pt x="3714" y="377"/>
                </a:cubicBezTo>
                <a:moveTo>
                  <a:pt x="3718" y="491"/>
                </a:moveTo>
                <a:cubicBezTo>
                  <a:pt x="3753" y="491"/>
                  <a:pt x="3753" y="491"/>
                  <a:pt x="3753" y="491"/>
                </a:cubicBezTo>
                <a:cubicBezTo>
                  <a:pt x="3753" y="488"/>
                  <a:pt x="3753" y="488"/>
                  <a:pt x="3753" y="488"/>
                </a:cubicBezTo>
                <a:cubicBezTo>
                  <a:pt x="3718" y="488"/>
                  <a:pt x="3718" y="488"/>
                  <a:pt x="3718" y="488"/>
                </a:cubicBezTo>
                <a:lnTo>
                  <a:pt x="3718" y="491"/>
                </a:lnTo>
                <a:close/>
                <a:moveTo>
                  <a:pt x="3718" y="385"/>
                </a:moveTo>
                <a:cubicBezTo>
                  <a:pt x="3720" y="385"/>
                  <a:pt x="3720" y="385"/>
                  <a:pt x="3720" y="385"/>
                </a:cubicBezTo>
                <a:cubicBezTo>
                  <a:pt x="3720" y="375"/>
                  <a:pt x="3720" y="375"/>
                  <a:pt x="3720" y="375"/>
                </a:cubicBezTo>
                <a:cubicBezTo>
                  <a:pt x="3718" y="375"/>
                  <a:pt x="3718" y="375"/>
                  <a:pt x="3718" y="375"/>
                </a:cubicBezTo>
                <a:lnTo>
                  <a:pt x="3718" y="385"/>
                </a:lnTo>
                <a:close/>
                <a:moveTo>
                  <a:pt x="3731" y="500"/>
                </a:moveTo>
                <a:cubicBezTo>
                  <a:pt x="3753" y="500"/>
                  <a:pt x="3753" y="500"/>
                  <a:pt x="3753" y="500"/>
                </a:cubicBezTo>
                <a:cubicBezTo>
                  <a:pt x="3753" y="498"/>
                  <a:pt x="3753" y="498"/>
                  <a:pt x="3753" y="498"/>
                </a:cubicBezTo>
                <a:cubicBezTo>
                  <a:pt x="3731" y="498"/>
                  <a:pt x="3731" y="498"/>
                  <a:pt x="3731" y="498"/>
                </a:cubicBezTo>
                <a:lnTo>
                  <a:pt x="3731" y="500"/>
                </a:lnTo>
                <a:close/>
                <a:moveTo>
                  <a:pt x="3719" y="554"/>
                </a:moveTo>
                <a:cubicBezTo>
                  <a:pt x="3741" y="554"/>
                  <a:pt x="3741" y="554"/>
                  <a:pt x="3741" y="554"/>
                </a:cubicBezTo>
                <a:cubicBezTo>
                  <a:pt x="3741" y="551"/>
                  <a:pt x="3741" y="551"/>
                  <a:pt x="3741" y="551"/>
                </a:cubicBezTo>
                <a:cubicBezTo>
                  <a:pt x="3719" y="551"/>
                  <a:pt x="3719" y="551"/>
                  <a:pt x="3719" y="551"/>
                </a:cubicBezTo>
                <a:lnTo>
                  <a:pt x="3719" y="554"/>
                </a:lnTo>
                <a:close/>
                <a:moveTo>
                  <a:pt x="3730" y="558"/>
                </a:moveTo>
                <a:cubicBezTo>
                  <a:pt x="3752" y="558"/>
                  <a:pt x="3752" y="558"/>
                  <a:pt x="3752" y="558"/>
                </a:cubicBezTo>
                <a:cubicBezTo>
                  <a:pt x="3752" y="556"/>
                  <a:pt x="3752" y="556"/>
                  <a:pt x="3752" y="556"/>
                </a:cubicBezTo>
                <a:cubicBezTo>
                  <a:pt x="3730" y="556"/>
                  <a:pt x="3730" y="556"/>
                  <a:pt x="3730" y="556"/>
                </a:cubicBezTo>
                <a:lnTo>
                  <a:pt x="3730" y="558"/>
                </a:lnTo>
                <a:close/>
                <a:moveTo>
                  <a:pt x="3719" y="589"/>
                </a:moveTo>
                <a:cubicBezTo>
                  <a:pt x="3752" y="589"/>
                  <a:pt x="3752" y="589"/>
                  <a:pt x="3752" y="589"/>
                </a:cubicBezTo>
                <a:cubicBezTo>
                  <a:pt x="3752" y="586"/>
                  <a:pt x="3752" y="586"/>
                  <a:pt x="3752" y="586"/>
                </a:cubicBezTo>
                <a:cubicBezTo>
                  <a:pt x="3719" y="586"/>
                  <a:pt x="3719" y="586"/>
                  <a:pt x="3719" y="586"/>
                </a:cubicBezTo>
                <a:lnTo>
                  <a:pt x="3719" y="589"/>
                </a:lnTo>
                <a:close/>
                <a:moveTo>
                  <a:pt x="3719" y="594"/>
                </a:moveTo>
                <a:cubicBezTo>
                  <a:pt x="3748" y="594"/>
                  <a:pt x="3748" y="594"/>
                  <a:pt x="3748" y="594"/>
                </a:cubicBezTo>
                <a:cubicBezTo>
                  <a:pt x="3748" y="591"/>
                  <a:pt x="3748" y="591"/>
                  <a:pt x="3748" y="591"/>
                </a:cubicBezTo>
                <a:cubicBezTo>
                  <a:pt x="3719" y="591"/>
                  <a:pt x="3719" y="591"/>
                  <a:pt x="3719" y="591"/>
                </a:cubicBezTo>
                <a:lnTo>
                  <a:pt x="3719" y="594"/>
                </a:lnTo>
                <a:close/>
                <a:moveTo>
                  <a:pt x="3757" y="616"/>
                </a:moveTo>
                <a:cubicBezTo>
                  <a:pt x="3759" y="616"/>
                  <a:pt x="3759" y="616"/>
                  <a:pt x="3759" y="616"/>
                </a:cubicBezTo>
                <a:cubicBezTo>
                  <a:pt x="3759" y="420"/>
                  <a:pt x="3759" y="420"/>
                  <a:pt x="3759" y="420"/>
                </a:cubicBezTo>
                <a:cubicBezTo>
                  <a:pt x="3757" y="420"/>
                  <a:pt x="3757" y="420"/>
                  <a:pt x="3757" y="420"/>
                </a:cubicBezTo>
                <a:lnTo>
                  <a:pt x="3757" y="616"/>
                </a:lnTo>
                <a:close/>
                <a:moveTo>
                  <a:pt x="3710" y="607"/>
                </a:moveTo>
                <a:cubicBezTo>
                  <a:pt x="3713" y="607"/>
                  <a:pt x="3713" y="607"/>
                  <a:pt x="3713" y="607"/>
                </a:cubicBezTo>
                <a:cubicBezTo>
                  <a:pt x="3713" y="474"/>
                  <a:pt x="3713" y="474"/>
                  <a:pt x="3713" y="474"/>
                </a:cubicBezTo>
                <a:cubicBezTo>
                  <a:pt x="3710" y="474"/>
                  <a:pt x="3710" y="474"/>
                  <a:pt x="3710" y="474"/>
                </a:cubicBezTo>
                <a:lnTo>
                  <a:pt x="3710" y="607"/>
                </a:lnTo>
                <a:close/>
                <a:moveTo>
                  <a:pt x="3772" y="526"/>
                </a:moveTo>
                <a:cubicBezTo>
                  <a:pt x="3782" y="526"/>
                  <a:pt x="3782" y="526"/>
                  <a:pt x="3782" y="526"/>
                </a:cubicBezTo>
                <a:cubicBezTo>
                  <a:pt x="3782" y="565"/>
                  <a:pt x="3782" y="565"/>
                  <a:pt x="3782" y="565"/>
                </a:cubicBezTo>
                <a:cubicBezTo>
                  <a:pt x="3785" y="565"/>
                  <a:pt x="3785" y="565"/>
                  <a:pt x="3785" y="565"/>
                </a:cubicBezTo>
                <a:cubicBezTo>
                  <a:pt x="3785" y="524"/>
                  <a:pt x="3785" y="524"/>
                  <a:pt x="3785" y="524"/>
                </a:cubicBezTo>
                <a:cubicBezTo>
                  <a:pt x="3772" y="524"/>
                  <a:pt x="3772" y="524"/>
                  <a:pt x="3772" y="524"/>
                </a:cubicBezTo>
                <a:cubicBezTo>
                  <a:pt x="3772" y="526"/>
                  <a:pt x="3772" y="526"/>
                  <a:pt x="3772" y="526"/>
                </a:cubicBezTo>
                <a:moveTo>
                  <a:pt x="3784" y="497"/>
                </a:moveTo>
                <a:cubicBezTo>
                  <a:pt x="3784" y="456"/>
                  <a:pt x="3784" y="456"/>
                  <a:pt x="3784" y="456"/>
                </a:cubicBezTo>
                <a:cubicBezTo>
                  <a:pt x="3796" y="456"/>
                  <a:pt x="3796" y="456"/>
                  <a:pt x="3796" y="456"/>
                </a:cubicBezTo>
                <a:cubicBezTo>
                  <a:pt x="3796" y="454"/>
                  <a:pt x="3796" y="454"/>
                  <a:pt x="3796" y="454"/>
                </a:cubicBezTo>
                <a:cubicBezTo>
                  <a:pt x="3781" y="454"/>
                  <a:pt x="3781" y="454"/>
                  <a:pt x="3781" y="454"/>
                </a:cubicBezTo>
                <a:cubicBezTo>
                  <a:pt x="3781" y="497"/>
                  <a:pt x="3781" y="497"/>
                  <a:pt x="3781" y="497"/>
                </a:cubicBezTo>
                <a:cubicBezTo>
                  <a:pt x="3784" y="497"/>
                  <a:pt x="3784" y="497"/>
                  <a:pt x="3784" y="497"/>
                </a:cubicBezTo>
                <a:moveTo>
                  <a:pt x="3773" y="499"/>
                </a:moveTo>
                <a:cubicBezTo>
                  <a:pt x="3788" y="499"/>
                  <a:pt x="3788" y="499"/>
                  <a:pt x="3788" y="499"/>
                </a:cubicBezTo>
                <a:cubicBezTo>
                  <a:pt x="3788" y="513"/>
                  <a:pt x="3788" y="513"/>
                  <a:pt x="3788" y="513"/>
                </a:cubicBezTo>
                <a:cubicBezTo>
                  <a:pt x="3796" y="513"/>
                  <a:pt x="3796" y="513"/>
                  <a:pt x="3796" y="513"/>
                </a:cubicBezTo>
                <a:cubicBezTo>
                  <a:pt x="3796" y="511"/>
                  <a:pt x="3796" y="511"/>
                  <a:pt x="3796" y="511"/>
                </a:cubicBezTo>
                <a:cubicBezTo>
                  <a:pt x="3790" y="511"/>
                  <a:pt x="3790" y="511"/>
                  <a:pt x="3790" y="511"/>
                </a:cubicBezTo>
                <a:cubicBezTo>
                  <a:pt x="3790" y="496"/>
                  <a:pt x="3790" y="496"/>
                  <a:pt x="3790" y="496"/>
                </a:cubicBezTo>
                <a:cubicBezTo>
                  <a:pt x="3773" y="496"/>
                  <a:pt x="3773" y="496"/>
                  <a:pt x="3773" y="496"/>
                </a:cubicBezTo>
                <a:cubicBezTo>
                  <a:pt x="3773" y="499"/>
                  <a:pt x="3773" y="499"/>
                  <a:pt x="3773" y="499"/>
                </a:cubicBezTo>
                <a:moveTo>
                  <a:pt x="3772" y="566"/>
                </a:moveTo>
                <a:cubicBezTo>
                  <a:pt x="3788" y="566"/>
                  <a:pt x="3788" y="566"/>
                  <a:pt x="3788" y="566"/>
                </a:cubicBezTo>
                <a:cubicBezTo>
                  <a:pt x="3788" y="580"/>
                  <a:pt x="3788" y="580"/>
                  <a:pt x="3788" y="580"/>
                </a:cubicBezTo>
                <a:cubicBezTo>
                  <a:pt x="3793" y="580"/>
                  <a:pt x="3793" y="580"/>
                  <a:pt x="3793" y="580"/>
                </a:cubicBezTo>
                <a:cubicBezTo>
                  <a:pt x="3793" y="578"/>
                  <a:pt x="3793" y="578"/>
                  <a:pt x="3793" y="578"/>
                </a:cubicBezTo>
                <a:cubicBezTo>
                  <a:pt x="3790" y="578"/>
                  <a:pt x="3790" y="578"/>
                  <a:pt x="3790" y="578"/>
                </a:cubicBezTo>
                <a:cubicBezTo>
                  <a:pt x="3790" y="564"/>
                  <a:pt x="3790" y="564"/>
                  <a:pt x="3790" y="564"/>
                </a:cubicBezTo>
                <a:cubicBezTo>
                  <a:pt x="3772" y="564"/>
                  <a:pt x="3772" y="564"/>
                  <a:pt x="3772" y="564"/>
                </a:cubicBezTo>
                <a:cubicBezTo>
                  <a:pt x="3772" y="566"/>
                  <a:pt x="3772" y="566"/>
                  <a:pt x="3772" y="566"/>
                </a:cubicBezTo>
                <a:moveTo>
                  <a:pt x="3770" y="435"/>
                </a:moveTo>
                <a:cubicBezTo>
                  <a:pt x="3775" y="435"/>
                  <a:pt x="3775" y="435"/>
                  <a:pt x="3775" y="435"/>
                </a:cubicBezTo>
                <a:cubicBezTo>
                  <a:pt x="3778" y="432"/>
                  <a:pt x="3778" y="432"/>
                  <a:pt x="3778" y="432"/>
                </a:cubicBezTo>
                <a:cubicBezTo>
                  <a:pt x="3782" y="436"/>
                  <a:pt x="3782" y="436"/>
                  <a:pt x="3782" y="436"/>
                </a:cubicBezTo>
                <a:cubicBezTo>
                  <a:pt x="3782" y="436"/>
                  <a:pt x="3782" y="436"/>
                  <a:pt x="3782" y="436"/>
                </a:cubicBezTo>
                <a:cubicBezTo>
                  <a:pt x="3787" y="436"/>
                  <a:pt x="3787" y="436"/>
                  <a:pt x="3787" y="436"/>
                </a:cubicBezTo>
                <a:cubicBezTo>
                  <a:pt x="3787" y="442"/>
                  <a:pt x="3787" y="442"/>
                  <a:pt x="3787" y="442"/>
                </a:cubicBezTo>
                <a:cubicBezTo>
                  <a:pt x="3795" y="442"/>
                  <a:pt x="3795" y="442"/>
                  <a:pt x="3795" y="442"/>
                </a:cubicBezTo>
                <a:cubicBezTo>
                  <a:pt x="3795" y="440"/>
                  <a:pt x="3795" y="440"/>
                  <a:pt x="3795" y="440"/>
                </a:cubicBezTo>
                <a:cubicBezTo>
                  <a:pt x="3789" y="440"/>
                  <a:pt x="3789" y="440"/>
                  <a:pt x="3789" y="440"/>
                </a:cubicBezTo>
                <a:cubicBezTo>
                  <a:pt x="3789" y="434"/>
                  <a:pt x="3789" y="434"/>
                  <a:pt x="3789" y="434"/>
                </a:cubicBezTo>
                <a:cubicBezTo>
                  <a:pt x="3783" y="434"/>
                  <a:pt x="3783" y="434"/>
                  <a:pt x="3783" y="434"/>
                </a:cubicBezTo>
                <a:cubicBezTo>
                  <a:pt x="3779" y="430"/>
                  <a:pt x="3779" y="430"/>
                  <a:pt x="3779" y="430"/>
                </a:cubicBezTo>
                <a:cubicBezTo>
                  <a:pt x="3778" y="429"/>
                  <a:pt x="3778" y="429"/>
                  <a:pt x="3778" y="429"/>
                </a:cubicBezTo>
                <a:cubicBezTo>
                  <a:pt x="3775" y="433"/>
                  <a:pt x="3775" y="433"/>
                  <a:pt x="3775" y="433"/>
                </a:cubicBezTo>
                <a:cubicBezTo>
                  <a:pt x="3770" y="433"/>
                  <a:pt x="3770" y="433"/>
                  <a:pt x="3770" y="433"/>
                </a:cubicBezTo>
                <a:cubicBezTo>
                  <a:pt x="3770" y="435"/>
                  <a:pt x="3770" y="435"/>
                  <a:pt x="3770" y="435"/>
                </a:cubicBezTo>
                <a:moveTo>
                  <a:pt x="3713" y="418"/>
                </a:moveTo>
                <a:cubicBezTo>
                  <a:pt x="3715" y="418"/>
                  <a:pt x="3715" y="418"/>
                  <a:pt x="3715" y="418"/>
                </a:cubicBezTo>
                <a:cubicBezTo>
                  <a:pt x="3715" y="387"/>
                  <a:pt x="3715" y="387"/>
                  <a:pt x="3715" y="387"/>
                </a:cubicBezTo>
                <a:cubicBezTo>
                  <a:pt x="3713" y="387"/>
                  <a:pt x="3713" y="387"/>
                  <a:pt x="3713" y="387"/>
                </a:cubicBezTo>
                <a:lnTo>
                  <a:pt x="3713" y="418"/>
                </a:lnTo>
                <a:close/>
                <a:moveTo>
                  <a:pt x="3807" y="323"/>
                </a:moveTo>
                <a:cubicBezTo>
                  <a:pt x="3823" y="318"/>
                  <a:pt x="3823" y="318"/>
                  <a:pt x="3823" y="318"/>
                </a:cubicBezTo>
                <a:cubicBezTo>
                  <a:pt x="3855" y="321"/>
                  <a:pt x="3855" y="321"/>
                  <a:pt x="3855" y="321"/>
                </a:cubicBezTo>
                <a:cubicBezTo>
                  <a:pt x="3855" y="318"/>
                  <a:pt x="3855" y="318"/>
                  <a:pt x="3855" y="318"/>
                </a:cubicBezTo>
                <a:cubicBezTo>
                  <a:pt x="3823" y="316"/>
                  <a:pt x="3823" y="316"/>
                  <a:pt x="3823" y="316"/>
                </a:cubicBezTo>
                <a:cubicBezTo>
                  <a:pt x="3807" y="321"/>
                  <a:pt x="3807" y="321"/>
                  <a:pt x="3807" y="321"/>
                </a:cubicBezTo>
                <a:cubicBezTo>
                  <a:pt x="3807" y="323"/>
                  <a:pt x="3807" y="323"/>
                  <a:pt x="3807" y="323"/>
                </a:cubicBezTo>
                <a:moveTo>
                  <a:pt x="3718" y="439"/>
                </a:moveTo>
                <a:cubicBezTo>
                  <a:pt x="3752" y="439"/>
                  <a:pt x="3752" y="439"/>
                  <a:pt x="3752" y="439"/>
                </a:cubicBezTo>
                <a:cubicBezTo>
                  <a:pt x="3752" y="437"/>
                  <a:pt x="3752" y="437"/>
                  <a:pt x="3752" y="437"/>
                </a:cubicBezTo>
                <a:cubicBezTo>
                  <a:pt x="3718" y="437"/>
                  <a:pt x="3718" y="437"/>
                  <a:pt x="3718" y="437"/>
                </a:cubicBezTo>
                <a:lnTo>
                  <a:pt x="3718" y="439"/>
                </a:lnTo>
                <a:close/>
                <a:moveTo>
                  <a:pt x="3730" y="449"/>
                </a:moveTo>
                <a:cubicBezTo>
                  <a:pt x="3752" y="449"/>
                  <a:pt x="3752" y="449"/>
                  <a:pt x="3752" y="449"/>
                </a:cubicBezTo>
                <a:cubicBezTo>
                  <a:pt x="3752" y="447"/>
                  <a:pt x="3752" y="447"/>
                  <a:pt x="3752" y="447"/>
                </a:cubicBezTo>
                <a:cubicBezTo>
                  <a:pt x="3730" y="447"/>
                  <a:pt x="3730" y="447"/>
                  <a:pt x="3730" y="447"/>
                </a:cubicBezTo>
                <a:lnTo>
                  <a:pt x="3730" y="449"/>
                </a:lnTo>
                <a:close/>
                <a:moveTo>
                  <a:pt x="3763" y="549"/>
                </a:moveTo>
                <a:cubicBezTo>
                  <a:pt x="3765" y="549"/>
                  <a:pt x="3765" y="549"/>
                  <a:pt x="3765" y="549"/>
                </a:cubicBezTo>
                <a:cubicBezTo>
                  <a:pt x="3765" y="416"/>
                  <a:pt x="3765" y="416"/>
                  <a:pt x="3765" y="416"/>
                </a:cubicBezTo>
                <a:cubicBezTo>
                  <a:pt x="3763" y="416"/>
                  <a:pt x="3763" y="416"/>
                  <a:pt x="3763" y="416"/>
                </a:cubicBezTo>
                <a:lnTo>
                  <a:pt x="3763" y="549"/>
                </a:lnTo>
                <a:close/>
                <a:moveTo>
                  <a:pt x="3762" y="606"/>
                </a:moveTo>
                <a:cubicBezTo>
                  <a:pt x="3764" y="606"/>
                  <a:pt x="3764" y="606"/>
                  <a:pt x="3764" y="606"/>
                </a:cubicBezTo>
                <a:cubicBezTo>
                  <a:pt x="3764" y="560"/>
                  <a:pt x="3764" y="560"/>
                  <a:pt x="3764" y="560"/>
                </a:cubicBezTo>
                <a:cubicBezTo>
                  <a:pt x="3762" y="560"/>
                  <a:pt x="3762" y="560"/>
                  <a:pt x="3762" y="560"/>
                </a:cubicBezTo>
                <a:lnTo>
                  <a:pt x="3762" y="606"/>
                </a:lnTo>
                <a:close/>
                <a:moveTo>
                  <a:pt x="3886" y="607"/>
                </a:moveTo>
                <a:cubicBezTo>
                  <a:pt x="3888" y="607"/>
                  <a:pt x="3888" y="607"/>
                  <a:pt x="3888" y="607"/>
                </a:cubicBezTo>
                <a:cubicBezTo>
                  <a:pt x="3888" y="440"/>
                  <a:pt x="3888" y="440"/>
                  <a:pt x="3888" y="440"/>
                </a:cubicBezTo>
                <a:cubicBezTo>
                  <a:pt x="3886" y="440"/>
                  <a:pt x="3886" y="440"/>
                  <a:pt x="3886" y="440"/>
                </a:cubicBezTo>
                <a:lnTo>
                  <a:pt x="3886" y="607"/>
                </a:lnTo>
                <a:close/>
                <a:moveTo>
                  <a:pt x="3860" y="607"/>
                </a:moveTo>
                <a:cubicBezTo>
                  <a:pt x="3862" y="607"/>
                  <a:pt x="3862" y="607"/>
                  <a:pt x="3862" y="607"/>
                </a:cubicBezTo>
                <a:cubicBezTo>
                  <a:pt x="3862" y="439"/>
                  <a:pt x="3862" y="439"/>
                  <a:pt x="3862" y="439"/>
                </a:cubicBezTo>
                <a:cubicBezTo>
                  <a:pt x="3860" y="439"/>
                  <a:pt x="3860" y="439"/>
                  <a:pt x="3860" y="439"/>
                </a:cubicBezTo>
                <a:lnTo>
                  <a:pt x="3860" y="607"/>
                </a:lnTo>
                <a:close/>
                <a:moveTo>
                  <a:pt x="3879" y="629"/>
                </a:moveTo>
                <a:cubicBezTo>
                  <a:pt x="4000" y="629"/>
                  <a:pt x="4000" y="629"/>
                  <a:pt x="4000" y="629"/>
                </a:cubicBezTo>
                <a:cubicBezTo>
                  <a:pt x="4000" y="627"/>
                  <a:pt x="4000" y="627"/>
                  <a:pt x="4000" y="627"/>
                </a:cubicBezTo>
                <a:cubicBezTo>
                  <a:pt x="3879" y="627"/>
                  <a:pt x="3879" y="627"/>
                  <a:pt x="3879" y="627"/>
                </a:cubicBezTo>
                <a:lnTo>
                  <a:pt x="3879" y="629"/>
                </a:lnTo>
                <a:close/>
                <a:moveTo>
                  <a:pt x="4000" y="564"/>
                </a:moveTo>
                <a:cubicBezTo>
                  <a:pt x="4016" y="564"/>
                  <a:pt x="4016" y="564"/>
                  <a:pt x="4016" y="564"/>
                </a:cubicBezTo>
                <a:cubicBezTo>
                  <a:pt x="4016" y="562"/>
                  <a:pt x="4016" y="562"/>
                  <a:pt x="4016" y="562"/>
                </a:cubicBezTo>
                <a:cubicBezTo>
                  <a:pt x="4000" y="562"/>
                  <a:pt x="4000" y="562"/>
                  <a:pt x="4000" y="562"/>
                </a:cubicBezTo>
                <a:lnTo>
                  <a:pt x="4000" y="564"/>
                </a:lnTo>
                <a:close/>
                <a:moveTo>
                  <a:pt x="3676" y="534"/>
                </a:moveTo>
                <a:cubicBezTo>
                  <a:pt x="3678" y="534"/>
                  <a:pt x="3678" y="534"/>
                  <a:pt x="3678" y="534"/>
                </a:cubicBezTo>
                <a:cubicBezTo>
                  <a:pt x="3678" y="451"/>
                  <a:pt x="3678" y="451"/>
                  <a:pt x="3678" y="451"/>
                </a:cubicBezTo>
                <a:cubicBezTo>
                  <a:pt x="3676" y="451"/>
                  <a:pt x="3676" y="451"/>
                  <a:pt x="3676" y="451"/>
                </a:cubicBezTo>
                <a:lnTo>
                  <a:pt x="3676" y="534"/>
                </a:lnTo>
                <a:close/>
                <a:moveTo>
                  <a:pt x="3676" y="453"/>
                </a:moveTo>
                <a:cubicBezTo>
                  <a:pt x="3676" y="537"/>
                  <a:pt x="3676" y="537"/>
                  <a:pt x="3676" y="537"/>
                </a:cubicBezTo>
                <a:cubicBezTo>
                  <a:pt x="3680" y="537"/>
                  <a:pt x="3680" y="537"/>
                  <a:pt x="3680" y="537"/>
                </a:cubicBezTo>
                <a:cubicBezTo>
                  <a:pt x="3680" y="586"/>
                  <a:pt x="3680" y="586"/>
                  <a:pt x="3680" y="586"/>
                </a:cubicBezTo>
                <a:cubicBezTo>
                  <a:pt x="3694" y="586"/>
                  <a:pt x="3694" y="586"/>
                  <a:pt x="3694" y="586"/>
                </a:cubicBezTo>
                <a:cubicBezTo>
                  <a:pt x="3694" y="584"/>
                  <a:pt x="3694" y="584"/>
                  <a:pt x="3694" y="584"/>
                </a:cubicBezTo>
                <a:cubicBezTo>
                  <a:pt x="3683" y="584"/>
                  <a:pt x="3683" y="584"/>
                  <a:pt x="3683" y="584"/>
                </a:cubicBezTo>
                <a:cubicBezTo>
                  <a:pt x="3683" y="535"/>
                  <a:pt x="3683" y="535"/>
                  <a:pt x="3683" y="535"/>
                </a:cubicBezTo>
                <a:cubicBezTo>
                  <a:pt x="3678" y="535"/>
                  <a:pt x="3678" y="535"/>
                  <a:pt x="3678" y="535"/>
                </a:cubicBezTo>
                <a:cubicBezTo>
                  <a:pt x="3678" y="453"/>
                  <a:pt x="3678" y="453"/>
                  <a:pt x="3678" y="453"/>
                </a:cubicBezTo>
                <a:cubicBezTo>
                  <a:pt x="3676" y="453"/>
                  <a:pt x="3676" y="453"/>
                  <a:pt x="3676" y="453"/>
                </a:cubicBezTo>
                <a:moveTo>
                  <a:pt x="3642" y="476"/>
                </a:moveTo>
                <a:cubicBezTo>
                  <a:pt x="3644" y="476"/>
                  <a:pt x="3644" y="476"/>
                  <a:pt x="3644" y="476"/>
                </a:cubicBezTo>
                <a:cubicBezTo>
                  <a:pt x="3644" y="433"/>
                  <a:pt x="3644" y="433"/>
                  <a:pt x="3644" y="433"/>
                </a:cubicBezTo>
                <a:cubicBezTo>
                  <a:pt x="3642" y="433"/>
                  <a:pt x="3642" y="433"/>
                  <a:pt x="3642" y="433"/>
                </a:cubicBezTo>
                <a:lnTo>
                  <a:pt x="3642" y="476"/>
                </a:lnTo>
                <a:close/>
                <a:moveTo>
                  <a:pt x="3652" y="476"/>
                </a:moveTo>
                <a:cubicBezTo>
                  <a:pt x="3655" y="476"/>
                  <a:pt x="3655" y="476"/>
                  <a:pt x="3655" y="476"/>
                </a:cubicBezTo>
                <a:cubicBezTo>
                  <a:pt x="3655" y="433"/>
                  <a:pt x="3655" y="433"/>
                  <a:pt x="3655" y="433"/>
                </a:cubicBezTo>
                <a:cubicBezTo>
                  <a:pt x="3652" y="433"/>
                  <a:pt x="3652" y="433"/>
                  <a:pt x="3652" y="433"/>
                </a:cubicBezTo>
                <a:lnTo>
                  <a:pt x="3652" y="476"/>
                </a:lnTo>
                <a:close/>
                <a:moveTo>
                  <a:pt x="3597" y="490"/>
                </a:moveTo>
                <a:cubicBezTo>
                  <a:pt x="3612" y="486"/>
                  <a:pt x="3612" y="486"/>
                  <a:pt x="3612" y="486"/>
                </a:cubicBezTo>
                <a:cubicBezTo>
                  <a:pt x="3661" y="486"/>
                  <a:pt x="3661" y="486"/>
                  <a:pt x="3661" y="486"/>
                </a:cubicBezTo>
                <a:cubicBezTo>
                  <a:pt x="3661" y="484"/>
                  <a:pt x="3661" y="484"/>
                  <a:pt x="3661" y="484"/>
                </a:cubicBezTo>
                <a:cubicBezTo>
                  <a:pt x="3611" y="484"/>
                  <a:pt x="3611" y="484"/>
                  <a:pt x="3611" y="484"/>
                </a:cubicBezTo>
                <a:cubicBezTo>
                  <a:pt x="3597" y="488"/>
                  <a:pt x="3597" y="488"/>
                  <a:pt x="3597" y="488"/>
                </a:cubicBezTo>
                <a:cubicBezTo>
                  <a:pt x="3597" y="490"/>
                  <a:pt x="3597" y="490"/>
                  <a:pt x="3597" y="490"/>
                </a:cubicBezTo>
                <a:moveTo>
                  <a:pt x="3670" y="626"/>
                </a:moveTo>
                <a:cubicBezTo>
                  <a:pt x="3672" y="626"/>
                  <a:pt x="3672" y="626"/>
                  <a:pt x="3672" y="626"/>
                </a:cubicBezTo>
                <a:cubicBezTo>
                  <a:pt x="3672" y="572"/>
                  <a:pt x="3672" y="572"/>
                  <a:pt x="3672" y="572"/>
                </a:cubicBezTo>
                <a:cubicBezTo>
                  <a:pt x="3670" y="572"/>
                  <a:pt x="3670" y="572"/>
                  <a:pt x="3670" y="572"/>
                </a:cubicBezTo>
                <a:lnTo>
                  <a:pt x="3670" y="626"/>
                </a:lnTo>
                <a:close/>
                <a:moveTo>
                  <a:pt x="3662" y="573"/>
                </a:moveTo>
                <a:cubicBezTo>
                  <a:pt x="3682" y="573"/>
                  <a:pt x="3682" y="573"/>
                  <a:pt x="3682" y="573"/>
                </a:cubicBezTo>
                <a:cubicBezTo>
                  <a:pt x="3682" y="571"/>
                  <a:pt x="3682" y="571"/>
                  <a:pt x="3682" y="571"/>
                </a:cubicBezTo>
                <a:cubicBezTo>
                  <a:pt x="3662" y="571"/>
                  <a:pt x="3662" y="571"/>
                  <a:pt x="3662" y="571"/>
                </a:cubicBezTo>
                <a:lnTo>
                  <a:pt x="3662" y="573"/>
                </a:lnTo>
                <a:close/>
                <a:moveTo>
                  <a:pt x="3560" y="7"/>
                </a:moveTo>
                <a:cubicBezTo>
                  <a:pt x="3561" y="9"/>
                  <a:pt x="3563" y="15"/>
                  <a:pt x="3564" y="19"/>
                </a:cubicBezTo>
                <a:cubicBezTo>
                  <a:pt x="3565" y="24"/>
                  <a:pt x="3565" y="28"/>
                  <a:pt x="3565" y="28"/>
                </a:cubicBezTo>
                <a:cubicBezTo>
                  <a:pt x="3568" y="28"/>
                  <a:pt x="3568" y="28"/>
                  <a:pt x="3568" y="28"/>
                </a:cubicBezTo>
                <a:cubicBezTo>
                  <a:pt x="3568" y="28"/>
                  <a:pt x="3567" y="23"/>
                  <a:pt x="3566" y="19"/>
                </a:cubicBezTo>
                <a:cubicBezTo>
                  <a:pt x="3565" y="14"/>
                  <a:pt x="3564" y="9"/>
                  <a:pt x="3561" y="6"/>
                </a:cubicBezTo>
                <a:cubicBezTo>
                  <a:pt x="3560" y="7"/>
                  <a:pt x="3560" y="7"/>
                  <a:pt x="3560" y="7"/>
                </a:cubicBezTo>
                <a:moveTo>
                  <a:pt x="3556" y="9"/>
                </a:moveTo>
                <a:cubicBezTo>
                  <a:pt x="3559" y="13"/>
                  <a:pt x="3559" y="22"/>
                  <a:pt x="3559" y="25"/>
                </a:cubicBezTo>
                <a:cubicBezTo>
                  <a:pt x="3559" y="26"/>
                  <a:pt x="3559" y="27"/>
                  <a:pt x="3559" y="27"/>
                </a:cubicBezTo>
                <a:cubicBezTo>
                  <a:pt x="3562" y="27"/>
                  <a:pt x="3562" y="27"/>
                  <a:pt x="3562" y="27"/>
                </a:cubicBezTo>
                <a:cubicBezTo>
                  <a:pt x="3562" y="27"/>
                  <a:pt x="3562" y="26"/>
                  <a:pt x="3562" y="25"/>
                </a:cubicBezTo>
                <a:cubicBezTo>
                  <a:pt x="3562" y="22"/>
                  <a:pt x="3561" y="13"/>
                  <a:pt x="3558" y="8"/>
                </a:cubicBezTo>
                <a:cubicBezTo>
                  <a:pt x="3556" y="9"/>
                  <a:pt x="3556" y="9"/>
                  <a:pt x="3556" y="9"/>
                </a:cubicBezTo>
                <a:moveTo>
                  <a:pt x="3551" y="8"/>
                </a:moveTo>
                <a:cubicBezTo>
                  <a:pt x="3553" y="10"/>
                  <a:pt x="3554" y="14"/>
                  <a:pt x="3554" y="17"/>
                </a:cubicBezTo>
                <a:cubicBezTo>
                  <a:pt x="3555" y="21"/>
                  <a:pt x="3555" y="24"/>
                  <a:pt x="3555" y="26"/>
                </a:cubicBezTo>
                <a:cubicBezTo>
                  <a:pt x="3555" y="27"/>
                  <a:pt x="3555" y="27"/>
                  <a:pt x="3555" y="27"/>
                </a:cubicBezTo>
                <a:cubicBezTo>
                  <a:pt x="3557" y="27"/>
                  <a:pt x="3557" y="27"/>
                  <a:pt x="3557" y="27"/>
                </a:cubicBezTo>
                <a:cubicBezTo>
                  <a:pt x="3557" y="26"/>
                  <a:pt x="3557" y="26"/>
                  <a:pt x="3557" y="26"/>
                </a:cubicBezTo>
                <a:cubicBezTo>
                  <a:pt x="3557" y="24"/>
                  <a:pt x="3557" y="21"/>
                  <a:pt x="3556" y="17"/>
                </a:cubicBezTo>
                <a:cubicBezTo>
                  <a:pt x="3556" y="13"/>
                  <a:pt x="3555" y="9"/>
                  <a:pt x="3553" y="7"/>
                </a:cubicBezTo>
                <a:cubicBezTo>
                  <a:pt x="3551" y="8"/>
                  <a:pt x="3551" y="8"/>
                  <a:pt x="3551" y="8"/>
                </a:cubicBezTo>
                <a:moveTo>
                  <a:pt x="3547" y="9"/>
                </a:moveTo>
                <a:cubicBezTo>
                  <a:pt x="3548" y="11"/>
                  <a:pt x="3548" y="15"/>
                  <a:pt x="3548" y="19"/>
                </a:cubicBezTo>
                <a:cubicBezTo>
                  <a:pt x="3549" y="22"/>
                  <a:pt x="3549" y="25"/>
                  <a:pt x="3549" y="25"/>
                </a:cubicBezTo>
                <a:cubicBezTo>
                  <a:pt x="3551" y="25"/>
                  <a:pt x="3551" y="25"/>
                  <a:pt x="3551" y="25"/>
                </a:cubicBezTo>
                <a:cubicBezTo>
                  <a:pt x="3551" y="25"/>
                  <a:pt x="3550" y="14"/>
                  <a:pt x="3549" y="8"/>
                </a:cubicBezTo>
                <a:cubicBezTo>
                  <a:pt x="3547" y="9"/>
                  <a:pt x="3547" y="9"/>
                  <a:pt x="3547" y="9"/>
                </a:cubicBezTo>
                <a:moveTo>
                  <a:pt x="3543" y="8"/>
                </a:moveTo>
                <a:cubicBezTo>
                  <a:pt x="3543" y="11"/>
                  <a:pt x="3544" y="15"/>
                  <a:pt x="3544" y="18"/>
                </a:cubicBezTo>
                <a:cubicBezTo>
                  <a:pt x="3544" y="22"/>
                  <a:pt x="3544" y="25"/>
                  <a:pt x="3544" y="25"/>
                </a:cubicBezTo>
                <a:cubicBezTo>
                  <a:pt x="3547" y="25"/>
                  <a:pt x="3547" y="25"/>
                  <a:pt x="3547" y="25"/>
                </a:cubicBezTo>
                <a:cubicBezTo>
                  <a:pt x="3547" y="25"/>
                  <a:pt x="3546" y="13"/>
                  <a:pt x="3545" y="8"/>
                </a:cubicBezTo>
                <a:cubicBezTo>
                  <a:pt x="3543" y="8"/>
                  <a:pt x="3543" y="8"/>
                  <a:pt x="3543" y="8"/>
                </a:cubicBezTo>
                <a:moveTo>
                  <a:pt x="3537" y="4"/>
                </a:moveTo>
                <a:cubicBezTo>
                  <a:pt x="3538" y="7"/>
                  <a:pt x="3539" y="13"/>
                  <a:pt x="3539" y="17"/>
                </a:cubicBezTo>
                <a:cubicBezTo>
                  <a:pt x="3540" y="21"/>
                  <a:pt x="3540" y="25"/>
                  <a:pt x="3540" y="25"/>
                </a:cubicBezTo>
                <a:cubicBezTo>
                  <a:pt x="3542" y="25"/>
                  <a:pt x="3542" y="25"/>
                  <a:pt x="3542" y="25"/>
                </a:cubicBezTo>
                <a:cubicBezTo>
                  <a:pt x="3542" y="25"/>
                  <a:pt x="3542" y="11"/>
                  <a:pt x="3539" y="3"/>
                </a:cubicBezTo>
                <a:cubicBezTo>
                  <a:pt x="3537" y="4"/>
                  <a:pt x="3537" y="4"/>
                  <a:pt x="3537" y="4"/>
                </a:cubicBezTo>
                <a:moveTo>
                  <a:pt x="3503" y="68"/>
                </a:moveTo>
                <a:cubicBezTo>
                  <a:pt x="3515" y="60"/>
                  <a:pt x="3515" y="60"/>
                  <a:pt x="3515" y="60"/>
                </a:cubicBezTo>
                <a:cubicBezTo>
                  <a:pt x="3514" y="58"/>
                  <a:pt x="3514" y="58"/>
                  <a:pt x="3514" y="58"/>
                </a:cubicBezTo>
                <a:cubicBezTo>
                  <a:pt x="3502" y="66"/>
                  <a:pt x="3502" y="66"/>
                  <a:pt x="3502" y="66"/>
                </a:cubicBezTo>
                <a:moveTo>
                  <a:pt x="3512" y="35"/>
                </a:moveTo>
                <a:cubicBezTo>
                  <a:pt x="3524" y="30"/>
                  <a:pt x="3524" y="30"/>
                  <a:pt x="3524" y="30"/>
                </a:cubicBezTo>
                <a:cubicBezTo>
                  <a:pt x="3523" y="28"/>
                  <a:pt x="3523" y="28"/>
                  <a:pt x="3523" y="28"/>
                </a:cubicBezTo>
                <a:cubicBezTo>
                  <a:pt x="3511" y="33"/>
                  <a:pt x="3511" y="33"/>
                  <a:pt x="3511" y="33"/>
                </a:cubicBezTo>
                <a:moveTo>
                  <a:pt x="3519" y="670"/>
                </a:moveTo>
                <a:cubicBezTo>
                  <a:pt x="3519" y="178"/>
                  <a:pt x="3519" y="178"/>
                  <a:pt x="3519" y="178"/>
                </a:cubicBezTo>
                <a:cubicBezTo>
                  <a:pt x="3518" y="178"/>
                  <a:pt x="3518" y="178"/>
                  <a:pt x="3518" y="178"/>
                </a:cubicBezTo>
                <a:cubicBezTo>
                  <a:pt x="3519" y="178"/>
                  <a:pt x="3519" y="178"/>
                  <a:pt x="3519" y="178"/>
                </a:cubicBezTo>
                <a:cubicBezTo>
                  <a:pt x="3521" y="108"/>
                  <a:pt x="3521" y="108"/>
                  <a:pt x="3521" y="108"/>
                </a:cubicBezTo>
                <a:cubicBezTo>
                  <a:pt x="3520" y="108"/>
                  <a:pt x="3520" y="108"/>
                  <a:pt x="3520" y="108"/>
                </a:cubicBezTo>
                <a:cubicBezTo>
                  <a:pt x="3521" y="108"/>
                  <a:pt x="3521" y="108"/>
                  <a:pt x="3521" y="108"/>
                </a:cubicBezTo>
                <a:cubicBezTo>
                  <a:pt x="3522" y="74"/>
                  <a:pt x="3522" y="74"/>
                  <a:pt x="3522" y="74"/>
                </a:cubicBezTo>
                <a:cubicBezTo>
                  <a:pt x="3524" y="72"/>
                  <a:pt x="3524" y="72"/>
                  <a:pt x="3524" y="72"/>
                </a:cubicBezTo>
                <a:cubicBezTo>
                  <a:pt x="3525" y="72"/>
                  <a:pt x="3525" y="72"/>
                  <a:pt x="3525" y="72"/>
                </a:cubicBezTo>
                <a:cubicBezTo>
                  <a:pt x="3528" y="46"/>
                  <a:pt x="3528" y="46"/>
                  <a:pt x="3528" y="46"/>
                </a:cubicBezTo>
                <a:cubicBezTo>
                  <a:pt x="3532" y="44"/>
                  <a:pt x="3532" y="44"/>
                  <a:pt x="3532" y="44"/>
                </a:cubicBezTo>
                <a:cubicBezTo>
                  <a:pt x="3538" y="45"/>
                  <a:pt x="3538" y="45"/>
                  <a:pt x="3538" y="45"/>
                </a:cubicBezTo>
                <a:cubicBezTo>
                  <a:pt x="3539" y="43"/>
                  <a:pt x="3539" y="43"/>
                  <a:pt x="3539" y="43"/>
                </a:cubicBezTo>
                <a:cubicBezTo>
                  <a:pt x="3532" y="42"/>
                  <a:pt x="3532" y="42"/>
                  <a:pt x="3532" y="42"/>
                </a:cubicBezTo>
                <a:cubicBezTo>
                  <a:pt x="3532" y="42"/>
                  <a:pt x="3532" y="42"/>
                  <a:pt x="3532" y="42"/>
                </a:cubicBezTo>
                <a:cubicBezTo>
                  <a:pt x="3527" y="44"/>
                  <a:pt x="3527" y="44"/>
                  <a:pt x="3527" y="44"/>
                </a:cubicBezTo>
                <a:cubicBezTo>
                  <a:pt x="3526" y="44"/>
                  <a:pt x="3526" y="44"/>
                  <a:pt x="3526" y="44"/>
                </a:cubicBezTo>
                <a:cubicBezTo>
                  <a:pt x="3523" y="71"/>
                  <a:pt x="3523" y="71"/>
                  <a:pt x="3523" y="71"/>
                </a:cubicBezTo>
                <a:cubicBezTo>
                  <a:pt x="3521" y="73"/>
                  <a:pt x="3521" y="73"/>
                  <a:pt x="3521" y="73"/>
                </a:cubicBezTo>
                <a:cubicBezTo>
                  <a:pt x="3520" y="73"/>
                  <a:pt x="3520" y="73"/>
                  <a:pt x="3520" y="73"/>
                </a:cubicBezTo>
                <a:cubicBezTo>
                  <a:pt x="3518" y="108"/>
                  <a:pt x="3518" y="108"/>
                  <a:pt x="3518" y="108"/>
                </a:cubicBezTo>
                <a:cubicBezTo>
                  <a:pt x="3516" y="178"/>
                  <a:pt x="3516" y="178"/>
                  <a:pt x="3516" y="178"/>
                </a:cubicBezTo>
                <a:cubicBezTo>
                  <a:pt x="3516" y="670"/>
                  <a:pt x="3516" y="670"/>
                  <a:pt x="3516" y="670"/>
                </a:cubicBezTo>
                <a:cubicBezTo>
                  <a:pt x="3519" y="670"/>
                  <a:pt x="3519" y="670"/>
                  <a:pt x="3519" y="670"/>
                </a:cubicBezTo>
                <a:moveTo>
                  <a:pt x="3545" y="100"/>
                </a:moveTo>
                <a:cubicBezTo>
                  <a:pt x="3545" y="59"/>
                  <a:pt x="3545" y="59"/>
                  <a:pt x="3545" y="59"/>
                </a:cubicBezTo>
                <a:cubicBezTo>
                  <a:pt x="3580" y="62"/>
                  <a:pt x="3580" y="62"/>
                  <a:pt x="3580" y="62"/>
                </a:cubicBezTo>
                <a:cubicBezTo>
                  <a:pt x="3589" y="66"/>
                  <a:pt x="3589" y="66"/>
                  <a:pt x="3589" y="66"/>
                </a:cubicBezTo>
                <a:cubicBezTo>
                  <a:pt x="3590" y="64"/>
                  <a:pt x="3590" y="64"/>
                  <a:pt x="3590" y="64"/>
                </a:cubicBezTo>
                <a:cubicBezTo>
                  <a:pt x="3581" y="60"/>
                  <a:pt x="3581" y="60"/>
                  <a:pt x="3581" y="60"/>
                </a:cubicBezTo>
                <a:cubicBezTo>
                  <a:pt x="3542" y="56"/>
                  <a:pt x="3542" y="56"/>
                  <a:pt x="3542" y="56"/>
                </a:cubicBezTo>
                <a:cubicBezTo>
                  <a:pt x="3542" y="100"/>
                  <a:pt x="3542" y="100"/>
                  <a:pt x="3542" y="100"/>
                </a:cubicBezTo>
                <a:cubicBezTo>
                  <a:pt x="3545" y="100"/>
                  <a:pt x="3545" y="100"/>
                  <a:pt x="3545" y="100"/>
                </a:cubicBezTo>
                <a:moveTo>
                  <a:pt x="3537" y="37"/>
                </a:moveTo>
                <a:cubicBezTo>
                  <a:pt x="3577" y="41"/>
                  <a:pt x="3577" y="41"/>
                  <a:pt x="3577" y="41"/>
                </a:cubicBezTo>
                <a:cubicBezTo>
                  <a:pt x="3578" y="39"/>
                  <a:pt x="3578" y="39"/>
                  <a:pt x="3578" y="39"/>
                </a:cubicBezTo>
                <a:cubicBezTo>
                  <a:pt x="3537" y="35"/>
                  <a:pt x="3537" y="35"/>
                  <a:pt x="3537" y="35"/>
                </a:cubicBezTo>
                <a:moveTo>
                  <a:pt x="3507" y="51"/>
                </a:moveTo>
                <a:cubicBezTo>
                  <a:pt x="3522" y="40"/>
                  <a:pt x="3522" y="40"/>
                  <a:pt x="3522" y="40"/>
                </a:cubicBezTo>
                <a:cubicBezTo>
                  <a:pt x="3532" y="40"/>
                  <a:pt x="3532" y="40"/>
                  <a:pt x="3532" y="40"/>
                </a:cubicBezTo>
                <a:cubicBezTo>
                  <a:pt x="3532" y="40"/>
                  <a:pt x="3532" y="40"/>
                  <a:pt x="3532" y="40"/>
                </a:cubicBezTo>
                <a:cubicBezTo>
                  <a:pt x="3537" y="36"/>
                  <a:pt x="3537" y="36"/>
                  <a:pt x="3537" y="36"/>
                </a:cubicBezTo>
                <a:cubicBezTo>
                  <a:pt x="3536" y="35"/>
                  <a:pt x="3536" y="35"/>
                  <a:pt x="3536" y="35"/>
                </a:cubicBezTo>
                <a:cubicBezTo>
                  <a:pt x="3532" y="38"/>
                  <a:pt x="3532" y="38"/>
                  <a:pt x="3532" y="38"/>
                </a:cubicBezTo>
                <a:cubicBezTo>
                  <a:pt x="3522" y="38"/>
                  <a:pt x="3522" y="38"/>
                  <a:pt x="3522" y="38"/>
                </a:cubicBezTo>
                <a:cubicBezTo>
                  <a:pt x="3521" y="38"/>
                  <a:pt x="3521" y="38"/>
                  <a:pt x="3521" y="38"/>
                </a:cubicBezTo>
                <a:cubicBezTo>
                  <a:pt x="3506" y="50"/>
                  <a:pt x="3506" y="50"/>
                  <a:pt x="3506" y="50"/>
                </a:cubicBezTo>
                <a:cubicBezTo>
                  <a:pt x="3507" y="51"/>
                  <a:pt x="3507" y="51"/>
                  <a:pt x="3507" y="51"/>
                </a:cubicBezTo>
                <a:moveTo>
                  <a:pt x="3577" y="37"/>
                </a:moveTo>
                <a:cubicBezTo>
                  <a:pt x="3583" y="38"/>
                  <a:pt x="3583" y="38"/>
                  <a:pt x="3583" y="38"/>
                </a:cubicBezTo>
                <a:cubicBezTo>
                  <a:pt x="3584" y="36"/>
                  <a:pt x="3584" y="36"/>
                  <a:pt x="3584" y="36"/>
                </a:cubicBezTo>
                <a:cubicBezTo>
                  <a:pt x="3577" y="34"/>
                  <a:pt x="3577" y="34"/>
                  <a:pt x="3577" y="34"/>
                </a:cubicBezTo>
                <a:moveTo>
                  <a:pt x="3524" y="31"/>
                </a:moveTo>
                <a:cubicBezTo>
                  <a:pt x="3536" y="32"/>
                  <a:pt x="3536" y="32"/>
                  <a:pt x="3536" y="32"/>
                </a:cubicBezTo>
                <a:cubicBezTo>
                  <a:pt x="3536" y="29"/>
                  <a:pt x="3536" y="29"/>
                  <a:pt x="3536" y="29"/>
                </a:cubicBezTo>
                <a:cubicBezTo>
                  <a:pt x="3524" y="29"/>
                  <a:pt x="3524" y="29"/>
                  <a:pt x="3524" y="29"/>
                </a:cubicBezTo>
                <a:moveTo>
                  <a:pt x="3571" y="50"/>
                </a:moveTo>
                <a:cubicBezTo>
                  <a:pt x="3574" y="50"/>
                  <a:pt x="3574" y="50"/>
                  <a:pt x="3574" y="50"/>
                </a:cubicBezTo>
                <a:cubicBezTo>
                  <a:pt x="3574" y="41"/>
                  <a:pt x="3574" y="41"/>
                  <a:pt x="3574" y="41"/>
                </a:cubicBezTo>
                <a:cubicBezTo>
                  <a:pt x="3571" y="41"/>
                  <a:pt x="3571" y="41"/>
                  <a:pt x="3571" y="41"/>
                </a:cubicBezTo>
                <a:lnTo>
                  <a:pt x="3571" y="50"/>
                </a:lnTo>
                <a:close/>
                <a:moveTo>
                  <a:pt x="3566" y="59"/>
                </a:moveTo>
                <a:cubicBezTo>
                  <a:pt x="3568" y="59"/>
                  <a:pt x="3568" y="59"/>
                  <a:pt x="3568" y="59"/>
                </a:cubicBezTo>
                <a:cubicBezTo>
                  <a:pt x="3568" y="40"/>
                  <a:pt x="3568" y="40"/>
                  <a:pt x="3568" y="40"/>
                </a:cubicBezTo>
                <a:cubicBezTo>
                  <a:pt x="3566" y="40"/>
                  <a:pt x="3566" y="40"/>
                  <a:pt x="3566" y="40"/>
                </a:cubicBezTo>
                <a:lnTo>
                  <a:pt x="3566" y="59"/>
                </a:lnTo>
                <a:close/>
                <a:moveTo>
                  <a:pt x="3545" y="49"/>
                </a:moveTo>
                <a:cubicBezTo>
                  <a:pt x="3548" y="49"/>
                  <a:pt x="3548" y="49"/>
                  <a:pt x="3548" y="49"/>
                </a:cubicBezTo>
                <a:cubicBezTo>
                  <a:pt x="3548" y="30"/>
                  <a:pt x="3548" y="30"/>
                  <a:pt x="3548" y="30"/>
                </a:cubicBezTo>
                <a:cubicBezTo>
                  <a:pt x="3545" y="30"/>
                  <a:pt x="3545" y="30"/>
                  <a:pt x="3545" y="30"/>
                </a:cubicBezTo>
                <a:lnTo>
                  <a:pt x="3545" y="49"/>
                </a:lnTo>
                <a:close/>
                <a:moveTo>
                  <a:pt x="3496" y="282"/>
                </a:moveTo>
                <a:cubicBezTo>
                  <a:pt x="3509" y="276"/>
                  <a:pt x="3509" y="276"/>
                  <a:pt x="3509" y="276"/>
                </a:cubicBezTo>
                <a:cubicBezTo>
                  <a:pt x="3514" y="274"/>
                  <a:pt x="3514" y="274"/>
                  <a:pt x="3514" y="274"/>
                </a:cubicBezTo>
                <a:cubicBezTo>
                  <a:pt x="3519" y="273"/>
                  <a:pt x="3519" y="273"/>
                  <a:pt x="3519" y="273"/>
                </a:cubicBezTo>
                <a:cubicBezTo>
                  <a:pt x="3519" y="273"/>
                  <a:pt x="3519" y="273"/>
                  <a:pt x="3519" y="273"/>
                </a:cubicBezTo>
                <a:cubicBezTo>
                  <a:pt x="3522" y="272"/>
                  <a:pt x="3522" y="272"/>
                  <a:pt x="3522" y="272"/>
                </a:cubicBezTo>
                <a:cubicBezTo>
                  <a:pt x="3536" y="273"/>
                  <a:pt x="3536" y="273"/>
                  <a:pt x="3536" y="273"/>
                </a:cubicBezTo>
                <a:cubicBezTo>
                  <a:pt x="3536" y="272"/>
                  <a:pt x="3536" y="272"/>
                  <a:pt x="3536" y="272"/>
                </a:cubicBezTo>
                <a:cubicBezTo>
                  <a:pt x="3536" y="273"/>
                  <a:pt x="3536" y="273"/>
                  <a:pt x="3536" y="273"/>
                </a:cubicBezTo>
                <a:cubicBezTo>
                  <a:pt x="3539" y="273"/>
                  <a:pt x="3539" y="273"/>
                  <a:pt x="3539" y="273"/>
                </a:cubicBezTo>
                <a:cubicBezTo>
                  <a:pt x="3540" y="273"/>
                  <a:pt x="3540" y="273"/>
                  <a:pt x="3540" y="273"/>
                </a:cubicBezTo>
                <a:cubicBezTo>
                  <a:pt x="3542" y="272"/>
                  <a:pt x="3542" y="272"/>
                  <a:pt x="3542" y="272"/>
                </a:cubicBezTo>
                <a:cubicBezTo>
                  <a:pt x="3580" y="274"/>
                  <a:pt x="3580" y="274"/>
                  <a:pt x="3580" y="274"/>
                </a:cubicBezTo>
                <a:cubicBezTo>
                  <a:pt x="3597" y="276"/>
                  <a:pt x="3597" y="276"/>
                  <a:pt x="3597" y="276"/>
                </a:cubicBezTo>
                <a:cubicBezTo>
                  <a:pt x="3597" y="274"/>
                  <a:pt x="3597" y="274"/>
                  <a:pt x="3597" y="274"/>
                </a:cubicBezTo>
                <a:cubicBezTo>
                  <a:pt x="3581" y="272"/>
                  <a:pt x="3581" y="272"/>
                  <a:pt x="3581" y="272"/>
                </a:cubicBezTo>
                <a:cubicBezTo>
                  <a:pt x="3542" y="270"/>
                  <a:pt x="3542" y="270"/>
                  <a:pt x="3542" y="270"/>
                </a:cubicBezTo>
                <a:cubicBezTo>
                  <a:pt x="3539" y="271"/>
                  <a:pt x="3539" y="271"/>
                  <a:pt x="3539" y="271"/>
                </a:cubicBezTo>
                <a:cubicBezTo>
                  <a:pt x="3536" y="270"/>
                  <a:pt x="3536" y="270"/>
                  <a:pt x="3536" y="270"/>
                </a:cubicBezTo>
                <a:cubicBezTo>
                  <a:pt x="3536" y="270"/>
                  <a:pt x="3536" y="270"/>
                  <a:pt x="3536" y="270"/>
                </a:cubicBezTo>
                <a:cubicBezTo>
                  <a:pt x="3522" y="270"/>
                  <a:pt x="3522" y="270"/>
                  <a:pt x="3522" y="270"/>
                </a:cubicBezTo>
                <a:cubicBezTo>
                  <a:pt x="3518" y="271"/>
                  <a:pt x="3518" y="271"/>
                  <a:pt x="3518" y="271"/>
                </a:cubicBezTo>
                <a:cubicBezTo>
                  <a:pt x="3514" y="272"/>
                  <a:pt x="3514" y="272"/>
                  <a:pt x="3514" y="272"/>
                </a:cubicBezTo>
                <a:cubicBezTo>
                  <a:pt x="3514" y="272"/>
                  <a:pt x="3514" y="272"/>
                  <a:pt x="3514" y="272"/>
                </a:cubicBezTo>
                <a:cubicBezTo>
                  <a:pt x="3508" y="274"/>
                  <a:pt x="3508" y="274"/>
                  <a:pt x="3508" y="274"/>
                </a:cubicBezTo>
                <a:cubicBezTo>
                  <a:pt x="3509" y="275"/>
                  <a:pt x="3509" y="275"/>
                  <a:pt x="3509" y="275"/>
                </a:cubicBezTo>
                <a:cubicBezTo>
                  <a:pt x="3508" y="274"/>
                  <a:pt x="3508" y="274"/>
                  <a:pt x="3508" y="274"/>
                </a:cubicBezTo>
                <a:cubicBezTo>
                  <a:pt x="3495" y="280"/>
                  <a:pt x="3495" y="280"/>
                  <a:pt x="3495" y="280"/>
                </a:cubicBezTo>
                <a:cubicBezTo>
                  <a:pt x="3496" y="282"/>
                  <a:pt x="3496" y="282"/>
                  <a:pt x="3496" y="282"/>
                </a:cubicBezTo>
                <a:moveTo>
                  <a:pt x="3496" y="622"/>
                </a:moveTo>
                <a:cubicBezTo>
                  <a:pt x="3510" y="622"/>
                  <a:pt x="3510" y="622"/>
                  <a:pt x="3510" y="622"/>
                </a:cubicBezTo>
                <a:cubicBezTo>
                  <a:pt x="3518" y="620"/>
                  <a:pt x="3518" y="620"/>
                  <a:pt x="3518" y="620"/>
                </a:cubicBezTo>
                <a:cubicBezTo>
                  <a:pt x="3581" y="620"/>
                  <a:pt x="3581" y="620"/>
                  <a:pt x="3581" y="620"/>
                </a:cubicBezTo>
                <a:cubicBezTo>
                  <a:pt x="3581" y="617"/>
                  <a:pt x="3581" y="617"/>
                  <a:pt x="3581" y="617"/>
                </a:cubicBezTo>
                <a:cubicBezTo>
                  <a:pt x="3518" y="617"/>
                  <a:pt x="3518" y="617"/>
                  <a:pt x="3518" y="617"/>
                </a:cubicBezTo>
                <a:cubicBezTo>
                  <a:pt x="3509" y="619"/>
                  <a:pt x="3509" y="619"/>
                  <a:pt x="3509" y="619"/>
                </a:cubicBezTo>
                <a:cubicBezTo>
                  <a:pt x="3496" y="619"/>
                  <a:pt x="3496" y="619"/>
                  <a:pt x="3496" y="619"/>
                </a:cubicBezTo>
                <a:cubicBezTo>
                  <a:pt x="3496" y="622"/>
                  <a:pt x="3496" y="622"/>
                  <a:pt x="3496" y="622"/>
                </a:cubicBezTo>
                <a:moveTo>
                  <a:pt x="3545" y="629"/>
                </a:moveTo>
                <a:cubicBezTo>
                  <a:pt x="3580" y="629"/>
                  <a:pt x="3580" y="629"/>
                  <a:pt x="3580" y="629"/>
                </a:cubicBezTo>
                <a:cubicBezTo>
                  <a:pt x="3580" y="626"/>
                  <a:pt x="3580" y="626"/>
                  <a:pt x="3580" y="626"/>
                </a:cubicBezTo>
                <a:cubicBezTo>
                  <a:pt x="3545" y="626"/>
                  <a:pt x="3545" y="626"/>
                  <a:pt x="3545" y="626"/>
                </a:cubicBezTo>
                <a:lnTo>
                  <a:pt x="3545" y="629"/>
                </a:lnTo>
                <a:close/>
                <a:moveTo>
                  <a:pt x="3544" y="619"/>
                </a:moveTo>
                <a:cubicBezTo>
                  <a:pt x="3544" y="646"/>
                  <a:pt x="3544" y="646"/>
                  <a:pt x="3544" y="646"/>
                </a:cubicBezTo>
                <a:cubicBezTo>
                  <a:pt x="3596" y="646"/>
                  <a:pt x="3596" y="646"/>
                  <a:pt x="3596" y="646"/>
                </a:cubicBezTo>
                <a:cubicBezTo>
                  <a:pt x="3596" y="643"/>
                  <a:pt x="3596" y="643"/>
                  <a:pt x="3596" y="643"/>
                </a:cubicBezTo>
                <a:cubicBezTo>
                  <a:pt x="3546" y="643"/>
                  <a:pt x="3546" y="643"/>
                  <a:pt x="3546" y="643"/>
                </a:cubicBezTo>
                <a:cubicBezTo>
                  <a:pt x="3546" y="619"/>
                  <a:pt x="3546" y="619"/>
                  <a:pt x="3546" y="619"/>
                </a:cubicBezTo>
                <a:cubicBezTo>
                  <a:pt x="3544" y="619"/>
                  <a:pt x="3544" y="619"/>
                  <a:pt x="3544" y="619"/>
                </a:cubicBezTo>
                <a:moveTo>
                  <a:pt x="3545" y="637"/>
                </a:moveTo>
                <a:cubicBezTo>
                  <a:pt x="3581" y="637"/>
                  <a:pt x="3581" y="637"/>
                  <a:pt x="3581" y="637"/>
                </a:cubicBezTo>
                <a:cubicBezTo>
                  <a:pt x="3581" y="634"/>
                  <a:pt x="3581" y="634"/>
                  <a:pt x="3581" y="634"/>
                </a:cubicBezTo>
                <a:cubicBezTo>
                  <a:pt x="3545" y="634"/>
                  <a:pt x="3545" y="634"/>
                  <a:pt x="3545" y="634"/>
                </a:cubicBezTo>
                <a:lnTo>
                  <a:pt x="3545" y="637"/>
                </a:lnTo>
                <a:close/>
                <a:moveTo>
                  <a:pt x="3554" y="661"/>
                </a:moveTo>
                <a:cubicBezTo>
                  <a:pt x="3680" y="661"/>
                  <a:pt x="3680" y="661"/>
                  <a:pt x="3680" y="661"/>
                </a:cubicBezTo>
                <a:cubicBezTo>
                  <a:pt x="3680" y="659"/>
                  <a:pt x="3680" y="659"/>
                  <a:pt x="3680" y="659"/>
                </a:cubicBezTo>
                <a:cubicBezTo>
                  <a:pt x="3554" y="659"/>
                  <a:pt x="3554" y="659"/>
                  <a:pt x="3554" y="659"/>
                </a:cubicBezTo>
                <a:lnTo>
                  <a:pt x="3554" y="661"/>
                </a:lnTo>
                <a:close/>
                <a:moveTo>
                  <a:pt x="3480" y="637"/>
                </a:moveTo>
                <a:cubicBezTo>
                  <a:pt x="3496" y="637"/>
                  <a:pt x="3496" y="637"/>
                  <a:pt x="3496" y="637"/>
                </a:cubicBezTo>
                <a:cubicBezTo>
                  <a:pt x="3496" y="634"/>
                  <a:pt x="3496" y="634"/>
                  <a:pt x="3496" y="634"/>
                </a:cubicBezTo>
                <a:cubicBezTo>
                  <a:pt x="3480" y="634"/>
                  <a:pt x="3480" y="634"/>
                  <a:pt x="3480" y="634"/>
                </a:cubicBezTo>
                <a:lnTo>
                  <a:pt x="3480" y="637"/>
                </a:lnTo>
                <a:close/>
                <a:moveTo>
                  <a:pt x="3480" y="647"/>
                </a:moveTo>
                <a:cubicBezTo>
                  <a:pt x="3496" y="647"/>
                  <a:pt x="3496" y="647"/>
                  <a:pt x="3496" y="647"/>
                </a:cubicBezTo>
                <a:cubicBezTo>
                  <a:pt x="3496" y="644"/>
                  <a:pt x="3496" y="644"/>
                  <a:pt x="3496" y="644"/>
                </a:cubicBezTo>
                <a:cubicBezTo>
                  <a:pt x="3480" y="644"/>
                  <a:pt x="3480" y="644"/>
                  <a:pt x="3480" y="644"/>
                </a:cubicBezTo>
                <a:lnTo>
                  <a:pt x="3480" y="647"/>
                </a:lnTo>
                <a:close/>
                <a:moveTo>
                  <a:pt x="3480" y="657"/>
                </a:moveTo>
                <a:cubicBezTo>
                  <a:pt x="3496" y="657"/>
                  <a:pt x="3496" y="657"/>
                  <a:pt x="3496" y="657"/>
                </a:cubicBezTo>
                <a:cubicBezTo>
                  <a:pt x="3496" y="654"/>
                  <a:pt x="3496" y="654"/>
                  <a:pt x="3496" y="654"/>
                </a:cubicBezTo>
                <a:cubicBezTo>
                  <a:pt x="3480" y="654"/>
                  <a:pt x="3480" y="654"/>
                  <a:pt x="3480" y="654"/>
                </a:cubicBezTo>
                <a:lnTo>
                  <a:pt x="3480" y="657"/>
                </a:lnTo>
                <a:close/>
                <a:moveTo>
                  <a:pt x="3420" y="666"/>
                </a:moveTo>
                <a:cubicBezTo>
                  <a:pt x="3447" y="666"/>
                  <a:pt x="3447" y="666"/>
                  <a:pt x="3447" y="666"/>
                </a:cubicBezTo>
                <a:cubicBezTo>
                  <a:pt x="3447" y="664"/>
                  <a:pt x="3447" y="664"/>
                  <a:pt x="3447" y="664"/>
                </a:cubicBezTo>
                <a:cubicBezTo>
                  <a:pt x="3420" y="664"/>
                  <a:pt x="3420" y="664"/>
                  <a:pt x="3420" y="664"/>
                </a:cubicBezTo>
                <a:lnTo>
                  <a:pt x="3420" y="666"/>
                </a:lnTo>
                <a:close/>
                <a:moveTo>
                  <a:pt x="3363" y="425"/>
                </a:moveTo>
                <a:cubicBezTo>
                  <a:pt x="3371" y="420"/>
                  <a:pt x="3371" y="420"/>
                  <a:pt x="3371" y="420"/>
                </a:cubicBezTo>
                <a:cubicBezTo>
                  <a:pt x="3394" y="420"/>
                  <a:pt x="3394" y="420"/>
                  <a:pt x="3394" y="420"/>
                </a:cubicBezTo>
                <a:cubicBezTo>
                  <a:pt x="3394" y="418"/>
                  <a:pt x="3394" y="418"/>
                  <a:pt x="3394" y="418"/>
                </a:cubicBezTo>
                <a:cubicBezTo>
                  <a:pt x="3370" y="418"/>
                  <a:pt x="3370" y="418"/>
                  <a:pt x="3370" y="418"/>
                </a:cubicBezTo>
                <a:cubicBezTo>
                  <a:pt x="3361" y="423"/>
                  <a:pt x="3361" y="423"/>
                  <a:pt x="3361" y="423"/>
                </a:cubicBezTo>
                <a:cubicBezTo>
                  <a:pt x="3363" y="425"/>
                  <a:pt x="3363" y="425"/>
                  <a:pt x="3363" y="425"/>
                </a:cubicBezTo>
                <a:moveTo>
                  <a:pt x="3434" y="629"/>
                </a:moveTo>
                <a:cubicBezTo>
                  <a:pt x="3436" y="629"/>
                  <a:pt x="3436" y="629"/>
                  <a:pt x="3436" y="629"/>
                </a:cubicBezTo>
                <a:cubicBezTo>
                  <a:pt x="3436" y="412"/>
                  <a:pt x="3436" y="412"/>
                  <a:pt x="3436" y="412"/>
                </a:cubicBezTo>
                <a:cubicBezTo>
                  <a:pt x="3434" y="412"/>
                  <a:pt x="3434" y="412"/>
                  <a:pt x="3434" y="412"/>
                </a:cubicBezTo>
                <a:lnTo>
                  <a:pt x="3434" y="629"/>
                </a:lnTo>
                <a:close/>
                <a:moveTo>
                  <a:pt x="3427" y="665"/>
                </a:moveTo>
                <a:cubicBezTo>
                  <a:pt x="3427" y="640"/>
                  <a:pt x="3427" y="640"/>
                  <a:pt x="3427" y="640"/>
                </a:cubicBezTo>
                <a:cubicBezTo>
                  <a:pt x="3447" y="640"/>
                  <a:pt x="3447" y="640"/>
                  <a:pt x="3447" y="640"/>
                </a:cubicBezTo>
                <a:cubicBezTo>
                  <a:pt x="3447" y="638"/>
                  <a:pt x="3447" y="638"/>
                  <a:pt x="3447" y="638"/>
                </a:cubicBezTo>
                <a:cubicBezTo>
                  <a:pt x="3425" y="638"/>
                  <a:pt x="3425" y="638"/>
                  <a:pt x="3425" y="638"/>
                </a:cubicBezTo>
                <a:cubicBezTo>
                  <a:pt x="3425" y="665"/>
                  <a:pt x="3425" y="665"/>
                  <a:pt x="3425" y="665"/>
                </a:cubicBezTo>
                <a:cubicBezTo>
                  <a:pt x="3427" y="665"/>
                  <a:pt x="3427" y="665"/>
                  <a:pt x="3427" y="665"/>
                </a:cubicBezTo>
                <a:moveTo>
                  <a:pt x="3271" y="620"/>
                </a:moveTo>
                <a:cubicBezTo>
                  <a:pt x="3273" y="620"/>
                  <a:pt x="3273" y="620"/>
                  <a:pt x="3273" y="620"/>
                </a:cubicBezTo>
                <a:cubicBezTo>
                  <a:pt x="3273" y="431"/>
                  <a:pt x="3273" y="431"/>
                  <a:pt x="3273" y="431"/>
                </a:cubicBezTo>
                <a:cubicBezTo>
                  <a:pt x="3271" y="431"/>
                  <a:pt x="3271" y="431"/>
                  <a:pt x="3271" y="431"/>
                </a:cubicBezTo>
                <a:lnTo>
                  <a:pt x="3271" y="620"/>
                </a:lnTo>
                <a:close/>
                <a:moveTo>
                  <a:pt x="3276" y="620"/>
                </a:moveTo>
                <a:cubicBezTo>
                  <a:pt x="3279" y="620"/>
                  <a:pt x="3279" y="620"/>
                  <a:pt x="3279" y="620"/>
                </a:cubicBezTo>
                <a:cubicBezTo>
                  <a:pt x="3279" y="431"/>
                  <a:pt x="3279" y="431"/>
                  <a:pt x="3279" y="431"/>
                </a:cubicBezTo>
                <a:cubicBezTo>
                  <a:pt x="3276" y="431"/>
                  <a:pt x="3276" y="431"/>
                  <a:pt x="3276" y="431"/>
                </a:cubicBezTo>
                <a:lnTo>
                  <a:pt x="3276" y="620"/>
                </a:lnTo>
                <a:close/>
                <a:moveTo>
                  <a:pt x="3282" y="620"/>
                </a:moveTo>
                <a:cubicBezTo>
                  <a:pt x="3284" y="620"/>
                  <a:pt x="3284" y="620"/>
                  <a:pt x="3284" y="620"/>
                </a:cubicBezTo>
                <a:cubicBezTo>
                  <a:pt x="3284" y="431"/>
                  <a:pt x="3284" y="431"/>
                  <a:pt x="3284" y="431"/>
                </a:cubicBezTo>
                <a:cubicBezTo>
                  <a:pt x="3282" y="431"/>
                  <a:pt x="3282" y="431"/>
                  <a:pt x="3282" y="431"/>
                </a:cubicBezTo>
                <a:lnTo>
                  <a:pt x="3282" y="620"/>
                </a:lnTo>
                <a:close/>
                <a:moveTo>
                  <a:pt x="3287" y="620"/>
                </a:moveTo>
                <a:cubicBezTo>
                  <a:pt x="3289" y="620"/>
                  <a:pt x="3289" y="620"/>
                  <a:pt x="3289" y="620"/>
                </a:cubicBezTo>
                <a:cubicBezTo>
                  <a:pt x="3289" y="431"/>
                  <a:pt x="3289" y="431"/>
                  <a:pt x="3289" y="431"/>
                </a:cubicBezTo>
                <a:cubicBezTo>
                  <a:pt x="3287" y="431"/>
                  <a:pt x="3287" y="431"/>
                  <a:pt x="3287" y="431"/>
                </a:cubicBezTo>
                <a:lnTo>
                  <a:pt x="3287" y="620"/>
                </a:lnTo>
                <a:close/>
                <a:moveTo>
                  <a:pt x="3293" y="620"/>
                </a:moveTo>
                <a:cubicBezTo>
                  <a:pt x="3295" y="620"/>
                  <a:pt x="3295" y="620"/>
                  <a:pt x="3295" y="620"/>
                </a:cubicBezTo>
                <a:cubicBezTo>
                  <a:pt x="3295" y="431"/>
                  <a:pt x="3295" y="431"/>
                  <a:pt x="3295" y="431"/>
                </a:cubicBezTo>
                <a:cubicBezTo>
                  <a:pt x="3293" y="431"/>
                  <a:pt x="3293" y="431"/>
                  <a:pt x="3293" y="431"/>
                </a:cubicBezTo>
                <a:lnTo>
                  <a:pt x="3293" y="620"/>
                </a:lnTo>
                <a:close/>
                <a:moveTo>
                  <a:pt x="3298" y="620"/>
                </a:moveTo>
                <a:cubicBezTo>
                  <a:pt x="3300" y="620"/>
                  <a:pt x="3300" y="620"/>
                  <a:pt x="3300" y="620"/>
                </a:cubicBezTo>
                <a:cubicBezTo>
                  <a:pt x="3300" y="431"/>
                  <a:pt x="3300" y="431"/>
                  <a:pt x="3300" y="431"/>
                </a:cubicBezTo>
                <a:cubicBezTo>
                  <a:pt x="3298" y="431"/>
                  <a:pt x="3298" y="431"/>
                  <a:pt x="3298" y="431"/>
                </a:cubicBezTo>
                <a:lnTo>
                  <a:pt x="3298" y="620"/>
                </a:lnTo>
                <a:close/>
                <a:moveTo>
                  <a:pt x="3303" y="620"/>
                </a:moveTo>
                <a:cubicBezTo>
                  <a:pt x="3306" y="620"/>
                  <a:pt x="3306" y="620"/>
                  <a:pt x="3306" y="620"/>
                </a:cubicBezTo>
                <a:cubicBezTo>
                  <a:pt x="3306" y="431"/>
                  <a:pt x="3306" y="431"/>
                  <a:pt x="3306" y="431"/>
                </a:cubicBezTo>
                <a:cubicBezTo>
                  <a:pt x="3303" y="431"/>
                  <a:pt x="3303" y="431"/>
                  <a:pt x="3303" y="431"/>
                </a:cubicBezTo>
                <a:lnTo>
                  <a:pt x="3303" y="620"/>
                </a:lnTo>
                <a:close/>
                <a:moveTo>
                  <a:pt x="3220" y="647"/>
                </a:moveTo>
                <a:cubicBezTo>
                  <a:pt x="3232" y="642"/>
                  <a:pt x="3232" y="642"/>
                  <a:pt x="3232" y="642"/>
                </a:cubicBezTo>
                <a:cubicBezTo>
                  <a:pt x="3353" y="642"/>
                  <a:pt x="3353" y="642"/>
                  <a:pt x="3353" y="642"/>
                </a:cubicBezTo>
                <a:cubicBezTo>
                  <a:pt x="3353" y="640"/>
                  <a:pt x="3353" y="640"/>
                  <a:pt x="3353" y="640"/>
                </a:cubicBezTo>
                <a:cubicBezTo>
                  <a:pt x="3232" y="640"/>
                  <a:pt x="3232" y="640"/>
                  <a:pt x="3232" y="640"/>
                </a:cubicBezTo>
                <a:cubicBezTo>
                  <a:pt x="3219" y="645"/>
                  <a:pt x="3219" y="645"/>
                  <a:pt x="3219" y="645"/>
                </a:cubicBezTo>
                <a:cubicBezTo>
                  <a:pt x="3220" y="647"/>
                  <a:pt x="3220" y="647"/>
                  <a:pt x="3220" y="647"/>
                </a:cubicBezTo>
                <a:moveTo>
                  <a:pt x="3220" y="653"/>
                </a:moveTo>
                <a:cubicBezTo>
                  <a:pt x="3233" y="648"/>
                  <a:pt x="3233" y="648"/>
                  <a:pt x="3233" y="648"/>
                </a:cubicBezTo>
                <a:cubicBezTo>
                  <a:pt x="3353" y="648"/>
                  <a:pt x="3353" y="648"/>
                  <a:pt x="3353" y="648"/>
                </a:cubicBezTo>
                <a:cubicBezTo>
                  <a:pt x="3353" y="646"/>
                  <a:pt x="3353" y="646"/>
                  <a:pt x="3353" y="646"/>
                </a:cubicBezTo>
                <a:cubicBezTo>
                  <a:pt x="3232" y="646"/>
                  <a:pt x="3232" y="646"/>
                  <a:pt x="3232" y="646"/>
                </a:cubicBezTo>
                <a:cubicBezTo>
                  <a:pt x="3219" y="651"/>
                  <a:pt x="3219" y="651"/>
                  <a:pt x="3219" y="651"/>
                </a:cubicBezTo>
                <a:cubicBezTo>
                  <a:pt x="3220" y="653"/>
                  <a:pt x="3220" y="653"/>
                  <a:pt x="3220" y="653"/>
                </a:cubicBezTo>
                <a:moveTo>
                  <a:pt x="3234" y="659"/>
                </a:moveTo>
                <a:cubicBezTo>
                  <a:pt x="3355" y="659"/>
                  <a:pt x="3355" y="659"/>
                  <a:pt x="3355" y="659"/>
                </a:cubicBezTo>
                <a:cubicBezTo>
                  <a:pt x="3355" y="656"/>
                  <a:pt x="3355" y="656"/>
                  <a:pt x="3355" y="656"/>
                </a:cubicBezTo>
                <a:cubicBezTo>
                  <a:pt x="3234" y="656"/>
                  <a:pt x="3234" y="656"/>
                  <a:pt x="3234" y="656"/>
                </a:cubicBezTo>
                <a:lnTo>
                  <a:pt x="3234" y="659"/>
                </a:lnTo>
                <a:close/>
                <a:moveTo>
                  <a:pt x="3327" y="671"/>
                </a:moveTo>
                <a:cubicBezTo>
                  <a:pt x="3329" y="671"/>
                  <a:pt x="3329" y="671"/>
                  <a:pt x="3329" y="671"/>
                </a:cubicBezTo>
                <a:cubicBezTo>
                  <a:pt x="3329" y="659"/>
                  <a:pt x="3329" y="659"/>
                  <a:pt x="3329" y="659"/>
                </a:cubicBezTo>
                <a:cubicBezTo>
                  <a:pt x="3327" y="659"/>
                  <a:pt x="3327" y="659"/>
                  <a:pt x="3327" y="659"/>
                </a:cubicBezTo>
                <a:lnTo>
                  <a:pt x="3327" y="671"/>
                </a:lnTo>
                <a:close/>
                <a:moveTo>
                  <a:pt x="3273" y="636"/>
                </a:moveTo>
                <a:cubicBezTo>
                  <a:pt x="3352" y="636"/>
                  <a:pt x="3352" y="636"/>
                  <a:pt x="3352" y="636"/>
                </a:cubicBezTo>
                <a:cubicBezTo>
                  <a:pt x="3352" y="634"/>
                  <a:pt x="3352" y="634"/>
                  <a:pt x="3352" y="634"/>
                </a:cubicBezTo>
                <a:cubicBezTo>
                  <a:pt x="3273" y="634"/>
                  <a:pt x="3273" y="634"/>
                  <a:pt x="3273" y="634"/>
                </a:cubicBezTo>
                <a:lnTo>
                  <a:pt x="3273" y="636"/>
                </a:lnTo>
                <a:close/>
                <a:moveTo>
                  <a:pt x="3348" y="523"/>
                </a:moveTo>
                <a:cubicBezTo>
                  <a:pt x="3348" y="481"/>
                  <a:pt x="3348" y="481"/>
                  <a:pt x="3348" y="481"/>
                </a:cubicBezTo>
                <a:cubicBezTo>
                  <a:pt x="3363" y="464"/>
                  <a:pt x="3363" y="464"/>
                  <a:pt x="3363" y="464"/>
                </a:cubicBezTo>
                <a:cubicBezTo>
                  <a:pt x="3361" y="462"/>
                  <a:pt x="3361" y="462"/>
                  <a:pt x="3361" y="462"/>
                </a:cubicBezTo>
                <a:cubicBezTo>
                  <a:pt x="3346" y="480"/>
                  <a:pt x="3346" y="480"/>
                  <a:pt x="3346" y="480"/>
                </a:cubicBezTo>
                <a:cubicBezTo>
                  <a:pt x="3346" y="523"/>
                  <a:pt x="3346" y="523"/>
                  <a:pt x="3346" y="523"/>
                </a:cubicBezTo>
                <a:cubicBezTo>
                  <a:pt x="3348" y="523"/>
                  <a:pt x="3348" y="523"/>
                  <a:pt x="3348" y="523"/>
                </a:cubicBezTo>
                <a:moveTo>
                  <a:pt x="3347" y="483"/>
                </a:moveTo>
                <a:cubicBezTo>
                  <a:pt x="3361" y="482"/>
                  <a:pt x="3361" y="482"/>
                  <a:pt x="3361" y="482"/>
                </a:cubicBezTo>
                <a:cubicBezTo>
                  <a:pt x="3361" y="480"/>
                  <a:pt x="3361" y="480"/>
                  <a:pt x="3361" y="480"/>
                </a:cubicBezTo>
                <a:cubicBezTo>
                  <a:pt x="3347" y="481"/>
                  <a:pt x="3347" y="481"/>
                  <a:pt x="3347" y="481"/>
                </a:cubicBezTo>
                <a:moveTo>
                  <a:pt x="3346" y="504"/>
                </a:moveTo>
                <a:cubicBezTo>
                  <a:pt x="3361" y="503"/>
                  <a:pt x="3361" y="503"/>
                  <a:pt x="3361" y="503"/>
                </a:cubicBezTo>
                <a:cubicBezTo>
                  <a:pt x="3361" y="500"/>
                  <a:pt x="3361" y="500"/>
                  <a:pt x="3361" y="500"/>
                </a:cubicBezTo>
                <a:cubicBezTo>
                  <a:pt x="3346" y="502"/>
                  <a:pt x="3346" y="502"/>
                  <a:pt x="3346" y="502"/>
                </a:cubicBezTo>
                <a:moveTo>
                  <a:pt x="3495" y="432"/>
                </a:moveTo>
                <a:cubicBezTo>
                  <a:pt x="3509" y="426"/>
                  <a:pt x="3509" y="426"/>
                  <a:pt x="3509" y="426"/>
                </a:cubicBezTo>
                <a:cubicBezTo>
                  <a:pt x="3514" y="423"/>
                  <a:pt x="3514" y="423"/>
                  <a:pt x="3514" y="423"/>
                </a:cubicBezTo>
                <a:cubicBezTo>
                  <a:pt x="3518" y="423"/>
                  <a:pt x="3518" y="423"/>
                  <a:pt x="3518" y="423"/>
                </a:cubicBezTo>
                <a:cubicBezTo>
                  <a:pt x="3518" y="423"/>
                  <a:pt x="3518" y="423"/>
                  <a:pt x="3518" y="423"/>
                </a:cubicBezTo>
                <a:cubicBezTo>
                  <a:pt x="3522" y="422"/>
                  <a:pt x="3522" y="422"/>
                  <a:pt x="3522" y="422"/>
                </a:cubicBezTo>
                <a:cubicBezTo>
                  <a:pt x="3536" y="422"/>
                  <a:pt x="3536" y="422"/>
                  <a:pt x="3536" y="422"/>
                </a:cubicBezTo>
                <a:cubicBezTo>
                  <a:pt x="3542" y="422"/>
                  <a:pt x="3542" y="422"/>
                  <a:pt x="3542" y="422"/>
                </a:cubicBezTo>
                <a:cubicBezTo>
                  <a:pt x="3580" y="424"/>
                  <a:pt x="3580" y="424"/>
                  <a:pt x="3580" y="424"/>
                </a:cubicBezTo>
                <a:cubicBezTo>
                  <a:pt x="3597" y="426"/>
                  <a:pt x="3597" y="426"/>
                  <a:pt x="3597" y="426"/>
                </a:cubicBezTo>
                <a:cubicBezTo>
                  <a:pt x="3597" y="424"/>
                  <a:pt x="3597" y="424"/>
                  <a:pt x="3597" y="424"/>
                </a:cubicBezTo>
                <a:cubicBezTo>
                  <a:pt x="3580" y="422"/>
                  <a:pt x="3580" y="422"/>
                  <a:pt x="3580" y="422"/>
                </a:cubicBezTo>
                <a:cubicBezTo>
                  <a:pt x="3542" y="420"/>
                  <a:pt x="3542" y="420"/>
                  <a:pt x="3542" y="420"/>
                </a:cubicBezTo>
                <a:cubicBezTo>
                  <a:pt x="3536" y="420"/>
                  <a:pt x="3536" y="420"/>
                  <a:pt x="3536" y="420"/>
                </a:cubicBezTo>
                <a:cubicBezTo>
                  <a:pt x="3521" y="419"/>
                  <a:pt x="3521" y="419"/>
                  <a:pt x="3521" y="419"/>
                </a:cubicBezTo>
                <a:cubicBezTo>
                  <a:pt x="3518" y="420"/>
                  <a:pt x="3518" y="420"/>
                  <a:pt x="3518" y="420"/>
                </a:cubicBezTo>
                <a:cubicBezTo>
                  <a:pt x="3513" y="421"/>
                  <a:pt x="3513" y="421"/>
                  <a:pt x="3513" y="421"/>
                </a:cubicBezTo>
                <a:cubicBezTo>
                  <a:pt x="3513" y="421"/>
                  <a:pt x="3513" y="421"/>
                  <a:pt x="3513" y="421"/>
                </a:cubicBezTo>
                <a:cubicBezTo>
                  <a:pt x="3508" y="424"/>
                  <a:pt x="3508" y="424"/>
                  <a:pt x="3508" y="424"/>
                </a:cubicBezTo>
                <a:cubicBezTo>
                  <a:pt x="3494" y="430"/>
                  <a:pt x="3494" y="430"/>
                  <a:pt x="3494" y="430"/>
                </a:cubicBezTo>
                <a:cubicBezTo>
                  <a:pt x="3495" y="432"/>
                  <a:pt x="3495" y="432"/>
                  <a:pt x="3495" y="432"/>
                </a:cubicBezTo>
                <a:moveTo>
                  <a:pt x="3541" y="355"/>
                </a:moveTo>
                <a:cubicBezTo>
                  <a:pt x="3543" y="355"/>
                  <a:pt x="3543" y="355"/>
                  <a:pt x="3543" y="355"/>
                </a:cubicBezTo>
                <a:cubicBezTo>
                  <a:pt x="3543" y="272"/>
                  <a:pt x="3543" y="272"/>
                  <a:pt x="3543" y="272"/>
                </a:cubicBezTo>
                <a:cubicBezTo>
                  <a:pt x="3541" y="272"/>
                  <a:pt x="3541" y="272"/>
                  <a:pt x="3541" y="272"/>
                </a:cubicBezTo>
                <a:lnTo>
                  <a:pt x="3541" y="355"/>
                </a:lnTo>
                <a:close/>
                <a:moveTo>
                  <a:pt x="3546" y="421"/>
                </a:moveTo>
                <a:cubicBezTo>
                  <a:pt x="3548" y="421"/>
                  <a:pt x="3548" y="421"/>
                  <a:pt x="3548" y="421"/>
                </a:cubicBezTo>
                <a:cubicBezTo>
                  <a:pt x="3548" y="338"/>
                  <a:pt x="3548" y="338"/>
                  <a:pt x="3548" y="338"/>
                </a:cubicBezTo>
                <a:cubicBezTo>
                  <a:pt x="3546" y="338"/>
                  <a:pt x="3546" y="338"/>
                  <a:pt x="3546" y="338"/>
                </a:cubicBezTo>
                <a:lnTo>
                  <a:pt x="3546" y="421"/>
                </a:lnTo>
                <a:close/>
                <a:moveTo>
                  <a:pt x="3573" y="506"/>
                </a:moveTo>
                <a:cubicBezTo>
                  <a:pt x="3575" y="506"/>
                  <a:pt x="3575" y="506"/>
                  <a:pt x="3575" y="506"/>
                </a:cubicBezTo>
                <a:cubicBezTo>
                  <a:pt x="3575" y="423"/>
                  <a:pt x="3575" y="423"/>
                  <a:pt x="3575" y="423"/>
                </a:cubicBezTo>
                <a:cubicBezTo>
                  <a:pt x="3573" y="423"/>
                  <a:pt x="3573" y="423"/>
                  <a:pt x="3573" y="423"/>
                </a:cubicBezTo>
                <a:lnTo>
                  <a:pt x="3573" y="506"/>
                </a:lnTo>
                <a:close/>
                <a:moveTo>
                  <a:pt x="3551" y="617"/>
                </a:moveTo>
                <a:cubicBezTo>
                  <a:pt x="3553" y="617"/>
                  <a:pt x="3553" y="617"/>
                  <a:pt x="3553" y="617"/>
                </a:cubicBezTo>
                <a:cubicBezTo>
                  <a:pt x="3553" y="534"/>
                  <a:pt x="3553" y="534"/>
                  <a:pt x="3553" y="534"/>
                </a:cubicBezTo>
                <a:cubicBezTo>
                  <a:pt x="3551" y="534"/>
                  <a:pt x="3551" y="534"/>
                  <a:pt x="3551" y="534"/>
                </a:cubicBezTo>
                <a:lnTo>
                  <a:pt x="3551" y="617"/>
                </a:lnTo>
                <a:close/>
                <a:moveTo>
                  <a:pt x="3574" y="225"/>
                </a:moveTo>
                <a:cubicBezTo>
                  <a:pt x="3576" y="225"/>
                  <a:pt x="3576" y="225"/>
                  <a:pt x="3576" y="225"/>
                </a:cubicBezTo>
                <a:cubicBezTo>
                  <a:pt x="3576" y="178"/>
                  <a:pt x="3576" y="178"/>
                  <a:pt x="3576" y="178"/>
                </a:cubicBezTo>
                <a:cubicBezTo>
                  <a:pt x="3574" y="178"/>
                  <a:pt x="3574" y="178"/>
                  <a:pt x="3574" y="178"/>
                </a:cubicBezTo>
                <a:lnTo>
                  <a:pt x="3574" y="225"/>
                </a:lnTo>
                <a:close/>
                <a:moveTo>
                  <a:pt x="3568" y="194"/>
                </a:moveTo>
                <a:cubicBezTo>
                  <a:pt x="3570" y="194"/>
                  <a:pt x="3570" y="194"/>
                  <a:pt x="3570" y="194"/>
                </a:cubicBezTo>
                <a:cubicBezTo>
                  <a:pt x="3570" y="178"/>
                  <a:pt x="3570" y="178"/>
                  <a:pt x="3570" y="178"/>
                </a:cubicBezTo>
                <a:cubicBezTo>
                  <a:pt x="3568" y="178"/>
                  <a:pt x="3568" y="178"/>
                  <a:pt x="3568" y="178"/>
                </a:cubicBezTo>
                <a:lnTo>
                  <a:pt x="3568" y="194"/>
                </a:lnTo>
                <a:close/>
                <a:moveTo>
                  <a:pt x="3545" y="175"/>
                </a:moveTo>
                <a:cubicBezTo>
                  <a:pt x="3547" y="175"/>
                  <a:pt x="3547" y="175"/>
                  <a:pt x="3547" y="175"/>
                </a:cubicBezTo>
                <a:cubicBezTo>
                  <a:pt x="3547" y="139"/>
                  <a:pt x="3547" y="139"/>
                  <a:pt x="3547" y="139"/>
                </a:cubicBezTo>
                <a:cubicBezTo>
                  <a:pt x="3545" y="139"/>
                  <a:pt x="3545" y="139"/>
                  <a:pt x="3545" y="139"/>
                </a:cubicBezTo>
                <a:lnTo>
                  <a:pt x="3545" y="175"/>
                </a:lnTo>
                <a:close/>
                <a:moveTo>
                  <a:pt x="3549" y="186"/>
                </a:moveTo>
                <a:cubicBezTo>
                  <a:pt x="3551" y="186"/>
                  <a:pt x="3551" y="186"/>
                  <a:pt x="3551" y="186"/>
                </a:cubicBezTo>
                <a:cubicBezTo>
                  <a:pt x="3551" y="169"/>
                  <a:pt x="3551" y="169"/>
                  <a:pt x="3551" y="169"/>
                </a:cubicBezTo>
                <a:cubicBezTo>
                  <a:pt x="3549" y="169"/>
                  <a:pt x="3549" y="169"/>
                  <a:pt x="3549" y="169"/>
                </a:cubicBezTo>
                <a:lnTo>
                  <a:pt x="3549" y="186"/>
                </a:lnTo>
                <a:close/>
                <a:moveTo>
                  <a:pt x="3547" y="296"/>
                </a:moveTo>
                <a:cubicBezTo>
                  <a:pt x="3549" y="296"/>
                  <a:pt x="3549" y="296"/>
                  <a:pt x="3549" y="296"/>
                </a:cubicBezTo>
                <a:cubicBezTo>
                  <a:pt x="3549" y="264"/>
                  <a:pt x="3549" y="264"/>
                  <a:pt x="3549" y="264"/>
                </a:cubicBezTo>
                <a:cubicBezTo>
                  <a:pt x="3547" y="264"/>
                  <a:pt x="3547" y="264"/>
                  <a:pt x="3547" y="264"/>
                </a:cubicBezTo>
                <a:lnTo>
                  <a:pt x="3547" y="296"/>
                </a:lnTo>
                <a:close/>
                <a:moveTo>
                  <a:pt x="3597" y="497"/>
                </a:moveTo>
                <a:cubicBezTo>
                  <a:pt x="3612" y="493"/>
                  <a:pt x="3612" y="493"/>
                  <a:pt x="3612" y="493"/>
                </a:cubicBezTo>
                <a:cubicBezTo>
                  <a:pt x="3661" y="493"/>
                  <a:pt x="3661" y="493"/>
                  <a:pt x="3661" y="493"/>
                </a:cubicBezTo>
                <a:cubicBezTo>
                  <a:pt x="3661" y="491"/>
                  <a:pt x="3661" y="491"/>
                  <a:pt x="3661" y="491"/>
                </a:cubicBezTo>
                <a:cubicBezTo>
                  <a:pt x="3611" y="491"/>
                  <a:pt x="3611" y="491"/>
                  <a:pt x="3611" y="491"/>
                </a:cubicBezTo>
                <a:cubicBezTo>
                  <a:pt x="3597" y="494"/>
                  <a:pt x="3597" y="494"/>
                  <a:pt x="3597" y="494"/>
                </a:cubicBezTo>
                <a:cubicBezTo>
                  <a:pt x="3597" y="497"/>
                  <a:pt x="3597" y="497"/>
                  <a:pt x="3597" y="497"/>
                </a:cubicBezTo>
                <a:moveTo>
                  <a:pt x="3597" y="504"/>
                </a:moveTo>
                <a:cubicBezTo>
                  <a:pt x="3612" y="500"/>
                  <a:pt x="3612" y="500"/>
                  <a:pt x="3612" y="500"/>
                </a:cubicBezTo>
                <a:cubicBezTo>
                  <a:pt x="3661" y="500"/>
                  <a:pt x="3661" y="500"/>
                  <a:pt x="3661" y="500"/>
                </a:cubicBezTo>
                <a:cubicBezTo>
                  <a:pt x="3661" y="498"/>
                  <a:pt x="3661" y="498"/>
                  <a:pt x="3661" y="498"/>
                </a:cubicBezTo>
                <a:cubicBezTo>
                  <a:pt x="3611" y="498"/>
                  <a:pt x="3611" y="498"/>
                  <a:pt x="3611" y="498"/>
                </a:cubicBezTo>
                <a:cubicBezTo>
                  <a:pt x="3597" y="502"/>
                  <a:pt x="3597" y="502"/>
                  <a:pt x="3597" y="502"/>
                </a:cubicBezTo>
                <a:cubicBezTo>
                  <a:pt x="3597" y="504"/>
                  <a:pt x="3597" y="504"/>
                  <a:pt x="3597" y="504"/>
                </a:cubicBezTo>
                <a:moveTo>
                  <a:pt x="3597" y="511"/>
                </a:moveTo>
                <a:cubicBezTo>
                  <a:pt x="3612" y="508"/>
                  <a:pt x="3612" y="508"/>
                  <a:pt x="3612" y="508"/>
                </a:cubicBezTo>
                <a:cubicBezTo>
                  <a:pt x="3661" y="508"/>
                  <a:pt x="3661" y="508"/>
                  <a:pt x="3661" y="508"/>
                </a:cubicBezTo>
                <a:cubicBezTo>
                  <a:pt x="3661" y="505"/>
                  <a:pt x="3661" y="505"/>
                  <a:pt x="3661" y="505"/>
                </a:cubicBezTo>
                <a:cubicBezTo>
                  <a:pt x="3611" y="505"/>
                  <a:pt x="3611" y="505"/>
                  <a:pt x="3611" y="505"/>
                </a:cubicBezTo>
                <a:cubicBezTo>
                  <a:pt x="3597" y="509"/>
                  <a:pt x="3597" y="509"/>
                  <a:pt x="3597" y="509"/>
                </a:cubicBezTo>
                <a:cubicBezTo>
                  <a:pt x="3597" y="511"/>
                  <a:pt x="3597" y="511"/>
                  <a:pt x="3597" y="511"/>
                </a:cubicBezTo>
                <a:moveTo>
                  <a:pt x="3597" y="519"/>
                </a:moveTo>
                <a:cubicBezTo>
                  <a:pt x="3612" y="515"/>
                  <a:pt x="3612" y="515"/>
                  <a:pt x="3612" y="515"/>
                </a:cubicBezTo>
                <a:cubicBezTo>
                  <a:pt x="3661" y="515"/>
                  <a:pt x="3661" y="515"/>
                  <a:pt x="3661" y="515"/>
                </a:cubicBezTo>
                <a:cubicBezTo>
                  <a:pt x="3661" y="513"/>
                  <a:pt x="3661" y="513"/>
                  <a:pt x="3661" y="513"/>
                </a:cubicBezTo>
                <a:cubicBezTo>
                  <a:pt x="3611" y="513"/>
                  <a:pt x="3611" y="513"/>
                  <a:pt x="3611" y="513"/>
                </a:cubicBezTo>
                <a:cubicBezTo>
                  <a:pt x="3597" y="517"/>
                  <a:pt x="3597" y="517"/>
                  <a:pt x="3597" y="517"/>
                </a:cubicBezTo>
                <a:cubicBezTo>
                  <a:pt x="3597" y="519"/>
                  <a:pt x="3597" y="519"/>
                  <a:pt x="3597" y="519"/>
                </a:cubicBezTo>
                <a:moveTo>
                  <a:pt x="3597" y="526"/>
                </a:moveTo>
                <a:cubicBezTo>
                  <a:pt x="3612" y="522"/>
                  <a:pt x="3612" y="522"/>
                  <a:pt x="3612" y="522"/>
                </a:cubicBezTo>
                <a:cubicBezTo>
                  <a:pt x="3661" y="522"/>
                  <a:pt x="3661" y="522"/>
                  <a:pt x="3661" y="522"/>
                </a:cubicBezTo>
                <a:cubicBezTo>
                  <a:pt x="3661" y="520"/>
                  <a:pt x="3661" y="520"/>
                  <a:pt x="3661" y="520"/>
                </a:cubicBezTo>
                <a:cubicBezTo>
                  <a:pt x="3611" y="520"/>
                  <a:pt x="3611" y="520"/>
                  <a:pt x="3611" y="520"/>
                </a:cubicBezTo>
                <a:cubicBezTo>
                  <a:pt x="3597" y="524"/>
                  <a:pt x="3597" y="524"/>
                  <a:pt x="3597" y="524"/>
                </a:cubicBezTo>
                <a:cubicBezTo>
                  <a:pt x="3597" y="526"/>
                  <a:pt x="3597" y="526"/>
                  <a:pt x="3597" y="526"/>
                </a:cubicBezTo>
                <a:moveTo>
                  <a:pt x="3597" y="533"/>
                </a:moveTo>
                <a:cubicBezTo>
                  <a:pt x="3612" y="530"/>
                  <a:pt x="3612" y="530"/>
                  <a:pt x="3612" y="530"/>
                </a:cubicBezTo>
                <a:cubicBezTo>
                  <a:pt x="3661" y="530"/>
                  <a:pt x="3661" y="530"/>
                  <a:pt x="3661" y="530"/>
                </a:cubicBezTo>
                <a:cubicBezTo>
                  <a:pt x="3661" y="528"/>
                  <a:pt x="3661" y="528"/>
                  <a:pt x="3661" y="528"/>
                </a:cubicBezTo>
                <a:cubicBezTo>
                  <a:pt x="3611" y="528"/>
                  <a:pt x="3611" y="528"/>
                  <a:pt x="3611" y="528"/>
                </a:cubicBezTo>
                <a:cubicBezTo>
                  <a:pt x="3597" y="531"/>
                  <a:pt x="3597" y="531"/>
                  <a:pt x="3597" y="531"/>
                </a:cubicBezTo>
                <a:cubicBezTo>
                  <a:pt x="3597" y="533"/>
                  <a:pt x="3597" y="533"/>
                  <a:pt x="3597" y="533"/>
                </a:cubicBezTo>
                <a:moveTo>
                  <a:pt x="3597" y="541"/>
                </a:moveTo>
                <a:cubicBezTo>
                  <a:pt x="3612" y="537"/>
                  <a:pt x="3612" y="537"/>
                  <a:pt x="3612" y="537"/>
                </a:cubicBezTo>
                <a:cubicBezTo>
                  <a:pt x="3661" y="537"/>
                  <a:pt x="3661" y="537"/>
                  <a:pt x="3661" y="537"/>
                </a:cubicBezTo>
                <a:cubicBezTo>
                  <a:pt x="3661" y="535"/>
                  <a:pt x="3661" y="535"/>
                  <a:pt x="3661" y="535"/>
                </a:cubicBezTo>
                <a:cubicBezTo>
                  <a:pt x="3611" y="535"/>
                  <a:pt x="3611" y="535"/>
                  <a:pt x="3611" y="535"/>
                </a:cubicBezTo>
                <a:cubicBezTo>
                  <a:pt x="3597" y="539"/>
                  <a:pt x="3597" y="539"/>
                  <a:pt x="3597" y="539"/>
                </a:cubicBezTo>
                <a:cubicBezTo>
                  <a:pt x="3597" y="541"/>
                  <a:pt x="3597" y="541"/>
                  <a:pt x="3597" y="541"/>
                </a:cubicBezTo>
                <a:moveTo>
                  <a:pt x="3597" y="548"/>
                </a:moveTo>
                <a:cubicBezTo>
                  <a:pt x="3612" y="545"/>
                  <a:pt x="3612" y="545"/>
                  <a:pt x="3612" y="545"/>
                </a:cubicBezTo>
                <a:cubicBezTo>
                  <a:pt x="3661" y="545"/>
                  <a:pt x="3661" y="545"/>
                  <a:pt x="3661" y="545"/>
                </a:cubicBezTo>
                <a:cubicBezTo>
                  <a:pt x="3661" y="542"/>
                  <a:pt x="3661" y="542"/>
                  <a:pt x="3661" y="542"/>
                </a:cubicBezTo>
                <a:cubicBezTo>
                  <a:pt x="3611" y="542"/>
                  <a:pt x="3611" y="542"/>
                  <a:pt x="3611" y="542"/>
                </a:cubicBezTo>
                <a:cubicBezTo>
                  <a:pt x="3597" y="546"/>
                  <a:pt x="3597" y="546"/>
                  <a:pt x="3597" y="546"/>
                </a:cubicBezTo>
                <a:cubicBezTo>
                  <a:pt x="3597" y="548"/>
                  <a:pt x="3597" y="548"/>
                  <a:pt x="3597" y="548"/>
                </a:cubicBezTo>
                <a:moveTo>
                  <a:pt x="3597" y="556"/>
                </a:moveTo>
                <a:cubicBezTo>
                  <a:pt x="3612" y="552"/>
                  <a:pt x="3612" y="552"/>
                  <a:pt x="3612" y="552"/>
                </a:cubicBezTo>
                <a:cubicBezTo>
                  <a:pt x="3661" y="552"/>
                  <a:pt x="3661" y="552"/>
                  <a:pt x="3661" y="552"/>
                </a:cubicBezTo>
                <a:cubicBezTo>
                  <a:pt x="3661" y="550"/>
                  <a:pt x="3661" y="550"/>
                  <a:pt x="3661" y="550"/>
                </a:cubicBezTo>
                <a:cubicBezTo>
                  <a:pt x="3611" y="550"/>
                  <a:pt x="3611" y="550"/>
                  <a:pt x="3611" y="550"/>
                </a:cubicBezTo>
                <a:cubicBezTo>
                  <a:pt x="3597" y="554"/>
                  <a:pt x="3597" y="554"/>
                  <a:pt x="3597" y="554"/>
                </a:cubicBezTo>
                <a:cubicBezTo>
                  <a:pt x="3597" y="556"/>
                  <a:pt x="3597" y="556"/>
                  <a:pt x="3597" y="556"/>
                </a:cubicBezTo>
                <a:moveTo>
                  <a:pt x="3597" y="563"/>
                </a:moveTo>
                <a:cubicBezTo>
                  <a:pt x="3612" y="559"/>
                  <a:pt x="3612" y="559"/>
                  <a:pt x="3612" y="559"/>
                </a:cubicBezTo>
                <a:cubicBezTo>
                  <a:pt x="3661" y="559"/>
                  <a:pt x="3661" y="559"/>
                  <a:pt x="3661" y="559"/>
                </a:cubicBezTo>
                <a:cubicBezTo>
                  <a:pt x="3661" y="557"/>
                  <a:pt x="3661" y="557"/>
                  <a:pt x="3661" y="557"/>
                </a:cubicBezTo>
                <a:cubicBezTo>
                  <a:pt x="3611" y="557"/>
                  <a:pt x="3611" y="557"/>
                  <a:pt x="3611" y="557"/>
                </a:cubicBezTo>
                <a:cubicBezTo>
                  <a:pt x="3597" y="561"/>
                  <a:pt x="3597" y="561"/>
                  <a:pt x="3597" y="561"/>
                </a:cubicBezTo>
                <a:cubicBezTo>
                  <a:pt x="3597" y="563"/>
                  <a:pt x="3597" y="563"/>
                  <a:pt x="3597" y="563"/>
                </a:cubicBezTo>
                <a:moveTo>
                  <a:pt x="3597" y="570"/>
                </a:moveTo>
                <a:cubicBezTo>
                  <a:pt x="3612" y="567"/>
                  <a:pt x="3612" y="567"/>
                  <a:pt x="3612" y="567"/>
                </a:cubicBezTo>
                <a:cubicBezTo>
                  <a:pt x="3661" y="567"/>
                  <a:pt x="3661" y="567"/>
                  <a:pt x="3661" y="567"/>
                </a:cubicBezTo>
                <a:cubicBezTo>
                  <a:pt x="3661" y="564"/>
                  <a:pt x="3661" y="564"/>
                  <a:pt x="3661" y="564"/>
                </a:cubicBezTo>
                <a:cubicBezTo>
                  <a:pt x="3611" y="564"/>
                  <a:pt x="3611" y="564"/>
                  <a:pt x="3611" y="564"/>
                </a:cubicBezTo>
                <a:cubicBezTo>
                  <a:pt x="3597" y="568"/>
                  <a:pt x="3597" y="568"/>
                  <a:pt x="3597" y="568"/>
                </a:cubicBezTo>
                <a:cubicBezTo>
                  <a:pt x="3597" y="570"/>
                  <a:pt x="3597" y="570"/>
                  <a:pt x="3597" y="570"/>
                </a:cubicBezTo>
                <a:moveTo>
                  <a:pt x="3597" y="578"/>
                </a:moveTo>
                <a:cubicBezTo>
                  <a:pt x="3612" y="574"/>
                  <a:pt x="3612" y="574"/>
                  <a:pt x="3612" y="574"/>
                </a:cubicBezTo>
                <a:cubicBezTo>
                  <a:pt x="3661" y="574"/>
                  <a:pt x="3661" y="574"/>
                  <a:pt x="3661" y="574"/>
                </a:cubicBezTo>
                <a:cubicBezTo>
                  <a:pt x="3661" y="572"/>
                  <a:pt x="3661" y="572"/>
                  <a:pt x="3661" y="572"/>
                </a:cubicBezTo>
                <a:cubicBezTo>
                  <a:pt x="3611" y="572"/>
                  <a:pt x="3611" y="572"/>
                  <a:pt x="3611" y="572"/>
                </a:cubicBezTo>
                <a:cubicBezTo>
                  <a:pt x="3597" y="576"/>
                  <a:pt x="3597" y="576"/>
                  <a:pt x="3597" y="576"/>
                </a:cubicBezTo>
                <a:cubicBezTo>
                  <a:pt x="3597" y="578"/>
                  <a:pt x="3597" y="578"/>
                  <a:pt x="3597" y="578"/>
                </a:cubicBezTo>
                <a:moveTo>
                  <a:pt x="3597" y="585"/>
                </a:moveTo>
                <a:cubicBezTo>
                  <a:pt x="3612" y="581"/>
                  <a:pt x="3612" y="581"/>
                  <a:pt x="3612" y="581"/>
                </a:cubicBezTo>
                <a:cubicBezTo>
                  <a:pt x="3661" y="581"/>
                  <a:pt x="3661" y="581"/>
                  <a:pt x="3661" y="581"/>
                </a:cubicBezTo>
                <a:cubicBezTo>
                  <a:pt x="3661" y="579"/>
                  <a:pt x="3661" y="579"/>
                  <a:pt x="3661" y="579"/>
                </a:cubicBezTo>
                <a:cubicBezTo>
                  <a:pt x="3611" y="579"/>
                  <a:pt x="3611" y="579"/>
                  <a:pt x="3611" y="579"/>
                </a:cubicBezTo>
                <a:cubicBezTo>
                  <a:pt x="3597" y="583"/>
                  <a:pt x="3597" y="583"/>
                  <a:pt x="3597" y="583"/>
                </a:cubicBezTo>
                <a:cubicBezTo>
                  <a:pt x="3597" y="585"/>
                  <a:pt x="3597" y="585"/>
                  <a:pt x="3597" y="585"/>
                </a:cubicBezTo>
                <a:moveTo>
                  <a:pt x="3597" y="593"/>
                </a:moveTo>
                <a:cubicBezTo>
                  <a:pt x="3612" y="589"/>
                  <a:pt x="3612" y="589"/>
                  <a:pt x="3612" y="589"/>
                </a:cubicBezTo>
                <a:cubicBezTo>
                  <a:pt x="3661" y="589"/>
                  <a:pt x="3661" y="589"/>
                  <a:pt x="3661" y="589"/>
                </a:cubicBezTo>
                <a:cubicBezTo>
                  <a:pt x="3661" y="587"/>
                  <a:pt x="3661" y="587"/>
                  <a:pt x="3661" y="587"/>
                </a:cubicBezTo>
                <a:cubicBezTo>
                  <a:pt x="3611" y="587"/>
                  <a:pt x="3611" y="587"/>
                  <a:pt x="3611" y="587"/>
                </a:cubicBezTo>
                <a:cubicBezTo>
                  <a:pt x="3597" y="590"/>
                  <a:pt x="3597" y="590"/>
                  <a:pt x="3597" y="590"/>
                </a:cubicBezTo>
                <a:cubicBezTo>
                  <a:pt x="3597" y="593"/>
                  <a:pt x="3597" y="593"/>
                  <a:pt x="3597" y="593"/>
                </a:cubicBezTo>
                <a:moveTo>
                  <a:pt x="3597" y="600"/>
                </a:moveTo>
                <a:cubicBezTo>
                  <a:pt x="3612" y="596"/>
                  <a:pt x="3612" y="596"/>
                  <a:pt x="3612" y="596"/>
                </a:cubicBezTo>
                <a:cubicBezTo>
                  <a:pt x="3661" y="596"/>
                  <a:pt x="3661" y="596"/>
                  <a:pt x="3661" y="596"/>
                </a:cubicBezTo>
                <a:cubicBezTo>
                  <a:pt x="3661" y="594"/>
                  <a:pt x="3661" y="594"/>
                  <a:pt x="3661" y="594"/>
                </a:cubicBezTo>
                <a:cubicBezTo>
                  <a:pt x="3611" y="594"/>
                  <a:pt x="3611" y="594"/>
                  <a:pt x="3611" y="594"/>
                </a:cubicBezTo>
                <a:cubicBezTo>
                  <a:pt x="3597" y="598"/>
                  <a:pt x="3597" y="598"/>
                  <a:pt x="3597" y="598"/>
                </a:cubicBezTo>
                <a:cubicBezTo>
                  <a:pt x="3597" y="600"/>
                  <a:pt x="3597" y="600"/>
                  <a:pt x="3597" y="600"/>
                </a:cubicBezTo>
                <a:moveTo>
                  <a:pt x="3597" y="607"/>
                </a:moveTo>
                <a:cubicBezTo>
                  <a:pt x="3612" y="604"/>
                  <a:pt x="3612" y="604"/>
                  <a:pt x="3612" y="604"/>
                </a:cubicBezTo>
                <a:cubicBezTo>
                  <a:pt x="3661" y="604"/>
                  <a:pt x="3661" y="604"/>
                  <a:pt x="3661" y="604"/>
                </a:cubicBezTo>
                <a:cubicBezTo>
                  <a:pt x="3661" y="601"/>
                  <a:pt x="3661" y="601"/>
                  <a:pt x="3661" y="601"/>
                </a:cubicBezTo>
                <a:cubicBezTo>
                  <a:pt x="3611" y="601"/>
                  <a:pt x="3611" y="601"/>
                  <a:pt x="3611" y="601"/>
                </a:cubicBezTo>
                <a:cubicBezTo>
                  <a:pt x="3597" y="605"/>
                  <a:pt x="3597" y="605"/>
                  <a:pt x="3597" y="605"/>
                </a:cubicBezTo>
                <a:cubicBezTo>
                  <a:pt x="3597" y="607"/>
                  <a:pt x="3597" y="607"/>
                  <a:pt x="3597" y="607"/>
                </a:cubicBezTo>
                <a:moveTo>
                  <a:pt x="3597" y="615"/>
                </a:moveTo>
                <a:cubicBezTo>
                  <a:pt x="3612" y="611"/>
                  <a:pt x="3612" y="611"/>
                  <a:pt x="3612" y="611"/>
                </a:cubicBezTo>
                <a:cubicBezTo>
                  <a:pt x="3661" y="611"/>
                  <a:pt x="3661" y="611"/>
                  <a:pt x="3661" y="611"/>
                </a:cubicBezTo>
                <a:cubicBezTo>
                  <a:pt x="3661" y="609"/>
                  <a:pt x="3661" y="609"/>
                  <a:pt x="3661" y="609"/>
                </a:cubicBezTo>
                <a:cubicBezTo>
                  <a:pt x="3611" y="609"/>
                  <a:pt x="3611" y="609"/>
                  <a:pt x="3611" y="609"/>
                </a:cubicBezTo>
                <a:cubicBezTo>
                  <a:pt x="3597" y="613"/>
                  <a:pt x="3597" y="613"/>
                  <a:pt x="3597" y="613"/>
                </a:cubicBezTo>
                <a:cubicBezTo>
                  <a:pt x="3597" y="615"/>
                  <a:pt x="3597" y="615"/>
                  <a:pt x="3597" y="615"/>
                </a:cubicBezTo>
                <a:moveTo>
                  <a:pt x="3557" y="618"/>
                </a:moveTo>
                <a:cubicBezTo>
                  <a:pt x="3559" y="618"/>
                  <a:pt x="3559" y="618"/>
                  <a:pt x="3559" y="618"/>
                </a:cubicBezTo>
                <a:cubicBezTo>
                  <a:pt x="3559" y="585"/>
                  <a:pt x="3559" y="585"/>
                  <a:pt x="3559" y="585"/>
                </a:cubicBezTo>
                <a:cubicBezTo>
                  <a:pt x="3557" y="585"/>
                  <a:pt x="3557" y="585"/>
                  <a:pt x="3557" y="585"/>
                </a:cubicBezTo>
                <a:lnTo>
                  <a:pt x="3557" y="618"/>
                </a:lnTo>
                <a:close/>
                <a:moveTo>
                  <a:pt x="3187" y="391"/>
                </a:moveTo>
                <a:cubicBezTo>
                  <a:pt x="3189" y="391"/>
                  <a:pt x="3189" y="391"/>
                  <a:pt x="3189" y="391"/>
                </a:cubicBezTo>
                <a:cubicBezTo>
                  <a:pt x="3189" y="369"/>
                  <a:pt x="3189" y="369"/>
                  <a:pt x="3189" y="369"/>
                </a:cubicBezTo>
                <a:cubicBezTo>
                  <a:pt x="3187" y="369"/>
                  <a:pt x="3187" y="369"/>
                  <a:pt x="3187" y="369"/>
                </a:cubicBezTo>
                <a:lnTo>
                  <a:pt x="3187" y="391"/>
                </a:lnTo>
                <a:close/>
                <a:moveTo>
                  <a:pt x="3171" y="390"/>
                </a:moveTo>
                <a:cubicBezTo>
                  <a:pt x="3174" y="390"/>
                  <a:pt x="3174" y="390"/>
                  <a:pt x="3174" y="390"/>
                </a:cubicBezTo>
                <a:cubicBezTo>
                  <a:pt x="3174" y="376"/>
                  <a:pt x="3174" y="376"/>
                  <a:pt x="3174" y="376"/>
                </a:cubicBezTo>
                <a:cubicBezTo>
                  <a:pt x="3171" y="376"/>
                  <a:pt x="3171" y="376"/>
                  <a:pt x="3171" y="376"/>
                </a:cubicBezTo>
                <a:lnTo>
                  <a:pt x="3171" y="390"/>
                </a:lnTo>
                <a:close/>
                <a:moveTo>
                  <a:pt x="3231" y="424"/>
                </a:moveTo>
                <a:cubicBezTo>
                  <a:pt x="3234" y="424"/>
                  <a:pt x="3234" y="424"/>
                  <a:pt x="3234" y="424"/>
                </a:cubicBezTo>
                <a:cubicBezTo>
                  <a:pt x="3234" y="381"/>
                  <a:pt x="3234" y="381"/>
                  <a:pt x="3234" y="381"/>
                </a:cubicBezTo>
                <a:cubicBezTo>
                  <a:pt x="3231" y="381"/>
                  <a:pt x="3231" y="381"/>
                  <a:pt x="3231" y="381"/>
                </a:cubicBezTo>
                <a:lnTo>
                  <a:pt x="3231" y="424"/>
                </a:lnTo>
                <a:close/>
                <a:moveTo>
                  <a:pt x="3192" y="458"/>
                </a:moveTo>
                <a:cubicBezTo>
                  <a:pt x="3194" y="458"/>
                  <a:pt x="3194" y="458"/>
                  <a:pt x="3194" y="458"/>
                </a:cubicBezTo>
                <a:cubicBezTo>
                  <a:pt x="3194" y="411"/>
                  <a:pt x="3194" y="411"/>
                  <a:pt x="3194" y="411"/>
                </a:cubicBezTo>
                <a:cubicBezTo>
                  <a:pt x="3192" y="411"/>
                  <a:pt x="3192" y="411"/>
                  <a:pt x="3192" y="411"/>
                </a:cubicBezTo>
                <a:lnTo>
                  <a:pt x="3192" y="458"/>
                </a:lnTo>
                <a:close/>
                <a:moveTo>
                  <a:pt x="3162" y="459"/>
                </a:moveTo>
                <a:cubicBezTo>
                  <a:pt x="3164" y="459"/>
                  <a:pt x="3164" y="459"/>
                  <a:pt x="3164" y="459"/>
                </a:cubicBezTo>
                <a:cubicBezTo>
                  <a:pt x="3164" y="413"/>
                  <a:pt x="3164" y="413"/>
                  <a:pt x="3164" y="413"/>
                </a:cubicBezTo>
                <a:cubicBezTo>
                  <a:pt x="3162" y="413"/>
                  <a:pt x="3162" y="413"/>
                  <a:pt x="3162" y="413"/>
                </a:cubicBezTo>
                <a:lnTo>
                  <a:pt x="3162" y="459"/>
                </a:lnTo>
                <a:close/>
                <a:moveTo>
                  <a:pt x="3090" y="461"/>
                </a:moveTo>
                <a:cubicBezTo>
                  <a:pt x="3085" y="479"/>
                  <a:pt x="3085" y="479"/>
                  <a:pt x="3085" y="479"/>
                </a:cubicBezTo>
                <a:cubicBezTo>
                  <a:pt x="3085" y="484"/>
                  <a:pt x="3085" y="484"/>
                  <a:pt x="3085" y="484"/>
                </a:cubicBezTo>
                <a:cubicBezTo>
                  <a:pt x="3083" y="486"/>
                  <a:pt x="3083" y="486"/>
                  <a:pt x="3083" y="486"/>
                </a:cubicBezTo>
                <a:cubicBezTo>
                  <a:pt x="3082" y="486"/>
                  <a:pt x="3082" y="486"/>
                  <a:pt x="3082" y="486"/>
                </a:cubicBezTo>
                <a:cubicBezTo>
                  <a:pt x="3082" y="548"/>
                  <a:pt x="3082" y="548"/>
                  <a:pt x="3082" y="548"/>
                </a:cubicBezTo>
                <a:cubicBezTo>
                  <a:pt x="3084" y="548"/>
                  <a:pt x="3084" y="548"/>
                  <a:pt x="3084" y="548"/>
                </a:cubicBezTo>
                <a:cubicBezTo>
                  <a:pt x="3084" y="488"/>
                  <a:pt x="3084" y="488"/>
                  <a:pt x="3084" y="488"/>
                </a:cubicBezTo>
                <a:cubicBezTo>
                  <a:pt x="3087" y="486"/>
                  <a:pt x="3087" y="486"/>
                  <a:pt x="3087" y="486"/>
                </a:cubicBezTo>
                <a:cubicBezTo>
                  <a:pt x="3087" y="486"/>
                  <a:pt x="3087" y="486"/>
                  <a:pt x="3087" y="486"/>
                </a:cubicBezTo>
                <a:cubicBezTo>
                  <a:pt x="3087" y="479"/>
                  <a:pt x="3087" y="479"/>
                  <a:pt x="3087" y="479"/>
                </a:cubicBezTo>
                <a:cubicBezTo>
                  <a:pt x="3092" y="461"/>
                  <a:pt x="3092" y="461"/>
                  <a:pt x="3092" y="461"/>
                </a:cubicBezTo>
                <a:cubicBezTo>
                  <a:pt x="3090" y="461"/>
                  <a:pt x="3090" y="461"/>
                  <a:pt x="3090" y="461"/>
                </a:cubicBezTo>
                <a:moveTo>
                  <a:pt x="3093" y="583"/>
                </a:moveTo>
                <a:cubicBezTo>
                  <a:pt x="3118" y="580"/>
                  <a:pt x="3118" y="580"/>
                  <a:pt x="3118" y="580"/>
                </a:cubicBezTo>
                <a:cubicBezTo>
                  <a:pt x="3169" y="580"/>
                  <a:pt x="3169" y="580"/>
                  <a:pt x="3169" y="580"/>
                </a:cubicBezTo>
                <a:cubicBezTo>
                  <a:pt x="3169" y="578"/>
                  <a:pt x="3169" y="578"/>
                  <a:pt x="3169" y="578"/>
                </a:cubicBezTo>
                <a:cubicBezTo>
                  <a:pt x="3118" y="578"/>
                  <a:pt x="3118" y="578"/>
                  <a:pt x="3118" y="578"/>
                </a:cubicBezTo>
                <a:cubicBezTo>
                  <a:pt x="3093" y="581"/>
                  <a:pt x="3093" y="581"/>
                  <a:pt x="3093" y="581"/>
                </a:cubicBezTo>
                <a:cubicBezTo>
                  <a:pt x="3093" y="583"/>
                  <a:pt x="3093" y="583"/>
                  <a:pt x="3093" y="583"/>
                </a:cubicBezTo>
                <a:moveTo>
                  <a:pt x="3103" y="671"/>
                </a:moveTo>
                <a:cubicBezTo>
                  <a:pt x="3103" y="665"/>
                  <a:pt x="3103" y="665"/>
                  <a:pt x="3103" y="665"/>
                </a:cubicBezTo>
                <a:cubicBezTo>
                  <a:pt x="3142" y="665"/>
                  <a:pt x="3142" y="665"/>
                  <a:pt x="3142" y="665"/>
                </a:cubicBezTo>
                <a:cubicBezTo>
                  <a:pt x="3142" y="660"/>
                  <a:pt x="3142" y="660"/>
                  <a:pt x="3142" y="660"/>
                </a:cubicBezTo>
                <a:cubicBezTo>
                  <a:pt x="3168" y="660"/>
                  <a:pt x="3168" y="660"/>
                  <a:pt x="3168" y="660"/>
                </a:cubicBezTo>
                <a:cubicBezTo>
                  <a:pt x="3168" y="658"/>
                  <a:pt x="3168" y="658"/>
                  <a:pt x="3168" y="658"/>
                </a:cubicBezTo>
                <a:cubicBezTo>
                  <a:pt x="3140" y="658"/>
                  <a:pt x="3140" y="658"/>
                  <a:pt x="3140" y="658"/>
                </a:cubicBezTo>
                <a:cubicBezTo>
                  <a:pt x="3140" y="663"/>
                  <a:pt x="3140" y="663"/>
                  <a:pt x="3140" y="663"/>
                </a:cubicBezTo>
                <a:cubicBezTo>
                  <a:pt x="3101" y="663"/>
                  <a:pt x="3101" y="663"/>
                  <a:pt x="3101" y="663"/>
                </a:cubicBezTo>
                <a:cubicBezTo>
                  <a:pt x="3101" y="671"/>
                  <a:pt x="3101" y="671"/>
                  <a:pt x="3101" y="671"/>
                </a:cubicBezTo>
                <a:cubicBezTo>
                  <a:pt x="3103" y="671"/>
                  <a:pt x="3103" y="671"/>
                  <a:pt x="3103" y="671"/>
                </a:cubicBezTo>
                <a:moveTo>
                  <a:pt x="3174" y="670"/>
                </a:moveTo>
                <a:cubicBezTo>
                  <a:pt x="3174" y="644"/>
                  <a:pt x="3174" y="644"/>
                  <a:pt x="3174" y="644"/>
                </a:cubicBezTo>
                <a:cubicBezTo>
                  <a:pt x="3181" y="644"/>
                  <a:pt x="3181" y="644"/>
                  <a:pt x="3181" y="644"/>
                </a:cubicBezTo>
                <a:cubicBezTo>
                  <a:pt x="3181" y="665"/>
                  <a:pt x="3181" y="665"/>
                  <a:pt x="3181" y="665"/>
                </a:cubicBezTo>
                <a:cubicBezTo>
                  <a:pt x="3219" y="665"/>
                  <a:pt x="3219" y="665"/>
                  <a:pt x="3219" y="665"/>
                </a:cubicBezTo>
                <a:cubicBezTo>
                  <a:pt x="3219" y="663"/>
                  <a:pt x="3219" y="663"/>
                  <a:pt x="3219" y="663"/>
                </a:cubicBezTo>
                <a:cubicBezTo>
                  <a:pt x="3183" y="663"/>
                  <a:pt x="3183" y="663"/>
                  <a:pt x="3183" y="663"/>
                </a:cubicBezTo>
                <a:cubicBezTo>
                  <a:pt x="3183" y="642"/>
                  <a:pt x="3183" y="642"/>
                  <a:pt x="3183" y="642"/>
                </a:cubicBezTo>
                <a:cubicBezTo>
                  <a:pt x="3171" y="642"/>
                  <a:pt x="3171" y="642"/>
                  <a:pt x="3171" y="642"/>
                </a:cubicBezTo>
                <a:cubicBezTo>
                  <a:pt x="3171" y="670"/>
                  <a:pt x="3171" y="670"/>
                  <a:pt x="3171" y="670"/>
                </a:cubicBezTo>
                <a:cubicBezTo>
                  <a:pt x="3174" y="670"/>
                  <a:pt x="3174" y="670"/>
                  <a:pt x="3174" y="670"/>
                </a:cubicBezTo>
                <a:moveTo>
                  <a:pt x="3152" y="515"/>
                </a:moveTo>
                <a:cubicBezTo>
                  <a:pt x="3193" y="515"/>
                  <a:pt x="3193" y="515"/>
                  <a:pt x="3193" y="515"/>
                </a:cubicBezTo>
                <a:cubicBezTo>
                  <a:pt x="3193" y="513"/>
                  <a:pt x="3193" y="513"/>
                  <a:pt x="3193" y="513"/>
                </a:cubicBezTo>
                <a:cubicBezTo>
                  <a:pt x="3152" y="513"/>
                  <a:pt x="3152" y="513"/>
                  <a:pt x="3152" y="513"/>
                </a:cubicBezTo>
                <a:lnTo>
                  <a:pt x="3152" y="515"/>
                </a:lnTo>
                <a:close/>
                <a:moveTo>
                  <a:pt x="3151" y="558"/>
                </a:moveTo>
                <a:cubicBezTo>
                  <a:pt x="3153" y="558"/>
                  <a:pt x="3153" y="558"/>
                  <a:pt x="3153" y="558"/>
                </a:cubicBezTo>
                <a:cubicBezTo>
                  <a:pt x="3153" y="506"/>
                  <a:pt x="3153" y="506"/>
                  <a:pt x="3153" y="506"/>
                </a:cubicBezTo>
                <a:cubicBezTo>
                  <a:pt x="3151" y="506"/>
                  <a:pt x="3151" y="506"/>
                  <a:pt x="3151" y="506"/>
                </a:cubicBezTo>
                <a:lnTo>
                  <a:pt x="3151" y="558"/>
                </a:lnTo>
                <a:close/>
                <a:moveTo>
                  <a:pt x="3192" y="547"/>
                </a:moveTo>
                <a:cubicBezTo>
                  <a:pt x="3194" y="547"/>
                  <a:pt x="3194" y="547"/>
                  <a:pt x="3194" y="547"/>
                </a:cubicBezTo>
                <a:cubicBezTo>
                  <a:pt x="3194" y="507"/>
                  <a:pt x="3194" y="507"/>
                  <a:pt x="3194" y="507"/>
                </a:cubicBezTo>
                <a:cubicBezTo>
                  <a:pt x="3192" y="507"/>
                  <a:pt x="3192" y="507"/>
                  <a:pt x="3192" y="507"/>
                </a:cubicBezTo>
                <a:lnTo>
                  <a:pt x="3192" y="547"/>
                </a:lnTo>
                <a:close/>
                <a:moveTo>
                  <a:pt x="3191" y="559"/>
                </a:moveTo>
                <a:cubicBezTo>
                  <a:pt x="3191" y="549"/>
                  <a:pt x="3191" y="549"/>
                  <a:pt x="3191" y="549"/>
                </a:cubicBezTo>
                <a:cubicBezTo>
                  <a:pt x="3206" y="545"/>
                  <a:pt x="3206" y="545"/>
                  <a:pt x="3206" y="545"/>
                </a:cubicBezTo>
                <a:cubicBezTo>
                  <a:pt x="3219" y="545"/>
                  <a:pt x="3219" y="545"/>
                  <a:pt x="3219" y="545"/>
                </a:cubicBezTo>
                <a:cubicBezTo>
                  <a:pt x="3219" y="557"/>
                  <a:pt x="3219" y="557"/>
                  <a:pt x="3219" y="557"/>
                </a:cubicBezTo>
                <a:cubicBezTo>
                  <a:pt x="3221" y="557"/>
                  <a:pt x="3221" y="557"/>
                  <a:pt x="3221" y="557"/>
                </a:cubicBezTo>
                <a:cubicBezTo>
                  <a:pt x="3221" y="543"/>
                  <a:pt x="3221" y="543"/>
                  <a:pt x="3221" y="543"/>
                </a:cubicBezTo>
                <a:cubicBezTo>
                  <a:pt x="3206" y="543"/>
                  <a:pt x="3206" y="543"/>
                  <a:pt x="3206" y="543"/>
                </a:cubicBezTo>
                <a:cubicBezTo>
                  <a:pt x="3189" y="547"/>
                  <a:pt x="3189" y="547"/>
                  <a:pt x="3189" y="547"/>
                </a:cubicBezTo>
                <a:cubicBezTo>
                  <a:pt x="3189" y="559"/>
                  <a:pt x="3189" y="559"/>
                  <a:pt x="3189" y="559"/>
                </a:cubicBezTo>
                <a:cubicBezTo>
                  <a:pt x="3191" y="559"/>
                  <a:pt x="3191" y="559"/>
                  <a:pt x="3191" y="559"/>
                </a:cubicBezTo>
                <a:moveTo>
                  <a:pt x="3205" y="558"/>
                </a:moveTo>
                <a:cubicBezTo>
                  <a:pt x="3207" y="558"/>
                  <a:pt x="3207" y="558"/>
                  <a:pt x="3207" y="558"/>
                </a:cubicBezTo>
                <a:cubicBezTo>
                  <a:pt x="3207" y="544"/>
                  <a:pt x="3207" y="544"/>
                  <a:pt x="3207" y="544"/>
                </a:cubicBezTo>
                <a:cubicBezTo>
                  <a:pt x="3205" y="544"/>
                  <a:pt x="3205" y="544"/>
                  <a:pt x="3205" y="544"/>
                </a:cubicBezTo>
                <a:lnTo>
                  <a:pt x="3205" y="558"/>
                </a:lnTo>
                <a:close/>
                <a:moveTo>
                  <a:pt x="3087" y="378"/>
                </a:moveTo>
                <a:cubicBezTo>
                  <a:pt x="3087" y="386"/>
                  <a:pt x="3087" y="386"/>
                  <a:pt x="3087" y="386"/>
                </a:cubicBezTo>
                <a:cubicBezTo>
                  <a:pt x="3087" y="387"/>
                  <a:pt x="3087" y="387"/>
                  <a:pt x="3087" y="387"/>
                </a:cubicBezTo>
                <a:cubicBezTo>
                  <a:pt x="3098" y="387"/>
                  <a:pt x="3098" y="387"/>
                  <a:pt x="3098" y="387"/>
                </a:cubicBezTo>
                <a:cubicBezTo>
                  <a:pt x="3098" y="385"/>
                  <a:pt x="3098" y="385"/>
                  <a:pt x="3098" y="385"/>
                </a:cubicBezTo>
                <a:cubicBezTo>
                  <a:pt x="3089" y="385"/>
                  <a:pt x="3089" y="385"/>
                  <a:pt x="3089" y="385"/>
                </a:cubicBezTo>
                <a:cubicBezTo>
                  <a:pt x="3090" y="378"/>
                  <a:pt x="3090" y="378"/>
                  <a:pt x="3090" y="378"/>
                </a:cubicBezTo>
                <a:cubicBezTo>
                  <a:pt x="3087" y="378"/>
                  <a:pt x="3087" y="378"/>
                  <a:pt x="3087" y="378"/>
                </a:cubicBezTo>
                <a:moveTo>
                  <a:pt x="3126" y="367"/>
                </a:moveTo>
                <a:cubicBezTo>
                  <a:pt x="3134" y="367"/>
                  <a:pt x="3134" y="367"/>
                  <a:pt x="3134" y="367"/>
                </a:cubicBezTo>
                <a:cubicBezTo>
                  <a:pt x="3134" y="387"/>
                  <a:pt x="3134" y="387"/>
                  <a:pt x="3134" y="387"/>
                </a:cubicBezTo>
                <a:cubicBezTo>
                  <a:pt x="3136" y="387"/>
                  <a:pt x="3136" y="387"/>
                  <a:pt x="3136" y="387"/>
                </a:cubicBezTo>
                <a:cubicBezTo>
                  <a:pt x="3136" y="365"/>
                  <a:pt x="3136" y="365"/>
                  <a:pt x="3136" y="365"/>
                </a:cubicBezTo>
                <a:cubicBezTo>
                  <a:pt x="3126" y="365"/>
                  <a:pt x="3126" y="365"/>
                  <a:pt x="3126" y="365"/>
                </a:cubicBezTo>
                <a:cubicBezTo>
                  <a:pt x="3126" y="367"/>
                  <a:pt x="3126" y="367"/>
                  <a:pt x="3126" y="367"/>
                </a:cubicBezTo>
                <a:moveTo>
                  <a:pt x="3118" y="360"/>
                </a:moveTo>
                <a:cubicBezTo>
                  <a:pt x="3120" y="360"/>
                  <a:pt x="3120" y="360"/>
                  <a:pt x="3120" y="360"/>
                </a:cubicBezTo>
                <a:cubicBezTo>
                  <a:pt x="3120" y="341"/>
                  <a:pt x="3120" y="341"/>
                  <a:pt x="3120" y="341"/>
                </a:cubicBezTo>
                <a:cubicBezTo>
                  <a:pt x="3118" y="341"/>
                  <a:pt x="3118" y="341"/>
                  <a:pt x="3118" y="341"/>
                </a:cubicBezTo>
                <a:lnTo>
                  <a:pt x="3118" y="360"/>
                </a:lnTo>
                <a:close/>
                <a:moveTo>
                  <a:pt x="3111" y="360"/>
                </a:moveTo>
                <a:cubicBezTo>
                  <a:pt x="3114" y="360"/>
                  <a:pt x="3114" y="360"/>
                  <a:pt x="3114" y="360"/>
                </a:cubicBezTo>
                <a:cubicBezTo>
                  <a:pt x="3114" y="352"/>
                  <a:pt x="3114" y="352"/>
                  <a:pt x="3114" y="352"/>
                </a:cubicBezTo>
                <a:cubicBezTo>
                  <a:pt x="3111" y="352"/>
                  <a:pt x="3111" y="352"/>
                  <a:pt x="3111" y="352"/>
                </a:cubicBezTo>
                <a:lnTo>
                  <a:pt x="3111" y="360"/>
                </a:lnTo>
                <a:close/>
                <a:moveTo>
                  <a:pt x="3178" y="448"/>
                </a:moveTo>
                <a:cubicBezTo>
                  <a:pt x="3180" y="448"/>
                  <a:pt x="3180" y="448"/>
                  <a:pt x="3180" y="448"/>
                </a:cubicBezTo>
                <a:cubicBezTo>
                  <a:pt x="3180" y="391"/>
                  <a:pt x="3180" y="391"/>
                  <a:pt x="3180" y="391"/>
                </a:cubicBezTo>
                <a:cubicBezTo>
                  <a:pt x="3178" y="391"/>
                  <a:pt x="3178" y="391"/>
                  <a:pt x="3178" y="391"/>
                </a:cubicBezTo>
                <a:lnTo>
                  <a:pt x="3178" y="448"/>
                </a:lnTo>
                <a:close/>
                <a:moveTo>
                  <a:pt x="3241" y="416"/>
                </a:moveTo>
                <a:cubicBezTo>
                  <a:pt x="3243" y="416"/>
                  <a:pt x="3243" y="416"/>
                  <a:pt x="3243" y="416"/>
                </a:cubicBezTo>
                <a:cubicBezTo>
                  <a:pt x="3243" y="381"/>
                  <a:pt x="3243" y="381"/>
                  <a:pt x="3243" y="381"/>
                </a:cubicBezTo>
                <a:cubicBezTo>
                  <a:pt x="3241" y="381"/>
                  <a:pt x="3241" y="381"/>
                  <a:pt x="3241" y="381"/>
                </a:cubicBezTo>
                <a:lnTo>
                  <a:pt x="3241" y="416"/>
                </a:lnTo>
                <a:close/>
                <a:moveTo>
                  <a:pt x="3176" y="481"/>
                </a:moveTo>
                <a:cubicBezTo>
                  <a:pt x="3225" y="481"/>
                  <a:pt x="3225" y="481"/>
                  <a:pt x="3225" y="481"/>
                </a:cubicBezTo>
                <a:cubicBezTo>
                  <a:pt x="3225" y="479"/>
                  <a:pt x="3225" y="479"/>
                  <a:pt x="3225" y="479"/>
                </a:cubicBezTo>
                <a:cubicBezTo>
                  <a:pt x="3176" y="479"/>
                  <a:pt x="3176" y="479"/>
                  <a:pt x="3176" y="479"/>
                </a:cubicBezTo>
                <a:lnTo>
                  <a:pt x="3176" y="481"/>
                </a:lnTo>
                <a:close/>
                <a:moveTo>
                  <a:pt x="2996" y="478"/>
                </a:moveTo>
                <a:cubicBezTo>
                  <a:pt x="3012" y="478"/>
                  <a:pt x="3012" y="478"/>
                  <a:pt x="3012" y="478"/>
                </a:cubicBezTo>
                <a:cubicBezTo>
                  <a:pt x="3012" y="493"/>
                  <a:pt x="3012" y="493"/>
                  <a:pt x="3012" y="493"/>
                </a:cubicBezTo>
                <a:cubicBezTo>
                  <a:pt x="3015" y="493"/>
                  <a:pt x="3015" y="493"/>
                  <a:pt x="3015" y="493"/>
                </a:cubicBezTo>
                <a:cubicBezTo>
                  <a:pt x="3015" y="476"/>
                  <a:pt x="3015" y="476"/>
                  <a:pt x="3015" y="476"/>
                </a:cubicBezTo>
                <a:cubicBezTo>
                  <a:pt x="2996" y="476"/>
                  <a:pt x="2996" y="476"/>
                  <a:pt x="2996" y="476"/>
                </a:cubicBezTo>
                <a:cubicBezTo>
                  <a:pt x="2996" y="478"/>
                  <a:pt x="2996" y="478"/>
                  <a:pt x="2996" y="478"/>
                </a:cubicBezTo>
                <a:moveTo>
                  <a:pt x="3027" y="387"/>
                </a:moveTo>
                <a:cubicBezTo>
                  <a:pt x="3029" y="387"/>
                  <a:pt x="3029" y="387"/>
                  <a:pt x="3029" y="387"/>
                </a:cubicBezTo>
                <a:cubicBezTo>
                  <a:pt x="3029" y="375"/>
                  <a:pt x="3029" y="375"/>
                  <a:pt x="3029" y="375"/>
                </a:cubicBezTo>
                <a:cubicBezTo>
                  <a:pt x="3027" y="375"/>
                  <a:pt x="3027" y="375"/>
                  <a:pt x="3027" y="375"/>
                </a:cubicBezTo>
                <a:lnTo>
                  <a:pt x="3027" y="387"/>
                </a:lnTo>
                <a:close/>
                <a:moveTo>
                  <a:pt x="3031" y="430"/>
                </a:moveTo>
                <a:cubicBezTo>
                  <a:pt x="3034" y="430"/>
                  <a:pt x="3034" y="430"/>
                  <a:pt x="3034" y="430"/>
                </a:cubicBezTo>
                <a:cubicBezTo>
                  <a:pt x="3034" y="410"/>
                  <a:pt x="3034" y="410"/>
                  <a:pt x="3034" y="410"/>
                </a:cubicBezTo>
                <a:cubicBezTo>
                  <a:pt x="3031" y="410"/>
                  <a:pt x="3031" y="410"/>
                  <a:pt x="3031" y="410"/>
                </a:cubicBezTo>
                <a:lnTo>
                  <a:pt x="3031" y="430"/>
                </a:lnTo>
                <a:close/>
                <a:moveTo>
                  <a:pt x="3060" y="492"/>
                </a:moveTo>
                <a:cubicBezTo>
                  <a:pt x="3062" y="492"/>
                  <a:pt x="3062" y="492"/>
                  <a:pt x="3062" y="492"/>
                </a:cubicBezTo>
                <a:cubicBezTo>
                  <a:pt x="3062" y="431"/>
                  <a:pt x="3062" y="431"/>
                  <a:pt x="3062" y="431"/>
                </a:cubicBezTo>
                <a:cubicBezTo>
                  <a:pt x="3060" y="431"/>
                  <a:pt x="3060" y="431"/>
                  <a:pt x="3060" y="431"/>
                </a:cubicBezTo>
                <a:lnTo>
                  <a:pt x="3060" y="492"/>
                </a:lnTo>
                <a:close/>
                <a:moveTo>
                  <a:pt x="3051" y="499"/>
                </a:moveTo>
                <a:cubicBezTo>
                  <a:pt x="3066" y="499"/>
                  <a:pt x="3066" y="499"/>
                  <a:pt x="3066" y="499"/>
                </a:cubicBezTo>
                <a:cubicBezTo>
                  <a:pt x="3066" y="497"/>
                  <a:pt x="3066" y="497"/>
                  <a:pt x="3066" y="497"/>
                </a:cubicBezTo>
                <a:cubicBezTo>
                  <a:pt x="3051" y="497"/>
                  <a:pt x="3051" y="497"/>
                  <a:pt x="3051" y="497"/>
                </a:cubicBezTo>
                <a:lnTo>
                  <a:pt x="3051" y="499"/>
                </a:lnTo>
                <a:close/>
                <a:moveTo>
                  <a:pt x="3065" y="492"/>
                </a:moveTo>
                <a:cubicBezTo>
                  <a:pt x="3083" y="488"/>
                  <a:pt x="3083" y="488"/>
                  <a:pt x="3083" y="488"/>
                </a:cubicBezTo>
                <a:cubicBezTo>
                  <a:pt x="3108" y="488"/>
                  <a:pt x="3108" y="488"/>
                  <a:pt x="3108" y="488"/>
                </a:cubicBezTo>
                <a:cubicBezTo>
                  <a:pt x="3108" y="486"/>
                  <a:pt x="3108" y="486"/>
                  <a:pt x="3108" y="486"/>
                </a:cubicBezTo>
                <a:cubicBezTo>
                  <a:pt x="3083" y="486"/>
                  <a:pt x="3083" y="486"/>
                  <a:pt x="3083" y="486"/>
                </a:cubicBezTo>
                <a:cubicBezTo>
                  <a:pt x="3065" y="490"/>
                  <a:pt x="3065" y="490"/>
                  <a:pt x="3065" y="490"/>
                </a:cubicBezTo>
                <a:cubicBezTo>
                  <a:pt x="3065" y="492"/>
                  <a:pt x="3065" y="492"/>
                  <a:pt x="3065" y="492"/>
                </a:cubicBezTo>
                <a:moveTo>
                  <a:pt x="3101" y="540"/>
                </a:moveTo>
                <a:cubicBezTo>
                  <a:pt x="3103" y="540"/>
                  <a:pt x="3103" y="540"/>
                  <a:pt x="3103" y="540"/>
                </a:cubicBezTo>
                <a:cubicBezTo>
                  <a:pt x="3103" y="497"/>
                  <a:pt x="3103" y="497"/>
                  <a:pt x="3103" y="497"/>
                </a:cubicBezTo>
                <a:cubicBezTo>
                  <a:pt x="3101" y="497"/>
                  <a:pt x="3101" y="497"/>
                  <a:pt x="3101" y="497"/>
                </a:cubicBezTo>
                <a:lnTo>
                  <a:pt x="3101" y="540"/>
                </a:lnTo>
                <a:close/>
                <a:moveTo>
                  <a:pt x="3121" y="498"/>
                </a:moveTo>
                <a:cubicBezTo>
                  <a:pt x="3121" y="412"/>
                  <a:pt x="3121" y="412"/>
                  <a:pt x="3121" y="412"/>
                </a:cubicBezTo>
                <a:cubicBezTo>
                  <a:pt x="3132" y="412"/>
                  <a:pt x="3132" y="412"/>
                  <a:pt x="3132" y="412"/>
                </a:cubicBezTo>
                <a:cubicBezTo>
                  <a:pt x="3132" y="410"/>
                  <a:pt x="3132" y="410"/>
                  <a:pt x="3132" y="410"/>
                </a:cubicBezTo>
                <a:cubicBezTo>
                  <a:pt x="3119" y="410"/>
                  <a:pt x="3119" y="410"/>
                  <a:pt x="3119" y="410"/>
                </a:cubicBezTo>
                <a:cubicBezTo>
                  <a:pt x="3119" y="498"/>
                  <a:pt x="3119" y="498"/>
                  <a:pt x="3119" y="498"/>
                </a:cubicBezTo>
                <a:cubicBezTo>
                  <a:pt x="3121" y="498"/>
                  <a:pt x="3121" y="498"/>
                  <a:pt x="3121" y="498"/>
                </a:cubicBezTo>
                <a:moveTo>
                  <a:pt x="3018" y="398"/>
                </a:moveTo>
                <a:cubicBezTo>
                  <a:pt x="3037" y="398"/>
                  <a:pt x="3037" y="398"/>
                  <a:pt x="3037" y="398"/>
                </a:cubicBezTo>
                <a:cubicBezTo>
                  <a:pt x="3037" y="396"/>
                  <a:pt x="3037" y="396"/>
                  <a:pt x="3037" y="396"/>
                </a:cubicBezTo>
                <a:cubicBezTo>
                  <a:pt x="3018" y="396"/>
                  <a:pt x="3018" y="396"/>
                  <a:pt x="3018" y="396"/>
                </a:cubicBezTo>
                <a:lnTo>
                  <a:pt x="3018" y="398"/>
                </a:lnTo>
                <a:close/>
                <a:moveTo>
                  <a:pt x="2960" y="521"/>
                </a:moveTo>
                <a:cubicBezTo>
                  <a:pt x="2991" y="521"/>
                  <a:pt x="2991" y="521"/>
                  <a:pt x="2991" y="521"/>
                </a:cubicBezTo>
                <a:cubicBezTo>
                  <a:pt x="2991" y="519"/>
                  <a:pt x="2991" y="519"/>
                  <a:pt x="2991" y="519"/>
                </a:cubicBezTo>
                <a:cubicBezTo>
                  <a:pt x="2960" y="519"/>
                  <a:pt x="2960" y="519"/>
                  <a:pt x="2960" y="519"/>
                </a:cubicBezTo>
                <a:lnTo>
                  <a:pt x="2960" y="521"/>
                </a:lnTo>
                <a:close/>
                <a:moveTo>
                  <a:pt x="2959" y="562"/>
                </a:moveTo>
                <a:cubicBezTo>
                  <a:pt x="2992" y="562"/>
                  <a:pt x="2992" y="562"/>
                  <a:pt x="2992" y="562"/>
                </a:cubicBezTo>
                <a:cubicBezTo>
                  <a:pt x="2992" y="560"/>
                  <a:pt x="2992" y="560"/>
                  <a:pt x="2992" y="560"/>
                </a:cubicBezTo>
                <a:cubicBezTo>
                  <a:pt x="2959" y="560"/>
                  <a:pt x="2959" y="560"/>
                  <a:pt x="2959" y="560"/>
                </a:cubicBezTo>
                <a:lnTo>
                  <a:pt x="2959" y="562"/>
                </a:lnTo>
                <a:close/>
                <a:moveTo>
                  <a:pt x="2966" y="670"/>
                </a:moveTo>
                <a:cubicBezTo>
                  <a:pt x="2966" y="596"/>
                  <a:pt x="2966" y="596"/>
                  <a:pt x="2966" y="596"/>
                </a:cubicBezTo>
                <a:cubicBezTo>
                  <a:pt x="2977" y="591"/>
                  <a:pt x="2977" y="591"/>
                  <a:pt x="2977" y="591"/>
                </a:cubicBezTo>
                <a:cubicBezTo>
                  <a:pt x="2976" y="589"/>
                  <a:pt x="2976" y="589"/>
                  <a:pt x="2976" y="589"/>
                </a:cubicBezTo>
                <a:cubicBezTo>
                  <a:pt x="2964" y="595"/>
                  <a:pt x="2964" y="595"/>
                  <a:pt x="2964" y="595"/>
                </a:cubicBezTo>
                <a:cubicBezTo>
                  <a:pt x="2964" y="670"/>
                  <a:pt x="2964" y="670"/>
                  <a:pt x="2964" y="670"/>
                </a:cubicBezTo>
                <a:cubicBezTo>
                  <a:pt x="2966" y="670"/>
                  <a:pt x="2966" y="670"/>
                  <a:pt x="2966" y="670"/>
                </a:cubicBezTo>
                <a:moveTo>
                  <a:pt x="2965" y="603"/>
                </a:moveTo>
                <a:cubicBezTo>
                  <a:pt x="2977" y="599"/>
                  <a:pt x="2977" y="599"/>
                  <a:pt x="2977" y="599"/>
                </a:cubicBezTo>
                <a:cubicBezTo>
                  <a:pt x="3022" y="599"/>
                  <a:pt x="3022" y="599"/>
                  <a:pt x="3022" y="599"/>
                </a:cubicBezTo>
                <a:cubicBezTo>
                  <a:pt x="3022" y="597"/>
                  <a:pt x="3022" y="597"/>
                  <a:pt x="3022" y="597"/>
                </a:cubicBezTo>
                <a:cubicBezTo>
                  <a:pt x="2976" y="597"/>
                  <a:pt x="2976" y="597"/>
                  <a:pt x="2976" y="597"/>
                </a:cubicBezTo>
                <a:cubicBezTo>
                  <a:pt x="2964" y="601"/>
                  <a:pt x="2964" y="601"/>
                  <a:pt x="2964" y="601"/>
                </a:cubicBezTo>
                <a:cubicBezTo>
                  <a:pt x="2965" y="603"/>
                  <a:pt x="2965" y="603"/>
                  <a:pt x="2965" y="603"/>
                </a:cubicBezTo>
                <a:moveTo>
                  <a:pt x="2956" y="643"/>
                </a:moveTo>
                <a:cubicBezTo>
                  <a:pt x="2958" y="643"/>
                  <a:pt x="2958" y="643"/>
                  <a:pt x="2958" y="643"/>
                </a:cubicBezTo>
                <a:cubicBezTo>
                  <a:pt x="2958" y="483"/>
                  <a:pt x="2958" y="483"/>
                  <a:pt x="2958" y="483"/>
                </a:cubicBezTo>
                <a:cubicBezTo>
                  <a:pt x="2956" y="483"/>
                  <a:pt x="2956" y="483"/>
                  <a:pt x="2956" y="483"/>
                </a:cubicBezTo>
                <a:lnTo>
                  <a:pt x="2956" y="643"/>
                </a:lnTo>
                <a:close/>
                <a:moveTo>
                  <a:pt x="2999" y="591"/>
                </a:moveTo>
                <a:cubicBezTo>
                  <a:pt x="3001" y="591"/>
                  <a:pt x="3001" y="591"/>
                  <a:pt x="3001" y="591"/>
                </a:cubicBezTo>
                <a:cubicBezTo>
                  <a:pt x="3001" y="483"/>
                  <a:pt x="3001" y="483"/>
                  <a:pt x="3001" y="483"/>
                </a:cubicBezTo>
                <a:cubicBezTo>
                  <a:pt x="2999" y="483"/>
                  <a:pt x="2999" y="483"/>
                  <a:pt x="2999" y="483"/>
                </a:cubicBezTo>
                <a:lnTo>
                  <a:pt x="2999" y="591"/>
                </a:lnTo>
                <a:close/>
                <a:moveTo>
                  <a:pt x="2902" y="459"/>
                </a:moveTo>
                <a:cubicBezTo>
                  <a:pt x="2911" y="459"/>
                  <a:pt x="2911" y="459"/>
                  <a:pt x="2911" y="459"/>
                </a:cubicBezTo>
                <a:cubicBezTo>
                  <a:pt x="2911" y="453"/>
                  <a:pt x="2911" y="453"/>
                  <a:pt x="2911" y="453"/>
                </a:cubicBezTo>
                <a:cubicBezTo>
                  <a:pt x="2925" y="453"/>
                  <a:pt x="2925" y="453"/>
                  <a:pt x="2925" y="453"/>
                </a:cubicBezTo>
                <a:cubicBezTo>
                  <a:pt x="2925" y="450"/>
                  <a:pt x="2925" y="450"/>
                  <a:pt x="2925" y="450"/>
                </a:cubicBezTo>
                <a:cubicBezTo>
                  <a:pt x="2935" y="450"/>
                  <a:pt x="2935" y="450"/>
                  <a:pt x="2935" y="450"/>
                </a:cubicBezTo>
                <a:cubicBezTo>
                  <a:pt x="2935" y="448"/>
                  <a:pt x="2935" y="448"/>
                  <a:pt x="2935" y="448"/>
                </a:cubicBezTo>
                <a:cubicBezTo>
                  <a:pt x="2923" y="448"/>
                  <a:pt x="2923" y="448"/>
                  <a:pt x="2923" y="448"/>
                </a:cubicBezTo>
                <a:cubicBezTo>
                  <a:pt x="2923" y="451"/>
                  <a:pt x="2923" y="451"/>
                  <a:pt x="2923" y="451"/>
                </a:cubicBezTo>
                <a:cubicBezTo>
                  <a:pt x="2908" y="451"/>
                  <a:pt x="2908" y="451"/>
                  <a:pt x="2908" y="451"/>
                </a:cubicBezTo>
                <a:cubicBezTo>
                  <a:pt x="2908" y="457"/>
                  <a:pt x="2908" y="457"/>
                  <a:pt x="2908" y="457"/>
                </a:cubicBezTo>
                <a:cubicBezTo>
                  <a:pt x="2902" y="457"/>
                  <a:pt x="2902" y="457"/>
                  <a:pt x="2902" y="457"/>
                </a:cubicBezTo>
                <a:cubicBezTo>
                  <a:pt x="2902" y="459"/>
                  <a:pt x="2902" y="459"/>
                  <a:pt x="2902" y="459"/>
                </a:cubicBezTo>
                <a:moveTo>
                  <a:pt x="2840" y="488"/>
                </a:moveTo>
                <a:cubicBezTo>
                  <a:pt x="2842" y="488"/>
                  <a:pt x="2842" y="488"/>
                  <a:pt x="2842" y="488"/>
                </a:cubicBezTo>
                <a:cubicBezTo>
                  <a:pt x="2842" y="440"/>
                  <a:pt x="2842" y="440"/>
                  <a:pt x="2842" y="440"/>
                </a:cubicBezTo>
                <a:cubicBezTo>
                  <a:pt x="2840" y="440"/>
                  <a:pt x="2840" y="440"/>
                  <a:pt x="2840" y="440"/>
                </a:cubicBezTo>
                <a:lnTo>
                  <a:pt x="2840" y="488"/>
                </a:lnTo>
                <a:close/>
                <a:moveTo>
                  <a:pt x="2830" y="506"/>
                </a:moveTo>
                <a:cubicBezTo>
                  <a:pt x="2840" y="502"/>
                  <a:pt x="2840" y="502"/>
                  <a:pt x="2840" y="502"/>
                </a:cubicBezTo>
                <a:cubicBezTo>
                  <a:pt x="2860" y="502"/>
                  <a:pt x="2860" y="502"/>
                  <a:pt x="2860" y="502"/>
                </a:cubicBezTo>
                <a:cubicBezTo>
                  <a:pt x="2860" y="499"/>
                  <a:pt x="2860" y="499"/>
                  <a:pt x="2860" y="499"/>
                </a:cubicBezTo>
                <a:cubicBezTo>
                  <a:pt x="2840" y="499"/>
                  <a:pt x="2840" y="499"/>
                  <a:pt x="2840" y="499"/>
                </a:cubicBezTo>
                <a:cubicBezTo>
                  <a:pt x="2830" y="503"/>
                  <a:pt x="2830" y="503"/>
                  <a:pt x="2830" y="503"/>
                </a:cubicBezTo>
                <a:cubicBezTo>
                  <a:pt x="2830" y="506"/>
                  <a:pt x="2830" y="506"/>
                  <a:pt x="2830" y="506"/>
                </a:cubicBezTo>
                <a:moveTo>
                  <a:pt x="2817" y="662"/>
                </a:moveTo>
                <a:cubicBezTo>
                  <a:pt x="2883" y="662"/>
                  <a:pt x="2883" y="662"/>
                  <a:pt x="2883" y="662"/>
                </a:cubicBezTo>
                <a:cubicBezTo>
                  <a:pt x="2883" y="670"/>
                  <a:pt x="2883" y="670"/>
                  <a:pt x="2883" y="670"/>
                </a:cubicBezTo>
                <a:cubicBezTo>
                  <a:pt x="2885" y="670"/>
                  <a:pt x="2885" y="670"/>
                  <a:pt x="2885" y="670"/>
                </a:cubicBezTo>
                <a:cubicBezTo>
                  <a:pt x="2885" y="659"/>
                  <a:pt x="2885" y="659"/>
                  <a:pt x="2885" y="659"/>
                </a:cubicBezTo>
                <a:cubicBezTo>
                  <a:pt x="2817" y="659"/>
                  <a:pt x="2817" y="659"/>
                  <a:pt x="2817" y="659"/>
                </a:cubicBezTo>
                <a:cubicBezTo>
                  <a:pt x="2817" y="662"/>
                  <a:pt x="2817" y="662"/>
                  <a:pt x="2817" y="662"/>
                </a:cubicBezTo>
                <a:moveTo>
                  <a:pt x="2759" y="628"/>
                </a:moveTo>
                <a:cubicBezTo>
                  <a:pt x="2815" y="628"/>
                  <a:pt x="2815" y="628"/>
                  <a:pt x="2815" y="628"/>
                </a:cubicBezTo>
                <a:cubicBezTo>
                  <a:pt x="2815" y="626"/>
                  <a:pt x="2815" y="626"/>
                  <a:pt x="2815" y="626"/>
                </a:cubicBezTo>
                <a:cubicBezTo>
                  <a:pt x="2759" y="626"/>
                  <a:pt x="2759" y="626"/>
                  <a:pt x="2759" y="626"/>
                </a:cubicBezTo>
                <a:lnTo>
                  <a:pt x="2759" y="628"/>
                </a:lnTo>
                <a:close/>
                <a:moveTo>
                  <a:pt x="2759" y="318"/>
                </a:moveTo>
                <a:cubicBezTo>
                  <a:pt x="2815" y="316"/>
                  <a:pt x="2815" y="316"/>
                  <a:pt x="2815" y="316"/>
                </a:cubicBezTo>
                <a:cubicBezTo>
                  <a:pt x="2830" y="326"/>
                  <a:pt x="2830" y="326"/>
                  <a:pt x="2830" y="326"/>
                </a:cubicBezTo>
                <a:cubicBezTo>
                  <a:pt x="2831" y="324"/>
                  <a:pt x="2831" y="324"/>
                  <a:pt x="2831" y="324"/>
                </a:cubicBezTo>
                <a:cubicBezTo>
                  <a:pt x="2815" y="314"/>
                  <a:pt x="2815" y="314"/>
                  <a:pt x="2815" y="314"/>
                </a:cubicBezTo>
                <a:cubicBezTo>
                  <a:pt x="2758" y="316"/>
                  <a:pt x="2758" y="316"/>
                  <a:pt x="2758" y="316"/>
                </a:cubicBezTo>
                <a:cubicBezTo>
                  <a:pt x="2759" y="318"/>
                  <a:pt x="2759" y="318"/>
                  <a:pt x="2759" y="318"/>
                </a:cubicBezTo>
                <a:moveTo>
                  <a:pt x="2760" y="421"/>
                </a:moveTo>
                <a:cubicBezTo>
                  <a:pt x="2815" y="420"/>
                  <a:pt x="2815" y="420"/>
                  <a:pt x="2815" y="420"/>
                </a:cubicBezTo>
                <a:cubicBezTo>
                  <a:pt x="2830" y="425"/>
                  <a:pt x="2830" y="425"/>
                  <a:pt x="2830" y="425"/>
                </a:cubicBezTo>
                <a:cubicBezTo>
                  <a:pt x="2831" y="423"/>
                  <a:pt x="2831" y="423"/>
                  <a:pt x="2831" y="423"/>
                </a:cubicBezTo>
                <a:cubicBezTo>
                  <a:pt x="2816" y="418"/>
                  <a:pt x="2816" y="418"/>
                  <a:pt x="2816" y="418"/>
                </a:cubicBezTo>
                <a:cubicBezTo>
                  <a:pt x="2760" y="419"/>
                  <a:pt x="2760" y="419"/>
                  <a:pt x="2760" y="419"/>
                </a:cubicBezTo>
                <a:cubicBezTo>
                  <a:pt x="2760" y="421"/>
                  <a:pt x="2760" y="421"/>
                  <a:pt x="2760" y="421"/>
                </a:cubicBezTo>
                <a:moveTo>
                  <a:pt x="2832" y="330"/>
                </a:moveTo>
                <a:cubicBezTo>
                  <a:pt x="2866" y="330"/>
                  <a:pt x="2866" y="330"/>
                  <a:pt x="2866" y="330"/>
                </a:cubicBezTo>
                <a:cubicBezTo>
                  <a:pt x="2866" y="347"/>
                  <a:pt x="2866" y="347"/>
                  <a:pt x="2866" y="347"/>
                </a:cubicBezTo>
                <a:cubicBezTo>
                  <a:pt x="2868" y="347"/>
                  <a:pt x="2868" y="347"/>
                  <a:pt x="2868" y="347"/>
                </a:cubicBezTo>
                <a:cubicBezTo>
                  <a:pt x="2868" y="328"/>
                  <a:pt x="2868" y="328"/>
                  <a:pt x="2868" y="328"/>
                </a:cubicBezTo>
                <a:cubicBezTo>
                  <a:pt x="2832" y="328"/>
                  <a:pt x="2832" y="328"/>
                  <a:pt x="2832" y="328"/>
                </a:cubicBezTo>
                <a:cubicBezTo>
                  <a:pt x="2832" y="330"/>
                  <a:pt x="2832" y="330"/>
                  <a:pt x="2832" y="330"/>
                </a:cubicBezTo>
                <a:moveTo>
                  <a:pt x="2643" y="277"/>
                </a:moveTo>
                <a:cubicBezTo>
                  <a:pt x="2657" y="286"/>
                  <a:pt x="2657" y="286"/>
                  <a:pt x="2657" y="286"/>
                </a:cubicBezTo>
                <a:cubicBezTo>
                  <a:pt x="2668" y="278"/>
                  <a:pt x="2668" y="278"/>
                  <a:pt x="2668" y="278"/>
                </a:cubicBezTo>
                <a:cubicBezTo>
                  <a:pt x="2666" y="276"/>
                  <a:pt x="2666" y="276"/>
                  <a:pt x="2666" y="276"/>
                </a:cubicBezTo>
                <a:cubicBezTo>
                  <a:pt x="2657" y="283"/>
                  <a:pt x="2657" y="283"/>
                  <a:pt x="2657" y="283"/>
                </a:cubicBezTo>
                <a:cubicBezTo>
                  <a:pt x="2645" y="275"/>
                  <a:pt x="2645" y="275"/>
                  <a:pt x="2645" y="275"/>
                </a:cubicBezTo>
                <a:cubicBezTo>
                  <a:pt x="2643" y="277"/>
                  <a:pt x="2643" y="277"/>
                  <a:pt x="2643" y="277"/>
                </a:cubicBezTo>
                <a:moveTo>
                  <a:pt x="2723" y="408"/>
                </a:moveTo>
                <a:cubicBezTo>
                  <a:pt x="2723" y="389"/>
                  <a:pt x="2723" y="389"/>
                  <a:pt x="2723" y="389"/>
                </a:cubicBezTo>
                <a:cubicBezTo>
                  <a:pt x="2736" y="389"/>
                  <a:pt x="2736" y="389"/>
                  <a:pt x="2736" y="389"/>
                </a:cubicBezTo>
                <a:cubicBezTo>
                  <a:pt x="2736" y="380"/>
                  <a:pt x="2736" y="380"/>
                  <a:pt x="2736" y="380"/>
                </a:cubicBezTo>
                <a:cubicBezTo>
                  <a:pt x="2759" y="380"/>
                  <a:pt x="2759" y="380"/>
                  <a:pt x="2759" y="380"/>
                </a:cubicBezTo>
                <a:cubicBezTo>
                  <a:pt x="2759" y="377"/>
                  <a:pt x="2759" y="377"/>
                  <a:pt x="2759" y="377"/>
                </a:cubicBezTo>
                <a:cubicBezTo>
                  <a:pt x="2734" y="377"/>
                  <a:pt x="2734" y="377"/>
                  <a:pt x="2734" y="377"/>
                </a:cubicBezTo>
                <a:cubicBezTo>
                  <a:pt x="2734" y="386"/>
                  <a:pt x="2734" y="386"/>
                  <a:pt x="2734" y="386"/>
                </a:cubicBezTo>
                <a:cubicBezTo>
                  <a:pt x="2721" y="386"/>
                  <a:pt x="2721" y="386"/>
                  <a:pt x="2721" y="386"/>
                </a:cubicBezTo>
                <a:cubicBezTo>
                  <a:pt x="2721" y="408"/>
                  <a:pt x="2721" y="408"/>
                  <a:pt x="2721" y="408"/>
                </a:cubicBezTo>
                <a:cubicBezTo>
                  <a:pt x="2723" y="408"/>
                  <a:pt x="2723" y="408"/>
                  <a:pt x="2723" y="408"/>
                </a:cubicBezTo>
                <a:moveTo>
                  <a:pt x="2872" y="401"/>
                </a:moveTo>
                <a:cubicBezTo>
                  <a:pt x="2880" y="405"/>
                  <a:pt x="2880" y="405"/>
                  <a:pt x="2880" y="405"/>
                </a:cubicBezTo>
                <a:cubicBezTo>
                  <a:pt x="2880" y="416"/>
                  <a:pt x="2880" y="416"/>
                  <a:pt x="2880" y="416"/>
                </a:cubicBezTo>
                <a:cubicBezTo>
                  <a:pt x="2896" y="416"/>
                  <a:pt x="2896" y="416"/>
                  <a:pt x="2896" y="416"/>
                </a:cubicBezTo>
                <a:cubicBezTo>
                  <a:pt x="2896" y="414"/>
                  <a:pt x="2896" y="414"/>
                  <a:pt x="2896" y="414"/>
                </a:cubicBezTo>
                <a:cubicBezTo>
                  <a:pt x="2882" y="414"/>
                  <a:pt x="2882" y="414"/>
                  <a:pt x="2882" y="414"/>
                </a:cubicBezTo>
                <a:cubicBezTo>
                  <a:pt x="2882" y="404"/>
                  <a:pt x="2882" y="404"/>
                  <a:pt x="2882" y="404"/>
                </a:cubicBezTo>
                <a:cubicBezTo>
                  <a:pt x="2873" y="399"/>
                  <a:pt x="2873" y="399"/>
                  <a:pt x="2873" y="399"/>
                </a:cubicBezTo>
                <a:cubicBezTo>
                  <a:pt x="2872" y="401"/>
                  <a:pt x="2872" y="401"/>
                  <a:pt x="2872" y="401"/>
                </a:cubicBezTo>
                <a:moveTo>
                  <a:pt x="2922" y="538"/>
                </a:moveTo>
                <a:cubicBezTo>
                  <a:pt x="2925" y="538"/>
                  <a:pt x="2925" y="538"/>
                  <a:pt x="2925" y="538"/>
                </a:cubicBezTo>
                <a:cubicBezTo>
                  <a:pt x="2925" y="467"/>
                  <a:pt x="2925" y="467"/>
                  <a:pt x="2925" y="467"/>
                </a:cubicBezTo>
                <a:cubicBezTo>
                  <a:pt x="2922" y="467"/>
                  <a:pt x="2922" y="467"/>
                  <a:pt x="2922" y="467"/>
                </a:cubicBezTo>
                <a:lnTo>
                  <a:pt x="2922" y="538"/>
                </a:lnTo>
                <a:close/>
                <a:moveTo>
                  <a:pt x="2437" y="455"/>
                </a:moveTo>
                <a:cubicBezTo>
                  <a:pt x="2453" y="455"/>
                  <a:pt x="2453" y="455"/>
                  <a:pt x="2453" y="455"/>
                </a:cubicBezTo>
                <a:cubicBezTo>
                  <a:pt x="2453" y="459"/>
                  <a:pt x="2453" y="459"/>
                  <a:pt x="2453" y="459"/>
                </a:cubicBezTo>
                <a:cubicBezTo>
                  <a:pt x="2441" y="459"/>
                  <a:pt x="2441" y="459"/>
                  <a:pt x="2441" y="459"/>
                </a:cubicBezTo>
                <a:cubicBezTo>
                  <a:pt x="2441" y="488"/>
                  <a:pt x="2441" y="488"/>
                  <a:pt x="2441" y="488"/>
                </a:cubicBezTo>
                <a:cubicBezTo>
                  <a:pt x="2454" y="488"/>
                  <a:pt x="2454" y="488"/>
                  <a:pt x="2454" y="488"/>
                </a:cubicBezTo>
                <a:cubicBezTo>
                  <a:pt x="2454" y="492"/>
                  <a:pt x="2454" y="492"/>
                  <a:pt x="2454" y="492"/>
                </a:cubicBezTo>
                <a:cubicBezTo>
                  <a:pt x="2436" y="492"/>
                  <a:pt x="2436" y="492"/>
                  <a:pt x="2436" y="492"/>
                </a:cubicBezTo>
                <a:cubicBezTo>
                  <a:pt x="2436" y="494"/>
                  <a:pt x="2436" y="494"/>
                  <a:pt x="2436" y="494"/>
                </a:cubicBezTo>
                <a:cubicBezTo>
                  <a:pt x="2456" y="494"/>
                  <a:pt x="2456" y="494"/>
                  <a:pt x="2456" y="494"/>
                </a:cubicBezTo>
                <a:cubicBezTo>
                  <a:pt x="2456" y="486"/>
                  <a:pt x="2456" y="486"/>
                  <a:pt x="2456" y="486"/>
                </a:cubicBezTo>
                <a:cubicBezTo>
                  <a:pt x="2443" y="486"/>
                  <a:pt x="2443" y="486"/>
                  <a:pt x="2443" y="486"/>
                </a:cubicBezTo>
                <a:cubicBezTo>
                  <a:pt x="2443" y="461"/>
                  <a:pt x="2443" y="461"/>
                  <a:pt x="2443" y="461"/>
                </a:cubicBezTo>
                <a:cubicBezTo>
                  <a:pt x="2455" y="461"/>
                  <a:pt x="2455" y="461"/>
                  <a:pt x="2455" y="461"/>
                </a:cubicBezTo>
                <a:cubicBezTo>
                  <a:pt x="2455" y="452"/>
                  <a:pt x="2455" y="452"/>
                  <a:pt x="2455" y="452"/>
                </a:cubicBezTo>
                <a:cubicBezTo>
                  <a:pt x="2437" y="452"/>
                  <a:pt x="2437" y="452"/>
                  <a:pt x="2437" y="452"/>
                </a:cubicBezTo>
                <a:cubicBezTo>
                  <a:pt x="2437" y="455"/>
                  <a:pt x="2437" y="455"/>
                  <a:pt x="2437" y="455"/>
                </a:cubicBezTo>
                <a:moveTo>
                  <a:pt x="2436" y="514"/>
                </a:moveTo>
                <a:cubicBezTo>
                  <a:pt x="2451" y="514"/>
                  <a:pt x="2451" y="514"/>
                  <a:pt x="2451" y="514"/>
                </a:cubicBezTo>
                <a:cubicBezTo>
                  <a:pt x="2451" y="518"/>
                  <a:pt x="2451" y="518"/>
                  <a:pt x="2451" y="518"/>
                </a:cubicBezTo>
                <a:cubicBezTo>
                  <a:pt x="2441" y="518"/>
                  <a:pt x="2441" y="518"/>
                  <a:pt x="2441" y="518"/>
                </a:cubicBezTo>
                <a:cubicBezTo>
                  <a:pt x="2441" y="553"/>
                  <a:pt x="2441" y="553"/>
                  <a:pt x="2441" y="553"/>
                </a:cubicBezTo>
                <a:cubicBezTo>
                  <a:pt x="2450" y="553"/>
                  <a:pt x="2450" y="553"/>
                  <a:pt x="2450" y="553"/>
                </a:cubicBezTo>
                <a:cubicBezTo>
                  <a:pt x="2450" y="557"/>
                  <a:pt x="2450" y="557"/>
                  <a:pt x="2450" y="557"/>
                </a:cubicBezTo>
                <a:cubicBezTo>
                  <a:pt x="2437" y="557"/>
                  <a:pt x="2437" y="557"/>
                  <a:pt x="2437" y="557"/>
                </a:cubicBezTo>
                <a:cubicBezTo>
                  <a:pt x="2437" y="559"/>
                  <a:pt x="2437" y="559"/>
                  <a:pt x="2437" y="559"/>
                </a:cubicBezTo>
                <a:cubicBezTo>
                  <a:pt x="2452" y="559"/>
                  <a:pt x="2452" y="559"/>
                  <a:pt x="2452" y="559"/>
                </a:cubicBezTo>
                <a:cubicBezTo>
                  <a:pt x="2452" y="551"/>
                  <a:pt x="2452" y="551"/>
                  <a:pt x="2452" y="551"/>
                </a:cubicBezTo>
                <a:cubicBezTo>
                  <a:pt x="2443" y="551"/>
                  <a:pt x="2443" y="551"/>
                  <a:pt x="2443" y="551"/>
                </a:cubicBezTo>
                <a:cubicBezTo>
                  <a:pt x="2443" y="520"/>
                  <a:pt x="2443" y="520"/>
                  <a:pt x="2443" y="520"/>
                </a:cubicBezTo>
                <a:cubicBezTo>
                  <a:pt x="2453" y="520"/>
                  <a:pt x="2453" y="520"/>
                  <a:pt x="2453" y="520"/>
                </a:cubicBezTo>
                <a:cubicBezTo>
                  <a:pt x="2453" y="511"/>
                  <a:pt x="2453" y="511"/>
                  <a:pt x="2453" y="511"/>
                </a:cubicBezTo>
                <a:cubicBezTo>
                  <a:pt x="2436" y="511"/>
                  <a:pt x="2436" y="511"/>
                  <a:pt x="2436" y="511"/>
                </a:cubicBezTo>
                <a:cubicBezTo>
                  <a:pt x="2436" y="514"/>
                  <a:pt x="2436" y="514"/>
                  <a:pt x="2436" y="514"/>
                </a:cubicBezTo>
                <a:moveTo>
                  <a:pt x="2436" y="578"/>
                </a:moveTo>
                <a:cubicBezTo>
                  <a:pt x="2451" y="578"/>
                  <a:pt x="2451" y="578"/>
                  <a:pt x="2451" y="578"/>
                </a:cubicBezTo>
                <a:cubicBezTo>
                  <a:pt x="2451" y="582"/>
                  <a:pt x="2451" y="582"/>
                  <a:pt x="2451" y="582"/>
                </a:cubicBezTo>
                <a:cubicBezTo>
                  <a:pt x="2441" y="582"/>
                  <a:pt x="2441" y="582"/>
                  <a:pt x="2441" y="582"/>
                </a:cubicBezTo>
                <a:cubicBezTo>
                  <a:pt x="2441" y="618"/>
                  <a:pt x="2441" y="618"/>
                  <a:pt x="2441" y="618"/>
                </a:cubicBezTo>
                <a:cubicBezTo>
                  <a:pt x="2451" y="618"/>
                  <a:pt x="2451" y="618"/>
                  <a:pt x="2451" y="618"/>
                </a:cubicBezTo>
                <a:cubicBezTo>
                  <a:pt x="2451" y="621"/>
                  <a:pt x="2451" y="621"/>
                  <a:pt x="2451" y="621"/>
                </a:cubicBezTo>
                <a:cubicBezTo>
                  <a:pt x="2436" y="621"/>
                  <a:pt x="2436" y="621"/>
                  <a:pt x="2436" y="621"/>
                </a:cubicBezTo>
                <a:cubicBezTo>
                  <a:pt x="2436" y="641"/>
                  <a:pt x="2436" y="641"/>
                  <a:pt x="2436" y="641"/>
                </a:cubicBezTo>
                <a:cubicBezTo>
                  <a:pt x="2439" y="641"/>
                  <a:pt x="2439" y="641"/>
                  <a:pt x="2439" y="641"/>
                </a:cubicBezTo>
                <a:cubicBezTo>
                  <a:pt x="2439" y="624"/>
                  <a:pt x="2439" y="624"/>
                  <a:pt x="2439" y="624"/>
                </a:cubicBezTo>
                <a:cubicBezTo>
                  <a:pt x="2453" y="624"/>
                  <a:pt x="2453" y="624"/>
                  <a:pt x="2453" y="624"/>
                </a:cubicBezTo>
                <a:cubicBezTo>
                  <a:pt x="2453" y="615"/>
                  <a:pt x="2453" y="615"/>
                  <a:pt x="2453" y="615"/>
                </a:cubicBezTo>
                <a:cubicBezTo>
                  <a:pt x="2443" y="615"/>
                  <a:pt x="2443" y="615"/>
                  <a:pt x="2443" y="615"/>
                </a:cubicBezTo>
                <a:cubicBezTo>
                  <a:pt x="2443" y="584"/>
                  <a:pt x="2443" y="584"/>
                  <a:pt x="2443" y="584"/>
                </a:cubicBezTo>
                <a:cubicBezTo>
                  <a:pt x="2454" y="584"/>
                  <a:pt x="2454" y="584"/>
                  <a:pt x="2454" y="584"/>
                </a:cubicBezTo>
                <a:cubicBezTo>
                  <a:pt x="2454" y="576"/>
                  <a:pt x="2454" y="576"/>
                  <a:pt x="2454" y="576"/>
                </a:cubicBezTo>
                <a:cubicBezTo>
                  <a:pt x="2436" y="576"/>
                  <a:pt x="2436" y="576"/>
                  <a:pt x="2436" y="576"/>
                </a:cubicBezTo>
                <a:cubicBezTo>
                  <a:pt x="2436" y="578"/>
                  <a:pt x="2436" y="578"/>
                  <a:pt x="2436" y="578"/>
                </a:cubicBezTo>
                <a:moveTo>
                  <a:pt x="2456" y="503"/>
                </a:moveTo>
                <a:cubicBezTo>
                  <a:pt x="2448" y="503"/>
                  <a:pt x="2448" y="503"/>
                  <a:pt x="2448" y="503"/>
                </a:cubicBezTo>
                <a:cubicBezTo>
                  <a:pt x="2448" y="499"/>
                  <a:pt x="2448" y="499"/>
                  <a:pt x="2448" y="499"/>
                </a:cubicBezTo>
                <a:cubicBezTo>
                  <a:pt x="2459" y="499"/>
                  <a:pt x="2459" y="499"/>
                  <a:pt x="2459" y="499"/>
                </a:cubicBezTo>
                <a:cubicBezTo>
                  <a:pt x="2459" y="497"/>
                  <a:pt x="2459" y="497"/>
                  <a:pt x="2459" y="497"/>
                </a:cubicBezTo>
                <a:cubicBezTo>
                  <a:pt x="2445" y="497"/>
                  <a:pt x="2445" y="497"/>
                  <a:pt x="2445" y="497"/>
                </a:cubicBezTo>
                <a:cubicBezTo>
                  <a:pt x="2445" y="506"/>
                  <a:pt x="2445" y="506"/>
                  <a:pt x="2445" y="506"/>
                </a:cubicBezTo>
                <a:cubicBezTo>
                  <a:pt x="2456" y="506"/>
                  <a:pt x="2456" y="506"/>
                  <a:pt x="2456" y="506"/>
                </a:cubicBezTo>
                <a:cubicBezTo>
                  <a:pt x="2456" y="503"/>
                  <a:pt x="2456" y="503"/>
                  <a:pt x="2456" y="503"/>
                </a:cubicBezTo>
                <a:moveTo>
                  <a:pt x="2456" y="528"/>
                </a:moveTo>
                <a:cubicBezTo>
                  <a:pt x="2448" y="528"/>
                  <a:pt x="2448" y="528"/>
                  <a:pt x="2448" y="528"/>
                </a:cubicBezTo>
                <a:cubicBezTo>
                  <a:pt x="2448" y="524"/>
                  <a:pt x="2448" y="524"/>
                  <a:pt x="2448" y="524"/>
                </a:cubicBezTo>
                <a:cubicBezTo>
                  <a:pt x="2455" y="524"/>
                  <a:pt x="2455" y="524"/>
                  <a:pt x="2455" y="524"/>
                </a:cubicBezTo>
                <a:cubicBezTo>
                  <a:pt x="2455" y="521"/>
                  <a:pt x="2455" y="521"/>
                  <a:pt x="2455" y="521"/>
                </a:cubicBezTo>
                <a:cubicBezTo>
                  <a:pt x="2446" y="521"/>
                  <a:pt x="2446" y="521"/>
                  <a:pt x="2446" y="521"/>
                </a:cubicBezTo>
                <a:cubicBezTo>
                  <a:pt x="2446" y="530"/>
                  <a:pt x="2446" y="530"/>
                  <a:pt x="2446" y="530"/>
                </a:cubicBezTo>
                <a:cubicBezTo>
                  <a:pt x="2456" y="530"/>
                  <a:pt x="2456" y="530"/>
                  <a:pt x="2456" y="530"/>
                </a:cubicBezTo>
                <a:cubicBezTo>
                  <a:pt x="2456" y="528"/>
                  <a:pt x="2456" y="528"/>
                  <a:pt x="2456" y="528"/>
                </a:cubicBezTo>
                <a:moveTo>
                  <a:pt x="2457" y="569"/>
                </a:moveTo>
                <a:cubicBezTo>
                  <a:pt x="2448" y="569"/>
                  <a:pt x="2448" y="569"/>
                  <a:pt x="2448" y="569"/>
                </a:cubicBezTo>
                <a:cubicBezTo>
                  <a:pt x="2448" y="565"/>
                  <a:pt x="2448" y="565"/>
                  <a:pt x="2448" y="565"/>
                </a:cubicBezTo>
                <a:cubicBezTo>
                  <a:pt x="2456" y="565"/>
                  <a:pt x="2456" y="565"/>
                  <a:pt x="2456" y="565"/>
                </a:cubicBezTo>
                <a:cubicBezTo>
                  <a:pt x="2456" y="563"/>
                  <a:pt x="2456" y="563"/>
                  <a:pt x="2456" y="563"/>
                </a:cubicBezTo>
                <a:cubicBezTo>
                  <a:pt x="2446" y="563"/>
                  <a:pt x="2446" y="563"/>
                  <a:pt x="2446" y="563"/>
                </a:cubicBezTo>
                <a:cubicBezTo>
                  <a:pt x="2446" y="571"/>
                  <a:pt x="2446" y="571"/>
                  <a:pt x="2446" y="571"/>
                </a:cubicBezTo>
                <a:cubicBezTo>
                  <a:pt x="2457" y="571"/>
                  <a:pt x="2457" y="571"/>
                  <a:pt x="2457" y="571"/>
                </a:cubicBezTo>
                <a:cubicBezTo>
                  <a:pt x="2457" y="569"/>
                  <a:pt x="2457" y="569"/>
                  <a:pt x="2457" y="569"/>
                </a:cubicBezTo>
                <a:moveTo>
                  <a:pt x="2457" y="592"/>
                </a:moveTo>
                <a:cubicBezTo>
                  <a:pt x="2448" y="592"/>
                  <a:pt x="2448" y="592"/>
                  <a:pt x="2448" y="592"/>
                </a:cubicBezTo>
                <a:cubicBezTo>
                  <a:pt x="2448" y="588"/>
                  <a:pt x="2448" y="588"/>
                  <a:pt x="2448" y="588"/>
                </a:cubicBezTo>
                <a:cubicBezTo>
                  <a:pt x="2456" y="588"/>
                  <a:pt x="2456" y="588"/>
                  <a:pt x="2456" y="588"/>
                </a:cubicBezTo>
                <a:cubicBezTo>
                  <a:pt x="2456" y="586"/>
                  <a:pt x="2456" y="586"/>
                  <a:pt x="2456" y="586"/>
                </a:cubicBezTo>
                <a:cubicBezTo>
                  <a:pt x="2446" y="586"/>
                  <a:pt x="2446" y="586"/>
                  <a:pt x="2446" y="586"/>
                </a:cubicBezTo>
                <a:cubicBezTo>
                  <a:pt x="2446" y="594"/>
                  <a:pt x="2446" y="594"/>
                  <a:pt x="2446" y="594"/>
                </a:cubicBezTo>
                <a:cubicBezTo>
                  <a:pt x="2457" y="594"/>
                  <a:pt x="2457" y="594"/>
                  <a:pt x="2457" y="594"/>
                </a:cubicBezTo>
                <a:cubicBezTo>
                  <a:pt x="2457" y="592"/>
                  <a:pt x="2457" y="592"/>
                  <a:pt x="2457" y="592"/>
                </a:cubicBezTo>
                <a:moveTo>
                  <a:pt x="2464" y="470"/>
                </a:moveTo>
                <a:cubicBezTo>
                  <a:pt x="2450" y="470"/>
                  <a:pt x="2450" y="470"/>
                  <a:pt x="2450" y="470"/>
                </a:cubicBezTo>
                <a:cubicBezTo>
                  <a:pt x="2450" y="466"/>
                  <a:pt x="2450" y="466"/>
                  <a:pt x="2450" y="466"/>
                </a:cubicBezTo>
                <a:cubicBezTo>
                  <a:pt x="2459" y="466"/>
                  <a:pt x="2459" y="466"/>
                  <a:pt x="2459" y="466"/>
                </a:cubicBezTo>
                <a:cubicBezTo>
                  <a:pt x="2459" y="463"/>
                  <a:pt x="2459" y="463"/>
                  <a:pt x="2459" y="463"/>
                </a:cubicBezTo>
                <a:cubicBezTo>
                  <a:pt x="2448" y="463"/>
                  <a:pt x="2448" y="463"/>
                  <a:pt x="2448" y="463"/>
                </a:cubicBezTo>
                <a:cubicBezTo>
                  <a:pt x="2448" y="472"/>
                  <a:pt x="2448" y="472"/>
                  <a:pt x="2448" y="472"/>
                </a:cubicBezTo>
                <a:cubicBezTo>
                  <a:pt x="2464" y="472"/>
                  <a:pt x="2464" y="472"/>
                  <a:pt x="2464" y="472"/>
                </a:cubicBezTo>
                <a:cubicBezTo>
                  <a:pt x="2464" y="470"/>
                  <a:pt x="2464" y="470"/>
                  <a:pt x="2464" y="470"/>
                </a:cubicBezTo>
                <a:moveTo>
                  <a:pt x="2437" y="444"/>
                </a:moveTo>
                <a:cubicBezTo>
                  <a:pt x="2460" y="441"/>
                  <a:pt x="2460" y="441"/>
                  <a:pt x="2460" y="441"/>
                </a:cubicBezTo>
                <a:cubicBezTo>
                  <a:pt x="2460" y="430"/>
                  <a:pt x="2460" y="430"/>
                  <a:pt x="2460" y="430"/>
                </a:cubicBezTo>
                <a:cubicBezTo>
                  <a:pt x="2458" y="430"/>
                  <a:pt x="2458" y="430"/>
                  <a:pt x="2458" y="430"/>
                </a:cubicBezTo>
                <a:cubicBezTo>
                  <a:pt x="2458" y="439"/>
                  <a:pt x="2458" y="439"/>
                  <a:pt x="2458" y="439"/>
                </a:cubicBezTo>
                <a:cubicBezTo>
                  <a:pt x="2437" y="441"/>
                  <a:pt x="2437" y="441"/>
                  <a:pt x="2437" y="441"/>
                </a:cubicBezTo>
                <a:cubicBezTo>
                  <a:pt x="2437" y="444"/>
                  <a:pt x="2437" y="444"/>
                  <a:pt x="2437" y="444"/>
                </a:cubicBezTo>
                <a:moveTo>
                  <a:pt x="2517" y="459"/>
                </a:moveTo>
                <a:cubicBezTo>
                  <a:pt x="2517" y="433"/>
                  <a:pt x="2517" y="433"/>
                  <a:pt x="2517" y="433"/>
                </a:cubicBezTo>
                <a:cubicBezTo>
                  <a:pt x="2531" y="433"/>
                  <a:pt x="2531" y="433"/>
                  <a:pt x="2531" y="433"/>
                </a:cubicBezTo>
                <a:cubicBezTo>
                  <a:pt x="2531" y="427"/>
                  <a:pt x="2531" y="427"/>
                  <a:pt x="2531" y="427"/>
                </a:cubicBezTo>
                <a:cubicBezTo>
                  <a:pt x="2535" y="427"/>
                  <a:pt x="2535" y="427"/>
                  <a:pt x="2535" y="427"/>
                </a:cubicBezTo>
                <a:cubicBezTo>
                  <a:pt x="2535" y="433"/>
                  <a:pt x="2535" y="433"/>
                  <a:pt x="2535" y="433"/>
                </a:cubicBezTo>
                <a:cubicBezTo>
                  <a:pt x="2548" y="433"/>
                  <a:pt x="2548" y="433"/>
                  <a:pt x="2548" y="433"/>
                </a:cubicBezTo>
                <a:cubicBezTo>
                  <a:pt x="2548" y="470"/>
                  <a:pt x="2548" y="470"/>
                  <a:pt x="2548" y="470"/>
                </a:cubicBezTo>
                <a:cubicBezTo>
                  <a:pt x="2550" y="470"/>
                  <a:pt x="2550" y="470"/>
                  <a:pt x="2550" y="470"/>
                </a:cubicBezTo>
                <a:cubicBezTo>
                  <a:pt x="2550" y="431"/>
                  <a:pt x="2550" y="431"/>
                  <a:pt x="2550" y="431"/>
                </a:cubicBezTo>
                <a:cubicBezTo>
                  <a:pt x="2537" y="431"/>
                  <a:pt x="2537" y="431"/>
                  <a:pt x="2537" y="431"/>
                </a:cubicBezTo>
                <a:cubicBezTo>
                  <a:pt x="2537" y="426"/>
                  <a:pt x="2537" y="426"/>
                  <a:pt x="2537" y="426"/>
                </a:cubicBezTo>
                <a:cubicBezTo>
                  <a:pt x="2537" y="425"/>
                  <a:pt x="2537" y="425"/>
                  <a:pt x="2537" y="425"/>
                </a:cubicBezTo>
                <a:cubicBezTo>
                  <a:pt x="2528" y="425"/>
                  <a:pt x="2528" y="425"/>
                  <a:pt x="2528" y="425"/>
                </a:cubicBezTo>
                <a:cubicBezTo>
                  <a:pt x="2528" y="431"/>
                  <a:pt x="2528" y="431"/>
                  <a:pt x="2528" y="431"/>
                </a:cubicBezTo>
                <a:cubicBezTo>
                  <a:pt x="2515" y="431"/>
                  <a:pt x="2515" y="431"/>
                  <a:pt x="2515" y="431"/>
                </a:cubicBezTo>
                <a:cubicBezTo>
                  <a:pt x="2515" y="459"/>
                  <a:pt x="2515" y="459"/>
                  <a:pt x="2515" y="459"/>
                </a:cubicBezTo>
                <a:cubicBezTo>
                  <a:pt x="2517" y="459"/>
                  <a:pt x="2517" y="459"/>
                  <a:pt x="2517" y="459"/>
                </a:cubicBezTo>
                <a:moveTo>
                  <a:pt x="2540" y="452"/>
                </a:moveTo>
                <a:cubicBezTo>
                  <a:pt x="2542" y="452"/>
                  <a:pt x="2542" y="452"/>
                  <a:pt x="2542" y="452"/>
                </a:cubicBezTo>
                <a:cubicBezTo>
                  <a:pt x="2542" y="433"/>
                  <a:pt x="2542" y="433"/>
                  <a:pt x="2542" y="433"/>
                </a:cubicBezTo>
                <a:cubicBezTo>
                  <a:pt x="2540" y="433"/>
                  <a:pt x="2540" y="433"/>
                  <a:pt x="2540" y="433"/>
                </a:cubicBezTo>
                <a:lnTo>
                  <a:pt x="2540" y="452"/>
                </a:lnTo>
                <a:close/>
                <a:moveTo>
                  <a:pt x="2524" y="480"/>
                </a:moveTo>
                <a:cubicBezTo>
                  <a:pt x="2526" y="480"/>
                  <a:pt x="2526" y="480"/>
                  <a:pt x="2526" y="480"/>
                </a:cubicBezTo>
                <a:cubicBezTo>
                  <a:pt x="2526" y="432"/>
                  <a:pt x="2526" y="432"/>
                  <a:pt x="2526" y="432"/>
                </a:cubicBezTo>
                <a:cubicBezTo>
                  <a:pt x="2524" y="432"/>
                  <a:pt x="2524" y="432"/>
                  <a:pt x="2524" y="432"/>
                </a:cubicBezTo>
                <a:lnTo>
                  <a:pt x="2524" y="480"/>
                </a:lnTo>
                <a:close/>
                <a:moveTo>
                  <a:pt x="2304" y="639"/>
                </a:moveTo>
                <a:cubicBezTo>
                  <a:pt x="2353" y="639"/>
                  <a:pt x="2353" y="639"/>
                  <a:pt x="2353" y="639"/>
                </a:cubicBezTo>
                <a:cubicBezTo>
                  <a:pt x="2353" y="637"/>
                  <a:pt x="2353" y="637"/>
                  <a:pt x="2353" y="637"/>
                </a:cubicBezTo>
                <a:cubicBezTo>
                  <a:pt x="2304" y="637"/>
                  <a:pt x="2304" y="637"/>
                  <a:pt x="2304" y="637"/>
                </a:cubicBezTo>
                <a:lnTo>
                  <a:pt x="2304" y="639"/>
                </a:lnTo>
                <a:close/>
                <a:moveTo>
                  <a:pt x="2576" y="390"/>
                </a:moveTo>
                <a:cubicBezTo>
                  <a:pt x="2576" y="366"/>
                  <a:pt x="2576" y="366"/>
                  <a:pt x="2576" y="366"/>
                </a:cubicBezTo>
                <a:cubicBezTo>
                  <a:pt x="2620" y="366"/>
                  <a:pt x="2620" y="366"/>
                  <a:pt x="2620" y="366"/>
                </a:cubicBezTo>
                <a:cubicBezTo>
                  <a:pt x="2620" y="363"/>
                  <a:pt x="2620" y="363"/>
                  <a:pt x="2620" y="363"/>
                </a:cubicBezTo>
                <a:cubicBezTo>
                  <a:pt x="2574" y="363"/>
                  <a:pt x="2574" y="363"/>
                  <a:pt x="2574" y="363"/>
                </a:cubicBezTo>
                <a:cubicBezTo>
                  <a:pt x="2574" y="390"/>
                  <a:pt x="2574" y="390"/>
                  <a:pt x="2574" y="390"/>
                </a:cubicBezTo>
                <a:cubicBezTo>
                  <a:pt x="2576" y="390"/>
                  <a:pt x="2576" y="390"/>
                  <a:pt x="2576" y="390"/>
                </a:cubicBezTo>
                <a:moveTo>
                  <a:pt x="2600" y="421"/>
                </a:moveTo>
                <a:cubicBezTo>
                  <a:pt x="2600" y="404"/>
                  <a:pt x="2600" y="404"/>
                  <a:pt x="2600" y="404"/>
                </a:cubicBezTo>
                <a:cubicBezTo>
                  <a:pt x="2619" y="404"/>
                  <a:pt x="2619" y="404"/>
                  <a:pt x="2619" y="404"/>
                </a:cubicBezTo>
                <a:cubicBezTo>
                  <a:pt x="2619" y="402"/>
                  <a:pt x="2619" y="402"/>
                  <a:pt x="2619" y="402"/>
                </a:cubicBezTo>
                <a:cubicBezTo>
                  <a:pt x="2598" y="402"/>
                  <a:pt x="2598" y="402"/>
                  <a:pt x="2598" y="402"/>
                </a:cubicBezTo>
                <a:cubicBezTo>
                  <a:pt x="2598" y="421"/>
                  <a:pt x="2598" y="421"/>
                  <a:pt x="2598" y="421"/>
                </a:cubicBezTo>
                <a:cubicBezTo>
                  <a:pt x="2600" y="421"/>
                  <a:pt x="2600" y="421"/>
                  <a:pt x="2600" y="421"/>
                </a:cubicBezTo>
                <a:moveTo>
                  <a:pt x="2540" y="514"/>
                </a:moveTo>
                <a:cubicBezTo>
                  <a:pt x="2547" y="510"/>
                  <a:pt x="2547" y="510"/>
                  <a:pt x="2547" y="510"/>
                </a:cubicBezTo>
                <a:cubicBezTo>
                  <a:pt x="2607" y="510"/>
                  <a:pt x="2607" y="510"/>
                  <a:pt x="2607" y="510"/>
                </a:cubicBezTo>
                <a:cubicBezTo>
                  <a:pt x="2607" y="508"/>
                  <a:pt x="2607" y="508"/>
                  <a:pt x="2607" y="508"/>
                </a:cubicBezTo>
                <a:cubicBezTo>
                  <a:pt x="2547" y="508"/>
                  <a:pt x="2547" y="508"/>
                  <a:pt x="2547" y="508"/>
                </a:cubicBezTo>
                <a:cubicBezTo>
                  <a:pt x="2539" y="512"/>
                  <a:pt x="2539" y="512"/>
                  <a:pt x="2539" y="512"/>
                </a:cubicBezTo>
                <a:cubicBezTo>
                  <a:pt x="2540" y="514"/>
                  <a:pt x="2540" y="514"/>
                  <a:pt x="2540" y="514"/>
                </a:cubicBezTo>
                <a:moveTo>
                  <a:pt x="2547" y="529"/>
                </a:moveTo>
                <a:cubicBezTo>
                  <a:pt x="2607" y="529"/>
                  <a:pt x="2607" y="529"/>
                  <a:pt x="2607" y="529"/>
                </a:cubicBezTo>
                <a:cubicBezTo>
                  <a:pt x="2607" y="527"/>
                  <a:pt x="2607" y="527"/>
                  <a:pt x="2607" y="527"/>
                </a:cubicBezTo>
                <a:cubicBezTo>
                  <a:pt x="2547" y="527"/>
                  <a:pt x="2547" y="527"/>
                  <a:pt x="2547" y="527"/>
                </a:cubicBezTo>
                <a:lnTo>
                  <a:pt x="2547" y="529"/>
                </a:lnTo>
                <a:close/>
                <a:moveTo>
                  <a:pt x="2539" y="546"/>
                </a:moveTo>
                <a:cubicBezTo>
                  <a:pt x="2547" y="543"/>
                  <a:pt x="2547" y="543"/>
                  <a:pt x="2547" y="543"/>
                </a:cubicBezTo>
                <a:cubicBezTo>
                  <a:pt x="2590" y="543"/>
                  <a:pt x="2590" y="543"/>
                  <a:pt x="2590" y="543"/>
                </a:cubicBezTo>
                <a:cubicBezTo>
                  <a:pt x="2590" y="541"/>
                  <a:pt x="2590" y="541"/>
                  <a:pt x="2590" y="541"/>
                </a:cubicBezTo>
                <a:cubicBezTo>
                  <a:pt x="2546" y="541"/>
                  <a:pt x="2546" y="541"/>
                  <a:pt x="2546" y="541"/>
                </a:cubicBezTo>
                <a:cubicBezTo>
                  <a:pt x="2539" y="544"/>
                  <a:pt x="2539" y="544"/>
                  <a:pt x="2539" y="544"/>
                </a:cubicBezTo>
                <a:cubicBezTo>
                  <a:pt x="2539" y="546"/>
                  <a:pt x="2539" y="546"/>
                  <a:pt x="2539" y="546"/>
                </a:cubicBezTo>
                <a:moveTo>
                  <a:pt x="2563" y="558"/>
                </a:moveTo>
                <a:cubicBezTo>
                  <a:pt x="2607" y="558"/>
                  <a:pt x="2607" y="558"/>
                  <a:pt x="2607" y="558"/>
                </a:cubicBezTo>
                <a:cubicBezTo>
                  <a:pt x="2607" y="556"/>
                  <a:pt x="2607" y="556"/>
                  <a:pt x="2607" y="556"/>
                </a:cubicBezTo>
                <a:cubicBezTo>
                  <a:pt x="2563" y="556"/>
                  <a:pt x="2563" y="556"/>
                  <a:pt x="2563" y="556"/>
                </a:cubicBezTo>
                <a:lnTo>
                  <a:pt x="2563" y="558"/>
                </a:lnTo>
                <a:close/>
                <a:moveTo>
                  <a:pt x="2539" y="575"/>
                </a:moveTo>
                <a:cubicBezTo>
                  <a:pt x="2547" y="572"/>
                  <a:pt x="2547" y="572"/>
                  <a:pt x="2547" y="572"/>
                </a:cubicBezTo>
                <a:cubicBezTo>
                  <a:pt x="2607" y="572"/>
                  <a:pt x="2607" y="572"/>
                  <a:pt x="2607" y="572"/>
                </a:cubicBezTo>
                <a:cubicBezTo>
                  <a:pt x="2607" y="570"/>
                  <a:pt x="2607" y="570"/>
                  <a:pt x="2607" y="570"/>
                </a:cubicBezTo>
                <a:cubicBezTo>
                  <a:pt x="2547" y="570"/>
                  <a:pt x="2547" y="570"/>
                  <a:pt x="2547" y="570"/>
                </a:cubicBezTo>
                <a:cubicBezTo>
                  <a:pt x="2538" y="573"/>
                  <a:pt x="2538" y="573"/>
                  <a:pt x="2538" y="573"/>
                </a:cubicBezTo>
                <a:cubicBezTo>
                  <a:pt x="2539" y="575"/>
                  <a:pt x="2539" y="575"/>
                  <a:pt x="2539" y="575"/>
                </a:cubicBezTo>
                <a:moveTo>
                  <a:pt x="2562" y="592"/>
                </a:moveTo>
                <a:cubicBezTo>
                  <a:pt x="2606" y="592"/>
                  <a:pt x="2606" y="592"/>
                  <a:pt x="2606" y="592"/>
                </a:cubicBezTo>
                <a:cubicBezTo>
                  <a:pt x="2606" y="590"/>
                  <a:pt x="2606" y="590"/>
                  <a:pt x="2606" y="590"/>
                </a:cubicBezTo>
                <a:cubicBezTo>
                  <a:pt x="2562" y="590"/>
                  <a:pt x="2562" y="590"/>
                  <a:pt x="2562" y="590"/>
                </a:cubicBezTo>
                <a:lnTo>
                  <a:pt x="2562" y="592"/>
                </a:lnTo>
                <a:close/>
                <a:moveTo>
                  <a:pt x="2540" y="608"/>
                </a:moveTo>
                <a:cubicBezTo>
                  <a:pt x="2548" y="607"/>
                  <a:pt x="2548" y="607"/>
                  <a:pt x="2548" y="607"/>
                </a:cubicBezTo>
                <a:cubicBezTo>
                  <a:pt x="2607" y="607"/>
                  <a:pt x="2607" y="607"/>
                  <a:pt x="2607" y="607"/>
                </a:cubicBezTo>
                <a:cubicBezTo>
                  <a:pt x="2607" y="605"/>
                  <a:pt x="2607" y="605"/>
                  <a:pt x="2607" y="605"/>
                </a:cubicBezTo>
                <a:cubicBezTo>
                  <a:pt x="2548" y="605"/>
                  <a:pt x="2548" y="605"/>
                  <a:pt x="2548" y="605"/>
                </a:cubicBezTo>
                <a:cubicBezTo>
                  <a:pt x="2540" y="606"/>
                  <a:pt x="2540" y="606"/>
                  <a:pt x="2540" y="606"/>
                </a:cubicBezTo>
                <a:cubicBezTo>
                  <a:pt x="2540" y="608"/>
                  <a:pt x="2540" y="608"/>
                  <a:pt x="2540" y="608"/>
                </a:cubicBezTo>
                <a:moveTo>
                  <a:pt x="2620" y="496"/>
                </a:moveTo>
                <a:cubicBezTo>
                  <a:pt x="2634" y="492"/>
                  <a:pt x="2634" y="492"/>
                  <a:pt x="2634" y="492"/>
                </a:cubicBezTo>
                <a:cubicBezTo>
                  <a:pt x="2633" y="490"/>
                  <a:pt x="2633" y="490"/>
                  <a:pt x="2633" y="490"/>
                </a:cubicBezTo>
                <a:cubicBezTo>
                  <a:pt x="2619" y="494"/>
                  <a:pt x="2619" y="494"/>
                  <a:pt x="2619" y="494"/>
                </a:cubicBezTo>
                <a:moveTo>
                  <a:pt x="2587" y="381"/>
                </a:moveTo>
                <a:cubicBezTo>
                  <a:pt x="2590" y="381"/>
                  <a:pt x="2590" y="381"/>
                  <a:pt x="2590" y="381"/>
                </a:cubicBezTo>
                <a:cubicBezTo>
                  <a:pt x="2590" y="365"/>
                  <a:pt x="2590" y="365"/>
                  <a:pt x="2590" y="365"/>
                </a:cubicBezTo>
                <a:cubicBezTo>
                  <a:pt x="2587" y="365"/>
                  <a:pt x="2587" y="365"/>
                  <a:pt x="2587" y="365"/>
                </a:cubicBezTo>
                <a:lnTo>
                  <a:pt x="2587" y="381"/>
                </a:lnTo>
                <a:close/>
                <a:moveTo>
                  <a:pt x="2604" y="394"/>
                </a:moveTo>
                <a:cubicBezTo>
                  <a:pt x="2606" y="394"/>
                  <a:pt x="2606" y="394"/>
                  <a:pt x="2606" y="394"/>
                </a:cubicBezTo>
                <a:cubicBezTo>
                  <a:pt x="2606" y="364"/>
                  <a:pt x="2606" y="364"/>
                  <a:pt x="2606" y="364"/>
                </a:cubicBezTo>
                <a:cubicBezTo>
                  <a:pt x="2604" y="364"/>
                  <a:pt x="2604" y="364"/>
                  <a:pt x="2604" y="364"/>
                </a:cubicBezTo>
                <a:lnTo>
                  <a:pt x="2604" y="394"/>
                </a:lnTo>
                <a:close/>
                <a:moveTo>
                  <a:pt x="2030" y="412"/>
                </a:moveTo>
                <a:cubicBezTo>
                  <a:pt x="2032" y="412"/>
                  <a:pt x="2032" y="412"/>
                  <a:pt x="2032" y="412"/>
                </a:cubicBezTo>
                <a:cubicBezTo>
                  <a:pt x="2032" y="396"/>
                  <a:pt x="2032" y="396"/>
                  <a:pt x="2032" y="396"/>
                </a:cubicBezTo>
                <a:cubicBezTo>
                  <a:pt x="2030" y="396"/>
                  <a:pt x="2030" y="396"/>
                  <a:pt x="2030" y="396"/>
                </a:cubicBezTo>
                <a:lnTo>
                  <a:pt x="2030" y="412"/>
                </a:lnTo>
                <a:close/>
                <a:moveTo>
                  <a:pt x="2079" y="441"/>
                </a:moveTo>
                <a:cubicBezTo>
                  <a:pt x="2081" y="441"/>
                  <a:pt x="2081" y="441"/>
                  <a:pt x="2081" y="441"/>
                </a:cubicBezTo>
                <a:cubicBezTo>
                  <a:pt x="2081" y="417"/>
                  <a:pt x="2081" y="417"/>
                  <a:pt x="2081" y="417"/>
                </a:cubicBezTo>
                <a:cubicBezTo>
                  <a:pt x="2079" y="417"/>
                  <a:pt x="2079" y="417"/>
                  <a:pt x="2079" y="417"/>
                </a:cubicBezTo>
                <a:lnTo>
                  <a:pt x="2079" y="441"/>
                </a:lnTo>
                <a:close/>
                <a:moveTo>
                  <a:pt x="2099" y="450"/>
                </a:moveTo>
                <a:cubicBezTo>
                  <a:pt x="2101" y="450"/>
                  <a:pt x="2101" y="450"/>
                  <a:pt x="2101" y="450"/>
                </a:cubicBezTo>
                <a:cubicBezTo>
                  <a:pt x="2101" y="418"/>
                  <a:pt x="2101" y="418"/>
                  <a:pt x="2101" y="418"/>
                </a:cubicBezTo>
                <a:cubicBezTo>
                  <a:pt x="2099" y="418"/>
                  <a:pt x="2099" y="418"/>
                  <a:pt x="2099" y="418"/>
                </a:cubicBezTo>
                <a:lnTo>
                  <a:pt x="2099" y="450"/>
                </a:lnTo>
                <a:close/>
                <a:moveTo>
                  <a:pt x="1539" y="540"/>
                </a:moveTo>
                <a:cubicBezTo>
                  <a:pt x="1574" y="540"/>
                  <a:pt x="1574" y="540"/>
                  <a:pt x="1574" y="540"/>
                </a:cubicBezTo>
                <a:cubicBezTo>
                  <a:pt x="1574" y="538"/>
                  <a:pt x="1574" y="538"/>
                  <a:pt x="1574" y="538"/>
                </a:cubicBezTo>
                <a:cubicBezTo>
                  <a:pt x="1539" y="538"/>
                  <a:pt x="1539" y="538"/>
                  <a:pt x="1539" y="538"/>
                </a:cubicBezTo>
                <a:lnTo>
                  <a:pt x="1539" y="540"/>
                </a:lnTo>
                <a:close/>
                <a:moveTo>
                  <a:pt x="1539" y="546"/>
                </a:moveTo>
                <a:cubicBezTo>
                  <a:pt x="1556" y="546"/>
                  <a:pt x="1556" y="546"/>
                  <a:pt x="1556" y="546"/>
                </a:cubicBezTo>
                <a:cubicBezTo>
                  <a:pt x="1556" y="543"/>
                  <a:pt x="1556" y="543"/>
                  <a:pt x="1556" y="543"/>
                </a:cubicBezTo>
                <a:cubicBezTo>
                  <a:pt x="1539" y="543"/>
                  <a:pt x="1539" y="543"/>
                  <a:pt x="1539" y="543"/>
                </a:cubicBezTo>
                <a:lnTo>
                  <a:pt x="1539" y="546"/>
                </a:lnTo>
                <a:close/>
                <a:moveTo>
                  <a:pt x="1538" y="552"/>
                </a:moveTo>
                <a:cubicBezTo>
                  <a:pt x="1562" y="552"/>
                  <a:pt x="1562" y="552"/>
                  <a:pt x="1562" y="552"/>
                </a:cubicBezTo>
                <a:cubicBezTo>
                  <a:pt x="1562" y="549"/>
                  <a:pt x="1562" y="549"/>
                  <a:pt x="1562" y="549"/>
                </a:cubicBezTo>
                <a:cubicBezTo>
                  <a:pt x="1538" y="549"/>
                  <a:pt x="1538" y="549"/>
                  <a:pt x="1538" y="549"/>
                </a:cubicBezTo>
                <a:lnTo>
                  <a:pt x="1538" y="552"/>
                </a:lnTo>
                <a:close/>
                <a:moveTo>
                  <a:pt x="1539" y="559"/>
                </a:moveTo>
                <a:cubicBezTo>
                  <a:pt x="1550" y="559"/>
                  <a:pt x="1550" y="559"/>
                  <a:pt x="1550" y="559"/>
                </a:cubicBezTo>
                <a:cubicBezTo>
                  <a:pt x="1550" y="556"/>
                  <a:pt x="1550" y="556"/>
                  <a:pt x="1550" y="556"/>
                </a:cubicBezTo>
                <a:cubicBezTo>
                  <a:pt x="1539" y="556"/>
                  <a:pt x="1539" y="556"/>
                  <a:pt x="1539" y="556"/>
                </a:cubicBezTo>
                <a:lnTo>
                  <a:pt x="1539" y="559"/>
                </a:lnTo>
                <a:close/>
                <a:moveTo>
                  <a:pt x="1538" y="570"/>
                </a:moveTo>
                <a:cubicBezTo>
                  <a:pt x="1573" y="570"/>
                  <a:pt x="1573" y="570"/>
                  <a:pt x="1573" y="570"/>
                </a:cubicBezTo>
                <a:cubicBezTo>
                  <a:pt x="1573" y="568"/>
                  <a:pt x="1573" y="568"/>
                  <a:pt x="1573" y="568"/>
                </a:cubicBezTo>
                <a:cubicBezTo>
                  <a:pt x="1538" y="568"/>
                  <a:pt x="1538" y="568"/>
                  <a:pt x="1538" y="568"/>
                </a:cubicBezTo>
                <a:lnTo>
                  <a:pt x="1538" y="570"/>
                </a:lnTo>
                <a:close/>
                <a:moveTo>
                  <a:pt x="1539" y="576"/>
                </a:moveTo>
                <a:cubicBezTo>
                  <a:pt x="1556" y="576"/>
                  <a:pt x="1556" y="576"/>
                  <a:pt x="1556" y="576"/>
                </a:cubicBezTo>
                <a:cubicBezTo>
                  <a:pt x="1556" y="574"/>
                  <a:pt x="1556" y="574"/>
                  <a:pt x="1556" y="574"/>
                </a:cubicBezTo>
                <a:cubicBezTo>
                  <a:pt x="1539" y="574"/>
                  <a:pt x="1539" y="574"/>
                  <a:pt x="1539" y="574"/>
                </a:cubicBezTo>
                <a:lnTo>
                  <a:pt x="1539" y="576"/>
                </a:lnTo>
                <a:close/>
                <a:moveTo>
                  <a:pt x="1538" y="582"/>
                </a:moveTo>
                <a:cubicBezTo>
                  <a:pt x="1562" y="582"/>
                  <a:pt x="1562" y="582"/>
                  <a:pt x="1562" y="582"/>
                </a:cubicBezTo>
                <a:cubicBezTo>
                  <a:pt x="1562" y="579"/>
                  <a:pt x="1562" y="579"/>
                  <a:pt x="1562" y="579"/>
                </a:cubicBezTo>
                <a:cubicBezTo>
                  <a:pt x="1538" y="579"/>
                  <a:pt x="1538" y="579"/>
                  <a:pt x="1538" y="579"/>
                </a:cubicBezTo>
                <a:lnTo>
                  <a:pt x="1538" y="582"/>
                </a:lnTo>
                <a:close/>
                <a:moveTo>
                  <a:pt x="1539" y="589"/>
                </a:moveTo>
                <a:cubicBezTo>
                  <a:pt x="1550" y="589"/>
                  <a:pt x="1550" y="589"/>
                  <a:pt x="1550" y="589"/>
                </a:cubicBezTo>
                <a:cubicBezTo>
                  <a:pt x="1550" y="586"/>
                  <a:pt x="1550" y="586"/>
                  <a:pt x="1550" y="586"/>
                </a:cubicBezTo>
                <a:cubicBezTo>
                  <a:pt x="1539" y="586"/>
                  <a:pt x="1539" y="586"/>
                  <a:pt x="1539" y="586"/>
                </a:cubicBezTo>
                <a:lnTo>
                  <a:pt x="1539" y="589"/>
                </a:lnTo>
                <a:close/>
                <a:moveTo>
                  <a:pt x="1530" y="655"/>
                </a:moveTo>
                <a:cubicBezTo>
                  <a:pt x="1573" y="655"/>
                  <a:pt x="1573" y="655"/>
                  <a:pt x="1573" y="655"/>
                </a:cubicBezTo>
                <a:cubicBezTo>
                  <a:pt x="1573" y="653"/>
                  <a:pt x="1573" y="653"/>
                  <a:pt x="1573" y="653"/>
                </a:cubicBezTo>
                <a:cubicBezTo>
                  <a:pt x="1530" y="653"/>
                  <a:pt x="1530" y="653"/>
                  <a:pt x="1530" y="653"/>
                </a:cubicBezTo>
                <a:lnTo>
                  <a:pt x="1530" y="655"/>
                </a:lnTo>
                <a:close/>
                <a:moveTo>
                  <a:pt x="1157" y="486"/>
                </a:moveTo>
                <a:cubicBezTo>
                  <a:pt x="1221" y="486"/>
                  <a:pt x="1221" y="486"/>
                  <a:pt x="1221" y="486"/>
                </a:cubicBezTo>
                <a:cubicBezTo>
                  <a:pt x="1221" y="484"/>
                  <a:pt x="1221" y="484"/>
                  <a:pt x="1221" y="484"/>
                </a:cubicBezTo>
                <a:cubicBezTo>
                  <a:pt x="1157" y="484"/>
                  <a:pt x="1157" y="484"/>
                  <a:pt x="1157" y="484"/>
                </a:cubicBezTo>
                <a:lnTo>
                  <a:pt x="1157" y="486"/>
                </a:lnTo>
                <a:close/>
                <a:moveTo>
                  <a:pt x="1157" y="572"/>
                </a:moveTo>
                <a:cubicBezTo>
                  <a:pt x="1221" y="572"/>
                  <a:pt x="1221" y="572"/>
                  <a:pt x="1221" y="572"/>
                </a:cubicBezTo>
                <a:cubicBezTo>
                  <a:pt x="1221" y="569"/>
                  <a:pt x="1221" y="569"/>
                  <a:pt x="1221" y="569"/>
                </a:cubicBezTo>
                <a:cubicBezTo>
                  <a:pt x="1157" y="569"/>
                  <a:pt x="1157" y="569"/>
                  <a:pt x="1157" y="569"/>
                </a:cubicBezTo>
                <a:lnTo>
                  <a:pt x="1157" y="572"/>
                </a:lnTo>
                <a:close/>
                <a:moveTo>
                  <a:pt x="1157" y="608"/>
                </a:moveTo>
                <a:cubicBezTo>
                  <a:pt x="1221" y="608"/>
                  <a:pt x="1221" y="608"/>
                  <a:pt x="1221" y="608"/>
                </a:cubicBezTo>
                <a:cubicBezTo>
                  <a:pt x="1221" y="606"/>
                  <a:pt x="1221" y="606"/>
                  <a:pt x="1221" y="606"/>
                </a:cubicBezTo>
                <a:cubicBezTo>
                  <a:pt x="1157" y="606"/>
                  <a:pt x="1157" y="606"/>
                  <a:pt x="1157" y="606"/>
                </a:cubicBezTo>
                <a:lnTo>
                  <a:pt x="1157" y="608"/>
                </a:lnTo>
                <a:close/>
                <a:moveTo>
                  <a:pt x="1172" y="644"/>
                </a:moveTo>
                <a:cubicBezTo>
                  <a:pt x="1211" y="644"/>
                  <a:pt x="1211" y="644"/>
                  <a:pt x="1211" y="644"/>
                </a:cubicBezTo>
                <a:cubicBezTo>
                  <a:pt x="1211" y="642"/>
                  <a:pt x="1211" y="642"/>
                  <a:pt x="1211" y="642"/>
                </a:cubicBezTo>
                <a:cubicBezTo>
                  <a:pt x="1172" y="642"/>
                  <a:pt x="1172" y="642"/>
                  <a:pt x="1172" y="642"/>
                </a:cubicBezTo>
                <a:lnTo>
                  <a:pt x="1172" y="644"/>
                </a:lnTo>
                <a:close/>
                <a:moveTo>
                  <a:pt x="882" y="248"/>
                </a:moveTo>
                <a:cubicBezTo>
                  <a:pt x="893" y="250"/>
                  <a:pt x="893" y="250"/>
                  <a:pt x="893" y="250"/>
                </a:cubicBezTo>
                <a:cubicBezTo>
                  <a:pt x="893" y="248"/>
                  <a:pt x="893" y="248"/>
                  <a:pt x="893" y="248"/>
                </a:cubicBezTo>
                <a:cubicBezTo>
                  <a:pt x="883" y="246"/>
                  <a:pt x="883" y="246"/>
                  <a:pt x="883" y="246"/>
                </a:cubicBezTo>
                <a:moveTo>
                  <a:pt x="875" y="285"/>
                </a:moveTo>
                <a:cubicBezTo>
                  <a:pt x="899" y="273"/>
                  <a:pt x="899" y="273"/>
                  <a:pt x="899" y="273"/>
                </a:cubicBezTo>
                <a:cubicBezTo>
                  <a:pt x="906" y="276"/>
                  <a:pt x="906" y="276"/>
                  <a:pt x="906" y="276"/>
                </a:cubicBezTo>
                <a:cubicBezTo>
                  <a:pt x="906" y="276"/>
                  <a:pt x="906" y="276"/>
                  <a:pt x="906" y="276"/>
                </a:cubicBezTo>
                <a:cubicBezTo>
                  <a:pt x="913" y="273"/>
                  <a:pt x="913" y="273"/>
                  <a:pt x="913" y="273"/>
                </a:cubicBezTo>
                <a:cubicBezTo>
                  <a:pt x="913" y="273"/>
                  <a:pt x="913" y="273"/>
                  <a:pt x="913" y="273"/>
                </a:cubicBezTo>
                <a:cubicBezTo>
                  <a:pt x="918" y="271"/>
                  <a:pt x="918" y="271"/>
                  <a:pt x="918" y="271"/>
                </a:cubicBezTo>
                <a:cubicBezTo>
                  <a:pt x="966" y="281"/>
                  <a:pt x="966" y="281"/>
                  <a:pt x="966" y="281"/>
                </a:cubicBezTo>
                <a:cubicBezTo>
                  <a:pt x="967" y="279"/>
                  <a:pt x="967" y="279"/>
                  <a:pt x="967" y="279"/>
                </a:cubicBezTo>
                <a:cubicBezTo>
                  <a:pt x="917" y="269"/>
                  <a:pt x="917" y="269"/>
                  <a:pt x="917" y="269"/>
                </a:cubicBezTo>
                <a:cubicBezTo>
                  <a:pt x="912" y="271"/>
                  <a:pt x="912" y="271"/>
                  <a:pt x="912" y="271"/>
                </a:cubicBezTo>
                <a:cubicBezTo>
                  <a:pt x="906" y="273"/>
                  <a:pt x="906" y="273"/>
                  <a:pt x="906" y="273"/>
                </a:cubicBezTo>
                <a:cubicBezTo>
                  <a:pt x="900" y="271"/>
                  <a:pt x="900" y="271"/>
                  <a:pt x="900" y="271"/>
                </a:cubicBezTo>
                <a:cubicBezTo>
                  <a:pt x="899" y="271"/>
                  <a:pt x="899" y="271"/>
                  <a:pt x="899" y="271"/>
                </a:cubicBezTo>
                <a:cubicBezTo>
                  <a:pt x="874" y="283"/>
                  <a:pt x="874" y="283"/>
                  <a:pt x="874" y="283"/>
                </a:cubicBezTo>
                <a:cubicBezTo>
                  <a:pt x="875" y="285"/>
                  <a:pt x="875" y="285"/>
                  <a:pt x="875" y="285"/>
                </a:cubicBezTo>
                <a:moveTo>
                  <a:pt x="902" y="600"/>
                </a:moveTo>
                <a:cubicBezTo>
                  <a:pt x="936" y="600"/>
                  <a:pt x="936" y="600"/>
                  <a:pt x="936" y="600"/>
                </a:cubicBezTo>
                <a:cubicBezTo>
                  <a:pt x="990" y="605"/>
                  <a:pt x="990" y="605"/>
                  <a:pt x="990" y="605"/>
                </a:cubicBezTo>
                <a:cubicBezTo>
                  <a:pt x="990" y="603"/>
                  <a:pt x="990" y="603"/>
                  <a:pt x="990" y="603"/>
                </a:cubicBezTo>
                <a:cubicBezTo>
                  <a:pt x="936" y="598"/>
                  <a:pt x="936" y="598"/>
                  <a:pt x="936" y="598"/>
                </a:cubicBezTo>
                <a:cubicBezTo>
                  <a:pt x="902" y="598"/>
                  <a:pt x="902" y="598"/>
                  <a:pt x="902" y="598"/>
                </a:cubicBezTo>
                <a:cubicBezTo>
                  <a:pt x="902" y="600"/>
                  <a:pt x="902" y="600"/>
                  <a:pt x="902" y="600"/>
                </a:cubicBezTo>
                <a:moveTo>
                  <a:pt x="941" y="600"/>
                </a:moveTo>
                <a:cubicBezTo>
                  <a:pt x="941" y="655"/>
                  <a:pt x="941" y="655"/>
                  <a:pt x="941" y="655"/>
                </a:cubicBezTo>
                <a:cubicBezTo>
                  <a:pt x="991" y="655"/>
                  <a:pt x="991" y="655"/>
                  <a:pt x="991" y="655"/>
                </a:cubicBezTo>
                <a:cubicBezTo>
                  <a:pt x="991" y="652"/>
                  <a:pt x="991" y="652"/>
                  <a:pt x="991" y="652"/>
                </a:cubicBezTo>
                <a:cubicBezTo>
                  <a:pt x="944" y="652"/>
                  <a:pt x="944" y="652"/>
                  <a:pt x="944" y="652"/>
                </a:cubicBezTo>
                <a:cubicBezTo>
                  <a:pt x="944" y="600"/>
                  <a:pt x="944" y="600"/>
                  <a:pt x="944" y="600"/>
                </a:cubicBezTo>
                <a:cubicBezTo>
                  <a:pt x="941" y="600"/>
                  <a:pt x="941" y="600"/>
                  <a:pt x="941" y="600"/>
                </a:cubicBezTo>
                <a:moveTo>
                  <a:pt x="949" y="619"/>
                </a:moveTo>
                <a:cubicBezTo>
                  <a:pt x="956" y="615"/>
                  <a:pt x="963" y="614"/>
                  <a:pt x="970" y="614"/>
                </a:cubicBezTo>
                <a:cubicBezTo>
                  <a:pt x="975" y="614"/>
                  <a:pt x="980" y="614"/>
                  <a:pt x="986" y="616"/>
                </a:cubicBezTo>
                <a:cubicBezTo>
                  <a:pt x="986" y="615"/>
                  <a:pt x="986" y="615"/>
                  <a:pt x="986" y="615"/>
                </a:cubicBezTo>
                <a:cubicBezTo>
                  <a:pt x="985" y="616"/>
                  <a:pt x="985" y="616"/>
                  <a:pt x="985" y="616"/>
                </a:cubicBezTo>
                <a:cubicBezTo>
                  <a:pt x="992" y="620"/>
                  <a:pt x="997" y="621"/>
                  <a:pt x="1004" y="621"/>
                </a:cubicBezTo>
                <a:cubicBezTo>
                  <a:pt x="1005" y="621"/>
                  <a:pt x="1005" y="621"/>
                  <a:pt x="1005" y="621"/>
                </a:cubicBezTo>
                <a:cubicBezTo>
                  <a:pt x="1011" y="621"/>
                  <a:pt x="1014" y="620"/>
                  <a:pt x="1015" y="619"/>
                </a:cubicBezTo>
                <a:cubicBezTo>
                  <a:pt x="1015" y="617"/>
                  <a:pt x="1015" y="617"/>
                  <a:pt x="1015" y="617"/>
                </a:cubicBezTo>
                <a:cubicBezTo>
                  <a:pt x="1013" y="618"/>
                  <a:pt x="1011" y="619"/>
                  <a:pt x="1005" y="619"/>
                </a:cubicBezTo>
                <a:cubicBezTo>
                  <a:pt x="1004" y="619"/>
                  <a:pt x="1004" y="619"/>
                  <a:pt x="1004" y="619"/>
                </a:cubicBezTo>
                <a:cubicBezTo>
                  <a:pt x="997" y="619"/>
                  <a:pt x="993" y="618"/>
                  <a:pt x="987" y="614"/>
                </a:cubicBezTo>
                <a:cubicBezTo>
                  <a:pt x="986" y="614"/>
                  <a:pt x="986" y="614"/>
                  <a:pt x="986" y="614"/>
                </a:cubicBezTo>
                <a:cubicBezTo>
                  <a:pt x="986" y="614"/>
                  <a:pt x="986" y="614"/>
                  <a:pt x="986" y="614"/>
                </a:cubicBezTo>
                <a:cubicBezTo>
                  <a:pt x="981" y="612"/>
                  <a:pt x="976" y="611"/>
                  <a:pt x="970" y="611"/>
                </a:cubicBezTo>
                <a:cubicBezTo>
                  <a:pt x="963" y="611"/>
                  <a:pt x="955" y="613"/>
                  <a:pt x="948" y="617"/>
                </a:cubicBezTo>
                <a:cubicBezTo>
                  <a:pt x="949" y="619"/>
                  <a:pt x="949" y="619"/>
                  <a:pt x="949" y="619"/>
                </a:cubicBezTo>
                <a:moveTo>
                  <a:pt x="948" y="619"/>
                </a:moveTo>
                <a:cubicBezTo>
                  <a:pt x="990" y="619"/>
                  <a:pt x="990" y="619"/>
                  <a:pt x="990" y="619"/>
                </a:cubicBezTo>
                <a:cubicBezTo>
                  <a:pt x="990" y="617"/>
                  <a:pt x="990" y="617"/>
                  <a:pt x="990" y="617"/>
                </a:cubicBezTo>
                <a:cubicBezTo>
                  <a:pt x="948" y="617"/>
                  <a:pt x="948" y="617"/>
                  <a:pt x="948" y="617"/>
                </a:cubicBezTo>
                <a:lnTo>
                  <a:pt x="948" y="619"/>
                </a:lnTo>
                <a:close/>
                <a:moveTo>
                  <a:pt x="453" y="636"/>
                </a:moveTo>
                <a:cubicBezTo>
                  <a:pt x="455" y="636"/>
                  <a:pt x="455" y="636"/>
                  <a:pt x="455" y="636"/>
                </a:cubicBezTo>
                <a:cubicBezTo>
                  <a:pt x="455" y="381"/>
                  <a:pt x="455" y="381"/>
                  <a:pt x="455" y="381"/>
                </a:cubicBezTo>
                <a:cubicBezTo>
                  <a:pt x="453" y="381"/>
                  <a:pt x="453" y="381"/>
                  <a:pt x="453" y="381"/>
                </a:cubicBezTo>
                <a:lnTo>
                  <a:pt x="453" y="636"/>
                </a:lnTo>
                <a:close/>
                <a:moveTo>
                  <a:pt x="843" y="616"/>
                </a:moveTo>
                <a:cubicBezTo>
                  <a:pt x="845" y="616"/>
                  <a:pt x="845" y="616"/>
                  <a:pt x="845" y="616"/>
                </a:cubicBezTo>
                <a:cubicBezTo>
                  <a:pt x="845" y="599"/>
                  <a:pt x="845" y="599"/>
                  <a:pt x="845" y="599"/>
                </a:cubicBezTo>
                <a:cubicBezTo>
                  <a:pt x="843" y="599"/>
                  <a:pt x="843" y="599"/>
                  <a:pt x="843" y="599"/>
                </a:cubicBezTo>
                <a:lnTo>
                  <a:pt x="843" y="616"/>
                </a:lnTo>
                <a:close/>
                <a:moveTo>
                  <a:pt x="762" y="654"/>
                </a:moveTo>
                <a:cubicBezTo>
                  <a:pt x="762" y="666"/>
                  <a:pt x="762" y="666"/>
                  <a:pt x="762" y="666"/>
                </a:cubicBezTo>
                <a:cubicBezTo>
                  <a:pt x="862" y="666"/>
                  <a:pt x="862" y="666"/>
                  <a:pt x="862" y="666"/>
                </a:cubicBezTo>
                <a:cubicBezTo>
                  <a:pt x="862" y="671"/>
                  <a:pt x="862" y="671"/>
                  <a:pt x="862" y="671"/>
                </a:cubicBezTo>
                <a:cubicBezTo>
                  <a:pt x="864" y="671"/>
                  <a:pt x="864" y="671"/>
                  <a:pt x="864" y="671"/>
                </a:cubicBezTo>
                <a:cubicBezTo>
                  <a:pt x="864" y="664"/>
                  <a:pt x="864" y="664"/>
                  <a:pt x="864" y="664"/>
                </a:cubicBezTo>
                <a:cubicBezTo>
                  <a:pt x="764" y="664"/>
                  <a:pt x="764" y="664"/>
                  <a:pt x="764" y="664"/>
                </a:cubicBezTo>
                <a:cubicBezTo>
                  <a:pt x="764" y="654"/>
                  <a:pt x="764" y="654"/>
                  <a:pt x="764" y="654"/>
                </a:cubicBezTo>
                <a:cubicBezTo>
                  <a:pt x="762" y="654"/>
                  <a:pt x="762" y="654"/>
                  <a:pt x="762" y="654"/>
                </a:cubicBezTo>
                <a:moveTo>
                  <a:pt x="734" y="634"/>
                </a:moveTo>
                <a:cubicBezTo>
                  <a:pt x="736" y="634"/>
                  <a:pt x="736" y="634"/>
                  <a:pt x="736" y="634"/>
                </a:cubicBezTo>
                <a:cubicBezTo>
                  <a:pt x="736" y="620"/>
                  <a:pt x="736" y="620"/>
                  <a:pt x="736" y="620"/>
                </a:cubicBezTo>
                <a:cubicBezTo>
                  <a:pt x="734" y="620"/>
                  <a:pt x="734" y="620"/>
                  <a:pt x="734" y="620"/>
                </a:cubicBezTo>
                <a:lnTo>
                  <a:pt x="734" y="634"/>
                </a:lnTo>
                <a:close/>
                <a:moveTo>
                  <a:pt x="734" y="652"/>
                </a:moveTo>
                <a:cubicBezTo>
                  <a:pt x="736" y="652"/>
                  <a:pt x="736" y="652"/>
                  <a:pt x="736" y="652"/>
                </a:cubicBezTo>
                <a:cubicBezTo>
                  <a:pt x="736" y="638"/>
                  <a:pt x="736" y="638"/>
                  <a:pt x="736" y="638"/>
                </a:cubicBezTo>
                <a:cubicBezTo>
                  <a:pt x="734" y="638"/>
                  <a:pt x="734" y="638"/>
                  <a:pt x="734" y="638"/>
                </a:cubicBezTo>
                <a:lnTo>
                  <a:pt x="734" y="652"/>
                </a:lnTo>
                <a:close/>
                <a:moveTo>
                  <a:pt x="882" y="670"/>
                </a:moveTo>
                <a:cubicBezTo>
                  <a:pt x="884" y="670"/>
                  <a:pt x="884" y="670"/>
                  <a:pt x="884" y="670"/>
                </a:cubicBezTo>
                <a:cubicBezTo>
                  <a:pt x="884" y="584"/>
                  <a:pt x="884" y="584"/>
                  <a:pt x="884" y="584"/>
                </a:cubicBezTo>
                <a:cubicBezTo>
                  <a:pt x="882" y="584"/>
                  <a:pt x="882" y="584"/>
                  <a:pt x="882" y="584"/>
                </a:cubicBezTo>
                <a:lnTo>
                  <a:pt x="882" y="670"/>
                </a:lnTo>
                <a:close/>
                <a:moveTo>
                  <a:pt x="521" y="671"/>
                </a:moveTo>
                <a:cubicBezTo>
                  <a:pt x="521" y="644"/>
                  <a:pt x="521" y="644"/>
                  <a:pt x="521" y="644"/>
                </a:cubicBezTo>
                <a:cubicBezTo>
                  <a:pt x="633" y="644"/>
                  <a:pt x="633" y="644"/>
                  <a:pt x="633" y="644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519" y="642"/>
                  <a:pt x="519" y="642"/>
                  <a:pt x="519" y="642"/>
                </a:cubicBezTo>
                <a:cubicBezTo>
                  <a:pt x="519" y="671"/>
                  <a:pt x="519" y="671"/>
                  <a:pt x="519" y="671"/>
                </a:cubicBezTo>
                <a:cubicBezTo>
                  <a:pt x="521" y="671"/>
                  <a:pt x="521" y="671"/>
                  <a:pt x="521" y="671"/>
                </a:cubicBezTo>
              </a:path>
            </a:pathLst>
          </a:custGeom>
          <a:noFill/>
          <a:ln w="0" cap="flat">
            <a:solidFill>
              <a:schemeClr val="bg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CuadroTexto 5"/>
          <p:cNvSpPr txBox="1"/>
          <p:nvPr userDrawn="1"/>
        </p:nvSpPr>
        <p:spPr>
          <a:xfrm rot="16200000">
            <a:off x="-570651" y="1511451"/>
            <a:ext cx="27126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0" b="0">
                <a:solidFill>
                  <a:srgbClr val="E6404A"/>
                </a:solidFill>
                <a:latin typeface="Century Gothic" panose="020B0502020202020204" pitchFamily="34" charset="0"/>
              </a:rPr>
              <a:t>ÍNDICE</a:t>
            </a:r>
          </a:p>
        </p:txBody>
      </p:sp>
      <p:sp>
        <p:nvSpPr>
          <p:cNvPr id="3" name="Redondear rectángulo de esquina sencilla 2"/>
          <p:cNvSpPr/>
          <p:nvPr userDrawn="1"/>
        </p:nvSpPr>
        <p:spPr>
          <a:xfrm rot="10800000" flipV="1">
            <a:off x="1203512" y="781466"/>
            <a:ext cx="10988488" cy="4503906"/>
          </a:xfrm>
          <a:prstGeom prst="round1Rect">
            <a:avLst>
              <a:gd name="adj" fmla="val 10317"/>
            </a:avLst>
          </a:prstGeom>
          <a:solidFill>
            <a:schemeClr val="bg1">
              <a:alpha val="84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contenido 2"/>
          <p:cNvSpPr>
            <a:spLocks noGrp="1"/>
          </p:cNvSpPr>
          <p:nvPr>
            <p:ph idx="1"/>
          </p:nvPr>
        </p:nvSpPr>
        <p:spPr>
          <a:xfrm>
            <a:off x="1419366" y="1175385"/>
            <a:ext cx="10563368" cy="3942525"/>
          </a:xfrm>
        </p:spPr>
        <p:txBody>
          <a:bodyPr>
            <a:normAutofit/>
          </a:bodyPr>
          <a:lstStyle>
            <a:lvl1pPr>
              <a:defRPr sz="1200">
                <a:latin typeface="Century Gothic" panose="020B0502020202020204" pitchFamily="34" charset="0"/>
              </a:defRPr>
            </a:lvl1pPr>
            <a:lvl2pPr>
              <a:defRPr sz="1200">
                <a:latin typeface="Century Gothic" panose="020B0502020202020204" pitchFamily="34" charset="0"/>
              </a:defRPr>
            </a:lvl2pPr>
            <a:lvl3pPr>
              <a:defRPr sz="1200">
                <a:latin typeface="Century Gothic" panose="020B0502020202020204" pitchFamily="34" charset="0"/>
              </a:defRPr>
            </a:lvl3pPr>
            <a:lvl4pPr>
              <a:defRPr sz="1200">
                <a:latin typeface="Century Gothic" panose="020B0502020202020204" pitchFamily="34" charset="0"/>
              </a:defRPr>
            </a:lvl4pPr>
            <a:lvl5pPr>
              <a:defRPr sz="12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ángulo 4"/>
          <p:cNvSpPr/>
          <p:nvPr userDrawn="1"/>
        </p:nvSpPr>
        <p:spPr>
          <a:xfrm>
            <a:off x="0" y="5216275"/>
            <a:ext cx="12192000" cy="1641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90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499950" y="2828414"/>
            <a:ext cx="11266487" cy="1718110"/>
          </a:xfrm>
          <a:prstGeom prst="rect">
            <a:avLst/>
          </a:prstGeom>
          <a:noFill/>
          <a:ln w="101600">
            <a:gradFill>
              <a:gsLst>
                <a:gs pos="0">
                  <a:srgbClr val="CD3039"/>
                </a:gs>
                <a:gs pos="69000">
                  <a:schemeClr val="bg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ES" sz="3600" b="1">
              <a:solidFill>
                <a:schemeClr val="bg1"/>
              </a:solidFill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/>
          <p:cNvSpPr/>
          <p:nvPr userDrawn="1"/>
        </p:nvSpPr>
        <p:spPr>
          <a:xfrm>
            <a:off x="2916454" y="817556"/>
            <a:ext cx="1790299" cy="1294054"/>
          </a:xfrm>
          <a:prstGeom prst="rect">
            <a:avLst/>
          </a:prstGeom>
          <a:noFill/>
          <a:ln w="1016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ES">
              <a:solidFill>
                <a:schemeClr val="bg1"/>
              </a:solidFill>
              <a:latin typeface="Century Gothic" panose="020B0502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/>
          <p:cNvSpPr/>
          <p:nvPr userDrawn="1"/>
        </p:nvSpPr>
        <p:spPr>
          <a:xfrm>
            <a:off x="0" y="2785382"/>
            <a:ext cx="338667" cy="1814931"/>
          </a:xfrm>
          <a:prstGeom prst="rect">
            <a:avLst/>
          </a:prstGeom>
          <a:solidFill>
            <a:srgbClr val="CD3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redondeado 13"/>
          <p:cNvSpPr/>
          <p:nvPr userDrawn="1"/>
        </p:nvSpPr>
        <p:spPr>
          <a:xfrm>
            <a:off x="-245271" y="344314"/>
            <a:ext cx="4374510" cy="938126"/>
          </a:xfrm>
          <a:prstGeom prst="roundRect">
            <a:avLst>
              <a:gd name="adj" fmla="val 0"/>
            </a:avLst>
          </a:prstGeom>
          <a:noFill/>
          <a:ln w="73025">
            <a:solidFill>
              <a:srgbClr val="C00000">
                <a:alpha val="2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4823536"/>
            <a:ext cx="6278474" cy="457277"/>
          </a:xfrm>
        </p:spPr>
        <p:txBody>
          <a:bodyPr/>
          <a:lstStyle>
            <a:lvl1pPr marL="0" indent="0" algn="ctr">
              <a:buNone/>
              <a:defRPr sz="2400"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7605" y="2902224"/>
            <a:ext cx="5514979" cy="1510719"/>
          </a:xfrm>
        </p:spPr>
        <p:txBody>
          <a:bodyPr anchor="ctr">
            <a:noAutofit/>
          </a:bodyPr>
          <a:lstStyle>
            <a:lvl1pPr algn="l">
              <a:defRPr sz="2800" b="1"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grpSp>
        <p:nvGrpSpPr>
          <p:cNvPr id="5" name="Grupo 4"/>
          <p:cNvGrpSpPr/>
          <p:nvPr userDrawn="1"/>
        </p:nvGrpSpPr>
        <p:grpSpPr>
          <a:xfrm>
            <a:off x="6536235" y="1703088"/>
            <a:ext cx="5456807" cy="3898595"/>
            <a:chOff x="6536235" y="1703088"/>
            <a:chExt cx="5456807" cy="3898595"/>
          </a:xfrm>
        </p:grpSpPr>
        <p:grpSp>
          <p:nvGrpSpPr>
            <p:cNvPr id="8" name="Grupo 7"/>
            <p:cNvGrpSpPr/>
            <p:nvPr userDrawn="1"/>
          </p:nvGrpSpPr>
          <p:grpSpPr>
            <a:xfrm>
              <a:off x="8150862" y="2991855"/>
              <a:ext cx="1336707" cy="1350778"/>
              <a:chOff x="776775" y="835852"/>
              <a:chExt cx="902988" cy="912493"/>
            </a:xfrm>
            <a:effectLst>
              <a:glow rad="190500">
                <a:schemeClr val="bg1"/>
              </a:glow>
            </a:effectLst>
          </p:grpSpPr>
          <p:grpSp>
            <p:nvGrpSpPr>
              <p:cNvPr id="9" name="Grupo 8"/>
              <p:cNvGrpSpPr/>
              <p:nvPr/>
            </p:nvGrpSpPr>
            <p:grpSpPr>
              <a:xfrm>
                <a:off x="776775" y="835852"/>
                <a:ext cx="902988" cy="912493"/>
                <a:chOff x="776775" y="835852"/>
                <a:chExt cx="902988" cy="912493"/>
              </a:xfrm>
            </p:grpSpPr>
            <p:sp>
              <p:nvSpPr>
                <p:cNvPr id="22" name="Oval 75"/>
                <p:cNvSpPr>
                  <a:spLocks noChangeArrowheads="1"/>
                </p:cNvSpPr>
                <p:nvPr/>
              </p:nvSpPr>
              <p:spPr bwMode="auto">
                <a:xfrm>
                  <a:off x="865490" y="927736"/>
                  <a:ext cx="722390" cy="735064"/>
                </a:xfrm>
                <a:prstGeom prst="ellipse">
                  <a:avLst/>
                </a:prstGeom>
                <a:solidFill>
                  <a:srgbClr val="E83F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/>
                </a:p>
              </p:txBody>
            </p:sp>
            <p:sp>
              <p:nvSpPr>
                <p:cNvPr id="23" name="Freeform 76"/>
                <p:cNvSpPr>
                  <a:spLocks noEditPoints="1"/>
                </p:cNvSpPr>
                <p:nvPr/>
              </p:nvSpPr>
              <p:spPr bwMode="auto">
                <a:xfrm>
                  <a:off x="776775" y="842189"/>
                  <a:ext cx="896652" cy="906156"/>
                </a:xfrm>
                <a:custGeom>
                  <a:avLst/>
                  <a:gdLst>
                    <a:gd name="T0" fmla="*/ 70 w 150"/>
                    <a:gd name="T1" fmla="*/ 4 h 150"/>
                    <a:gd name="T2" fmla="*/ 4 w 150"/>
                    <a:gd name="T3" fmla="*/ 75 h 150"/>
                    <a:gd name="T4" fmla="*/ 75 w 150"/>
                    <a:gd name="T5" fmla="*/ 146 h 150"/>
                    <a:gd name="T6" fmla="*/ 146 w 150"/>
                    <a:gd name="T7" fmla="*/ 78 h 150"/>
                    <a:gd name="T8" fmla="*/ 150 w 150"/>
                    <a:gd name="T9" fmla="*/ 78 h 150"/>
                    <a:gd name="T10" fmla="*/ 75 w 150"/>
                    <a:gd name="T11" fmla="*/ 150 h 150"/>
                    <a:gd name="T12" fmla="*/ 0 w 150"/>
                    <a:gd name="T13" fmla="*/ 75 h 150"/>
                    <a:gd name="T14" fmla="*/ 70 w 150"/>
                    <a:gd name="T15" fmla="*/ 0 h 150"/>
                    <a:gd name="T16" fmla="*/ 70 w 150"/>
                    <a:gd name="T17" fmla="*/ 4 h 150"/>
                    <a:gd name="T18" fmla="*/ 146 w 150"/>
                    <a:gd name="T19" fmla="*/ 75 h 150"/>
                    <a:gd name="T20" fmla="*/ 150 w 150"/>
                    <a:gd name="T21" fmla="*/ 75 h 150"/>
                    <a:gd name="T22" fmla="*/ 150 w 150"/>
                    <a:gd name="T23" fmla="*/ 75 h 150"/>
                    <a:gd name="T24" fmla="*/ 75 w 150"/>
                    <a:gd name="T25" fmla="*/ 0 h 150"/>
                    <a:gd name="T26" fmla="*/ 75 w 150"/>
                    <a:gd name="T27" fmla="*/ 4 h 150"/>
                    <a:gd name="T28" fmla="*/ 146 w 150"/>
                    <a:gd name="T29" fmla="*/ 75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50" h="150">
                      <a:moveTo>
                        <a:pt x="70" y="4"/>
                      </a:moveTo>
                      <a:cubicBezTo>
                        <a:pt x="34" y="7"/>
                        <a:pt x="4" y="38"/>
                        <a:pt x="4" y="75"/>
                      </a:cubicBezTo>
                      <a:cubicBezTo>
                        <a:pt x="4" y="114"/>
                        <a:pt x="36" y="146"/>
                        <a:pt x="75" y="146"/>
                      </a:cubicBezTo>
                      <a:cubicBezTo>
                        <a:pt x="113" y="146"/>
                        <a:pt x="144" y="116"/>
                        <a:pt x="146" y="78"/>
                      </a:cubicBezTo>
                      <a:cubicBezTo>
                        <a:pt x="150" y="78"/>
                        <a:pt x="150" y="78"/>
                        <a:pt x="150" y="78"/>
                      </a:cubicBezTo>
                      <a:cubicBezTo>
                        <a:pt x="149" y="118"/>
                        <a:pt x="116" y="150"/>
                        <a:pt x="75" y="150"/>
                      </a:cubicBezTo>
                      <a:cubicBezTo>
                        <a:pt x="34" y="150"/>
                        <a:pt x="0" y="116"/>
                        <a:pt x="0" y="75"/>
                      </a:cubicBezTo>
                      <a:cubicBezTo>
                        <a:pt x="0" y="35"/>
                        <a:pt x="31" y="2"/>
                        <a:pt x="70" y="0"/>
                      </a:cubicBezTo>
                      <a:cubicBezTo>
                        <a:pt x="70" y="4"/>
                        <a:pt x="70" y="4"/>
                        <a:pt x="70" y="4"/>
                      </a:cubicBezTo>
                      <a:close/>
                      <a:moveTo>
                        <a:pt x="146" y="75"/>
                      </a:moveTo>
                      <a:cubicBezTo>
                        <a:pt x="150" y="75"/>
                        <a:pt x="150" y="75"/>
                        <a:pt x="150" y="75"/>
                      </a:cubicBezTo>
                      <a:cubicBezTo>
                        <a:pt x="150" y="75"/>
                        <a:pt x="150" y="75"/>
                        <a:pt x="150" y="75"/>
                      </a:cubicBezTo>
                      <a:cubicBezTo>
                        <a:pt x="150" y="33"/>
                        <a:pt x="117" y="0"/>
                        <a:pt x="75" y="0"/>
                      </a:cubicBezTo>
                      <a:cubicBezTo>
                        <a:pt x="75" y="4"/>
                        <a:pt x="75" y="4"/>
                        <a:pt x="75" y="4"/>
                      </a:cubicBezTo>
                      <a:cubicBezTo>
                        <a:pt x="114" y="4"/>
                        <a:pt x="146" y="36"/>
                        <a:pt x="146" y="75"/>
                      </a:cubicBezTo>
                      <a:close/>
                    </a:path>
                  </a:pathLst>
                </a:custGeom>
                <a:solidFill>
                  <a:srgbClr val="8FA0A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/>
                </a:p>
              </p:txBody>
            </p:sp>
            <p:sp>
              <p:nvSpPr>
                <p:cNvPr id="24" name="Freeform 77"/>
                <p:cNvSpPr>
                  <a:spLocks/>
                </p:cNvSpPr>
                <p:nvPr/>
              </p:nvSpPr>
              <p:spPr bwMode="auto">
                <a:xfrm>
                  <a:off x="1223517" y="835852"/>
                  <a:ext cx="456246" cy="459416"/>
                </a:xfrm>
                <a:custGeom>
                  <a:avLst/>
                  <a:gdLst>
                    <a:gd name="T0" fmla="*/ 76 w 76"/>
                    <a:gd name="T1" fmla="*/ 76 h 76"/>
                    <a:gd name="T2" fmla="*/ 70 w 76"/>
                    <a:gd name="T3" fmla="*/ 76 h 76"/>
                    <a:gd name="T4" fmla="*/ 0 w 76"/>
                    <a:gd name="T5" fmla="*/ 6 h 76"/>
                    <a:gd name="T6" fmla="*/ 0 w 76"/>
                    <a:gd name="T7" fmla="*/ 0 h 76"/>
                    <a:gd name="T8" fmla="*/ 76 w 76"/>
                    <a:gd name="T9" fmla="*/ 76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6" h="76">
                      <a:moveTo>
                        <a:pt x="76" y="76"/>
                      </a:moveTo>
                      <a:cubicBezTo>
                        <a:pt x="70" y="76"/>
                        <a:pt x="70" y="76"/>
                        <a:pt x="70" y="76"/>
                      </a:cubicBezTo>
                      <a:cubicBezTo>
                        <a:pt x="70" y="37"/>
                        <a:pt x="39" y="6"/>
                        <a:pt x="0" y="6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2" y="0"/>
                        <a:pt x="76" y="34"/>
                        <a:pt x="76" y="76"/>
                      </a:cubicBezTo>
                      <a:close/>
                    </a:path>
                  </a:pathLst>
                </a:custGeom>
                <a:solidFill>
                  <a:srgbClr val="E83F4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/>
                </a:p>
              </p:txBody>
            </p:sp>
          </p:grpSp>
          <p:grpSp>
            <p:nvGrpSpPr>
              <p:cNvPr id="12" name="Grupo 11"/>
              <p:cNvGrpSpPr/>
              <p:nvPr/>
            </p:nvGrpSpPr>
            <p:grpSpPr>
              <a:xfrm>
                <a:off x="944265" y="1182578"/>
                <a:ext cx="563739" cy="225597"/>
                <a:chOff x="944265" y="1182578"/>
                <a:chExt cx="563739" cy="225597"/>
              </a:xfrm>
            </p:grpSpPr>
            <p:sp>
              <p:nvSpPr>
                <p:cNvPr id="15" name="Estrella de 5 puntas 14"/>
                <p:cNvSpPr/>
                <p:nvPr/>
              </p:nvSpPr>
              <p:spPr>
                <a:xfrm>
                  <a:off x="944265" y="1182578"/>
                  <a:ext cx="125585" cy="125585"/>
                </a:xfrm>
                <a:prstGeom prst="star5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6" name="Estrella de 5 puntas 15"/>
                <p:cNvSpPr/>
                <p:nvPr/>
              </p:nvSpPr>
              <p:spPr>
                <a:xfrm>
                  <a:off x="1090316" y="1182578"/>
                  <a:ext cx="125585" cy="125585"/>
                </a:xfrm>
                <a:prstGeom prst="star5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7" name="Estrella de 5 puntas 16"/>
                <p:cNvSpPr/>
                <p:nvPr/>
              </p:nvSpPr>
              <p:spPr>
                <a:xfrm>
                  <a:off x="1018083" y="1282590"/>
                  <a:ext cx="125585" cy="125585"/>
                </a:xfrm>
                <a:prstGeom prst="star5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8" name="Estrella de 5 puntas 17"/>
                <p:cNvSpPr/>
                <p:nvPr/>
              </p:nvSpPr>
              <p:spPr>
                <a:xfrm>
                  <a:off x="1164531" y="1282590"/>
                  <a:ext cx="125585" cy="125585"/>
                </a:xfrm>
                <a:prstGeom prst="star5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9" name="Estrella de 5 puntas 18"/>
                <p:cNvSpPr/>
                <p:nvPr/>
              </p:nvSpPr>
              <p:spPr>
                <a:xfrm>
                  <a:off x="1310979" y="1282590"/>
                  <a:ext cx="125585" cy="125585"/>
                </a:xfrm>
                <a:prstGeom prst="star5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0" name="Estrella de 5 puntas 19"/>
                <p:cNvSpPr/>
                <p:nvPr/>
              </p:nvSpPr>
              <p:spPr>
                <a:xfrm>
                  <a:off x="1236367" y="1182578"/>
                  <a:ext cx="125585" cy="125585"/>
                </a:xfrm>
                <a:prstGeom prst="star5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1" name="Estrella de 5 puntas 20"/>
                <p:cNvSpPr/>
                <p:nvPr/>
              </p:nvSpPr>
              <p:spPr>
                <a:xfrm>
                  <a:off x="1382419" y="1182578"/>
                  <a:ext cx="125585" cy="125585"/>
                </a:xfrm>
                <a:prstGeom prst="star5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sp>
          <p:nvSpPr>
            <p:cNvPr id="26" name="Trapecio 1"/>
            <p:cNvSpPr/>
            <p:nvPr/>
          </p:nvSpPr>
          <p:spPr>
            <a:xfrm>
              <a:off x="8583751" y="4607074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7" name="Trapecio 1"/>
            <p:cNvSpPr/>
            <p:nvPr/>
          </p:nvSpPr>
          <p:spPr>
            <a:xfrm rot="20431647">
              <a:off x="9070984" y="4522584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Trapecio 1"/>
            <p:cNvSpPr/>
            <p:nvPr/>
          </p:nvSpPr>
          <p:spPr>
            <a:xfrm rot="19323297">
              <a:off x="9509230" y="4292966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Trapecio 1"/>
            <p:cNvSpPr/>
            <p:nvPr/>
          </p:nvSpPr>
          <p:spPr>
            <a:xfrm rot="18063655">
              <a:off x="9829228" y="3907400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Trapecio 1"/>
            <p:cNvSpPr/>
            <p:nvPr/>
          </p:nvSpPr>
          <p:spPr>
            <a:xfrm rot="14328352">
              <a:off x="9815603" y="2400822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Trapecio 1"/>
            <p:cNvSpPr/>
            <p:nvPr/>
          </p:nvSpPr>
          <p:spPr>
            <a:xfrm rot="13163390">
              <a:off x="9493837" y="2037506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" name="Trapecio 1"/>
            <p:cNvSpPr/>
            <p:nvPr/>
          </p:nvSpPr>
          <p:spPr>
            <a:xfrm rot="11956148">
              <a:off x="9067506" y="1789858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Trapecio 1"/>
            <p:cNvSpPr/>
            <p:nvPr/>
          </p:nvSpPr>
          <p:spPr>
            <a:xfrm rot="10800000">
              <a:off x="8583751" y="1703088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Trapecio 1"/>
            <p:cNvSpPr/>
            <p:nvPr/>
          </p:nvSpPr>
          <p:spPr>
            <a:xfrm rot="9576918">
              <a:off x="8095978" y="1796554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Trapecio 1"/>
            <p:cNvSpPr/>
            <p:nvPr/>
          </p:nvSpPr>
          <p:spPr>
            <a:xfrm rot="8372291">
              <a:off x="7681520" y="2064045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Trapecio 1"/>
            <p:cNvSpPr/>
            <p:nvPr/>
          </p:nvSpPr>
          <p:spPr>
            <a:xfrm rot="7199189">
              <a:off x="7369241" y="2446528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Trapecio 1"/>
            <p:cNvSpPr/>
            <p:nvPr/>
          </p:nvSpPr>
          <p:spPr>
            <a:xfrm rot="6041318">
              <a:off x="7202608" y="2903107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Trapecio 1"/>
            <p:cNvSpPr/>
            <p:nvPr/>
          </p:nvSpPr>
          <p:spPr>
            <a:xfrm rot="4824027">
              <a:off x="7214348" y="3401154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Trapecio 1"/>
            <p:cNvSpPr/>
            <p:nvPr/>
          </p:nvSpPr>
          <p:spPr>
            <a:xfrm rot="3652284">
              <a:off x="7374687" y="3871827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Trapecio 1"/>
            <p:cNvSpPr/>
            <p:nvPr/>
          </p:nvSpPr>
          <p:spPr>
            <a:xfrm rot="2391762">
              <a:off x="7681520" y="4260515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1" name="Trapecio 1"/>
            <p:cNvSpPr/>
            <p:nvPr/>
          </p:nvSpPr>
          <p:spPr>
            <a:xfrm rot="1224926">
              <a:off x="8115752" y="4513093"/>
              <a:ext cx="396484" cy="994609"/>
            </a:xfrm>
            <a:custGeom>
              <a:avLst/>
              <a:gdLst>
                <a:gd name="connsiteX0" fmla="*/ 0 w 396484"/>
                <a:gd name="connsiteY0" fmla="*/ 1005132 h 1005132"/>
                <a:gd name="connsiteX1" fmla="*/ 99121 w 396484"/>
                <a:gd name="connsiteY1" fmla="*/ 0 h 1005132"/>
                <a:gd name="connsiteX2" fmla="*/ 297363 w 396484"/>
                <a:gd name="connsiteY2" fmla="*/ 0 h 1005132"/>
                <a:gd name="connsiteX3" fmla="*/ 396484 w 396484"/>
                <a:gd name="connsiteY3" fmla="*/ 1005132 h 1005132"/>
                <a:gd name="connsiteX4" fmla="*/ 0 w 396484"/>
                <a:gd name="connsiteY4" fmla="*/ 1005132 h 1005132"/>
                <a:gd name="connsiteX0" fmla="*/ 0 w 396484"/>
                <a:gd name="connsiteY0" fmla="*/ 1005132 h 1013778"/>
                <a:gd name="connsiteX1" fmla="*/ 99121 w 396484"/>
                <a:gd name="connsiteY1" fmla="*/ 0 h 1013778"/>
                <a:gd name="connsiteX2" fmla="*/ 297363 w 396484"/>
                <a:gd name="connsiteY2" fmla="*/ 0 h 1013778"/>
                <a:gd name="connsiteX3" fmla="*/ 396484 w 396484"/>
                <a:gd name="connsiteY3" fmla="*/ 1005132 h 1013778"/>
                <a:gd name="connsiteX4" fmla="*/ 0 w 396484"/>
                <a:gd name="connsiteY4" fmla="*/ 1005132 h 1013778"/>
                <a:gd name="connsiteX0" fmla="*/ 0 w 396484"/>
                <a:gd name="connsiteY0" fmla="*/ 1005132 h 1021598"/>
                <a:gd name="connsiteX1" fmla="*/ 99121 w 396484"/>
                <a:gd name="connsiteY1" fmla="*/ 0 h 1021598"/>
                <a:gd name="connsiteX2" fmla="*/ 297363 w 396484"/>
                <a:gd name="connsiteY2" fmla="*/ 0 h 1021598"/>
                <a:gd name="connsiteX3" fmla="*/ 396484 w 396484"/>
                <a:gd name="connsiteY3" fmla="*/ 1005132 h 1021598"/>
                <a:gd name="connsiteX4" fmla="*/ 0 w 396484"/>
                <a:gd name="connsiteY4" fmla="*/ 1005132 h 1021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6484" h="1021598">
                  <a:moveTo>
                    <a:pt x="0" y="1005132"/>
                  </a:moveTo>
                  <a:lnTo>
                    <a:pt x="99121" y="0"/>
                  </a:lnTo>
                  <a:lnTo>
                    <a:pt x="297363" y="0"/>
                  </a:lnTo>
                  <a:lnTo>
                    <a:pt x="396484" y="1005132"/>
                  </a:lnTo>
                  <a:cubicBezTo>
                    <a:pt x="254595" y="1024587"/>
                    <a:pt x="132161" y="1029452"/>
                    <a:pt x="0" y="1005132"/>
                  </a:cubicBezTo>
                  <a:close/>
                </a:path>
              </a:pathLst>
            </a:custGeom>
            <a:noFill/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Elipse 41"/>
            <p:cNvSpPr/>
            <p:nvPr/>
          </p:nvSpPr>
          <p:spPr>
            <a:xfrm>
              <a:off x="7865457" y="2709807"/>
              <a:ext cx="1885131" cy="1885131"/>
            </a:xfrm>
            <a:prstGeom prst="ellipse">
              <a:avLst/>
            </a:prstGeom>
            <a:noFill/>
            <a:ln w="508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3" name="Triángulo isósceles 3"/>
            <p:cNvSpPr/>
            <p:nvPr/>
          </p:nvSpPr>
          <p:spPr>
            <a:xfrm rot="5400000">
              <a:off x="6985018" y="3163693"/>
              <a:ext cx="245958" cy="287291"/>
            </a:xfrm>
            <a:custGeom>
              <a:avLst/>
              <a:gdLst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0 w 524165"/>
                <a:gd name="connsiteY3" fmla="*/ 612251 h 612251"/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262393 w 524165"/>
                <a:gd name="connsiteY3" fmla="*/ 596348 h 612251"/>
                <a:gd name="connsiteX4" fmla="*/ 0 w 524165"/>
                <a:gd name="connsiteY4" fmla="*/ 612251 h 612251"/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262393 w 524165"/>
                <a:gd name="connsiteY3" fmla="*/ 524786 h 612251"/>
                <a:gd name="connsiteX4" fmla="*/ 0 w 524165"/>
                <a:gd name="connsiteY4" fmla="*/ 612251 h 61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165" h="612251">
                  <a:moveTo>
                    <a:pt x="0" y="612251"/>
                  </a:moveTo>
                  <a:lnTo>
                    <a:pt x="262083" y="0"/>
                  </a:lnTo>
                  <a:lnTo>
                    <a:pt x="524165" y="612251"/>
                  </a:lnTo>
                  <a:lnTo>
                    <a:pt x="262393" y="524786"/>
                  </a:lnTo>
                  <a:lnTo>
                    <a:pt x="0" y="612251"/>
                  </a:lnTo>
                  <a:close/>
                </a:path>
              </a:pathLst>
            </a:custGeom>
            <a:solidFill>
              <a:srgbClr val="E640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4" name="Triángulo isósceles 3"/>
            <p:cNvSpPr/>
            <p:nvPr/>
          </p:nvSpPr>
          <p:spPr>
            <a:xfrm rot="5400000">
              <a:off x="6556902" y="3572450"/>
              <a:ext cx="245958" cy="287291"/>
            </a:xfrm>
            <a:custGeom>
              <a:avLst/>
              <a:gdLst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0 w 524165"/>
                <a:gd name="connsiteY3" fmla="*/ 612251 h 612251"/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262393 w 524165"/>
                <a:gd name="connsiteY3" fmla="*/ 596348 h 612251"/>
                <a:gd name="connsiteX4" fmla="*/ 0 w 524165"/>
                <a:gd name="connsiteY4" fmla="*/ 612251 h 612251"/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262393 w 524165"/>
                <a:gd name="connsiteY3" fmla="*/ 524786 h 612251"/>
                <a:gd name="connsiteX4" fmla="*/ 0 w 524165"/>
                <a:gd name="connsiteY4" fmla="*/ 612251 h 61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165" h="612251">
                  <a:moveTo>
                    <a:pt x="0" y="612251"/>
                  </a:moveTo>
                  <a:lnTo>
                    <a:pt x="262083" y="0"/>
                  </a:lnTo>
                  <a:lnTo>
                    <a:pt x="524165" y="612251"/>
                  </a:lnTo>
                  <a:lnTo>
                    <a:pt x="262393" y="524786"/>
                  </a:lnTo>
                  <a:lnTo>
                    <a:pt x="0" y="612251"/>
                  </a:lnTo>
                  <a:close/>
                </a:path>
              </a:pathLst>
            </a:custGeom>
            <a:solidFill>
              <a:srgbClr val="E640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5" name="Grupo 44"/>
            <p:cNvGrpSpPr/>
            <p:nvPr/>
          </p:nvGrpSpPr>
          <p:grpSpPr>
            <a:xfrm>
              <a:off x="6570991" y="3947534"/>
              <a:ext cx="176674" cy="1003824"/>
              <a:chOff x="6570991" y="3815182"/>
              <a:chExt cx="176674" cy="1003824"/>
            </a:xfrm>
          </p:grpSpPr>
          <p:cxnSp>
            <p:nvCxnSpPr>
              <p:cNvPr id="138" name="Conector recto 137"/>
              <p:cNvCxnSpPr/>
              <p:nvPr/>
            </p:nvCxnSpPr>
            <p:spPr>
              <a:xfrm>
                <a:off x="6664395" y="3821535"/>
                <a:ext cx="0" cy="997471"/>
              </a:xfrm>
              <a:prstGeom prst="line">
                <a:avLst/>
              </a:prstGeom>
              <a:ln w="539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Conector recto 138"/>
              <p:cNvCxnSpPr/>
              <p:nvPr/>
            </p:nvCxnSpPr>
            <p:spPr>
              <a:xfrm flipH="1">
                <a:off x="6570991" y="440341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Conector recto 139"/>
              <p:cNvCxnSpPr/>
              <p:nvPr/>
            </p:nvCxnSpPr>
            <p:spPr>
              <a:xfrm flipH="1">
                <a:off x="6570991" y="448653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Conector recto 140"/>
              <p:cNvCxnSpPr/>
              <p:nvPr/>
            </p:nvCxnSpPr>
            <p:spPr>
              <a:xfrm flipH="1">
                <a:off x="6570991" y="456965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Conector recto 141"/>
              <p:cNvCxnSpPr/>
              <p:nvPr/>
            </p:nvCxnSpPr>
            <p:spPr>
              <a:xfrm flipH="1">
                <a:off x="6570991" y="465277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Conector recto 142"/>
              <p:cNvCxnSpPr/>
              <p:nvPr/>
            </p:nvCxnSpPr>
            <p:spPr>
              <a:xfrm flipH="1">
                <a:off x="6570991" y="473589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Conector recto 143"/>
              <p:cNvCxnSpPr/>
              <p:nvPr/>
            </p:nvCxnSpPr>
            <p:spPr>
              <a:xfrm flipH="1">
                <a:off x="6570991" y="481900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Conector recto 144"/>
              <p:cNvCxnSpPr/>
              <p:nvPr/>
            </p:nvCxnSpPr>
            <p:spPr>
              <a:xfrm flipH="1">
                <a:off x="6570991" y="381518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Conector recto 145"/>
              <p:cNvCxnSpPr/>
              <p:nvPr/>
            </p:nvCxnSpPr>
            <p:spPr>
              <a:xfrm flipH="1">
                <a:off x="6570991" y="389830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Conector recto 146"/>
              <p:cNvCxnSpPr/>
              <p:nvPr/>
            </p:nvCxnSpPr>
            <p:spPr>
              <a:xfrm flipH="1">
                <a:off x="6570991" y="398141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Conector recto 147"/>
              <p:cNvCxnSpPr/>
              <p:nvPr/>
            </p:nvCxnSpPr>
            <p:spPr>
              <a:xfrm flipH="1">
                <a:off x="6570991" y="406453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Conector recto 148"/>
              <p:cNvCxnSpPr/>
              <p:nvPr/>
            </p:nvCxnSpPr>
            <p:spPr>
              <a:xfrm flipH="1">
                <a:off x="6570991" y="414765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Conector recto 149"/>
              <p:cNvCxnSpPr/>
              <p:nvPr/>
            </p:nvCxnSpPr>
            <p:spPr>
              <a:xfrm flipH="1">
                <a:off x="6570991" y="423077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upo 45"/>
            <p:cNvGrpSpPr/>
            <p:nvPr/>
          </p:nvGrpSpPr>
          <p:grpSpPr>
            <a:xfrm>
              <a:off x="6573120" y="2501919"/>
              <a:ext cx="176674" cy="1003824"/>
              <a:chOff x="6570991" y="3815182"/>
              <a:chExt cx="176674" cy="1003824"/>
            </a:xfrm>
          </p:grpSpPr>
          <p:cxnSp>
            <p:nvCxnSpPr>
              <p:cNvPr id="125" name="Conector recto 124"/>
              <p:cNvCxnSpPr/>
              <p:nvPr/>
            </p:nvCxnSpPr>
            <p:spPr>
              <a:xfrm>
                <a:off x="6664395" y="3821535"/>
                <a:ext cx="0" cy="997471"/>
              </a:xfrm>
              <a:prstGeom prst="line">
                <a:avLst/>
              </a:prstGeom>
              <a:ln w="539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Conector recto 125"/>
              <p:cNvCxnSpPr/>
              <p:nvPr/>
            </p:nvCxnSpPr>
            <p:spPr>
              <a:xfrm flipH="1">
                <a:off x="6570991" y="440341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Conector recto 126"/>
              <p:cNvCxnSpPr/>
              <p:nvPr/>
            </p:nvCxnSpPr>
            <p:spPr>
              <a:xfrm flipH="1">
                <a:off x="6570991" y="448653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Conector recto 127"/>
              <p:cNvCxnSpPr/>
              <p:nvPr/>
            </p:nvCxnSpPr>
            <p:spPr>
              <a:xfrm flipH="1">
                <a:off x="6570991" y="456965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Conector recto 128"/>
              <p:cNvCxnSpPr/>
              <p:nvPr/>
            </p:nvCxnSpPr>
            <p:spPr>
              <a:xfrm flipH="1">
                <a:off x="6570991" y="465277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Conector recto 129"/>
              <p:cNvCxnSpPr/>
              <p:nvPr/>
            </p:nvCxnSpPr>
            <p:spPr>
              <a:xfrm flipH="1">
                <a:off x="6570991" y="473589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Conector recto 130"/>
              <p:cNvCxnSpPr/>
              <p:nvPr/>
            </p:nvCxnSpPr>
            <p:spPr>
              <a:xfrm flipH="1">
                <a:off x="6570991" y="481900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Conector recto 131"/>
              <p:cNvCxnSpPr/>
              <p:nvPr/>
            </p:nvCxnSpPr>
            <p:spPr>
              <a:xfrm flipH="1">
                <a:off x="6570991" y="381518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Conector recto 132"/>
              <p:cNvCxnSpPr/>
              <p:nvPr/>
            </p:nvCxnSpPr>
            <p:spPr>
              <a:xfrm flipH="1">
                <a:off x="6570991" y="389830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Conector recto 133"/>
              <p:cNvCxnSpPr/>
              <p:nvPr/>
            </p:nvCxnSpPr>
            <p:spPr>
              <a:xfrm flipH="1">
                <a:off x="6570991" y="398141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Conector recto 134"/>
              <p:cNvCxnSpPr/>
              <p:nvPr/>
            </p:nvCxnSpPr>
            <p:spPr>
              <a:xfrm flipH="1">
                <a:off x="6570991" y="406453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Conector recto 135"/>
              <p:cNvCxnSpPr/>
              <p:nvPr/>
            </p:nvCxnSpPr>
            <p:spPr>
              <a:xfrm flipH="1">
                <a:off x="6570991" y="414765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Conector recto 136"/>
              <p:cNvCxnSpPr/>
              <p:nvPr/>
            </p:nvCxnSpPr>
            <p:spPr>
              <a:xfrm flipH="1">
                <a:off x="6570991" y="423077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upo 46"/>
            <p:cNvGrpSpPr/>
            <p:nvPr/>
          </p:nvGrpSpPr>
          <p:grpSpPr>
            <a:xfrm>
              <a:off x="7204014" y="2619601"/>
              <a:ext cx="193037" cy="1987473"/>
              <a:chOff x="7204014" y="2487249"/>
              <a:chExt cx="193037" cy="1987473"/>
            </a:xfrm>
          </p:grpSpPr>
          <p:cxnSp>
            <p:nvCxnSpPr>
              <p:cNvPr id="114" name="Conector recto 113"/>
              <p:cNvCxnSpPr/>
              <p:nvPr/>
            </p:nvCxnSpPr>
            <p:spPr>
              <a:xfrm>
                <a:off x="7301877" y="2487249"/>
                <a:ext cx="0" cy="1987473"/>
              </a:xfrm>
              <a:prstGeom prst="line">
                <a:avLst/>
              </a:prstGeom>
              <a:ln w="539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ector recto 114"/>
              <p:cNvCxnSpPr/>
              <p:nvPr/>
            </p:nvCxnSpPr>
            <p:spPr>
              <a:xfrm flipH="1">
                <a:off x="7204014" y="249201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Conector recto 115"/>
              <p:cNvCxnSpPr/>
              <p:nvPr/>
            </p:nvCxnSpPr>
            <p:spPr>
              <a:xfrm flipH="1">
                <a:off x="7214650" y="270198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Conector recto 116"/>
              <p:cNvCxnSpPr/>
              <p:nvPr/>
            </p:nvCxnSpPr>
            <p:spPr>
              <a:xfrm flipH="1">
                <a:off x="7204014" y="291196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Conector recto 117"/>
              <p:cNvCxnSpPr/>
              <p:nvPr/>
            </p:nvCxnSpPr>
            <p:spPr>
              <a:xfrm flipH="1">
                <a:off x="7215614" y="312193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Conector recto 118"/>
              <p:cNvCxnSpPr/>
              <p:nvPr/>
            </p:nvCxnSpPr>
            <p:spPr>
              <a:xfrm flipH="1">
                <a:off x="7220377" y="333190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Conector recto 119"/>
              <p:cNvCxnSpPr/>
              <p:nvPr/>
            </p:nvCxnSpPr>
            <p:spPr>
              <a:xfrm flipH="1">
                <a:off x="7204014" y="3628659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Conector recto 120"/>
              <p:cNvCxnSpPr/>
              <p:nvPr/>
            </p:nvCxnSpPr>
            <p:spPr>
              <a:xfrm flipH="1">
                <a:off x="7214650" y="3838633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Conector recto 121"/>
              <p:cNvCxnSpPr/>
              <p:nvPr/>
            </p:nvCxnSpPr>
            <p:spPr>
              <a:xfrm flipH="1">
                <a:off x="7204014" y="4048607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Conector recto 122"/>
              <p:cNvCxnSpPr/>
              <p:nvPr/>
            </p:nvCxnSpPr>
            <p:spPr>
              <a:xfrm flipH="1">
                <a:off x="7215614" y="4258581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Conector recto 123"/>
              <p:cNvCxnSpPr/>
              <p:nvPr/>
            </p:nvCxnSpPr>
            <p:spPr>
              <a:xfrm flipH="1">
                <a:off x="7220377" y="4468555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upo 47"/>
            <p:cNvGrpSpPr/>
            <p:nvPr/>
          </p:nvGrpSpPr>
          <p:grpSpPr>
            <a:xfrm rot="5400000">
              <a:off x="8689544" y="1476634"/>
              <a:ext cx="193037" cy="1987473"/>
              <a:chOff x="7204014" y="2487249"/>
              <a:chExt cx="193037" cy="1987473"/>
            </a:xfrm>
          </p:grpSpPr>
          <p:cxnSp>
            <p:nvCxnSpPr>
              <p:cNvPr id="103" name="Conector recto 102"/>
              <p:cNvCxnSpPr/>
              <p:nvPr/>
            </p:nvCxnSpPr>
            <p:spPr>
              <a:xfrm>
                <a:off x="7301877" y="2487249"/>
                <a:ext cx="0" cy="1987473"/>
              </a:xfrm>
              <a:prstGeom prst="line">
                <a:avLst/>
              </a:prstGeom>
              <a:ln w="539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Conector recto 103"/>
              <p:cNvCxnSpPr/>
              <p:nvPr/>
            </p:nvCxnSpPr>
            <p:spPr>
              <a:xfrm flipH="1">
                <a:off x="7204014" y="249201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Conector recto 104"/>
              <p:cNvCxnSpPr/>
              <p:nvPr/>
            </p:nvCxnSpPr>
            <p:spPr>
              <a:xfrm flipH="1">
                <a:off x="7214650" y="270198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Conector recto 105"/>
              <p:cNvCxnSpPr/>
              <p:nvPr/>
            </p:nvCxnSpPr>
            <p:spPr>
              <a:xfrm flipH="1">
                <a:off x="7204014" y="291196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Conector recto 106"/>
              <p:cNvCxnSpPr/>
              <p:nvPr/>
            </p:nvCxnSpPr>
            <p:spPr>
              <a:xfrm flipH="1">
                <a:off x="7215614" y="312193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Conector recto 107"/>
              <p:cNvCxnSpPr/>
              <p:nvPr/>
            </p:nvCxnSpPr>
            <p:spPr>
              <a:xfrm flipH="1">
                <a:off x="7220377" y="333190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Conector recto 108"/>
              <p:cNvCxnSpPr/>
              <p:nvPr/>
            </p:nvCxnSpPr>
            <p:spPr>
              <a:xfrm flipH="1">
                <a:off x="7204014" y="3628659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Conector recto 109"/>
              <p:cNvCxnSpPr/>
              <p:nvPr/>
            </p:nvCxnSpPr>
            <p:spPr>
              <a:xfrm flipH="1">
                <a:off x="7214650" y="3838633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Conector recto 110"/>
              <p:cNvCxnSpPr/>
              <p:nvPr/>
            </p:nvCxnSpPr>
            <p:spPr>
              <a:xfrm flipH="1">
                <a:off x="7204014" y="4048607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Conector recto 111"/>
              <p:cNvCxnSpPr/>
              <p:nvPr/>
            </p:nvCxnSpPr>
            <p:spPr>
              <a:xfrm flipH="1">
                <a:off x="7215614" y="4258581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Conector recto 112"/>
              <p:cNvCxnSpPr/>
              <p:nvPr/>
            </p:nvCxnSpPr>
            <p:spPr>
              <a:xfrm flipH="1">
                <a:off x="7220377" y="4468555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riángulo isósceles 3"/>
            <p:cNvSpPr/>
            <p:nvPr/>
          </p:nvSpPr>
          <p:spPr>
            <a:xfrm rot="10800000">
              <a:off x="8708196" y="2240176"/>
              <a:ext cx="179849" cy="210073"/>
            </a:xfrm>
            <a:custGeom>
              <a:avLst/>
              <a:gdLst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0 w 524165"/>
                <a:gd name="connsiteY3" fmla="*/ 612251 h 612251"/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262393 w 524165"/>
                <a:gd name="connsiteY3" fmla="*/ 596348 h 612251"/>
                <a:gd name="connsiteX4" fmla="*/ 0 w 524165"/>
                <a:gd name="connsiteY4" fmla="*/ 612251 h 612251"/>
                <a:gd name="connsiteX0" fmla="*/ 0 w 524165"/>
                <a:gd name="connsiteY0" fmla="*/ 612251 h 612251"/>
                <a:gd name="connsiteX1" fmla="*/ 262083 w 524165"/>
                <a:gd name="connsiteY1" fmla="*/ 0 h 612251"/>
                <a:gd name="connsiteX2" fmla="*/ 524165 w 524165"/>
                <a:gd name="connsiteY2" fmla="*/ 612251 h 612251"/>
                <a:gd name="connsiteX3" fmla="*/ 262393 w 524165"/>
                <a:gd name="connsiteY3" fmla="*/ 524786 h 612251"/>
                <a:gd name="connsiteX4" fmla="*/ 0 w 524165"/>
                <a:gd name="connsiteY4" fmla="*/ 612251 h 61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165" h="612251">
                  <a:moveTo>
                    <a:pt x="0" y="612251"/>
                  </a:moveTo>
                  <a:lnTo>
                    <a:pt x="262083" y="0"/>
                  </a:lnTo>
                  <a:lnTo>
                    <a:pt x="524165" y="612251"/>
                  </a:lnTo>
                  <a:lnTo>
                    <a:pt x="262393" y="524786"/>
                  </a:lnTo>
                  <a:lnTo>
                    <a:pt x="0" y="612251"/>
                  </a:lnTo>
                  <a:close/>
                </a:path>
              </a:pathLst>
            </a:custGeom>
            <a:solidFill>
              <a:srgbClr val="E640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50" name="Grupo 49"/>
            <p:cNvGrpSpPr/>
            <p:nvPr/>
          </p:nvGrpSpPr>
          <p:grpSpPr>
            <a:xfrm rot="5400000">
              <a:off x="10970970" y="2876518"/>
              <a:ext cx="176674" cy="1003824"/>
              <a:chOff x="6570991" y="3815182"/>
              <a:chExt cx="176674" cy="1003824"/>
            </a:xfrm>
          </p:grpSpPr>
          <p:cxnSp>
            <p:nvCxnSpPr>
              <p:cNvPr id="90" name="Conector recto 89"/>
              <p:cNvCxnSpPr/>
              <p:nvPr/>
            </p:nvCxnSpPr>
            <p:spPr>
              <a:xfrm>
                <a:off x="6664395" y="3821535"/>
                <a:ext cx="0" cy="997471"/>
              </a:xfrm>
              <a:prstGeom prst="line">
                <a:avLst/>
              </a:prstGeom>
              <a:ln w="539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ector recto 90"/>
              <p:cNvCxnSpPr/>
              <p:nvPr/>
            </p:nvCxnSpPr>
            <p:spPr>
              <a:xfrm flipH="1">
                <a:off x="6570991" y="440341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ector recto 91"/>
              <p:cNvCxnSpPr/>
              <p:nvPr/>
            </p:nvCxnSpPr>
            <p:spPr>
              <a:xfrm flipH="1">
                <a:off x="6570991" y="448653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onector recto 92"/>
              <p:cNvCxnSpPr/>
              <p:nvPr/>
            </p:nvCxnSpPr>
            <p:spPr>
              <a:xfrm flipH="1">
                <a:off x="6570991" y="456965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Conector recto 93"/>
              <p:cNvCxnSpPr/>
              <p:nvPr/>
            </p:nvCxnSpPr>
            <p:spPr>
              <a:xfrm flipH="1">
                <a:off x="6570991" y="465277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ector recto 94"/>
              <p:cNvCxnSpPr/>
              <p:nvPr/>
            </p:nvCxnSpPr>
            <p:spPr>
              <a:xfrm flipH="1">
                <a:off x="6570991" y="473589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Conector recto 95"/>
              <p:cNvCxnSpPr/>
              <p:nvPr/>
            </p:nvCxnSpPr>
            <p:spPr>
              <a:xfrm flipH="1">
                <a:off x="6570991" y="481900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ector recto 96"/>
              <p:cNvCxnSpPr/>
              <p:nvPr/>
            </p:nvCxnSpPr>
            <p:spPr>
              <a:xfrm flipH="1">
                <a:off x="6570991" y="3815182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ector recto 97"/>
              <p:cNvCxnSpPr/>
              <p:nvPr/>
            </p:nvCxnSpPr>
            <p:spPr>
              <a:xfrm flipH="1">
                <a:off x="6570991" y="389830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Conector recto 98"/>
              <p:cNvCxnSpPr/>
              <p:nvPr/>
            </p:nvCxnSpPr>
            <p:spPr>
              <a:xfrm flipH="1">
                <a:off x="6570991" y="3981418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Conector recto 99"/>
              <p:cNvCxnSpPr/>
              <p:nvPr/>
            </p:nvCxnSpPr>
            <p:spPr>
              <a:xfrm flipH="1">
                <a:off x="6570991" y="4064536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Conector recto 100"/>
              <p:cNvCxnSpPr/>
              <p:nvPr/>
            </p:nvCxnSpPr>
            <p:spPr>
              <a:xfrm flipH="1">
                <a:off x="6570991" y="4147654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Conector recto 101"/>
              <p:cNvCxnSpPr/>
              <p:nvPr/>
            </p:nvCxnSpPr>
            <p:spPr>
              <a:xfrm flipH="1">
                <a:off x="6570991" y="423077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upo 50"/>
            <p:cNvGrpSpPr/>
            <p:nvPr/>
          </p:nvGrpSpPr>
          <p:grpSpPr>
            <a:xfrm>
              <a:off x="9563660" y="3552335"/>
              <a:ext cx="2318203" cy="176674"/>
              <a:chOff x="9563660" y="3419983"/>
              <a:chExt cx="2318203" cy="176674"/>
            </a:xfrm>
          </p:grpSpPr>
          <p:cxnSp>
            <p:nvCxnSpPr>
              <p:cNvPr id="74" name="Conector recto 73"/>
              <p:cNvCxnSpPr/>
              <p:nvPr/>
            </p:nvCxnSpPr>
            <p:spPr>
              <a:xfrm flipH="1">
                <a:off x="9563660" y="3509666"/>
                <a:ext cx="2318203" cy="0"/>
              </a:xfrm>
              <a:prstGeom prst="line">
                <a:avLst/>
              </a:prstGeom>
              <a:ln w="539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ector recto 74"/>
              <p:cNvCxnSpPr/>
              <p:nvPr/>
            </p:nvCxnSpPr>
            <p:spPr>
              <a:xfrm rot="5400000" flipH="1">
                <a:off x="11436766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Conector recto 75"/>
              <p:cNvCxnSpPr/>
              <p:nvPr/>
            </p:nvCxnSpPr>
            <p:spPr>
              <a:xfrm rot="5400000" flipH="1">
                <a:off x="11269321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ector recto 76"/>
              <p:cNvCxnSpPr/>
              <p:nvPr/>
            </p:nvCxnSpPr>
            <p:spPr>
              <a:xfrm rot="5400000" flipH="1">
                <a:off x="10942388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cto 77"/>
              <p:cNvCxnSpPr/>
              <p:nvPr/>
            </p:nvCxnSpPr>
            <p:spPr>
              <a:xfrm rot="5400000" flipH="1">
                <a:off x="10774948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ector recto 78"/>
              <p:cNvCxnSpPr/>
              <p:nvPr/>
            </p:nvCxnSpPr>
            <p:spPr>
              <a:xfrm rot="5400000" flipH="1">
                <a:off x="10618135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ector recto 79"/>
              <p:cNvCxnSpPr/>
              <p:nvPr/>
            </p:nvCxnSpPr>
            <p:spPr>
              <a:xfrm rot="5400000" flipH="1">
                <a:off x="10119366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/>
              <p:cNvCxnSpPr/>
              <p:nvPr/>
            </p:nvCxnSpPr>
            <p:spPr>
              <a:xfrm rot="5400000" flipH="1">
                <a:off x="9957237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ector recto 81"/>
              <p:cNvCxnSpPr/>
              <p:nvPr/>
            </p:nvCxnSpPr>
            <p:spPr>
              <a:xfrm rot="5400000" flipH="1">
                <a:off x="9800425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Conector recto 82"/>
              <p:cNvCxnSpPr/>
              <p:nvPr/>
            </p:nvCxnSpPr>
            <p:spPr>
              <a:xfrm rot="5400000" flipH="1">
                <a:off x="9617036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Conector recto 83"/>
              <p:cNvCxnSpPr/>
              <p:nvPr/>
            </p:nvCxnSpPr>
            <p:spPr>
              <a:xfrm rot="5400000" flipH="1">
                <a:off x="9481488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ector recto 84"/>
              <p:cNvCxnSpPr/>
              <p:nvPr/>
            </p:nvCxnSpPr>
            <p:spPr>
              <a:xfrm rot="5400000" flipH="1">
                <a:off x="10293031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onector recto 85"/>
              <p:cNvCxnSpPr/>
              <p:nvPr/>
            </p:nvCxnSpPr>
            <p:spPr>
              <a:xfrm rot="5400000" flipH="1">
                <a:off x="11101105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ector recto 86"/>
              <p:cNvCxnSpPr/>
              <p:nvPr/>
            </p:nvCxnSpPr>
            <p:spPr>
              <a:xfrm rot="5400000" flipH="1">
                <a:off x="11594482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ector recto 87"/>
              <p:cNvCxnSpPr/>
              <p:nvPr/>
            </p:nvCxnSpPr>
            <p:spPr>
              <a:xfrm rot="5400000" flipH="1">
                <a:off x="11782533" y="3508320"/>
                <a:ext cx="176674" cy="0"/>
              </a:xfrm>
              <a:prstGeom prst="line">
                <a:avLst/>
              </a:prstGeom>
              <a:ln w="349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upo 51"/>
            <p:cNvGrpSpPr/>
            <p:nvPr/>
          </p:nvGrpSpPr>
          <p:grpSpPr>
            <a:xfrm rot="5400000">
              <a:off x="11598285" y="3526381"/>
              <a:ext cx="118159" cy="671354"/>
              <a:chOff x="6570991" y="3815182"/>
              <a:chExt cx="176674" cy="1003824"/>
            </a:xfrm>
          </p:grpSpPr>
          <p:cxnSp>
            <p:nvCxnSpPr>
              <p:cNvPr id="61" name="Conector recto 60"/>
              <p:cNvCxnSpPr/>
              <p:nvPr/>
            </p:nvCxnSpPr>
            <p:spPr>
              <a:xfrm>
                <a:off x="6664395" y="3821535"/>
                <a:ext cx="0" cy="997471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ector recto 61"/>
              <p:cNvCxnSpPr/>
              <p:nvPr/>
            </p:nvCxnSpPr>
            <p:spPr>
              <a:xfrm flipH="1">
                <a:off x="6570991" y="4403418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 recto 62"/>
              <p:cNvCxnSpPr/>
              <p:nvPr/>
            </p:nvCxnSpPr>
            <p:spPr>
              <a:xfrm flipH="1">
                <a:off x="6570991" y="4486536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onector recto 63"/>
              <p:cNvCxnSpPr/>
              <p:nvPr/>
            </p:nvCxnSpPr>
            <p:spPr>
              <a:xfrm flipH="1">
                <a:off x="6570991" y="4569654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ector recto 64"/>
              <p:cNvCxnSpPr/>
              <p:nvPr/>
            </p:nvCxnSpPr>
            <p:spPr>
              <a:xfrm flipH="1">
                <a:off x="6570991" y="4652772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ector recto 65"/>
              <p:cNvCxnSpPr/>
              <p:nvPr/>
            </p:nvCxnSpPr>
            <p:spPr>
              <a:xfrm flipH="1">
                <a:off x="6570991" y="4735890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ector recto 66"/>
              <p:cNvCxnSpPr/>
              <p:nvPr/>
            </p:nvCxnSpPr>
            <p:spPr>
              <a:xfrm flipH="1">
                <a:off x="6570991" y="4819006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ector recto 67"/>
              <p:cNvCxnSpPr/>
              <p:nvPr/>
            </p:nvCxnSpPr>
            <p:spPr>
              <a:xfrm flipH="1">
                <a:off x="6570991" y="3815182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Conector recto 68"/>
              <p:cNvCxnSpPr/>
              <p:nvPr/>
            </p:nvCxnSpPr>
            <p:spPr>
              <a:xfrm flipH="1">
                <a:off x="6570991" y="3898300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ector recto 69"/>
              <p:cNvCxnSpPr/>
              <p:nvPr/>
            </p:nvCxnSpPr>
            <p:spPr>
              <a:xfrm flipH="1">
                <a:off x="6570991" y="3981418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Conector recto 70"/>
              <p:cNvCxnSpPr/>
              <p:nvPr/>
            </p:nvCxnSpPr>
            <p:spPr>
              <a:xfrm flipH="1">
                <a:off x="6570991" y="4064536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71"/>
              <p:cNvCxnSpPr/>
              <p:nvPr/>
            </p:nvCxnSpPr>
            <p:spPr>
              <a:xfrm flipH="1">
                <a:off x="6570991" y="4147654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ector recto 72"/>
              <p:cNvCxnSpPr/>
              <p:nvPr/>
            </p:nvCxnSpPr>
            <p:spPr>
              <a:xfrm flipH="1">
                <a:off x="6570991" y="4230770"/>
                <a:ext cx="176674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upo 52"/>
            <p:cNvGrpSpPr/>
            <p:nvPr/>
          </p:nvGrpSpPr>
          <p:grpSpPr>
            <a:xfrm>
              <a:off x="9892127" y="2217843"/>
              <a:ext cx="231588" cy="1287157"/>
              <a:chOff x="9892127" y="2085491"/>
              <a:chExt cx="231588" cy="1287157"/>
            </a:xfrm>
          </p:grpSpPr>
          <p:cxnSp>
            <p:nvCxnSpPr>
              <p:cNvPr id="58" name="Conector recto 57"/>
              <p:cNvCxnSpPr/>
              <p:nvPr/>
            </p:nvCxnSpPr>
            <p:spPr>
              <a:xfrm>
                <a:off x="9990306" y="2209990"/>
                <a:ext cx="0" cy="1080285"/>
              </a:xfrm>
              <a:prstGeom prst="line">
                <a:avLst/>
              </a:prstGeom>
              <a:ln w="31750" cap="rnd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ector recto 58"/>
              <p:cNvCxnSpPr/>
              <p:nvPr/>
            </p:nvCxnSpPr>
            <p:spPr>
              <a:xfrm flipV="1">
                <a:off x="9988732" y="2085491"/>
                <a:ext cx="134983" cy="124499"/>
              </a:xfrm>
              <a:prstGeom prst="line">
                <a:avLst/>
              </a:prstGeom>
              <a:ln w="31750" cap="rnd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 recto 59"/>
              <p:cNvCxnSpPr/>
              <p:nvPr/>
            </p:nvCxnSpPr>
            <p:spPr>
              <a:xfrm flipV="1">
                <a:off x="9892127" y="3282253"/>
                <a:ext cx="98008" cy="90395"/>
              </a:xfrm>
              <a:prstGeom prst="line">
                <a:avLst/>
              </a:prstGeom>
              <a:ln w="31750" cap="rnd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upo 53"/>
            <p:cNvGrpSpPr/>
            <p:nvPr/>
          </p:nvGrpSpPr>
          <p:grpSpPr>
            <a:xfrm flipH="1">
              <a:off x="9874935" y="3763671"/>
              <a:ext cx="230400" cy="1287157"/>
              <a:chOff x="9892127" y="2085491"/>
              <a:chExt cx="231588" cy="1287157"/>
            </a:xfrm>
          </p:grpSpPr>
          <p:cxnSp>
            <p:nvCxnSpPr>
              <p:cNvPr id="55" name="Conector recto 54"/>
              <p:cNvCxnSpPr/>
              <p:nvPr/>
            </p:nvCxnSpPr>
            <p:spPr>
              <a:xfrm>
                <a:off x="9990306" y="2209990"/>
                <a:ext cx="0" cy="1080285"/>
              </a:xfrm>
              <a:prstGeom prst="line">
                <a:avLst/>
              </a:prstGeom>
              <a:ln w="31750" cap="rnd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onector recto 55"/>
              <p:cNvCxnSpPr/>
              <p:nvPr/>
            </p:nvCxnSpPr>
            <p:spPr>
              <a:xfrm flipV="1">
                <a:off x="9988732" y="2085491"/>
                <a:ext cx="134983" cy="124499"/>
              </a:xfrm>
              <a:prstGeom prst="line">
                <a:avLst/>
              </a:prstGeom>
              <a:ln w="31750" cap="rnd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 recto 56"/>
              <p:cNvCxnSpPr/>
              <p:nvPr/>
            </p:nvCxnSpPr>
            <p:spPr>
              <a:xfrm flipV="1">
                <a:off x="9892127" y="3282253"/>
                <a:ext cx="98008" cy="90395"/>
              </a:xfrm>
              <a:prstGeom prst="line">
                <a:avLst/>
              </a:prstGeom>
              <a:ln w="31750" cap="rnd">
                <a:solidFill>
                  <a:schemeClr val="tx1">
                    <a:lumMod val="75000"/>
                    <a:lumOff val="2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6671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redondeado 14"/>
          <p:cNvSpPr/>
          <p:nvPr userDrawn="1"/>
        </p:nvSpPr>
        <p:spPr>
          <a:xfrm>
            <a:off x="251651" y="266701"/>
            <a:ext cx="9787700" cy="5763456"/>
          </a:xfrm>
          <a:prstGeom prst="roundRect">
            <a:avLst>
              <a:gd name="adj" fmla="val 2485"/>
            </a:avLst>
          </a:prstGeom>
          <a:gradFill>
            <a:gsLst>
              <a:gs pos="0">
                <a:srgbClr val="E63F4A">
                  <a:alpha val="50000"/>
                </a:srgbClr>
              </a:gs>
              <a:gs pos="100000">
                <a:srgbClr val="E83F4B">
                  <a:alpha val="43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" sz="1351"/>
          </a:p>
        </p:txBody>
      </p:sp>
      <p:sp>
        <p:nvSpPr>
          <p:cNvPr id="9" name="Rectángulo redondeado 8"/>
          <p:cNvSpPr/>
          <p:nvPr userDrawn="1"/>
        </p:nvSpPr>
        <p:spPr>
          <a:xfrm>
            <a:off x="237928" y="782042"/>
            <a:ext cx="11713946" cy="5868287"/>
          </a:xfrm>
          <a:prstGeom prst="roundRect">
            <a:avLst>
              <a:gd name="adj" fmla="val 19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18900000" algn="b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S" sz="1351"/>
          </a:p>
        </p:txBody>
      </p:sp>
      <p:sp>
        <p:nvSpPr>
          <p:cNvPr id="2" name="Rectángulo 1"/>
          <p:cNvSpPr/>
          <p:nvPr userDrawn="1"/>
        </p:nvSpPr>
        <p:spPr>
          <a:xfrm>
            <a:off x="0" y="4671060"/>
            <a:ext cx="12192000" cy="21869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8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10999361" y="6487901"/>
            <a:ext cx="1030705" cy="365125"/>
          </a:xfrm>
        </p:spPr>
        <p:txBody>
          <a:bodyPr/>
          <a:lstStyle>
            <a:lvl1pPr>
              <a:defRPr sz="1000" b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4CA65D7A-BCA5-4C28-B1AE-28746C7C8EFA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0" name="Título 1"/>
          <p:cNvSpPr>
            <a:spLocks noGrp="1"/>
          </p:cNvSpPr>
          <p:nvPr>
            <p:ph type="ctrTitle"/>
          </p:nvPr>
        </p:nvSpPr>
        <p:spPr>
          <a:xfrm>
            <a:off x="518160" y="360664"/>
            <a:ext cx="9253637" cy="381945"/>
          </a:xfrm>
        </p:spPr>
        <p:txBody>
          <a:bodyPr anchor="ctr">
            <a:normAutofit/>
          </a:bodyPr>
          <a:lstStyle>
            <a:lvl1pPr algn="l">
              <a:defRPr sz="20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1" name="Subtítulo 2"/>
          <p:cNvSpPr>
            <a:spLocks noGrp="1"/>
          </p:cNvSpPr>
          <p:nvPr>
            <p:ph type="subTitle" idx="14"/>
          </p:nvPr>
        </p:nvSpPr>
        <p:spPr>
          <a:xfrm>
            <a:off x="518160" y="786262"/>
            <a:ext cx="11164324" cy="349690"/>
          </a:xfrm>
        </p:spPr>
        <p:txBody>
          <a:bodyPr>
            <a:noAutofit/>
          </a:bodyPr>
          <a:lstStyle>
            <a:lvl1pPr marL="0" indent="0" algn="l">
              <a:buNone/>
              <a:defRPr sz="1400" b="1"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12" name="Marcador de contenido 2"/>
          <p:cNvSpPr>
            <a:spLocks noGrp="1"/>
          </p:cNvSpPr>
          <p:nvPr>
            <p:ph idx="1"/>
          </p:nvPr>
        </p:nvSpPr>
        <p:spPr>
          <a:xfrm>
            <a:off x="518160" y="1175385"/>
            <a:ext cx="11164324" cy="5317490"/>
          </a:xfrm>
        </p:spPr>
        <p:txBody>
          <a:bodyPr>
            <a:normAutofit/>
          </a:bodyPr>
          <a:lstStyle>
            <a:lvl1pPr>
              <a:defRPr sz="1200">
                <a:latin typeface="Century Gothic" panose="020B0502020202020204" pitchFamily="34" charset="0"/>
              </a:defRPr>
            </a:lvl1pPr>
            <a:lvl2pPr>
              <a:defRPr sz="1200">
                <a:latin typeface="Century Gothic" panose="020B0502020202020204" pitchFamily="34" charset="0"/>
              </a:defRPr>
            </a:lvl2pPr>
            <a:lvl3pPr>
              <a:defRPr sz="1200">
                <a:latin typeface="Century Gothic" panose="020B0502020202020204" pitchFamily="34" charset="0"/>
              </a:defRPr>
            </a:lvl3pPr>
            <a:lvl4pPr>
              <a:defRPr sz="1200">
                <a:latin typeface="Century Gothic" panose="020B0502020202020204" pitchFamily="34" charset="0"/>
              </a:defRPr>
            </a:lvl4pPr>
            <a:lvl5pPr>
              <a:defRPr sz="12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58841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6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10999361" y="6556269"/>
            <a:ext cx="1030705" cy="365125"/>
          </a:xfrm>
        </p:spPr>
        <p:txBody>
          <a:bodyPr/>
          <a:lstStyle>
            <a:lvl1pPr>
              <a:defRPr sz="1000" b="1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4CA65D7A-BCA5-4C28-B1AE-28746C7C8EF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1654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 userDrawn="1"/>
        </p:nvSpPr>
        <p:spPr>
          <a:xfrm>
            <a:off x="628646" y="2217844"/>
            <a:ext cx="11563354" cy="2970756"/>
          </a:xfrm>
          <a:prstGeom prst="roundRect">
            <a:avLst>
              <a:gd name="adj" fmla="val 0"/>
            </a:avLst>
          </a:prstGeom>
          <a:solidFill>
            <a:schemeClr val="bg1">
              <a:alpha val="21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/>
          <p:cNvSpPr/>
          <p:nvPr userDrawn="1"/>
        </p:nvSpPr>
        <p:spPr>
          <a:xfrm>
            <a:off x="6570991" y="1360425"/>
            <a:ext cx="4505824" cy="45058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ángulo 11"/>
          <p:cNvSpPr/>
          <p:nvPr userDrawn="1"/>
        </p:nvSpPr>
        <p:spPr>
          <a:xfrm>
            <a:off x="-1494" y="2240176"/>
            <a:ext cx="340161" cy="2948424"/>
          </a:xfrm>
          <a:prstGeom prst="rect">
            <a:avLst/>
          </a:prstGeom>
          <a:solidFill>
            <a:srgbClr val="E83F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Título 1"/>
          <p:cNvSpPr>
            <a:spLocks noGrp="1"/>
          </p:cNvSpPr>
          <p:nvPr>
            <p:ph type="ctrTitle"/>
          </p:nvPr>
        </p:nvSpPr>
        <p:spPr>
          <a:xfrm>
            <a:off x="1040413" y="3512945"/>
            <a:ext cx="4818355" cy="580065"/>
          </a:xfrm>
          <a:noFill/>
        </p:spPr>
        <p:txBody>
          <a:bodyPr bIns="0" anchor="ctr">
            <a:noAutofit/>
          </a:bodyPr>
          <a:lstStyle>
            <a:lvl1pPr algn="l">
              <a:defRPr sz="28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grpSp>
        <p:nvGrpSpPr>
          <p:cNvPr id="30" name="Grupo 29"/>
          <p:cNvGrpSpPr/>
          <p:nvPr userDrawn="1"/>
        </p:nvGrpSpPr>
        <p:grpSpPr>
          <a:xfrm>
            <a:off x="8150862" y="2991855"/>
            <a:ext cx="1336707" cy="1350778"/>
            <a:chOff x="776775" y="835852"/>
            <a:chExt cx="902988" cy="912493"/>
          </a:xfrm>
          <a:effectLst>
            <a:glow rad="190500">
              <a:schemeClr val="bg1"/>
            </a:glow>
          </a:effectLst>
        </p:grpSpPr>
        <p:grpSp>
          <p:nvGrpSpPr>
            <p:cNvPr id="31" name="Grupo 30"/>
            <p:cNvGrpSpPr/>
            <p:nvPr/>
          </p:nvGrpSpPr>
          <p:grpSpPr>
            <a:xfrm>
              <a:off x="776775" y="835852"/>
              <a:ext cx="902988" cy="912493"/>
              <a:chOff x="776775" y="835852"/>
              <a:chExt cx="902988" cy="912493"/>
            </a:xfrm>
          </p:grpSpPr>
          <p:sp>
            <p:nvSpPr>
              <p:cNvPr id="40" name="Oval 75"/>
              <p:cNvSpPr>
                <a:spLocks noChangeArrowheads="1"/>
              </p:cNvSpPr>
              <p:nvPr/>
            </p:nvSpPr>
            <p:spPr bwMode="auto">
              <a:xfrm>
                <a:off x="865490" y="927736"/>
                <a:ext cx="722390" cy="735064"/>
              </a:xfrm>
              <a:prstGeom prst="ellipse">
                <a:avLst/>
              </a:prstGeom>
              <a:solidFill>
                <a:srgbClr val="E83F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" name="Freeform 76"/>
              <p:cNvSpPr>
                <a:spLocks noEditPoints="1"/>
              </p:cNvSpPr>
              <p:nvPr/>
            </p:nvSpPr>
            <p:spPr bwMode="auto">
              <a:xfrm>
                <a:off x="776775" y="842189"/>
                <a:ext cx="896652" cy="906156"/>
              </a:xfrm>
              <a:custGeom>
                <a:avLst/>
                <a:gdLst>
                  <a:gd name="T0" fmla="*/ 70 w 150"/>
                  <a:gd name="T1" fmla="*/ 4 h 150"/>
                  <a:gd name="T2" fmla="*/ 4 w 150"/>
                  <a:gd name="T3" fmla="*/ 75 h 150"/>
                  <a:gd name="T4" fmla="*/ 75 w 150"/>
                  <a:gd name="T5" fmla="*/ 146 h 150"/>
                  <a:gd name="T6" fmla="*/ 146 w 150"/>
                  <a:gd name="T7" fmla="*/ 78 h 150"/>
                  <a:gd name="T8" fmla="*/ 150 w 150"/>
                  <a:gd name="T9" fmla="*/ 78 h 150"/>
                  <a:gd name="T10" fmla="*/ 75 w 150"/>
                  <a:gd name="T11" fmla="*/ 150 h 150"/>
                  <a:gd name="T12" fmla="*/ 0 w 150"/>
                  <a:gd name="T13" fmla="*/ 75 h 150"/>
                  <a:gd name="T14" fmla="*/ 70 w 150"/>
                  <a:gd name="T15" fmla="*/ 0 h 150"/>
                  <a:gd name="T16" fmla="*/ 70 w 150"/>
                  <a:gd name="T17" fmla="*/ 4 h 150"/>
                  <a:gd name="T18" fmla="*/ 146 w 150"/>
                  <a:gd name="T19" fmla="*/ 75 h 150"/>
                  <a:gd name="T20" fmla="*/ 150 w 150"/>
                  <a:gd name="T21" fmla="*/ 75 h 150"/>
                  <a:gd name="T22" fmla="*/ 150 w 150"/>
                  <a:gd name="T23" fmla="*/ 75 h 150"/>
                  <a:gd name="T24" fmla="*/ 75 w 150"/>
                  <a:gd name="T25" fmla="*/ 0 h 150"/>
                  <a:gd name="T26" fmla="*/ 75 w 150"/>
                  <a:gd name="T27" fmla="*/ 4 h 150"/>
                  <a:gd name="T28" fmla="*/ 146 w 150"/>
                  <a:gd name="T29" fmla="*/ 75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0" h="150">
                    <a:moveTo>
                      <a:pt x="70" y="4"/>
                    </a:moveTo>
                    <a:cubicBezTo>
                      <a:pt x="34" y="7"/>
                      <a:pt x="4" y="38"/>
                      <a:pt x="4" y="75"/>
                    </a:cubicBezTo>
                    <a:cubicBezTo>
                      <a:pt x="4" y="114"/>
                      <a:pt x="36" y="146"/>
                      <a:pt x="75" y="146"/>
                    </a:cubicBezTo>
                    <a:cubicBezTo>
                      <a:pt x="113" y="146"/>
                      <a:pt x="144" y="116"/>
                      <a:pt x="146" y="78"/>
                    </a:cubicBezTo>
                    <a:cubicBezTo>
                      <a:pt x="150" y="78"/>
                      <a:pt x="150" y="78"/>
                      <a:pt x="150" y="78"/>
                    </a:cubicBezTo>
                    <a:cubicBezTo>
                      <a:pt x="149" y="118"/>
                      <a:pt x="116" y="150"/>
                      <a:pt x="75" y="150"/>
                    </a:cubicBezTo>
                    <a:cubicBezTo>
                      <a:pt x="34" y="150"/>
                      <a:pt x="0" y="116"/>
                      <a:pt x="0" y="75"/>
                    </a:cubicBezTo>
                    <a:cubicBezTo>
                      <a:pt x="0" y="35"/>
                      <a:pt x="31" y="2"/>
                      <a:pt x="70" y="0"/>
                    </a:cubicBezTo>
                    <a:cubicBezTo>
                      <a:pt x="70" y="4"/>
                      <a:pt x="70" y="4"/>
                      <a:pt x="70" y="4"/>
                    </a:cubicBezTo>
                    <a:close/>
                    <a:moveTo>
                      <a:pt x="146" y="75"/>
                    </a:moveTo>
                    <a:cubicBezTo>
                      <a:pt x="150" y="75"/>
                      <a:pt x="150" y="75"/>
                      <a:pt x="150" y="75"/>
                    </a:cubicBezTo>
                    <a:cubicBezTo>
                      <a:pt x="150" y="75"/>
                      <a:pt x="150" y="75"/>
                      <a:pt x="150" y="75"/>
                    </a:cubicBezTo>
                    <a:cubicBezTo>
                      <a:pt x="150" y="33"/>
                      <a:pt x="117" y="0"/>
                      <a:pt x="75" y="0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114" y="4"/>
                      <a:pt x="146" y="36"/>
                      <a:pt x="146" y="75"/>
                    </a:cubicBezTo>
                    <a:close/>
                  </a:path>
                </a:pathLst>
              </a:custGeom>
              <a:solidFill>
                <a:srgbClr val="8FA0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" name="Freeform 77"/>
              <p:cNvSpPr>
                <a:spLocks/>
              </p:cNvSpPr>
              <p:nvPr/>
            </p:nvSpPr>
            <p:spPr bwMode="auto">
              <a:xfrm>
                <a:off x="1223517" y="835852"/>
                <a:ext cx="456246" cy="459416"/>
              </a:xfrm>
              <a:custGeom>
                <a:avLst/>
                <a:gdLst>
                  <a:gd name="T0" fmla="*/ 76 w 76"/>
                  <a:gd name="T1" fmla="*/ 76 h 76"/>
                  <a:gd name="T2" fmla="*/ 70 w 76"/>
                  <a:gd name="T3" fmla="*/ 76 h 76"/>
                  <a:gd name="T4" fmla="*/ 0 w 76"/>
                  <a:gd name="T5" fmla="*/ 6 h 76"/>
                  <a:gd name="T6" fmla="*/ 0 w 76"/>
                  <a:gd name="T7" fmla="*/ 0 h 76"/>
                  <a:gd name="T8" fmla="*/ 76 w 76"/>
                  <a:gd name="T9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76">
                    <a:moveTo>
                      <a:pt x="76" y="76"/>
                    </a:moveTo>
                    <a:cubicBezTo>
                      <a:pt x="70" y="76"/>
                      <a:pt x="70" y="76"/>
                      <a:pt x="70" y="76"/>
                    </a:cubicBezTo>
                    <a:cubicBezTo>
                      <a:pt x="70" y="37"/>
                      <a:pt x="39" y="6"/>
                      <a:pt x="0" y="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2" y="0"/>
                      <a:pt x="76" y="34"/>
                      <a:pt x="76" y="76"/>
                    </a:cubicBezTo>
                    <a:close/>
                  </a:path>
                </a:pathLst>
              </a:custGeom>
              <a:solidFill>
                <a:srgbClr val="E83F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grpSp>
          <p:nvGrpSpPr>
            <p:cNvPr id="32" name="Grupo 31"/>
            <p:cNvGrpSpPr/>
            <p:nvPr/>
          </p:nvGrpSpPr>
          <p:grpSpPr>
            <a:xfrm>
              <a:off x="944265" y="1182578"/>
              <a:ext cx="563739" cy="225597"/>
              <a:chOff x="944265" y="1182578"/>
              <a:chExt cx="563739" cy="225597"/>
            </a:xfrm>
          </p:grpSpPr>
          <p:sp>
            <p:nvSpPr>
              <p:cNvPr id="33" name="Estrella de 5 puntas 32"/>
              <p:cNvSpPr/>
              <p:nvPr/>
            </p:nvSpPr>
            <p:spPr>
              <a:xfrm>
                <a:off x="944265" y="1182578"/>
                <a:ext cx="125585" cy="125585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4" name="Estrella de 5 puntas 33"/>
              <p:cNvSpPr/>
              <p:nvPr/>
            </p:nvSpPr>
            <p:spPr>
              <a:xfrm>
                <a:off x="1090316" y="1182578"/>
                <a:ext cx="125585" cy="125585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5" name="Estrella de 5 puntas 34"/>
              <p:cNvSpPr/>
              <p:nvPr/>
            </p:nvSpPr>
            <p:spPr>
              <a:xfrm>
                <a:off x="1018083" y="1282590"/>
                <a:ext cx="125585" cy="125585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6" name="Estrella de 5 puntas 35"/>
              <p:cNvSpPr/>
              <p:nvPr/>
            </p:nvSpPr>
            <p:spPr>
              <a:xfrm>
                <a:off x="1164531" y="1282590"/>
                <a:ext cx="125585" cy="125585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7" name="Estrella de 5 puntas 36"/>
              <p:cNvSpPr/>
              <p:nvPr/>
            </p:nvSpPr>
            <p:spPr>
              <a:xfrm>
                <a:off x="1310979" y="1282590"/>
                <a:ext cx="125585" cy="125585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8" name="Estrella de 5 puntas 37"/>
              <p:cNvSpPr/>
              <p:nvPr/>
            </p:nvSpPr>
            <p:spPr>
              <a:xfrm>
                <a:off x="1236367" y="1182578"/>
                <a:ext cx="125585" cy="125585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9" name="Estrella de 5 puntas 38"/>
              <p:cNvSpPr/>
              <p:nvPr/>
            </p:nvSpPr>
            <p:spPr>
              <a:xfrm>
                <a:off x="1382419" y="1182578"/>
                <a:ext cx="125585" cy="125585"/>
              </a:xfrm>
              <a:prstGeom prst="star5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43" name="Trapecio 1"/>
          <p:cNvSpPr/>
          <p:nvPr userDrawn="1"/>
        </p:nvSpPr>
        <p:spPr>
          <a:xfrm>
            <a:off x="8583751" y="4607074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Trapecio 1"/>
          <p:cNvSpPr/>
          <p:nvPr userDrawn="1"/>
        </p:nvSpPr>
        <p:spPr>
          <a:xfrm rot="20431647">
            <a:off x="9070984" y="4522584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Trapecio 1"/>
          <p:cNvSpPr/>
          <p:nvPr userDrawn="1"/>
        </p:nvSpPr>
        <p:spPr>
          <a:xfrm rot="19323297">
            <a:off x="9509230" y="4292966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Trapecio 1"/>
          <p:cNvSpPr/>
          <p:nvPr userDrawn="1"/>
        </p:nvSpPr>
        <p:spPr>
          <a:xfrm rot="18063655">
            <a:off x="9831149" y="3909321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Trapecio 1"/>
          <p:cNvSpPr/>
          <p:nvPr userDrawn="1"/>
        </p:nvSpPr>
        <p:spPr>
          <a:xfrm rot="14328352">
            <a:off x="9815603" y="2400822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Trapecio 1"/>
          <p:cNvSpPr/>
          <p:nvPr userDrawn="1"/>
        </p:nvSpPr>
        <p:spPr>
          <a:xfrm rot="13163390">
            <a:off x="9493837" y="2037506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Trapecio 1"/>
          <p:cNvSpPr/>
          <p:nvPr userDrawn="1"/>
        </p:nvSpPr>
        <p:spPr>
          <a:xfrm rot="11956148">
            <a:off x="9067506" y="1789858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Trapecio 1"/>
          <p:cNvSpPr/>
          <p:nvPr userDrawn="1"/>
        </p:nvSpPr>
        <p:spPr>
          <a:xfrm rot="10800000">
            <a:off x="8583751" y="1703088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Trapecio 1"/>
          <p:cNvSpPr/>
          <p:nvPr userDrawn="1"/>
        </p:nvSpPr>
        <p:spPr>
          <a:xfrm rot="9576918">
            <a:off x="8095978" y="1796554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Trapecio 1"/>
          <p:cNvSpPr/>
          <p:nvPr userDrawn="1"/>
        </p:nvSpPr>
        <p:spPr>
          <a:xfrm rot="8372291">
            <a:off x="7681520" y="2064045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Trapecio 1"/>
          <p:cNvSpPr/>
          <p:nvPr userDrawn="1"/>
        </p:nvSpPr>
        <p:spPr>
          <a:xfrm rot="7199189">
            <a:off x="7369241" y="2446528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4" name="Trapecio 1"/>
          <p:cNvSpPr/>
          <p:nvPr userDrawn="1"/>
        </p:nvSpPr>
        <p:spPr>
          <a:xfrm rot="6041318">
            <a:off x="7202608" y="2903107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Trapecio 1"/>
          <p:cNvSpPr/>
          <p:nvPr userDrawn="1"/>
        </p:nvSpPr>
        <p:spPr>
          <a:xfrm rot="4824027">
            <a:off x="7214348" y="3401154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Trapecio 1"/>
          <p:cNvSpPr/>
          <p:nvPr userDrawn="1"/>
        </p:nvSpPr>
        <p:spPr>
          <a:xfrm rot="3652284">
            <a:off x="7374687" y="3871827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Trapecio 1"/>
          <p:cNvSpPr/>
          <p:nvPr userDrawn="1"/>
        </p:nvSpPr>
        <p:spPr>
          <a:xfrm rot="2391762">
            <a:off x="7681520" y="4260515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Trapecio 1"/>
          <p:cNvSpPr/>
          <p:nvPr userDrawn="1"/>
        </p:nvSpPr>
        <p:spPr>
          <a:xfrm rot="1224926">
            <a:off x="8115752" y="4513093"/>
            <a:ext cx="396484" cy="994609"/>
          </a:xfrm>
          <a:custGeom>
            <a:avLst/>
            <a:gdLst>
              <a:gd name="connsiteX0" fmla="*/ 0 w 396484"/>
              <a:gd name="connsiteY0" fmla="*/ 1005132 h 1005132"/>
              <a:gd name="connsiteX1" fmla="*/ 99121 w 396484"/>
              <a:gd name="connsiteY1" fmla="*/ 0 h 1005132"/>
              <a:gd name="connsiteX2" fmla="*/ 297363 w 396484"/>
              <a:gd name="connsiteY2" fmla="*/ 0 h 1005132"/>
              <a:gd name="connsiteX3" fmla="*/ 396484 w 396484"/>
              <a:gd name="connsiteY3" fmla="*/ 1005132 h 1005132"/>
              <a:gd name="connsiteX4" fmla="*/ 0 w 396484"/>
              <a:gd name="connsiteY4" fmla="*/ 1005132 h 1005132"/>
              <a:gd name="connsiteX0" fmla="*/ 0 w 396484"/>
              <a:gd name="connsiteY0" fmla="*/ 1005132 h 1013778"/>
              <a:gd name="connsiteX1" fmla="*/ 99121 w 396484"/>
              <a:gd name="connsiteY1" fmla="*/ 0 h 1013778"/>
              <a:gd name="connsiteX2" fmla="*/ 297363 w 396484"/>
              <a:gd name="connsiteY2" fmla="*/ 0 h 1013778"/>
              <a:gd name="connsiteX3" fmla="*/ 396484 w 396484"/>
              <a:gd name="connsiteY3" fmla="*/ 1005132 h 1013778"/>
              <a:gd name="connsiteX4" fmla="*/ 0 w 396484"/>
              <a:gd name="connsiteY4" fmla="*/ 1005132 h 1013778"/>
              <a:gd name="connsiteX0" fmla="*/ 0 w 396484"/>
              <a:gd name="connsiteY0" fmla="*/ 1005132 h 1021598"/>
              <a:gd name="connsiteX1" fmla="*/ 99121 w 396484"/>
              <a:gd name="connsiteY1" fmla="*/ 0 h 1021598"/>
              <a:gd name="connsiteX2" fmla="*/ 297363 w 396484"/>
              <a:gd name="connsiteY2" fmla="*/ 0 h 1021598"/>
              <a:gd name="connsiteX3" fmla="*/ 396484 w 396484"/>
              <a:gd name="connsiteY3" fmla="*/ 1005132 h 1021598"/>
              <a:gd name="connsiteX4" fmla="*/ 0 w 396484"/>
              <a:gd name="connsiteY4" fmla="*/ 1005132 h 102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4" h="1021598">
                <a:moveTo>
                  <a:pt x="0" y="1005132"/>
                </a:moveTo>
                <a:lnTo>
                  <a:pt x="99121" y="0"/>
                </a:lnTo>
                <a:lnTo>
                  <a:pt x="297363" y="0"/>
                </a:lnTo>
                <a:lnTo>
                  <a:pt x="396484" y="1005132"/>
                </a:lnTo>
                <a:cubicBezTo>
                  <a:pt x="254595" y="1024587"/>
                  <a:pt x="132161" y="1029452"/>
                  <a:pt x="0" y="1005132"/>
                </a:cubicBezTo>
                <a:close/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Elipse 58"/>
          <p:cNvSpPr/>
          <p:nvPr userDrawn="1"/>
        </p:nvSpPr>
        <p:spPr>
          <a:xfrm>
            <a:off x="7865457" y="2709807"/>
            <a:ext cx="1885131" cy="1885131"/>
          </a:xfrm>
          <a:prstGeom prst="ellipse">
            <a:avLst/>
          </a:prstGeom>
          <a:noFill/>
          <a:ln w="508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0" name="Triángulo isósceles 3"/>
          <p:cNvSpPr/>
          <p:nvPr userDrawn="1"/>
        </p:nvSpPr>
        <p:spPr>
          <a:xfrm rot="5400000">
            <a:off x="6985018" y="3163693"/>
            <a:ext cx="245958" cy="287291"/>
          </a:xfrm>
          <a:custGeom>
            <a:avLst/>
            <a:gdLst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0 w 524165"/>
              <a:gd name="connsiteY3" fmla="*/ 612251 h 612251"/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262393 w 524165"/>
              <a:gd name="connsiteY3" fmla="*/ 596348 h 612251"/>
              <a:gd name="connsiteX4" fmla="*/ 0 w 524165"/>
              <a:gd name="connsiteY4" fmla="*/ 612251 h 612251"/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262393 w 524165"/>
              <a:gd name="connsiteY3" fmla="*/ 524786 h 612251"/>
              <a:gd name="connsiteX4" fmla="*/ 0 w 524165"/>
              <a:gd name="connsiteY4" fmla="*/ 612251 h 61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165" h="612251">
                <a:moveTo>
                  <a:pt x="0" y="612251"/>
                </a:moveTo>
                <a:lnTo>
                  <a:pt x="262083" y="0"/>
                </a:lnTo>
                <a:lnTo>
                  <a:pt x="524165" y="612251"/>
                </a:lnTo>
                <a:lnTo>
                  <a:pt x="262393" y="524786"/>
                </a:lnTo>
                <a:lnTo>
                  <a:pt x="0" y="612251"/>
                </a:lnTo>
                <a:close/>
              </a:path>
            </a:pathLst>
          </a:custGeom>
          <a:solidFill>
            <a:srgbClr val="E640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Triángulo isósceles 3"/>
          <p:cNvSpPr/>
          <p:nvPr userDrawn="1"/>
        </p:nvSpPr>
        <p:spPr>
          <a:xfrm rot="5400000">
            <a:off x="6556902" y="3572450"/>
            <a:ext cx="245958" cy="287291"/>
          </a:xfrm>
          <a:custGeom>
            <a:avLst/>
            <a:gdLst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0 w 524165"/>
              <a:gd name="connsiteY3" fmla="*/ 612251 h 612251"/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262393 w 524165"/>
              <a:gd name="connsiteY3" fmla="*/ 596348 h 612251"/>
              <a:gd name="connsiteX4" fmla="*/ 0 w 524165"/>
              <a:gd name="connsiteY4" fmla="*/ 612251 h 612251"/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262393 w 524165"/>
              <a:gd name="connsiteY3" fmla="*/ 524786 h 612251"/>
              <a:gd name="connsiteX4" fmla="*/ 0 w 524165"/>
              <a:gd name="connsiteY4" fmla="*/ 612251 h 61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165" h="612251">
                <a:moveTo>
                  <a:pt x="0" y="612251"/>
                </a:moveTo>
                <a:lnTo>
                  <a:pt x="262083" y="0"/>
                </a:lnTo>
                <a:lnTo>
                  <a:pt x="524165" y="612251"/>
                </a:lnTo>
                <a:lnTo>
                  <a:pt x="262393" y="524786"/>
                </a:lnTo>
                <a:lnTo>
                  <a:pt x="0" y="612251"/>
                </a:lnTo>
                <a:close/>
              </a:path>
            </a:pathLst>
          </a:custGeom>
          <a:solidFill>
            <a:srgbClr val="E640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2" name="Grupo 61"/>
          <p:cNvGrpSpPr/>
          <p:nvPr userDrawn="1"/>
        </p:nvGrpSpPr>
        <p:grpSpPr>
          <a:xfrm>
            <a:off x="6570991" y="3947534"/>
            <a:ext cx="176674" cy="1003824"/>
            <a:chOff x="6570991" y="3815182"/>
            <a:chExt cx="176674" cy="1003824"/>
          </a:xfrm>
        </p:grpSpPr>
        <p:cxnSp>
          <p:nvCxnSpPr>
            <p:cNvPr id="63" name="Conector recto 62"/>
            <p:cNvCxnSpPr/>
            <p:nvPr/>
          </p:nvCxnSpPr>
          <p:spPr>
            <a:xfrm>
              <a:off x="6664395" y="3821535"/>
              <a:ext cx="0" cy="997471"/>
            </a:xfrm>
            <a:prstGeom prst="line">
              <a:avLst/>
            </a:prstGeom>
            <a:ln w="539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/>
            <p:cNvCxnSpPr/>
            <p:nvPr/>
          </p:nvCxnSpPr>
          <p:spPr>
            <a:xfrm flipH="1">
              <a:off x="6570991" y="440341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/>
            <p:cNvCxnSpPr/>
            <p:nvPr/>
          </p:nvCxnSpPr>
          <p:spPr>
            <a:xfrm flipH="1">
              <a:off x="6570991" y="448653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/>
            <p:cNvCxnSpPr/>
            <p:nvPr/>
          </p:nvCxnSpPr>
          <p:spPr>
            <a:xfrm flipH="1">
              <a:off x="6570991" y="456965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66"/>
            <p:cNvCxnSpPr/>
            <p:nvPr/>
          </p:nvCxnSpPr>
          <p:spPr>
            <a:xfrm flipH="1">
              <a:off x="6570991" y="465277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cto 67"/>
            <p:cNvCxnSpPr/>
            <p:nvPr/>
          </p:nvCxnSpPr>
          <p:spPr>
            <a:xfrm flipH="1">
              <a:off x="6570991" y="473589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/>
            <p:cNvCxnSpPr/>
            <p:nvPr/>
          </p:nvCxnSpPr>
          <p:spPr>
            <a:xfrm flipH="1">
              <a:off x="6570991" y="481900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69"/>
            <p:cNvCxnSpPr/>
            <p:nvPr/>
          </p:nvCxnSpPr>
          <p:spPr>
            <a:xfrm flipH="1">
              <a:off x="6570991" y="381518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/>
            <p:cNvCxnSpPr/>
            <p:nvPr/>
          </p:nvCxnSpPr>
          <p:spPr>
            <a:xfrm flipH="1">
              <a:off x="6570991" y="389830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/>
            <p:cNvCxnSpPr/>
            <p:nvPr/>
          </p:nvCxnSpPr>
          <p:spPr>
            <a:xfrm flipH="1">
              <a:off x="6570991" y="398141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/>
            <p:cNvCxnSpPr/>
            <p:nvPr/>
          </p:nvCxnSpPr>
          <p:spPr>
            <a:xfrm flipH="1">
              <a:off x="6570991" y="406453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/>
            <p:cNvCxnSpPr/>
            <p:nvPr/>
          </p:nvCxnSpPr>
          <p:spPr>
            <a:xfrm flipH="1">
              <a:off x="6570991" y="414765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/>
            <p:cNvCxnSpPr/>
            <p:nvPr/>
          </p:nvCxnSpPr>
          <p:spPr>
            <a:xfrm flipH="1">
              <a:off x="6570991" y="423077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o 75"/>
          <p:cNvGrpSpPr/>
          <p:nvPr userDrawn="1"/>
        </p:nvGrpSpPr>
        <p:grpSpPr>
          <a:xfrm>
            <a:off x="6573120" y="2501919"/>
            <a:ext cx="176674" cy="1003824"/>
            <a:chOff x="6570991" y="3815182"/>
            <a:chExt cx="176674" cy="1003824"/>
          </a:xfrm>
        </p:grpSpPr>
        <p:cxnSp>
          <p:nvCxnSpPr>
            <p:cNvPr id="77" name="Conector recto 76"/>
            <p:cNvCxnSpPr/>
            <p:nvPr/>
          </p:nvCxnSpPr>
          <p:spPr>
            <a:xfrm>
              <a:off x="6664395" y="3821535"/>
              <a:ext cx="0" cy="997471"/>
            </a:xfrm>
            <a:prstGeom prst="line">
              <a:avLst/>
            </a:prstGeom>
            <a:ln w="539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/>
            <p:cNvCxnSpPr/>
            <p:nvPr/>
          </p:nvCxnSpPr>
          <p:spPr>
            <a:xfrm flipH="1">
              <a:off x="6570991" y="440341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/>
            <p:cNvCxnSpPr/>
            <p:nvPr/>
          </p:nvCxnSpPr>
          <p:spPr>
            <a:xfrm flipH="1">
              <a:off x="6570991" y="448653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/>
            <p:cNvCxnSpPr/>
            <p:nvPr/>
          </p:nvCxnSpPr>
          <p:spPr>
            <a:xfrm flipH="1">
              <a:off x="6570991" y="456965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/>
            <p:cNvCxnSpPr/>
            <p:nvPr/>
          </p:nvCxnSpPr>
          <p:spPr>
            <a:xfrm flipH="1">
              <a:off x="6570991" y="465277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/>
            <p:cNvCxnSpPr/>
            <p:nvPr/>
          </p:nvCxnSpPr>
          <p:spPr>
            <a:xfrm flipH="1">
              <a:off x="6570991" y="473589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/>
            <p:cNvCxnSpPr/>
            <p:nvPr/>
          </p:nvCxnSpPr>
          <p:spPr>
            <a:xfrm flipH="1">
              <a:off x="6570991" y="481900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/>
            <p:cNvCxnSpPr/>
            <p:nvPr/>
          </p:nvCxnSpPr>
          <p:spPr>
            <a:xfrm flipH="1">
              <a:off x="6570991" y="381518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/>
            <p:cNvCxnSpPr/>
            <p:nvPr/>
          </p:nvCxnSpPr>
          <p:spPr>
            <a:xfrm flipH="1">
              <a:off x="6570991" y="389830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85"/>
            <p:cNvCxnSpPr/>
            <p:nvPr/>
          </p:nvCxnSpPr>
          <p:spPr>
            <a:xfrm flipH="1">
              <a:off x="6570991" y="398141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86"/>
            <p:cNvCxnSpPr/>
            <p:nvPr/>
          </p:nvCxnSpPr>
          <p:spPr>
            <a:xfrm flipH="1">
              <a:off x="6570991" y="406453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87"/>
            <p:cNvCxnSpPr/>
            <p:nvPr/>
          </p:nvCxnSpPr>
          <p:spPr>
            <a:xfrm flipH="1">
              <a:off x="6570991" y="414765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cto 88"/>
            <p:cNvCxnSpPr/>
            <p:nvPr/>
          </p:nvCxnSpPr>
          <p:spPr>
            <a:xfrm flipH="1">
              <a:off x="6570991" y="423077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upo 89"/>
          <p:cNvGrpSpPr/>
          <p:nvPr userDrawn="1"/>
        </p:nvGrpSpPr>
        <p:grpSpPr>
          <a:xfrm>
            <a:off x="7204014" y="2619601"/>
            <a:ext cx="193037" cy="1987473"/>
            <a:chOff x="7204014" y="2487249"/>
            <a:chExt cx="193037" cy="1987473"/>
          </a:xfrm>
        </p:grpSpPr>
        <p:cxnSp>
          <p:nvCxnSpPr>
            <p:cNvPr id="91" name="Conector recto 90"/>
            <p:cNvCxnSpPr/>
            <p:nvPr/>
          </p:nvCxnSpPr>
          <p:spPr>
            <a:xfrm>
              <a:off x="7301877" y="2487249"/>
              <a:ext cx="0" cy="1987473"/>
            </a:xfrm>
            <a:prstGeom prst="line">
              <a:avLst/>
            </a:prstGeom>
            <a:ln w="539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recto 91"/>
            <p:cNvCxnSpPr/>
            <p:nvPr/>
          </p:nvCxnSpPr>
          <p:spPr>
            <a:xfrm flipH="1">
              <a:off x="7204014" y="249201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recto 92"/>
            <p:cNvCxnSpPr/>
            <p:nvPr/>
          </p:nvCxnSpPr>
          <p:spPr>
            <a:xfrm flipH="1">
              <a:off x="7214650" y="270198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recto 93"/>
            <p:cNvCxnSpPr/>
            <p:nvPr/>
          </p:nvCxnSpPr>
          <p:spPr>
            <a:xfrm flipH="1">
              <a:off x="7204014" y="291196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recto 94"/>
            <p:cNvCxnSpPr/>
            <p:nvPr/>
          </p:nvCxnSpPr>
          <p:spPr>
            <a:xfrm flipH="1">
              <a:off x="7215614" y="312193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95"/>
            <p:cNvCxnSpPr/>
            <p:nvPr/>
          </p:nvCxnSpPr>
          <p:spPr>
            <a:xfrm flipH="1">
              <a:off x="7220377" y="333190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cto 96"/>
            <p:cNvCxnSpPr/>
            <p:nvPr/>
          </p:nvCxnSpPr>
          <p:spPr>
            <a:xfrm flipH="1">
              <a:off x="7204014" y="3628659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cto 97"/>
            <p:cNvCxnSpPr/>
            <p:nvPr/>
          </p:nvCxnSpPr>
          <p:spPr>
            <a:xfrm flipH="1">
              <a:off x="7214650" y="3838633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recto 98"/>
            <p:cNvCxnSpPr/>
            <p:nvPr/>
          </p:nvCxnSpPr>
          <p:spPr>
            <a:xfrm flipH="1">
              <a:off x="7204014" y="4048607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recto 99"/>
            <p:cNvCxnSpPr/>
            <p:nvPr/>
          </p:nvCxnSpPr>
          <p:spPr>
            <a:xfrm flipH="1">
              <a:off x="7215614" y="4258581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recto 100"/>
            <p:cNvCxnSpPr/>
            <p:nvPr/>
          </p:nvCxnSpPr>
          <p:spPr>
            <a:xfrm flipH="1">
              <a:off x="7220377" y="4468555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upo 101"/>
          <p:cNvGrpSpPr/>
          <p:nvPr userDrawn="1"/>
        </p:nvGrpSpPr>
        <p:grpSpPr>
          <a:xfrm rot="5400000">
            <a:off x="8689544" y="1476634"/>
            <a:ext cx="193037" cy="1987473"/>
            <a:chOff x="7204014" y="2487249"/>
            <a:chExt cx="193037" cy="1987473"/>
          </a:xfrm>
        </p:grpSpPr>
        <p:cxnSp>
          <p:nvCxnSpPr>
            <p:cNvPr id="103" name="Conector recto 102"/>
            <p:cNvCxnSpPr/>
            <p:nvPr/>
          </p:nvCxnSpPr>
          <p:spPr>
            <a:xfrm>
              <a:off x="7301877" y="2487249"/>
              <a:ext cx="0" cy="1987473"/>
            </a:xfrm>
            <a:prstGeom prst="line">
              <a:avLst/>
            </a:prstGeom>
            <a:ln w="539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recto 103"/>
            <p:cNvCxnSpPr/>
            <p:nvPr/>
          </p:nvCxnSpPr>
          <p:spPr>
            <a:xfrm flipH="1">
              <a:off x="7204014" y="249201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recto 104"/>
            <p:cNvCxnSpPr/>
            <p:nvPr/>
          </p:nvCxnSpPr>
          <p:spPr>
            <a:xfrm flipH="1">
              <a:off x="7214650" y="270198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cto 105"/>
            <p:cNvCxnSpPr/>
            <p:nvPr/>
          </p:nvCxnSpPr>
          <p:spPr>
            <a:xfrm flipH="1">
              <a:off x="7204014" y="291196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ctor recto 106"/>
            <p:cNvCxnSpPr/>
            <p:nvPr/>
          </p:nvCxnSpPr>
          <p:spPr>
            <a:xfrm flipH="1">
              <a:off x="7215614" y="312193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recto 107"/>
            <p:cNvCxnSpPr/>
            <p:nvPr/>
          </p:nvCxnSpPr>
          <p:spPr>
            <a:xfrm flipH="1">
              <a:off x="7220377" y="333190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ector recto 108"/>
            <p:cNvCxnSpPr/>
            <p:nvPr/>
          </p:nvCxnSpPr>
          <p:spPr>
            <a:xfrm flipH="1">
              <a:off x="7204014" y="3628659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ector recto 109"/>
            <p:cNvCxnSpPr/>
            <p:nvPr/>
          </p:nvCxnSpPr>
          <p:spPr>
            <a:xfrm flipH="1">
              <a:off x="7214650" y="3838633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cto 110"/>
            <p:cNvCxnSpPr/>
            <p:nvPr/>
          </p:nvCxnSpPr>
          <p:spPr>
            <a:xfrm flipH="1">
              <a:off x="7204014" y="4048607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/>
            <p:cNvCxnSpPr/>
            <p:nvPr/>
          </p:nvCxnSpPr>
          <p:spPr>
            <a:xfrm flipH="1">
              <a:off x="7215614" y="4258581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/>
            <p:cNvCxnSpPr/>
            <p:nvPr/>
          </p:nvCxnSpPr>
          <p:spPr>
            <a:xfrm flipH="1">
              <a:off x="7220377" y="4468555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Triángulo isósceles 3"/>
          <p:cNvSpPr/>
          <p:nvPr userDrawn="1"/>
        </p:nvSpPr>
        <p:spPr>
          <a:xfrm rot="10800000">
            <a:off x="8708196" y="2240176"/>
            <a:ext cx="179849" cy="210073"/>
          </a:xfrm>
          <a:custGeom>
            <a:avLst/>
            <a:gdLst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0 w 524165"/>
              <a:gd name="connsiteY3" fmla="*/ 612251 h 612251"/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262393 w 524165"/>
              <a:gd name="connsiteY3" fmla="*/ 596348 h 612251"/>
              <a:gd name="connsiteX4" fmla="*/ 0 w 524165"/>
              <a:gd name="connsiteY4" fmla="*/ 612251 h 612251"/>
              <a:gd name="connsiteX0" fmla="*/ 0 w 524165"/>
              <a:gd name="connsiteY0" fmla="*/ 612251 h 612251"/>
              <a:gd name="connsiteX1" fmla="*/ 262083 w 524165"/>
              <a:gd name="connsiteY1" fmla="*/ 0 h 612251"/>
              <a:gd name="connsiteX2" fmla="*/ 524165 w 524165"/>
              <a:gd name="connsiteY2" fmla="*/ 612251 h 612251"/>
              <a:gd name="connsiteX3" fmla="*/ 262393 w 524165"/>
              <a:gd name="connsiteY3" fmla="*/ 524786 h 612251"/>
              <a:gd name="connsiteX4" fmla="*/ 0 w 524165"/>
              <a:gd name="connsiteY4" fmla="*/ 612251 h 61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165" h="612251">
                <a:moveTo>
                  <a:pt x="0" y="612251"/>
                </a:moveTo>
                <a:lnTo>
                  <a:pt x="262083" y="0"/>
                </a:lnTo>
                <a:lnTo>
                  <a:pt x="524165" y="612251"/>
                </a:lnTo>
                <a:lnTo>
                  <a:pt x="262393" y="524786"/>
                </a:lnTo>
                <a:lnTo>
                  <a:pt x="0" y="612251"/>
                </a:lnTo>
                <a:close/>
              </a:path>
            </a:pathLst>
          </a:custGeom>
          <a:solidFill>
            <a:srgbClr val="E640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15" name="Grupo 114"/>
          <p:cNvGrpSpPr/>
          <p:nvPr userDrawn="1"/>
        </p:nvGrpSpPr>
        <p:grpSpPr>
          <a:xfrm rot="5400000">
            <a:off x="10970970" y="2876518"/>
            <a:ext cx="176674" cy="1003824"/>
            <a:chOff x="6570991" y="3815182"/>
            <a:chExt cx="176674" cy="1003824"/>
          </a:xfrm>
        </p:grpSpPr>
        <p:cxnSp>
          <p:nvCxnSpPr>
            <p:cNvPr id="116" name="Conector recto 115"/>
            <p:cNvCxnSpPr/>
            <p:nvPr/>
          </p:nvCxnSpPr>
          <p:spPr>
            <a:xfrm>
              <a:off x="6664395" y="3821535"/>
              <a:ext cx="0" cy="997471"/>
            </a:xfrm>
            <a:prstGeom prst="line">
              <a:avLst/>
            </a:prstGeom>
            <a:ln w="539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ector recto 116"/>
            <p:cNvCxnSpPr/>
            <p:nvPr/>
          </p:nvCxnSpPr>
          <p:spPr>
            <a:xfrm flipH="1">
              <a:off x="6570991" y="440341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ector recto 117"/>
            <p:cNvCxnSpPr/>
            <p:nvPr/>
          </p:nvCxnSpPr>
          <p:spPr>
            <a:xfrm flipH="1">
              <a:off x="6570991" y="448653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ector recto 118"/>
            <p:cNvCxnSpPr/>
            <p:nvPr/>
          </p:nvCxnSpPr>
          <p:spPr>
            <a:xfrm flipH="1">
              <a:off x="6570991" y="456965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recto 119"/>
            <p:cNvCxnSpPr/>
            <p:nvPr/>
          </p:nvCxnSpPr>
          <p:spPr>
            <a:xfrm flipH="1">
              <a:off x="6570991" y="465277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ector recto 120"/>
            <p:cNvCxnSpPr/>
            <p:nvPr/>
          </p:nvCxnSpPr>
          <p:spPr>
            <a:xfrm flipH="1">
              <a:off x="6570991" y="473589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recto 121"/>
            <p:cNvCxnSpPr/>
            <p:nvPr/>
          </p:nvCxnSpPr>
          <p:spPr>
            <a:xfrm flipH="1">
              <a:off x="6570991" y="481900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ector recto 122"/>
            <p:cNvCxnSpPr/>
            <p:nvPr/>
          </p:nvCxnSpPr>
          <p:spPr>
            <a:xfrm flipH="1">
              <a:off x="6570991" y="3815182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ector recto 123"/>
            <p:cNvCxnSpPr/>
            <p:nvPr/>
          </p:nvCxnSpPr>
          <p:spPr>
            <a:xfrm flipH="1">
              <a:off x="6570991" y="389830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ector recto 124"/>
            <p:cNvCxnSpPr/>
            <p:nvPr/>
          </p:nvCxnSpPr>
          <p:spPr>
            <a:xfrm flipH="1">
              <a:off x="6570991" y="3981418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ector recto 125"/>
            <p:cNvCxnSpPr/>
            <p:nvPr/>
          </p:nvCxnSpPr>
          <p:spPr>
            <a:xfrm flipH="1">
              <a:off x="6570991" y="4064536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ector recto 126"/>
            <p:cNvCxnSpPr/>
            <p:nvPr/>
          </p:nvCxnSpPr>
          <p:spPr>
            <a:xfrm flipH="1">
              <a:off x="6570991" y="4147654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ector recto 127"/>
            <p:cNvCxnSpPr/>
            <p:nvPr/>
          </p:nvCxnSpPr>
          <p:spPr>
            <a:xfrm flipH="1">
              <a:off x="6570991" y="423077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upo 128"/>
          <p:cNvGrpSpPr/>
          <p:nvPr userDrawn="1"/>
        </p:nvGrpSpPr>
        <p:grpSpPr>
          <a:xfrm>
            <a:off x="9563660" y="3552335"/>
            <a:ext cx="2318203" cy="176674"/>
            <a:chOff x="9563660" y="3419983"/>
            <a:chExt cx="2318203" cy="176674"/>
          </a:xfrm>
        </p:grpSpPr>
        <p:cxnSp>
          <p:nvCxnSpPr>
            <p:cNvPr id="130" name="Conector recto 129"/>
            <p:cNvCxnSpPr/>
            <p:nvPr/>
          </p:nvCxnSpPr>
          <p:spPr>
            <a:xfrm flipH="1">
              <a:off x="9563660" y="3509666"/>
              <a:ext cx="2318203" cy="0"/>
            </a:xfrm>
            <a:prstGeom prst="line">
              <a:avLst/>
            </a:prstGeom>
            <a:ln w="539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ector recto 130"/>
            <p:cNvCxnSpPr/>
            <p:nvPr/>
          </p:nvCxnSpPr>
          <p:spPr>
            <a:xfrm rot="5400000" flipH="1">
              <a:off x="11436766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 recto 131"/>
            <p:cNvCxnSpPr/>
            <p:nvPr/>
          </p:nvCxnSpPr>
          <p:spPr>
            <a:xfrm rot="5400000" flipH="1">
              <a:off x="11269321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ector recto 132"/>
            <p:cNvCxnSpPr/>
            <p:nvPr/>
          </p:nvCxnSpPr>
          <p:spPr>
            <a:xfrm rot="5400000" flipH="1">
              <a:off x="10942388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ector recto 133"/>
            <p:cNvCxnSpPr/>
            <p:nvPr/>
          </p:nvCxnSpPr>
          <p:spPr>
            <a:xfrm rot="5400000" flipH="1">
              <a:off x="10774948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ector recto 134"/>
            <p:cNvCxnSpPr/>
            <p:nvPr/>
          </p:nvCxnSpPr>
          <p:spPr>
            <a:xfrm rot="5400000" flipH="1">
              <a:off x="10618135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ector recto 135"/>
            <p:cNvCxnSpPr/>
            <p:nvPr/>
          </p:nvCxnSpPr>
          <p:spPr>
            <a:xfrm rot="5400000" flipH="1">
              <a:off x="10119366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ector recto 136"/>
            <p:cNvCxnSpPr/>
            <p:nvPr/>
          </p:nvCxnSpPr>
          <p:spPr>
            <a:xfrm rot="5400000" flipH="1">
              <a:off x="9957237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ector recto 137"/>
            <p:cNvCxnSpPr/>
            <p:nvPr/>
          </p:nvCxnSpPr>
          <p:spPr>
            <a:xfrm rot="5400000" flipH="1">
              <a:off x="9800425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ector recto 138"/>
            <p:cNvCxnSpPr/>
            <p:nvPr/>
          </p:nvCxnSpPr>
          <p:spPr>
            <a:xfrm rot="5400000" flipH="1">
              <a:off x="9617036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recto 139"/>
            <p:cNvCxnSpPr/>
            <p:nvPr/>
          </p:nvCxnSpPr>
          <p:spPr>
            <a:xfrm rot="5400000" flipH="1">
              <a:off x="9481488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ctor recto 140"/>
            <p:cNvCxnSpPr/>
            <p:nvPr/>
          </p:nvCxnSpPr>
          <p:spPr>
            <a:xfrm rot="5400000" flipH="1">
              <a:off x="10293031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ector recto 141"/>
            <p:cNvCxnSpPr/>
            <p:nvPr/>
          </p:nvCxnSpPr>
          <p:spPr>
            <a:xfrm rot="5400000" flipH="1">
              <a:off x="11101105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ector recto 142"/>
            <p:cNvCxnSpPr/>
            <p:nvPr/>
          </p:nvCxnSpPr>
          <p:spPr>
            <a:xfrm rot="5400000" flipH="1">
              <a:off x="11594482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ector recto 143"/>
            <p:cNvCxnSpPr/>
            <p:nvPr/>
          </p:nvCxnSpPr>
          <p:spPr>
            <a:xfrm rot="5400000" flipH="1">
              <a:off x="11786375" y="3508320"/>
              <a:ext cx="176674" cy="0"/>
            </a:xfrm>
            <a:prstGeom prst="line">
              <a:avLst/>
            </a:prstGeom>
            <a:ln w="349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upo 144"/>
          <p:cNvGrpSpPr/>
          <p:nvPr userDrawn="1"/>
        </p:nvGrpSpPr>
        <p:grpSpPr>
          <a:xfrm rot="5400000">
            <a:off x="11598285" y="3526381"/>
            <a:ext cx="118159" cy="671354"/>
            <a:chOff x="6570991" y="3815182"/>
            <a:chExt cx="176674" cy="1003824"/>
          </a:xfrm>
        </p:grpSpPr>
        <p:cxnSp>
          <p:nvCxnSpPr>
            <p:cNvPr id="146" name="Conector recto 145"/>
            <p:cNvCxnSpPr/>
            <p:nvPr/>
          </p:nvCxnSpPr>
          <p:spPr>
            <a:xfrm>
              <a:off x="6664395" y="3821535"/>
              <a:ext cx="0" cy="997471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ector recto 146"/>
            <p:cNvCxnSpPr/>
            <p:nvPr/>
          </p:nvCxnSpPr>
          <p:spPr>
            <a:xfrm flipH="1">
              <a:off x="6570991" y="4403418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ector recto 147"/>
            <p:cNvCxnSpPr/>
            <p:nvPr/>
          </p:nvCxnSpPr>
          <p:spPr>
            <a:xfrm flipH="1">
              <a:off x="6570991" y="4486536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ector recto 148"/>
            <p:cNvCxnSpPr/>
            <p:nvPr/>
          </p:nvCxnSpPr>
          <p:spPr>
            <a:xfrm flipH="1">
              <a:off x="6570991" y="4569654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ector recto 149"/>
            <p:cNvCxnSpPr/>
            <p:nvPr/>
          </p:nvCxnSpPr>
          <p:spPr>
            <a:xfrm flipH="1">
              <a:off x="6570991" y="4652772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ector recto 150"/>
            <p:cNvCxnSpPr/>
            <p:nvPr/>
          </p:nvCxnSpPr>
          <p:spPr>
            <a:xfrm flipH="1">
              <a:off x="6570991" y="4735890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ector recto 151"/>
            <p:cNvCxnSpPr/>
            <p:nvPr/>
          </p:nvCxnSpPr>
          <p:spPr>
            <a:xfrm flipH="1">
              <a:off x="6570991" y="4819006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ector recto 152"/>
            <p:cNvCxnSpPr/>
            <p:nvPr/>
          </p:nvCxnSpPr>
          <p:spPr>
            <a:xfrm flipH="1">
              <a:off x="6570991" y="3815182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ector recto 153"/>
            <p:cNvCxnSpPr/>
            <p:nvPr/>
          </p:nvCxnSpPr>
          <p:spPr>
            <a:xfrm flipH="1">
              <a:off x="6570991" y="3898300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ector recto 154"/>
            <p:cNvCxnSpPr/>
            <p:nvPr/>
          </p:nvCxnSpPr>
          <p:spPr>
            <a:xfrm flipH="1">
              <a:off x="6570991" y="3981418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ector recto 155"/>
            <p:cNvCxnSpPr/>
            <p:nvPr/>
          </p:nvCxnSpPr>
          <p:spPr>
            <a:xfrm flipH="1">
              <a:off x="6570991" y="4064536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ector recto 156"/>
            <p:cNvCxnSpPr/>
            <p:nvPr/>
          </p:nvCxnSpPr>
          <p:spPr>
            <a:xfrm flipH="1">
              <a:off x="6570991" y="4147654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/>
            <p:cNvCxnSpPr/>
            <p:nvPr/>
          </p:nvCxnSpPr>
          <p:spPr>
            <a:xfrm flipH="1">
              <a:off x="6570991" y="4230770"/>
              <a:ext cx="17667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9" name="Grupo 158"/>
          <p:cNvGrpSpPr/>
          <p:nvPr userDrawn="1"/>
        </p:nvGrpSpPr>
        <p:grpSpPr>
          <a:xfrm>
            <a:off x="9892127" y="2217843"/>
            <a:ext cx="231588" cy="1287157"/>
            <a:chOff x="9892127" y="2085491"/>
            <a:chExt cx="231588" cy="1287157"/>
          </a:xfrm>
        </p:grpSpPr>
        <p:cxnSp>
          <p:nvCxnSpPr>
            <p:cNvPr id="160" name="Conector recto 159"/>
            <p:cNvCxnSpPr/>
            <p:nvPr/>
          </p:nvCxnSpPr>
          <p:spPr>
            <a:xfrm>
              <a:off x="9990306" y="2209990"/>
              <a:ext cx="0" cy="1080285"/>
            </a:xfrm>
            <a:prstGeom prst="line">
              <a:avLst/>
            </a:prstGeom>
            <a:ln w="317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/>
            <p:cNvCxnSpPr/>
            <p:nvPr/>
          </p:nvCxnSpPr>
          <p:spPr>
            <a:xfrm flipV="1">
              <a:off x="9988732" y="2085491"/>
              <a:ext cx="134983" cy="124499"/>
            </a:xfrm>
            <a:prstGeom prst="line">
              <a:avLst/>
            </a:prstGeom>
            <a:ln w="317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/>
            <p:cNvCxnSpPr/>
            <p:nvPr/>
          </p:nvCxnSpPr>
          <p:spPr>
            <a:xfrm flipV="1">
              <a:off x="9892127" y="3282253"/>
              <a:ext cx="98008" cy="90395"/>
            </a:xfrm>
            <a:prstGeom prst="line">
              <a:avLst/>
            </a:prstGeom>
            <a:ln w="317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upo 162"/>
          <p:cNvGrpSpPr/>
          <p:nvPr userDrawn="1"/>
        </p:nvGrpSpPr>
        <p:grpSpPr>
          <a:xfrm flipH="1">
            <a:off x="9874935" y="3763671"/>
            <a:ext cx="230400" cy="1287157"/>
            <a:chOff x="9892127" y="2085491"/>
            <a:chExt cx="231588" cy="1287157"/>
          </a:xfrm>
        </p:grpSpPr>
        <p:cxnSp>
          <p:nvCxnSpPr>
            <p:cNvPr id="164" name="Conector recto 163"/>
            <p:cNvCxnSpPr/>
            <p:nvPr/>
          </p:nvCxnSpPr>
          <p:spPr>
            <a:xfrm>
              <a:off x="9990306" y="2209990"/>
              <a:ext cx="0" cy="1080285"/>
            </a:xfrm>
            <a:prstGeom prst="line">
              <a:avLst/>
            </a:prstGeom>
            <a:ln w="317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/>
            <p:cNvCxnSpPr/>
            <p:nvPr/>
          </p:nvCxnSpPr>
          <p:spPr>
            <a:xfrm flipV="1">
              <a:off x="9988732" y="2085491"/>
              <a:ext cx="134983" cy="124499"/>
            </a:xfrm>
            <a:prstGeom prst="line">
              <a:avLst/>
            </a:prstGeom>
            <a:ln w="317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/>
            <p:cNvCxnSpPr/>
            <p:nvPr/>
          </p:nvCxnSpPr>
          <p:spPr>
            <a:xfrm flipV="1">
              <a:off x="9892127" y="3282253"/>
              <a:ext cx="98008" cy="90395"/>
            </a:xfrm>
            <a:prstGeom prst="line">
              <a:avLst/>
            </a:prstGeom>
            <a:ln w="317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2801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FB508-FECB-4945-A08B-E33F7C3AA13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402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699" r:id="rId2"/>
    <p:sldLayoutId id="2147483705" r:id="rId3"/>
    <p:sldLayoutId id="2147483695" r:id="rId4"/>
    <p:sldLayoutId id="2147483700" r:id="rId5"/>
    <p:sldLayoutId id="2147483703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3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1" y="6042768"/>
            <a:ext cx="1970676" cy="665010"/>
          </a:xfrm>
          <a:prstGeom prst="rect">
            <a:avLst/>
          </a:prstGeom>
        </p:spPr>
      </p:pic>
      <p:sp>
        <p:nvSpPr>
          <p:cNvPr id="40" name="CuadroTexto 39"/>
          <p:cNvSpPr txBox="1"/>
          <p:nvPr/>
        </p:nvSpPr>
        <p:spPr>
          <a:xfrm>
            <a:off x="9448800" y="643151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Century Gothic" panose="020B0502020202020204" pitchFamily="34" charset="0"/>
              </a:rPr>
              <a:t>29 Septiembre 2026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Identificación Pain Points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es-ES" dirty="0"/>
              <a:t>Servicio de minería de procesos para la consejería de "Familia, Juventud y Asuntos sociales​</a:t>
            </a:r>
            <a:br>
              <a:rPr lang="es-ES" dirty="0"/>
            </a:br>
            <a:r>
              <a:rPr lang="es-ES" sz="2000" dirty="0">
                <a:solidFill>
                  <a:srgbClr val="C00000"/>
                </a:solidFill>
              </a:rPr>
              <a:t>Dependencia y discapacidad</a:t>
            </a:r>
            <a:endParaRPr lang="es-E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101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98CA-1042-F86B-A39F-E3EEF7DF6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CAA48D2A-C1F0-4809-1E46-4090FF6203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1" imgH="420" progId="TCLayout.ActiveDocument.1">
                  <p:embed/>
                </p:oleObj>
              </mc:Choice>
              <mc:Fallback>
                <p:oleObj name="Diapositiva de think-cell" r:id="rId3" imgW="421" imgH="420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CAA48D2A-C1F0-4809-1E46-4090FF6203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Imagen 20">
            <a:extLst>
              <a:ext uri="{FF2B5EF4-FFF2-40B4-BE49-F238E27FC236}">
                <a16:creationId xmlns:a16="http://schemas.microsoft.com/office/drawing/2014/main" id="{2A3AE94A-EF47-FE27-7488-890C0BBAB3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148" y="5904689"/>
            <a:ext cx="2870721" cy="72957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D56E0DC-E097-C6FC-F916-B95FF9CEA5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832" y="5897758"/>
            <a:ext cx="2097007" cy="707640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4ED457-4EAA-41A6-D552-208FBC5A6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b="1" dirty="0"/>
              <a:t>1. Validación del proceso: visión inicial y dudas abiertas</a:t>
            </a:r>
            <a:br>
              <a:rPr lang="es-ES" sz="1800" b="1" dirty="0"/>
            </a:br>
            <a:r>
              <a:rPr lang="es-ES" sz="1800" b="1" dirty="0"/>
              <a:t>		</a:t>
            </a:r>
          </a:p>
          <a:p>
            <a:pPr marL="0" indent="0">
              <a:buNone/>
            </a:pPr>
            <a:r>
              <a:rPr lang="es-ES" sz="1800" b="1" dirty="0"/>
              <a:t>2. Conclusiones de la PoC</a:t>
            </a:r>
          </a:p>
          <a:p>
            <a:pPr marL="0" indent="0">
              <a:buNone/>
            </a:pPr>
            <a:endParaRPr lang="es-ES" sz="1800" b="1" dirty="0"/>
          </a:p>
          <a:p>
            <a:pPr marL="0" indent="0">
              <a:buNone/>
            </a:pPr>
            <a:r>
              <a:rPr lang="es-ES" sz="1800" b="1" dirty="0"/>
              <a:t>3. Mockups y propuestas de mejora</a:t>
            </a:r>
          </a:p>
          <a:p>
            <a:pPr marL="0" indent="0">
              <a:buNone/>
            </a:pPr>
            <a:endParaRPr lang="es-ES" sz="1800" b="1" dirty="0"/>
          </a:p>
          <a:p>
            <a:pPr marL="0" indent="0">
              <a:buNone/>
            </a:pPr>
            <a:r>
              <a:rPr lang="es-ES" sz="1800" b="1" dirty="0"/>
              <a:t>4. Próximos pasos</a:t>
            </a:r>
          </a:p>
          <a:p>
            <a:pPr marL="0" indent="0">
              <a:buNone/>
            </a:pPr>
            <a:endParaRPr lang="es-ES" sz="1800" b="1" dirty="0"/>
          </a:p>
        </p:txBody>
      </p:sp>
    </p:spTree>
    <p:extLst>
      <p:ext uri="{BB962C8B-B14F-4D97-AF65-F5344CB8AC3E}">
        <p14:creationId xmlns:p14="http://schemas.microsoft.com/office/powerpoint/2010/main" val="329728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777EE-F1A7-0B2A-24CE-742A851D1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5A48881-BF2E-57BA-01C4-DFEF731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9362" y="6600972"/>
            <a:ext cx="981280" cy="25205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A65D7A-BCA5-4C28-B1AE-28746C7C8EFA}" type="slidenum">
              <a:rPr kumimoji="0" lang="es-E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7" name="Título 2">
            <a:extLst>
              <a:ext uri="{FF2B5EF4-FFF2-40B4-BE49-F238E27FC236}">
                <a16:creationId xmlns:a16="http://schemas.microsoft.com/office/drawing/2014/main" id="{7EF0D875-85D9-1484-5EA0-AFD01F430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160" y="360664"/>
            <a:ext cx="9253637" cy="381945"/>
          </a:xfrm>
        </p:spPr>
        <p:txBody>
          <a:bodyPr>
            <a:normAutofit/>
          </a:bodyPr>
          <a:lstStyle/>
          <a:p>
            <a:r>
              <a:rPr lang="es-ES"/>
              <a:t>1. Validación del proceso: Visión inicial y dudas abiertas</a:t>
            </a:r>
          </a:p>
        </p:txBody>
      </p:sp>
      <p:sp>
        <p:nvSpPr>
          <p:cNvPr id="3" name="Marcador de contenido 34">
            <a:extLst>
              <a:ext uri="{FF2B5EF4-FFF2-40B4-BE49-F238E27FC236}">
                <a16:creationId xmlns:a16="http://schemas.microsoft.com/office/drawing/2014/main" id="{D2493C17-E539-34C6-65FD-6E1CA9F8D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575" y="1071175"/>
            <a:ext cx="10610850" cy="590593"/>
          </a:xfrm>
        </p:spPr>
        <p:txBody>
          <a:bodyPr>
            <a:normAutofit/>
          </a:bodyPr>
          <a:lstStyle/>
          <a:p>
            <a:pPr marL="215265" lvl="1" indent="0">
              <a:spcBef>
                <a:spcPts val="600"/>
              </a:spcBef>
              <a:buClr>
                <a:srgbClr val="070F26"/>
              </a:buClr>
              <a:buNone/>
              <a:defRPr/>
            </a:pPr>
            <a:r>
              <a:rPr lang="es-ES" kern="0">
                <a:solidFill>
                  <a:srgbClr val="000000"/>
                </a:solidFill>
                <a:cs typeface="Arial"/>
              </a:rPr>
              <a:t>Se ha llevado a cabo un </a:t>
            </a:r>
            <a:r>
              <a:rPr lang="es-ES" b="1" kern="0">
                <a:solidFill>
                  <a:srgbClr val="000000"/>
                </a:solidFill>
                <a:cs typeface="Arial"/>
              </a:rPr>
              <a:t>entendimiento preliminar del contexto </a:t>
            </a:r>
            <a:r>
              <a:rPr lang="es-ES" kern="0">
                <a:solidFill>
                  <a:srgbClr val="000000"/>
                </a:solidFill>
                <a:cs typeface="Arial"/>
              </a:rPr>
              <a:t>de los casos de usos con la información existente a través de la </a:t>
            </a:r>
            <a:r>
              <a:rPr lang="es-ES" kern="0" err="1">
                <a:solidFill>
                  <a:srgbClr val="000000"/>
                </a:solidFill>
                <a:cs typeface="Arial"/>
              </a:rPr>
              <a:t>Poc</a:t>
            </a:r>
            <a:r>
              <a:rPr lang="es-ES" kern="0">
                <a:solidFill>
                  <a:srgbClr val="000000"/>
                </a:solidFill>
                <a:cs typeface="Arial"/>
              </a:rPr>
              <a:t>. </a:t>
            </a:r>
          </a:p>
          <a:p>
            <a:pPr marL="215265" lvl="1" indent="0">
              <a:spcBef>
                <a:spcPts val="600"/>
              </a:spcBef>
              <a:buClr>
                <a:srgbClr val="070F26"/>
              </a:buClr>
              <a:buNone/>
              <a:defRPr/>
            </a:pPr>
            <a:r>
              <a:rPr lang="es-ES" kern="0">
                <a:solidFill>
                  <a:srgbClr val="000000"/>
                </a:solidFill>
                <a:cs typeface="Arial"/>
              </a:rPr>
              <a:t>La Consejería de Dirección del mayor y la Dependencia </a:t>
            </a:r>
            <a:r>
              <a:rPr lang="es-ES" b="1" kern="0">
                <a:solidFill>
                  <a:srgbClr val="000000"/>
                </a:solidFill>
                <a:cs typeface="Arial"/>
              </a:rPr>
              <a:t>deberá reforzar este contexto y confirmar las principales </a:t>
            </a:r>
            <a:r>
              <a:rPr lang="es-ES" b="1" kern="0" err="1">
                <a:solidFill>
                  <a:srgbClr val="000000"/>
                </a:solidFill>
                <a:cs typeface="Arial"/>
              </a:rPr>
              <a:t>KPIs</a:t>
            </a:r>
            <a:r>
              <a:rPr lang="es-ES" b="1" kern="0">
                <a:solidFill>
                  <a:srgbClr val="000000"/>
                </a:solidFill>
                <a:cs typeface="Arial"/>
              </a:rPr>
              <a:t> objetivo </a:t>
            </a:r>
            <a:r>
              <a:rPr lang="es-ES" kern="0">
                <a:solidFill>
                  <a:srgbClr val="000000"/>
                </a:solidFill>
                <a:cs typeface="Arial"/>
              </a:rPr>
              <a:t>en MD.</a:t>
            </a:r>
          </a:p>
        </p:txBody>
      </p:sp>
      <p:sp>
        <p:nvSpPr>
          <p:cNvPr id="27" name="Google Shape;615;p16">
            <a:extLst>
              <a:ext uri="{FF2B5EF4-FFF2-40B4-BE49-F238E27FC236}">
                <a16:creationId xmlns:a16="http://schemas.microsoft.com/office/drawing/2014/main" id="{F8829C3E-8689-EB37-1C44-0FD8E728E961}"/>
              </a:ext>
            </a:extLst>
          </p:cNvPr>
          <p:cNvSpPr/>
          <p:nvPr/>
        </p:nvSpPr>
        <p:spPr>
          <a:xfrm>
            <a:off x="780279" y="1931509"/>
            <a:ext cx="10610850" cy="105454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65258" dir="3266632" rotWithShape="0">
              <a:srgbClr val="000000">
                <a:alpha val="12941"/>
              </a:srgbClr>
            </a:outerShdw>
          </a:effectLst>
        </p:spPr>
        <p:txBody>
          <a:bodyPr spcFirstLastPara="1" wrap="square" lIns="60900" tIns="60900" rIns="60900" bIns="60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endParaRPr sz="1100" b="0" i="0" u="none" strike="noStrike" cap="none">
              <a:solidFill>
                <a:srgbClr val="29292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8" name="Google Shape;618;p16">
            <a:extLst>
              <a:ext uri="{FF2B5EF4-FFF2-40B4-BE49-F238E27FC236}">
                <a16:creationId xmlns:a16="http://schemas.microsoft.com/office/drawing/2014/main" id="{055C33A9-DDD2-52EF-BED1-85B7B3AC6BE6}"/>
              </a:ext>
            </a:extLst>
          </p:cNvPr>
          <p:cNvSpPr txBox="1"/>
          <p:nvPr/>
        </p:nvSpPr>
        <p:spPr>
          <a:xfrm>
            <a:off x="876547" y="2433667"/>
            <a:ext cx="697330" cy="395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b="1">
                <a:solidFill>
                  <a:schemeClr val="dk1"/>
                </a:solidFill>
                <a:latin typeface="Century Gothic" panose="020B0502020202020204" pitchFamily="34" charset="0"/>
                <a:ea typeface="Poppins Light"/>
                <a:cs typeface="Poppins Light"/>
                <a:sym typeface="Poppins Light"/>
              </a:rPr>
              <a:t>Recepción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b="1" err="1">
                <a:solidFill>
                  <a:schemeClr val="dk1"/>
                </a:solidFill>
                <a:latin typeface="Century Gothic" panose="020B0502020202020204" pitchFamily="34" charset="0"/>
                <a:ea typeface="Poppins Light"/>
                <a:cs typeface="Poppins Light"/>
                <a:sym typeface="Poppins Light"/>
              </a:rPr>
              <a:t>Solicutud</a:t>
            </a:r>
            <a:endParaRPr sz="900" b="1">
              <a:solidFill>
                <a:schemeClr val="dk1"/>
              </a:solidFill>
              <a:latin typeface="Century Gothic" panose="020B0502020202020204" pitchFamily="34" charset="0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0" name="Google Shape;619;p16">
            <a:extLst>
              <a:ext uri="{FF2B5EF4-FFF2-40B4-BE49-F238E27FC236}">
                <a16:creationId xmlns:a16="http://schemas.microsoft.com/office/drawing/2014/main" id="{1CF84750-7E34-12DA-BC10-250D81BE2E32}"/>
              </a:ext>
            </a:extLst>
          </p:cNvPr>
          <p:cNvSpPr txBox="1"/>
          <p:nvPr/>
        </p:nvSpPr>
        <p:spPr>
          <a:xfrm>
            <a:off x="1573877" y="2433667"/>
            <a:ext cx="926630" cy="395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dk1"/>
                </a:solidFill>
                <a:latin typeface="Century Gothic" panose="020B0502020202020204" pitchFamily="34" charset="0"/>
                <a:ea typeface="Poppins Light"/>
                <a:cs typeface="Poppins Light"/>
                <a:sym typeface="Poppins Light"/>
              </a:rPr>
              <a:t>Validación</a:t>
            </a:r>
            <a:endParaRPr sz="900">
              <a:solidFill>
                <a:schemeClr val="dk1"/>
              </a:solidFill>
              <a:latin typeface="Century Gothic" panose="020B0502020202020204" pitchFamily="34" charset="0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1" name="Google Shape;620;p16">
            <a:extLst>
              <a:ext uri="{FF2B5EF4-FFF2-40B4-BE49-F238E27FC236}">
                <a16:creationId xmlns:a16="http://schemas.microsoft.com/office/drawing/2014/main" id="{C1350C48-38A5-940E-4AE6-FE1F0CF4ACE9}"/>
              </a:ext>
            </a:extLst>
          </p:cNvPr>
          <p:cNvSpPr txBox="1"/>
          <p:nvPr/>
        </p:nvSpPr>
        <p:spPr>
          <a:xfrm>
            <a:off x="2466965" y="2433667"/>
            <a:ext cx="926630" cy="395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dk1"/>
                </a:solidFill>
                <a:latin typeface="Century Gothic" panose="020B0502020202020204" pitchFamily="34" charset="0"/>
                <a:ea typeface="Poppins Light"/>
                <a:cs typeface="Poppins Light"/>
                <a:sym typeface="Poppins Light"/>
              </a:rPr>
              <a:t>Valoración</a:t>
            </a:r>
          </a:p>
        </p:txBody>
      </p:sp>
      <p:sp>
        <p:nvSpPr>
          <p:cNvPr id="32" name="Google Shape;621;p16">
            <a:extLst>
              <a:ext uri="{FF2B5EF4-FFF2-40B4-BE49-F238E27FC236}">
                <a16:creationId xmlns:a16="http://schemas.microsoft.com/office/drawing/2014/main" id="{B2543659-4245-3C82-5B8C-919C5179DAEC}"/>
              </a:ext>
            </a:extLst>
          </p:cNvPr>
          <p:cNvSpPr txBox="1"/>
          <p:nvPr/>
        </p:nvSpPr>
        <p:spPr>
          <a:xfrm>
            <a:off x="7418084" y="2433667"/>
            <a:ext cx="926630" cy="395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dk1"/>
                </a:solidFill>
                <a:latin typeface="Century Gothic" panose="020B0502020202020204" pitchFamily="34" charset="0"/>
                <a:cs typeface="Poppins Light"/>
                <a:sym typeface="Poppins Light"/>
              </a:rPr>
              <a:t>Asignación de servicio</a:t>
            </a:r>
            <a:endParaRPr sz="1200">
              <a:latin typeface="Century Gothic" panose="020B0502020202020204" pitchFamily="34" charset="0"/>
            </a:endParaRPr>
          </a:p>
        </p:txBody>
      </p:sp>
      <p:sp>
        <p:nvSpPr>
          <p:cNvPr id="33" name="Google Shape;622;p16">
            <a:extLst>
              <a:ext uri="{FF2B5EF4-FFF2-40B4-BE49-F238E27FC236}">
                <a16:creationId xmlns:a16="http://schemas.microsoft.com/office/drawing/2014/main" id="{409CE120-6C34-7091-0BE5-8C7F68511F1E}"/>
              </a:ext>
            </a:extLst>
          </p:cNvPr>
          <p:cNvSpPr txBox="1"/>
          <p:nvPr/>
        </p:nvSpPr>
        <p:spPr>
          <a:xfrm>
            <a:off x="9237802" y="2433667"/>
            <a:ext cx="820117" cy="395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dk1"/>
                </a:solidFill>
                <a:latin typeface="Century Gothic" panose="020B0502020202020204" pitchFamily="34" charset="0"/>
                <a:ea typeface="Poppins Light"/>
                <a:cs typeface="Poppins Light"/>
                <a:sym typeface="Poppins Light"/>
              </a:rPr>
              <a:t>Espera a prestación efectiva</a:t>
            </a:r>
            <a:endParaRPr sz="900">
              <a:solidFill>
                <a:schemeClr val="dk1"/>
              </a:solidFill>
              <a:latin typeface="Century Gothic" panose="020B0502020202020204" pitchFamily="34" charset="0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34" name="Google Shape;623;p16">
            <a:extLst>
              <a:ext uri="{FF2B5EF4-FFF2-40B4-BE49-F238E27FC236}">
                <a16:creationId xmlns:a16="http://schemas.microsoft.com/office/drawing/2014/main" id="{B468F6C8-3804-82FC-6E46-8BD703F3438D}"/>
              </a:ext>
            </a:extLst>
          </p:cNvPr>
          <p:cNvCxnSpPr>
            <a:cxnSpLocks/>
          </p:cNvCxnSpPr>
          <p:nvPr/>
        </p:nvCxnSpPr>
        <p:spPr>
          <a:xfrm>
            <a:off x="1183745" y="2156501"/>
            <a:ext cx="9899495" cy="0"/>
          </a:xfrm>
          <a:prstGeom prst="straightConnector1">
            <a:avLst/>
          </a:prstGeom>
          <a:noFill/>
          <a:ln w="9525" cap="flat" cmpd="sng">
            <a:solidFill>
              <a:srgbClr val="E6404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" name="Google Shape;626;p16">
            <a:extLst>
              <a:ext uri="{FF2B5EF4-FFF2-40B4-BE49-F238E27FC236}">
                <a16:creationId xmlns:a16="http://schemas.microsoft.com/office/drawing/2014/main" id="{496E9B16-D1BC-9578-44BD-CFAC18C4369D}"/>
              </a:ext>
            </a:extLst>
          </p:cNvPr>
          <p:cNvSpPr/>
          <p:nvPr/>
        </p:nvSpPr>
        <p:spPr>
          <a:xfrm>
            <a:off x="10999362" y="2104291"/>
            <a:ext cx="142825" cy="17023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21900" tIns="60900" rIns="121900" bIns="60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endParaRPr sz="2000" b="0" i="0" u="none" strike="noStrike" cap="none">
              <a:solidFill>
                <a:srgbClr val="00AA9B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6" name="Google Shape;643;p16">
            <a:extLst>
              <a:ext uri="{FF2B5EF4-FFF2-40B4-BE49-F238E27FC236}">
                <a16:creationId xmlns:a16="http://schemas.microsoft.com/office/drawing/2014/main" id="{044C2A65-8156-555D-B0AE-70E034C156FD}"/>
              </a:ext>
            </a:extLst>
          </p:cNvPr>
          <p:cNvSpPr txBox="1"/>
          <p:nvPr/>
        </p:nvSpPr>
        <p:spPr>
          <a:xfrm>
            <a:off x="6464980" y="2433667"/>
            <a:ext cx="851250" cy="395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dk1"/>
                </a:solidFill>
                <a:latin typeface="Century Gothic" panose="020B0502020202020204" pitchFamily="34" charset="0"/>
                <a:ea typeface="Poppins Light"/>
                <a:cs typeface="Poppins Light"/>
                <a:sym typeface="Poppins Light"/>
              </a:rPr>
              <a:t>Notificación</a:t>
            </a:r>
            <a:endParaRPr sz="900">
              <a:solidFill>
                <a:schemeClr val="dk1"/>
              </a:solidFill>
              <a:latin typeface="Century Gothic" panose="020B0502020202020204" pitchFamily="34" charset="0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37" name="Google Shape;644;p16">
            <a:extLst>
              <a:ext uri="{FF2B5EF4-FFF2-40B4-BE49-F238E27FC236}">
                <a16:creationId xmlns:a16="http://schemas.microsoft.com/office/drawing/2014/main" id="{9F3BCD38-EB7F-4277-4972-B59B2628217E}"/>
              </a:ext>
            </a:extLst>
          </p:cNvPr>
          <p:cNvGrpSpPr/>
          <p:nvPr/>
        </p:nvGrpSpPr>
        <p:grpSpPr>
          <a:xfrm>
            <a:off x="7809987" y="2101622"/>
            <a:ext cx="142825" cy="170237"/>
            <a:chOff x="5226877" y="1284811"/>
            <a:chExt cx="418500" cy="4206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0" name="Google Shape;645;p16">
              <a:extLst>
                <a:ext uri="{FF2B5EF4-FFF2-40B4-BE49-F238E27FC236}">
                  <a16:creationId xmlns:a16="http://schemas.microsoft.com/office/drawing/2014/main" id="{2C414E83-4B87-DFA9-3F01-52C9DD2A1CBB}"/>
                </a:ext>
              </a:extLst>
            </p:cNvPr>
            <p:cNvSpPr/>
            <p:nvPr/>
          </p:nvSpPr>
          <p:spPr>
            <a:xfrm>
              <a:off x="5226877" y="1284811"/>
              <a:ext cx="418500" cy="420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00" rIns="121900" bIns="60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endParaRPr sz="2000" b="0" i="0" u="none" strike="noStrike" cap="none">
                <a:solidFill>
                  <a:srgbClr val="00AA9B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1" name="Google Shape;646;p16">
              <a:extLst>
                <a:ext uri="{FF2B5EF4-FFF2-40B4-BE49-F238E27FC236}">
                  <a16:creationId xmlns:a16="http://schemas.microsoft.com/office/drawing/2014/main" id="{7B0583B5-58F1-DE16-AAA8-A92F68DB6DB7}"/>
                </a:ext>
              </a:extLst>
            </p:cNvPr>
            <p:cNvSpPr/>
            <p:nvPr/>
          </p:nvSpPr>
          <p:spPr>
            <a:xfrm>
              <a:off x="5302664" y="1361011"/>
              <a:ext cx="267000" cy="268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00" rIns="121900" bIns="60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endParaRPr sz="2000" b="0" i="0" u="none" strike="noStrike" cap="none">
                <a:solidFill>
                  <a:srgbClr val="00AA9B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38" name="Google Shape;647;p16">
            <a:extLst>
              <a:ext uri="{FF2B5EF4-FFF2-40B4-BE49-F238E27FC236}">
                <a16:creationId xmlns:a16="http://schemas.microsoft.com/office/drawing/2014/main" id="{5D4D0289-4F14-F231-32C6-A456465F34B2}"/>
              </a:ext>
            </a:extLst>
          </p:cNvPr>
          <p:cNvGrpSpPr/>
          <p:nvPr/>
        </p:nvGrpSpPr>
        <p:grpSpPr>
          <a:xfrm>
            <a:off x="6819193" y="2101622"/>
            <a:ext cx="142825" cy="170237"/>
            <a:chOff x="5226877" y="1284811"/>
            <a:chExt cx="418500" cy="420600"/>
          </a:xfrm>
          <a:solidFill>
            <a:schemeClr val="accent1"/>
          </a:solidFill>
        </p:grpSpPr>
        <p:sp>
          <p:nvSpPr>
            <p:cNvPr id="48" name="Google Shape;648;p16">
              <a:extLst>
                <a:ext uri="{FF2B5EF4-FFF2-40B4-BE49-F238E27FC236}">
                  <a16:creationId xmlns:a16="http://schemas.microsoft.com/office/drawing/2014/main" id="{FF3A51B5-10D7-27F8-78E2-9AFA7189E6D0}"/>
                </a:ext>
              </a:extLst>
            </p:cNvPr>
            <p:cNvSpPr/>
            <p:nvPr/>
          </p:nvSpPr>
          <p:spPr>
            <a:xfrm>
              <a:off x="5226877" y="1284811"/>
              <a:ext cx="418500" cy="420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00" rIns="121900" bIns="60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endParaRPr sz="2000" b="0" i="0" u="none" strike="noStrike" cap="none">
                <a:solidFill>
                  <a:srgbClr val="00AA9B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49" name="Google Shape;649;p16">
              <a:extLst>
                <a:ext uri="{FF2B5EF4-FFF2-40B4-BE49-F238E27FC236}">
                  <a16:creationId xmlns:a16="http://schemas.microsoft.com/office/drawing/2014/main" id="{87532725-9CEB-8E4E-5CAF-172FED1952C4}"/>
                </a:ext>
              </a:extLst>
            </p:cNvPr>
            <p:cNvSpPr/>
            <p:nvPr/>
          </p:nvSpPr>
          <p:spPr>
            <a:xfrm>
              <a:off x="5302664" y="1361011"/>
              <a:ext cx="267000" cy="268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00" rIns="121900" bIns="60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endParaRPr sz="2000" b="0" i="0" u="none" strike="noStrike" cap="none">
                <a:solidFill>
                  <a:srgbClr val="00AA9B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46" name="Google Shape;651;p16">
            <a:extLst>
              <a:ext uri="{FF2B5EF4-FFF2-40B4-BE49-F238E27FC236}">
                <a16:creationId xmlns:a16="http://schemas.microsoft.com/office/drawing/2014/main" id="{23F3ABF4-2B71-CE3B-BD38-C7690807389C}"/>
              </a:ext>
            </a:extLst>
          </p:cNvPr>
          <p:cNvSpPr/>
          <p:nvPr/>
        </p:nvSpPr>
        <p:spPr>
          <a:xfrm>
            <a:off x="2858868" y="2101622"/>
            <a:ext cx="142825" cy="170237"/>
          </a:xfrm>
          <a:prstGeom prst="ellipse">
            <a:avLst/>
          </a:prstGeom>
          <a:solidFill>
            <a:srgbClr val="F4AAAF"/>
          </a:solidFill>
          <a:ln>
            <a:noFill/>
          </a:ln>
        </p:spPr>
        <p:txBody>
          <a:bodyPr spcFirstLastPara="1" wrap="square" lIns="121900" tIns="60900" rIns="121900" bIns="60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endParaRPr sz="2000" b="0" i="0" u="none" strike="noStrike" cap="none">
              <a:solidFill>
                <a:srgbClr val="00AA9B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4" name="Google Shape;654;p16">
            <a:extLst>
              <a:ext uri="{FF2B5EF4-FFF2-40B4-BE49-F238E27FC236}">
                <a16:creationId xmlns:a16="http://schemas.microsoft.com/office/drawing/2014/main" id="{99FFF631-5F74-9547-F88A-FE7065BA4ACC}"/>
              </a:ext>
            </a:extLst>
          </p:cNvPr>
          <p:cNvSpPr/>
          <p:nvPr/>
        </p:nvSpPr>
        <p:spPr>
          <a:xfrm>
            <a:off x="1965778" y="2101622"/>
            <a:ext cx="142825" cy="170237"/>
          </a:xfrm>
          <a:prstGeom prst="ellipse">
            <a:avLst/>
          </a:prstGeom>
          <a:solidFill>
            <a:srgbClr val="F4AAAF"/>
          </a:solidFill>
          <a:ln>
            <a:noFill/>
          </a:ln>
        </p:spPr>
        <p:txBody>
          <a:bodyPr spcFirstLastPara="1" wrap="square" lIns="121900" tIns="60900" rIns="121900" bIns="60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endParaRPr sz="2000" b="0" i="0" u="none" strike="noStrike" cap="none">
              <a:solidFill>
                <a:srgbClr val="00AA9B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41" name="Google Shape;656;p16">
            <a:extLst>
              <a:ext uri="{FF2B5EF4-FFF2-40B4-BE49-F238E27FC236}">
                <a16:creationId xmlns:a16="http://schemas.microsoft.com/office/drawing/2014/main" id="{F7EECD93-EBF8-4820-2D4F-717EDFB8CCA8}"/>
              </a:ext>
            </a:extLst>
          </p:cNvPr>
          <p:cNvGrpSpPr/>
          <p:nvPr/>
        </p:nvGrpSpPr>
        <p:grpSpPr>
          <a:xfrm>
            <a:off x="1108760" y="2101622"/>
            <a:ext cx="142825" cy="170237"/>
            <a:chOff x="5226877" y="1284811"/>
            <a:chExt cx="418500" cy="420600"/>
          </a:xfrm>
          <a:solidFill>
            <a:schemeClr val="accent1"/>
          </a:solidFill>
        </p:grpSpPr>
        <p:sp>
          <p:nvSpPr>
            <p:cNvPr id="42" name="Google Shape;657;p16">
              <a:extLst>
                <a:ext uri="{FF2B5EF4-FFF2-40B4-BE49-F238E27FC236}">
                  <a16:creationId xmlns:a16="http://schemas.microsoft.com/office/drawing/2014/main" id="{ED68166B-91FE-224B-F0FC-5AFF1765C50D}"/>
                </a:ext>
              </a:extLst>
            </p:cNvPr>
            <p:cNvSpPr/>
            <p:nvPr/>
          </p:nvSpPr>
          <p:spPr>
            <a:xfrm>
              <a:off x="5226877" y="1284811"/>
              <a:ext cx="418500" cy="420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00" rIns="121900" bIns="60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endParaRPr sz="2000" b="0" i="0" u="none" strike="noStrike" cap="none">
                <a:solidFill>
                  <a:srgbClr val="00AA9B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43" name="Google Shape;658;p16">
              <a:extLst>
                <a:ext uri="{FF2B5EF4-FFF2-40B4-BE49-F238E27FC236}">
                  <a16:creationId xmlns:a16="http://schemas.microsoft.com/office/drawing/2014/main" id="{5D01FA18-11DE-FFDF-2DC4-1F077296A5F3}"/>
                </a:ext>
              </a:extLst>
            </p:cNvPr>
            <p:cNvSpPr/>
            <p:nvPr/>
          </p:nvSpPr>
          <p:spPr>
            <a:xfrm>
              <a:off x="5302664" y="1361011"/>
              <a:ext cx="267000" cy="268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00" rIns="121900" bIns="60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endParaRPr sz="2000" b="0" i="0" u="none" strike="noStrike" cap="none">
                <a:solidFill>
                  <a:srgbClr val="00AA9B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54" name="Google Shape;650;p16">
            <a:extLst>
              <a:ext uri="{FF2B5EF4-FFF2-40B4-BE49-F238E27FC236}">
                <a16:creationId xmlns:a16="http://schemas.microsoft.com/office/drawing/2014/main" id="{1947819B-6EF1-19D3-4D31-DCAC3929C9EE}"/>
              </a:ext>
            </a:extLst>
          </p:cNvPr>
          <p:cNvGrpSpPr/>
          <p:nvPr/>
        </p:nvGrpSpPr>
        <p:grpSpPr>
          <a:xfrm>
            <a:off x="3915975" y="2101622"/>
            <a:ext cx="142825" cy="170237"/>
            <a:chOff x="5226877" y="1284811"/>
            <a:chExt cx="418500" cy="420600"/>
          </a:xfrm>
          <a:solidFill>
            <a:srgbClr val="F4AAAF"/>
          </a:solidFill>
        </p:grpSpPr>
        <p:sp>
          <p:nvSpPr>
            <p:cNvPr id="55" name="Google Shape;651;p16">
              <a:extLst>
                <a:ext uri="{FF2B5EF4-FFF2-40B4-BE49-F238E27FC236}">
                  <a16:creationId xmlns:a16="http://schemas.microsoft.com/office/drawing/2014/main" id="{140CB851-7A74-E46B-3710-C699A74FBA97}"/>
                </a:ext>
              </a:extLst>
            </p:cNvPr>
            <p:cNvSpPr/>
            <p:nvPr/>
          </p:nvSpPr>
          <p:spPr>
            <a:xfrm>
              <a:off x="5226877" y="1284811"/>
              <a:ext cx="418500" cy="420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00" rIns="121900" bIns="60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endParaRPr sz="2000" b="0" i="0" u="none" strike="noStrike" cap="none">
                <a:solidFill>
                  <a:srgbClr val="00AA9B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6" name="Google Shape;652;p16">
              <a:extLst>
                <a:ext uri="{FF2B5EF4-FFF2-40B4-BE49-F238E27FC236}">
                  <a16:creationId xmlns:a16="http://schemas.microsoft.com/office/drawing/2014/main" id="{EA32412D-F8D1-CFBD-CB50-97F4DCCB5EA6}"/>
                </a:ext>
              </a:extLst>
            </p:cNvPr>
            <p:cNvSpPr/>
            <p:nvPr/>
          </p:nvSpPr>
          <p:spPr>
            <a:xfrm>
              <a:off x="5302664" y="1361011"/>
              <a:ext cx="267000" cy="268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00" rIns="121900" bIns="60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endParaRPr sz="2000" b="0" i="0" u="none" strike="noStrike" cap="none">
                <a:solidFill>
                  <a:srgbClr val="00AA9B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57" name="Google Shape;620;p16">
            <a:extLst>
              <a:ext uri="{FF2B5EF4-FFF2-40B4-BE49-F238E27FC236}">
                <a16:creationId xmlns:a16="http://schemas.microsoft.com/office/drawing/2014/main" id="{47CD1C29-FF19-B3E8-DA50-4606BE3C6875}"/>
              </a:ext>
            </a:extLst>
          </p:cNvPr>
          <p:cNvSpPr txBox="1"/>
          <p:nvPr/>
        </p:nvSpPr>
        <p:spPr>
          <a:xfrm>
            <a:off x="3524072" y="2433667"/>
            <a:ext cx="926630" cy="395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dk1"/>
                </a:solidFill>
                <a:latin typeface="Century Gothic" panose="020B0502020202020204" pitchFamily="34" charset="0"/>
                <a:ea typeface="Poppins Light"/>
                <a:cs typeface="Poppins Light"/>
                <a:sym typeface="Poppins Light"/>
              </a:rPr>
              <a:t>Grado dependencia</a:t>
            </a:r>
          </a:p>
        </p:txBody>
      </p:sp>
      <p:grpSp>
        <p:nvGrpSpPr>
          <p:cNvPr id="58" name="Google Shape;650;p16">
            <a:extLst>
              <a:ext uri="{FF2B5EF4-FFF2-40B4-BE49-F238E27FC236}">
                <a16:creationId xmlns:a16="http://schemas.microsoft.com/office/drawing/2014/main" id="{6730DF66-C863-55ED-8063-0B9EDBA03A9E}"/>
              </a:ext>
            </a:extLst>
          </p:cNvPr>
          <p:cNvGrpSpPr/>
          <p:nvPr/>
        </p:nvGrpSpPr>
        <p:grpSpPr>
          <a:xfrm>
            <a:off x="4891312" y="2101622"/>
            <a:ext cx="142825" cy="170237"/>
            <a:chOff x="5226877" y="1284811"/>
            <a:chExt cx="418500" cy="420600"/>
          </a:xfrm>
          <a:solidFill>
            <a:srgbClr val="F4AAAF"/>
          </a:solidFill>
        </p:grpSpPr>
        <p:sp>
          <p:nvSpPr>
            <p:cNvPr id="59" name="Google Shape;651;p16">
              <a:extLst>
                <a:ext uri="{FF2B5EF4-FFF2-40B4-BE49-F238E27FC236}">
                  <a16:creationId xmlns:a16="http://schemas.microsoft.com/office/drawing/2014/main" id="{5DF95D57-2CB7-8B3B-09D3-077E31047276}"/>
                </a:ext>
              </a:extLst>
            </p:cNvPr>
            <p:cNvSpPr/>
            <p:nvPr/>
          </p:nvSpPr>
          <p:spPr>
            <a:xfrm>
              <a:off x="5226877" y="1284811"/>
              <a:ext cx="418500" cy="420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00" rIns="121900" bIns="60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endParaRPr sz="2000" b="0" i="0" u="none" strike="noStrike" cap="none">
                <a:solidFill>
                  <a:srgbClr val="00AA9B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0" name="Google Shape;652;p16">
              <a:extLst>
                <a:ext uri="{FF2B5EF4-FFF2-40B4-BE49-F238E27FC236}">
                  <a16:creationId xmlns:a16="http://schemas.microsoft.com/office/drawing/2014/main" id="{6E349533-87B5-2F94-3504-FA4C73E7481D}"/>
                </a:ext>
              </a:extLst>
            </p:cNvPr>
            <p:cNvSpPr/>
            <p:nvPr/>
          </p:nvSpPr>
          <p:spPr>
            <a:xfrm>
              <a:off x="5302664" y="1361011"/>
              <a:ext cx="267000" cy="268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00" rIns="121900" bIns="60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endParaRPr sz="2000" b="0" i="0" u="none" strike="noStrike" cap="none">
                <a:solidFill>
                  <a:srgbClr val="00AA9B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61" name="Google Shape;620;p16">
            <a:extLst>
              <a:ext uri="{FF2B5EF4-FFF2-40B4-BE49-F238E27FC236}">
                <a16:creationId xmlns:a16="http://schemas.microsoft.com/office/drawing/2014/main" id="{DB90C16C-A527-0C41-F8ED-FA6F9B0845A6}"/>
              </a:ext>
            </a:extLst>
          </p:cNvPr>
          <p:cNvSpPr txBox="1"/>
          <p:nvPr/>
        </p:nvSpPr>
        <p:spPr>
          <a:xfrm>
            <a:off x="4499409" y="2433667"/>
            <a:ext cx="926630" cy="395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dk1"/>
                </a:solidFill>
                <a:latin typeface="Century Gothic" panose="020B0502020202020204" pitchFamily="34" charset="0"/>
                <a:ea typeface="Poppins Light"/>
                <a:cs typeface="Poppins Light"/>
                <a:sym typeface="Poppins Light"/>
              </a:rPr>
              <a:t>Capacidad económica</a:t>
            </a:r>
          </a:p>
        </p:txBody>
      </p:sp>
      <p:grpSp>
        <p:nvGrpSpPr>
          <p:cNvPr id="62" name="Google Shape;650;p16">
            <a:extLst>
              <a:ext uri="{FF2B5EF4-FFF2-40B4-BE49-F238E27FC236}">
                <a16:creationId xmlns:a16="http://schemas.microsoft.com/office/drawing/2014/main" id="{227B4B96-D3AD-0A3B-06C5-182457CE6082}"/>
              </a:ext>
            </a:extLst>
          </p:cNvPr>
          <p:cNvGrpSpPr/>
          <p:nvPr/>
        </p:nvGrpSpPr>
        <p:grpSpPr>
          <a:xfrm>
            <a:off x="5858206" y="2101622"/>
            <a:ext cx="142825" cy="170237"/>
            <a:chOff x="5226877" y="1284811"/>
            <a:chExt cx="418500" cy="420600"/>
          </a:xfrm>
          <a:solidFill>
            <a:srgbClr val="F4AAAF"/>
          </a:solidFill>
        </p:grpSpPr>
        <p:sp>
          <p:nvSpPr>
            <p:cNvPr id="63" name="Google Shape;651;p16">
              <a:extLst>
                <a:ext uri="{FF2B5EF4-FFF2-40B4-BE49-F238E27FC236}">
                  <a16:creationId xmlns:a16="http://schemas.microsoft.com/office/drawing/2014/main" id="{12CB794A-80FD-EBD4-5B9A-6F6B445CC8BB}"/>
                </a:ext>
              </a:extLst>
            </p:cNvPr>
            <p:cNvSpPr/>
            <p:nvPr/>
          </p:nvSpPr>
          <p:spPr>
            <a:xfrm>
              <a:off x="5226877" y="1284811"/>
              <a:ext cx="418500" cy="420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00" rIns="121900" bIns="60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endParaRPr sz="2000" b="0" i="0" u="none" strike="noStrike" cap="none">
                <a:solidFill>
                  <a:srgbClr val="00AA9B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4" name="Google Shape;652;p16">
              <a:extLst>
                <a:ext uri="{FF2B5EF4-FFF2-40B4-BE49-F238E27FC236}">
                  <a16:creationId xmlns:a16="http://schemas.microsoft.com/office/drawing/2014/main" id="{06DAD65F-0285-5F32-ACC2-55E2B901B5D0}"/>
                </a:ext>
              </a:extLst>
            </p:cNvPr>
            <p:cNvSpPr/>
            <p:nvPr/>
          </p:nvSpPr>
          <p:spPr>
            <a:xfrm>
              <a:off x="5302664" y="1361011"/>
              <a:ext cx="267000" cy="268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00" rIns="121900" bIns="60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endParaRPr sz="2000" b="0" i="0" u="none" strike="noStrike" cap="none">
                <a:solidFill>
                  <a:srgbClr val="00AA9B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65" name="Google Shape;620;p16">
            <a:extLst>
              <a:ext uri="{FF2B5EF4-FFF2-40B4-BE49-F238E27FC236}">
                <a16:creationId xmlns:a16="http://schemas.microsoft.com/office/drawing/2014/main" id="{54889C78-B995-731F-F8A7-16E96B09E750}"/>
              </a:ext>
            </a:extLst>
          </p:cNvPr>
          <p:cNvSpPr txBox="1"/>
          <p:nvPr/>
        </p:nvSpPr>
        <p:spPr>
          <a:xfrm>
            <a:off x="5528801" y="2433667"/>
            <a:ext cx="801635" cy="395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dirty="0">
                <a:solidFill>
                  <a:schemeClr val="dk1"/>
                </a:solidFill>
                <a:latin typeface="Century Gothic" panose="020B0502020202020204" pitchFamily="34" charset="0"/>
                <a:ea typeface="Poppins Light"/>
                <a:cs typeface="Poppins Light"/>
                <a:sym typeface="Poppins Light"/>
              </a:rPr>
              <a:t>Elaboración PIA</a:t>
            </a:r>
          </a:p>
        </p:txBody>
      </p:sp>
      <p:grpSp>
        <p:nvGrpSpPr>
          <p:cNvPr id="66" name="Google Shape;644;p16">
            <a:extLst>
              <a:ext uri="{FF2B5EF4-FFF2-40B4-BE49-F238E27FC236}">
                <a16:creationId xmlns:a16="http://schemas.microsoft.com/office/drawing/2014/main" id="{0359739D-1CF3-1005-6131-7FD59A3BCB07}"/>
              </a:ext>
            </a:extLst>
          </p:cNvPr>
          <p:cNvGrpSpPr/>
          <p:nvPr/>
        </p:nvGrpSpPr>
        <p:grpSpPr>
          <a:xfrm>
            <a:off x="8744795" y="2101622"/>
            <a:ext cx="142825" cy="170237"/>
            <a:chOff x="5226877" y="1284811"/>
            <a:chExt cx="418500" cy="420600"/>
          </a:xfrm>
          <a:solidFill>
            <a:srgbClr val="F4AAAF"/>
          </a:solidFill>
        </p:grpSpPr>
        <p:sp>
          <p:nvSpPr>
            <p:cNvPr id="67" name="Google Shape;645;p16">
              <a:extLst>
                <a:ext uri="{FF2B5EF4-FFF2-40B4-BE49-F238E27FC236}">
                  <a16:creationId xmlns:a16="http://schemas.microsoft.com/office/drawing/2014/main" id="{797C2E93-D3FC-1C6C-105B-1DAA7C582BFB}"/>
                </a:ext>
              </a:extLst>
            </p:cNvPr>
            <p:cNvSpPr/>
            <p:nvPr/>
          </p:nvSpPr>
          <p:spPr>
            <a:xfrm>
              <a:off x="5226877" y="1284811"/>
              <a:ext cx="418500" cy="420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00" rIns="121900" bIns="60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endParaRPr sz="2000" b="0" i="0" u="none" strike="noStrike" cap="none">
                <a:solidFill>
                  <a:srgbClr val="00AA9B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8" name="Google Shape;646;p16">
              <a:extLst>
                <a:ext uri="{FF2B5EF4-FFF2-40B4-BE49-F238E27FC236}">
                  <a16:creationId xmlns:a16="http://schemas.microsoft.com/office/drawing/2014/main" id="{2FE0629D-E368-FF2C-D484-FE6EFF76AF73}"/>
                </a:ext>
              </a:extLst>
            </p:cNvPr>
            <p:cNvSpPr/>
            <p:nvPr/>
          </p:nvSpPr>
          <p:spPr>
            <a:xfrm>
              <a:off x="5302664" y="1361011"/>
              <a:ext cx="267000" cy="2682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121900" tIns="60900" rIns="121900" bIns="60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endParaRPr sz="2000" b="0" i="0" u="none" strike="noStrike" cap="none">
                <a:solidFill>
                  <a:srgbClr val="00AA9B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69" name="Google Shape;622;p16">
            <a:extLst>
              <a:ext uri="{FF2B5EF4-FFF2-40B4-BE49-F238E27FC236}">
                <a16:creationId xmlns:a16="http://schemas.microsoft.com/office/drawing/2014/main" id="{E881F3A1-41D4-01B8-2D6A-9F8200552E58}"/>
              </a:ext>
            </a:extLst>
          </p:cNvPr>
          <p:cNvSpPr txBox="1"/>
          <p:nvPr/>
        </p:nvSpPr>
        <p:spPr>
          <a:xfrm>
            <a:off x="8467542" y="2433667"/>
            <a:ext cx="697330" cy="395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dk1"/>
                </a:solidFill>
                <a:latin typeface="Century Gothic" panose="020B0502020202020204" pitchFamily="34" charset="0"/>
                <a:ea typeface="Poppins Light"/>
                <a:cs typeface="Poppins Light"/>
                <a:sym typeface="Poppins Light"/>
              </a:rPr>
              <a:t>Gestión en ELL</a:t>
            </a:r>
            <a:endParaRPr sz="900">
              <a:solidFill>
                <a:schemeClr val="dk1"/>
              </a:solidFill>
              <a:latin typeface="Century Gothic" panose="020B0502020202020204" pitchFamily="34" charset="0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1" name="Google Shape;645;p16">
            <a:extLst>
              <a:ext uri="{FF2B5EF4-FFF2-40B4-BE49-F238E27FC236}">
                <a16:creationId xmlns:a16="http://schemas.microsoft.com/office/drawing/2014/main" id="{D96E168B-CC87-2FA9-CAF5-2C69DECF6B46}"/>
              </a:ext>
            </a:extLst>
          </p:cNvPr>
          <p:cNvSpPr/>
          <p:nvPr/>
        </p:nvSpPr>
        <p:spPr>
          <a:xfrm>
            <a:off x="9576448" y="2101622"/>
            <a:ext cx="142825" cy="170237"/>
          </a:xfrm>
          <a:prstGeom prst="ellipse">
            <a:avLst/>
          </a:prstGeom>
          <a:solidFill>
            <a:srgbClr val="F4AAAF"/>
          </a:solidFill>
          <a:ln>
            <a:noFill/>
          </a:ln>
        </p:spPr>
        <p:txBody>
          <a:bodyPr spcFirstLastPara="1" wrap="square" lIns="121900" tIns="60900" rIns="121900" bIns="60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endParaRPr sz="2000" b="0" i="0" u="none" strike="noStrike" cap="none">
              <a:solidFill>
                <a:srgbClr val="00AA9B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5" name="Google Shape;622;p16">
            <a:extLst>
              <a:ext uri="{FF2B5EF4-FFF2-40B4-BE49-F238E27FC236}">
                <a16:creationId xmlns:a16="http://schemas.microsoft.com/office/drawing/2014/main" id="{DD156E3F-9ACE-785E-6F49-BCA462DF03F4}"/>
              </a:ext>
            </a:extLst>
          </p:cNvPr>
          <p:cNvSpPr txBox="1"/>
          <p:nvPr/>
        </p:nvSpPr>
        <p:spPr>
          <a:xfrm>
            <a:off x="10208787" y="2433667"/>
            <a:ext cx="1041770" cy="395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b="1">
                <a:solidFill>
                  <a:schemeClr val="dk1"/>
                </a:solidFill>
                <a:latin typeface="Century Gothic" panose="020B0502020202020204" pitchFamily="34" charset="0"/>
                <a:ea typeface="Poppins Light"/>
                <a:cs typeface="Poppins Light"/>
                <a:sym typeface="Poppins Light"/>
              </a:rPr>
              <a:t>Activación de servicio efectivo</a:t>
            </a:r>
            <a:endParaRPr sz="900" b="1">
              <a:solidFill>
                <a:schemeClr val="dk1"/>
              </a:solidFill>
              <a:latin typeface="Century Gothic" panose="020B0502020202020204" pitchFamily="34" charset="0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7" name="Text 48"/>
          <p:cNvSpPr/>
          <p:nvPr/>
        </p:nvSpPr>
        <p:spPr>
          <a:xfrm>
            <a:off x="1381796" y="3179524"/>
            <a:ext cx="3200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Fase del </a:t>
            </a:r>
            <a:r>
              <a:rPr lang="en-US" sz="1100" b="1" u="sng" err="1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100" u="sng">
              <a:latin typeface="Century Gothic" panose="020B0502020202020204" pitchFamily="34" charset="0"/>
            </a:endParaRPr>
          </a:p>
        </p:txBody>
      </p: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0E3C721D-31AA-984C-5EBB-2E7366320EE5}"/>
              </a:ext>
            </a:extLst>
          </p:cNvPr>
          <p:cNvCxnSpPr>
            <a:cxnSpLocks/>
          </p:cNvCxnSpPr>
          <p:nvPr/>
        </p:nvCxnSpPr>
        <p:spPr>
          <a:xfrm>
            <a:off x="6096000" y="3281585"/>
            <a:ext cx="0" cy="33168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Rectángulo: esquinas redondeadas 192">
            <a:extLst>
              <a:ext uri="{FF2B5EF4-FFF2-40B4-BE49-F238E27FC236}">
                <a16:creationId xmlns:a16="http://schemas.microsoft.com/office/drawing/2014/main" id="{F48D4B21-187C-4B6F-F18C-C53B358BDE99}"/>
              </a:ext>
            </a:extLst>
          </p:cNvPr>
          <p:cNvSpPr/>
          <p:nvPr/>
        </p:nvSpPr>
        <p:spPr>
          <a:xfrm>
            <a:off x="568565" y="3741301"/>
            <a:ext cx="4826991" cy="230990"/>
          </a:xfrm>
          <a:prstGeom prst="roundRect">
            <a:avLst/>
          </a:prstGeom>
          <a:gradFill flip="none" rotWithShape="1">
            <a:gsLst>
              <a:gs pos="0">
                <a:srgbClr val="74ADC6">
                  <a:tint val="66000"/>
                  <a:satMod val="160000"/>
                </a:srgbClr>
              </a:gs>
              <a:gs pos="50000">
                <a:srgbClr val="74ADC6">
                  <a:tint val="44500"/>
                  <a:satMod val="160000"/>
                </a:srgbClr>
              </a:gs>
              <a:gs pos="100000">
                <a:srgbClr val="74ADC6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</a:rPr>
              <a:t>Caso 1: Solicitud y reconocimiento de la dependencia, grado y PIA</a:t>
            </a: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  <p:sp>
        <p:nvSpPr>
          <p:cNvPr id="198" name="Rectángulo: esquinas redondeadas 197">
            <a:extLst>
              <a:ext uri="{FF2B5EF4-FFF2-40B4-BE49-F238E27FC236}">
                <a16:creationId xmlns:a16="http://schemas.microsoft.com/office/drawing/2014/main" id="{4997E7E3-5195-AD3E-7CFC-6C2FC800A1C4}"/>
              </a:ext>
            </a:extLst>
          </p:cNvPr>
          <p:cNvSpPr/>
          <p:nvPr/>
        </p:nvSpPr>
        <p:spPr>
          <a:xfrm>
            <a:off x="1105435" y="4357668"/>
            <a:ext cx="1142278" cy="4050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>
                <a:solidFill>
                  <a:schemeClr val="tx1"/>
                </a:solidFill>
                <a:latin typeface="Century Gothic" panose="020B0502020202020204" pitchFamily="34" charset="0"/>
              </a:rPr>
              <a:t>Recepción de solicitud</a:t>
            </a:r>
          </a:p>
        </p:txBody>
      </p:sp>
      <p:sp>
        <p:nvSpPr>
          <p:cNvPr id="200" name="Rectángulo: esquinas redondeadas 199">
            <a:extLst>
              <a:ext uri="{FF2B5EF4-FFF2-40B4-BE49-F238E27FC236}">
                <a16:creationId xmlns:a16="http://schemas.microsoft.com/office/drawing/2014/main" id="{F3D2F2B8-4E62-5424-5675-CD06F844A266}"/>
              </a:ext>
            </a:extLst>
          </p:cNvPr>
          <p:cNvSpPr/>
          <p:nvPr/>
        </p:nvSpPr>
        <p:spPr>
          <a:xfrm>
            <a:off x="3649275" y="4357669"/>
            <a:ext cx="1327364" cy="4049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>
                <a:solidFill>
                  <a:schemeClr val="tx1"/>
                </a:solidFill>
                <a:latin typeface="Century Gothic" panose="020B0502020202020204" pitchFamily="34" charset="0"/>
              </a:rPr>
              <a:t>Elaboración del PIA​</a:t>
            </a:r>
          </a:p>
        </p:txBody>
      </p:sp>
      <p:cxnSp>
        <p:nvCxnSpPr>
          <p:cNvPr id="202" name="Conector: angular 201">
            <a:extLst>
              <a:ext uri="{FF2B5EF4-FFF2-40B4-BE49-F238E27FC236}">
                <a16:creationId xmlns:a16="http://schemas.microsoft.com/office/drawing/2014/main" id="{0552BD46-3452-AB27-8F12-BC1722690D46}"/>
              </a:ext>
            </a:extLst>
          </p:cNvPr>
          <p:cNvCxnSpPr>
            <a:cxnSpLocks/>
            <a:stCxn id="198" idx="3"/>
            <a:endCxn id="200" idx="1"/>
          </p:cNvCxnSpPr>
          <p:nvPr/>
        </p:nvCxnSpPr>
        <p:spPr>
          <a:xfrm>
            <a:off x="2247713" y="4560168"/>
            <a:ext cx="1401562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ángulo: esquinas redondeadas 203">
            <a:extLst>
              <a:ext uri="{FF2B5EF4-FFF2-40B4-BE49-F238E27FC236}">
                <a16:creationId xmlns:a16="http://schemas.microsoft.com/office/drawing/2014/main" id="{7F415DFE-9F02-EDD8-27FD-7C28A3684D49}"/>
              </a:ext>
            </a:extLst>
          </p:cNvPr>
          <p:cNvSpPr/>
          <p:nvPr/>
        </p:nvSpPr>
        <p:spPr>
          <a:xfrm>
            <a:off x="568565" y="5251429"/>
            <a:ext cx="4826989" cy="230990"/>
          </a:xfrm>
          <a:prstGeom prst="roundRect">
            <a:avLst/>
          </a:prstGeom>
          <a:gradFill flip="none" rotWithShape="1">
            <a:gsLst>
              <a:gs pos="0">
                <a:srgbClr val="46BE54">
                  <a:tint val="66000"/>
                  <a:satMod val="160000"/>
                </a:srgbClr>
              </a:gs>
              <a:gs pos="50000">
                <a:srgbClr val="46BE54">
                  <a:tint val="44500"/>
                  <a:satMod val="160000"/>
                </a:srgbClr>
              </a:gs>
              <a:gs pos="100000">
                <a:srgbClr val="46BE54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</a:rPr>
              <a:t>Caso 2:  Adjudicación de servicios comunitarios (EELL).</a:t>
            </a:r>
            <a:endParaRPr kumimoji="0" lang="es-E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  <p:sp>
        <p:nvSpPr>
          <p:cNvPr id="205" name="Rectángulo: esquinas redondeadas 204">
            <a:extLst>
              <a:ext uri="{FF2B5EF4-FFF2-40B4-BE49-F238E27FC236}">
                <a16:creationId xmlns:a16="http://schemas.microsoft.com/office/drawing/2014/main" id="{37DA4647-B1F8-C8BE-2C57-4EA77C53D113}"/>
              </a:ext>
            </a:extLst>
          </p:cNvPr>
          <p:cNvSpPr/>
          <p:nvPr/>
        </p:nvSpPr>
        <p:spPr>
          <a:xfrm>
            <a:off x="1105435" y="5852743"/>
            <a:ext cx="1142275" cy="41058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>
                <a:solidFill>
                  <a:schemeClr val="tx1"/>
                </a:solidFill>
                <a:latin typeface="Century Gothic" panose="020B0502020202020204" pitchFamily="34" charset="0"/>
              </a:rPr>
              <a:t>Notificación​</a:t>
            </a:r>
          </a:p>
        </p:txBody>
      </p:sp>
      <p:sp>
        <p:nvSpPr>
          <p:cNvPr id="206" name="Rectángulo: esquinas redondeadas 205">
            <a:extLst>
              <a:ext uri="{FF2B5EF4-FFF2-40B4-BE49-F238E27FC236}">
                <a16:creationId xmlns:a16="http://schemas.microsoft.com/office/drawing/2014/main" id="{82CBD19E-AF2C-7869-39A2-AAB1D64910D9}"/>
              </a:ext>
            </a:extLst>
          </p:cNvPr>
          <p:cNvSpPr/>
          <p:nvPr/>
        </p:nvSpPr>
        <p:spPr>
          <a:xfrm>
            <a:off x="3676426" y="5852442"/>
            <a:ext cx="1327364" cy="40499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>
                <a:solidFill>
                  <a:schemeClr val="tx1"/>
                </a:solidFill>
                <a:latin typeface="Century Gothic" panose="020B0502020202020204" pitchFamily="34" charset="0"/>
              </a:rPr>
              <a:t>Activación de servicio efectivo</a:t>
            </a:r>
          </a:p>
        </p:txBody>
      </p:sp>
      <p:cxnSp>
        <p:nvCxnSpPr>
          <p:cNvPr id="208" name="Conector recto de flecha 207">
            <a:extLst>
              <a:ext uri="{FF2B5EF4-FFF2-40B4-BE49-F238E27FC236}">
                <a16:creationId xmlns:a16="http://schemas.microsoft.com/office/drawing/2014/main" id="{1BE0FC4E-EF80-8C4C-F28B-582F242C968D}"/>
              </a:ext>
            </a:extLst>
          </p:cNvPr>
          <p:cNvCxnSpPr>
            <a:cxnSpLocks/>
            <a:stCxn id="205" idx="3"/>
            <a:endCxn id="206" idx="1"/>
          </p:cNvCxnSpPr>
          <p:nvPr/>
        </p:nvCxnSpPr>
        <p:spPr>
          <a:xfrm flipV="1">
            <a:off x="2247710" y="6054942"/>
            <a:ext cx="1428716" cy="3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3" name="Text 27"/>
          <p:cNvSpPr/>
          <p:nvPr/>
        </p:nvSpPr>
        <p:spPr>
          <a:xfrm>
            <a:off x="7544566" y="3207276"/>
            <a:ext cx="2722397" cy="200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u="sng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¿</a:t>
            </a:r>
            <a:r>
              <a:rPr lang="en-US" sz="1100" b="1" u="sng" dirty="0" err="1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Principales</a:t>
            </a:r>
            <a:r>
              <a:rPr lang="en-US" sz="1100" b="1" u="sng" dirty="0"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pain points?</a:t>
            </a:r>
            <a:endParaRPr lang="en-US" sz="1100" u="sng" dirty="0">
              <a:latin typeface="Century Gothic" panose="020B0502020202020204" pitchFamily="34" charset="0"/>
            </a:endParaRPr>
          </a:p>
        </p:txBody>
      </p:sp>
      <p:grpSp>
        <p:nvGrpSpPr>
          <p:cNvPr id="214" name="Grupo 213">
            <a:extLst>
              <a:ext uri="{FF2B5EF4-FFF2-40B4-BE49-F238E27FC236}">
                <a16:creationId xmlns:a16="http://schemas.microsoft.com/office/drawing/2014/main" id="{07340B67-AF43-A097-2F70-81E55D611B3B}"/>
              </a:ext>
            </a:extLst>
          </p:cNvPr>
          <p:cNvGrpSpPr/>
          <p:nvPr/>
        </p:nvGrpSpPr>
        <p:grpSpPr>
          <a:xfrm>
            <a:off x="6565764" y="3557114"/>
            <a:ext cx="4769568" cy="571255"/>
            <a:chOff x="791372" y="3610331"/>
            <a:chExt cx="3895343" cy="438912"/>
          </a:xfrm>
        </p:grpSpPr>
        <p:sp>
          <p:nvSpPr>
            <p:cNvPr id="215" name="Shape 28"/>
            <p:cNvSpPr/>
            <p:nvPr/>
          </p:nvSpPr>
          <p:spPr>
            <a:xfrm>
              <a:off x="791372" y="3610331"/>
              <a:ext cx="3822192" cy="438912"/>
            </a:xfrm>
            <a:prstGeom prst="roundRect">
              <a:avLst>
                <a:gd name="adj" fmla="val 10417"/>
              </a:avLst>
            </a:prstGeom>
            <a:solidFill>
              <a:schemeClr val="bg2"/>
            </a:solidFill>
            <a:ln w="3810">
              <a:solidFill>
                <a:schemeClr val="bg2">
                  <a:lumMod val="10000"/>
                </a:schemeClr>
              </a:solidFill>
              <a:prstDash val="solid"/>
            </a:ln>
          </p:spPr>
          <p:txBody>
            <a:bodyPr/>
            <a:lstStyle/>
            <a:p>
              <a:endParaRPr lang="es-ES" sz="900">
                <a:latin typeface="Century Gothic" panose="020B0502020202020204" pitchFamily="34" charset="0"/>
              </a:endParaRPr>
            </a:p>
          </p:txBody>
        </p:sp>
        <p:sp>
          <p:nvSpPr>
            <p:cNvPr id="216" name="Shape 29"/>
            <p:cNvSpPr/>
            <p:nvPr/>
          </p:nvSpPr>
          <p:spPr>
            <a:xfrm>
              <a:off x="864524" y="3701771"/>
              <a:ext cx="237744" cy="237744"/>
            </a:xfrm>
            <a:prstGeom prst="ellipse">
              <a:avLst/>
            </a:prstGeom>
            <a:solidFill>
              <a:srgbClr val="F2A9AF"/>
            </a:solidFill>
            <a:ln w="12700">
              <a:solidFill>
                <a:srgbClr val="E8767A"/>
              </a:solidFill>
              <a:prstDash val="solid"/>
            </a:ln>
          </p:spPr>
          <p:txBody>
            <a:bodyPr/>
            <a:lstStyle/>
            <a:p>
              <a:endParaRPr lang="es-ES" sz="900">
                <a:latin typeface="Century Gothic" panose="020B0502020202020204" pitchFamily="34" charset="0"/>
              </a:endParaRPr>
            </a:p>
          </p:txBody>
        </p:sp>
        <p:sp>
          <p:nvSpPr>
            <p:cNvPr id="217" name="Text 30"/>
            <p:cNvSpPr/>
            <p:nvPr/>
          </p:nvSpPr>
          <p:spPr>
            <a:xfrm>
              <a:off x="864524" y="3701771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900">
                <a:latin typeface="Century Gothic" panose="020B0502020202020204" pitchFamily="34" charset="0"/>
              </a:endParaRPr>
            </a:p>
          </p:txBody>
        </p:sp>
        <p:sp>
          <p:nvSpPr>
            <p:cNvPr id="218" name="Text 31"/>
            <p:cNvSpPr/>
            <p:nvPr/>
          </p:nvSpPr>
          <p:spPr>
            <a:xfrm>
              <a:off x="1157131" y="3628619"/>
              <a:ext cx="3529584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¿</a:t>
              </a:r>
              <a:r>
                <a:rPr lang="en-US" sz="900" b="1" err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Cuáles</a:t>
              </a: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son </a:t>
              </a:r>
              <a:r>
                <a:rPr lang="en-US" sz="900" b="1" err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los</a:t>
              </a: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b="1" err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principales</a:t>
              </a: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b="1" err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dolores</a:t>
              </a: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del </a:t>
              </a:r>
              <a:r>
                <a:rPr lang="en-US" sz="900" b="1" err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proceso</a:t>
              </a: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?</a:t>
              </a:r>
              <a:endParaRPr lang="en-US" sz="900">
                <a:latin typeface="Century Gothic" panose="020B0502020202020204" pitchFamily="34" charset="0"/>
              </a:endParaRPr>
            </a:p>
            <a:p>
              <a:pPr marL="0" indent="0">
                <a:buNone/>
              </a:pPr>
              <a:r>
                <a:rPr lang="en-US" sz="900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¿</a:t>
              </a:r>
              <a:r>
                <a:rPr lang="en-US" sz="900" err="1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Dónde</a:t>
              </a:r>
              <a:r>
                <a:rPr lang="en-US" sz="900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se </a:t>
              </a:r>
              <a:r>
                <a:rPr lang="en-US" sz="900" err="1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acumula</a:t>
              </a:r>
              <a:r>
                <a:rPr lang="en-US" sz="900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err="1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más</a:t>
              </a:r>
              <a:r>
                <a:rPr lang="en-US" sz="900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err="1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retraso</a:t>
              </a:r>
              <a:r>
                <a:rPr lang="en-US" sz="900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? ¿</a:t>
              </a:r>
              <a:r>
                <a:rPr lang="en-US" sz="900" err="1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Qué</a:t>
              </a:r>
              <a:r>
                <a:rPr lang="en-US" sz="900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genera </a:t>
              </a:r>
              <a:r>
                <a:rPr lang="en-US" sz="900" err="1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más</a:t>
              </a:r>
              <a:r>
                <a:rPr lang="en-US" sz="900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err="1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fricción</a:t>
              </a:r>
              <a:r>
                <a:rPr lang="en-US" sz="900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al </a:t>
              </a:r>
              <a:r>
                <a:rPr lang="en-US" sz="900" err="1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proceso</a:t>
              </a:r>
              <a:r>
                <a:rPr lang="en-US" sz="900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?</a:t>
              </a:r>
              <a:endParaRPr lang="en-US" sz="90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19" name="Grupo 218">
            <a:extLst>
              <a:ext uri="{FF2B5EF4-FFF2-40B4-BE49-F238E27FC236}">
                <a16:creationId xmlns:a16="http://schemas.microsoft.com/office/drawing/2014/main" id="{2C02F5BF-65A9-37AC-8B51-E29860635E68}"/>
              </a:ext>
            </a:extLst>
          </p:cNvPr>
          <p:cNvGrpSpPr/>
          <p:nvPr/>
        </p:nvGrpSpPr>
        <p:grpSpPr>
          <a:xfrm>
            <a:off x="6565764" y="5691311"/>
            <a:ext cx="4680000" cy="740412"/>
            <a:chOff x="791372" y="4085819"/>
            <a:chExt cx="3822192" cy="438912"/>
          </a:xfrm>
        </p:grpSpPr>
        <p:sp>
          <p:nvSpPr>
            <p:cNvPr id="220" name="Shape 32"/>
            <p:cNvSpPr/>
            <p:nvPr/>
          </p:nvSpPr>
          <p:spPr>
            <a:xfrm>
              <a:off x="791372" y="4085819"/>
              <a:ext cx="3822192" cy="438912"/>
            </a:xfrm>
            <a:prstGeom prst="roundRect">
              <a:avLst>
                <a:gd name="adj" fmla="val 10417"/>
              </a:avLst>
            </a:prstGeom>
            <a:solidFill>
              <a:schemeClr val="bg2"/>
            </a:solidFill>
            <a:ln w="3810">
              <a:solidFill>
                <a:schemeClr val="bg2">
                  <a:lumMod val="10000"/>
                </a:schemeClr>
              </a:solidFill>
              <a:prstDash val="solid"/>
            </a:ln>
          </p:spPr>
          <p:txBody>
            <a:bodyPr/>
            <a:lstStyle/>
            <a:p>
              <a:endParaRPr lang="es-ES" sz="900">
                <a:latin typeface="Century Gothic" panose="020B0502020202020204" pitchFamily="34" charset="0"/>
              </a:endParaRPr>
            </a:p>
          </p:txBody>
        </p:sp>
        <p:sp>
          <p:nvSpPr>
            <p:cNvPr id="221" name="Shape 33"/>
            <p:cNvSpPr/>
            <p:nvPr/>
          </p:nvSpPr>
          <p:spPr>
            <a:xfrm>
              <a:off x="864524" y="4177259"/>
              <a:ext cx="238152" cy="172859"/>
            </a:xfrm>
            <a:prstGeom prst="ellipse">
              <a:avLst/>
            </a:prstGeom>
            <a:solidFill>
              <a:srgbClr val="F2A9AF"/>
            </a:solidFill>
            <a:ln w="12700">
              <a:solidFill>
                <a:srgbClr val="E8767A"/>
              </a:solidFill>
              <a:prstDash val="solid"/>
            </a:ln>
          </p:spPr>
          <p:txBody>
            <a:bodyPr/>
            <a:lstStyle/>
            <a:p>
              <a:endParaRPr lang="es-ES" sz="900">
                <a:latin typeface="Century Gothic" panose="020B0502020202020204" pitchFamily="34" charset="0"/>
              </a:endParaRPr>
            </a:p>
          </p:txBody>
        </p:sp>
        <p:sp>
          <p:nvSpPr>
            <p:cNvPr id="222" name="Text 34"/>
            <p:cNvSpPr/>
            <p:nvPr/>
          </p:nvSpPr>
          <p:spPr>
            <a:xfrm>
              <a:off x="864524" y="4153168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900">
                <a:latin typeface="Century Gothic" panose="020B0502020202020204" pitchFamily="34" charset="0"/>
              </a:endParaRPr>
            </a:p>
          </p:txBody>
        </p:sp>
        <p:sp>
          <p:nvSpPr>
            <p:cNvPr id="223" name="Text 35"/>
            <p:cNvSpPr/>
            <p:nvPr/>
          </p:nvSpPr>
          <p:spPr>
            <a:xfrm>
              <a:off x="1157132" y="4104105"/>
              <a:ext cx="340156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¿</a:t>
              </a:r>
              <a:r>
                <a:rPr lang="en-US" sz="900" b="1" err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Existen</a:t>
              </a: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b="1" err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limitaciones</a:t>
              </a: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de </a:t>
              </a:r>
              <a:r>
                <a:rPr lang="en-US" sz="900" b="1" err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sistemas</a:t>
              </a: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/ </a:t>
              </a:r>
              <a:r>
                <a:rPr lang="en-US" sz="900" b="1" err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información</a:t>
              </a: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b="1" err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qué</a:t>
              </a: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b="1" err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debamos</a:t>
              </a: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00" b="1" err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considerar</a:t>
              </a: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?</a:t>
              </a:r>
              <a:endParaRPr lang="en-US" sz="900">
                <a:latin typeface="Century Gothic" panose="020B0502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¿Hay partes del </a:t>
              </a:r>
              <a:r>
                <a:rPr lang="en-US" sz="900" err="1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proceso</a:t>
              </a:r>
              <a:r>
                <a:rPr lang="en-US" sz="900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fuera de SIDEMA? </a:t>
              </a:r>
            </a:p>
          </p:txBody>
        </p:sp>
      </p:grpSp>
      <p:grpSp>
        <p:nvGrpSpPr>
          <p:cNvPr id="224" name="Grupo 223">
            <a:extLst>
              <a:ext uri="{FF2B5EF4-FFF2-40B4-BE49-F238E27FC236}">
                <a16:creationId xmlns:a16="http://schemas.microsoft.com/office/drawing/2014/main" id="{BDBA7CF9-76C3-C9A3-DC8B-5EBF48B99105}"/>
              </a:ext>
            </a:extLst>
          </p:cNvPr>
          <p:cNvGrpSpPr/>
          <p:nvPr/>
        </p:nvGrpSpPr>
        <p:grpSpPr>
          <a:xfrm>
            <a:off x="6565764" y="4990331"/>
            <a:ext cx="4680000" cy="540000"/>
            <a:chOff x="791372" y="5036795"/>
            <a:chExt cx="3822192" cy="438912"/>
          </a:xfrm>
        </p:grpSpPr>
        <p:sp>
          <p:nvSpPr>
            <p:cNvPr id="225" name="Shape 40"/>
            <p:cNvSpPr/>
            <p:nvPr/>
          </p:nvSpPr>
          <p:spPr>
            <a:xfrm>
              <a:off x="791372" y="5036795"/>
              <a:ext cx="3822192" cy="438912"/>
            </a:xfrm>
            <a:prstGeom prst="roundRect">
              <a:avLst>
                <a:gd name="adj" fmla="val 10417"/>
              </a:avLst>
            </a:prstGeom>
            <a:solidFill>
              <a:schemeClr val="bg2"/>
            </a:solidFill>
            <a:ln w="3810">
              <a:solidFill>
                <a:schemeClr val="bg2">
                  <a:lumMod val="10000"/>
                </a:schemeClr>
              </a:solidFill>
              <a:prstDash val="solid"/>
            </a:ln>
          </p:spPr>
          <p:txBody>
            <a:bodyPr/>
            <a:lstStyle/>
            <a:p>
              <a:endParaRPr lang="es-ES" sz="900">
                <a:latin typeface="Century Gothic" panose="020B0502020202020204" pitchFamily="34" charset="0"/>
              </a:endParaRPr>
            </a:p>
          </p:txBody>
        </p:sp>
        <p:sp>
          <p:nvSpPr>
            <p:cNvPr id="226" name="Shape 41"/>
            <p:cNvSpPr/>
            <p:nvPr/>
          </p:nvSpPr>
          <p:spPr>
            <a:xfrm>
              <a:off x="864524" y="5128235"/>
              <a:ext cx="237744" cy="237744"/>
            </a:xfrm>
            <a:prstGeom prst="ellipse">
              <a:avLst/>
            </a:prstGeom>
            <a:solidFill>
              <a:srgbClr val="F2A9AF"/>
            </a:solidFill>
            <a:ln w="12700">
              <a:solidFill>
                <a:srgbClr val="E8767A"/>
              </a:solidFill>
              <a:prstDash val="solid"/>
            </a:ln>
          </p:spPr>
          <p:txBody>
            <a:bodyPr/>
            <a:lstStyle/>
            <a:p>
              <a:endParaRPr lang="es-ES" sz="900">
                <a:latin typeface="Century Gothic" panose="020B0502020202020204" pitchFamily="34" charset="0"/>
              </a:endParaRPr>
            </a:p>
          </p:txBody>
        </p:sp>
        <p:sp>
          <p:nvSpPr>
            <p:cNvPr id="227" name="Text 42"/>
            <p:cNvSpPr/>
            <p:nvPr/>
          </p:nvSpPr>
          <p:spPr>
            <a:xfrm>
              <a:off x="864524" y="5128235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900">
                <a:latin typeface="Century Gothic" panose="020B0502020202020204" pitchFamily="34" charset="0"/>
              </a:endParaRPr>
            </a:p>
          </p:txBody>
        </p:sp>
        <p:sp>
          <p:nvSpPr>
            <p:cNvPr id="228" name="Text 43"/>
            <p:cNvSpPr/>
            <p:nvPr/>
          </p:nvSpPr>
          <p:spPr>
            <a:xfrm>
              <a:off x="1157132" y="5055083"/>
              <a:ext cx="340156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s-E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¿Cuál son los </a:t>
              </a:r>
              <a:r>
                <a:rPr lang="es-ES" sz="900" b="1" err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SLAs</a:t>
              </a:r>
              <a:r>
                <a:rPr lang="es-E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más críticos del proceso?</a:t>
              </a:r>
              <a:br>
                <a:rPr lang="es-E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s-ES" sz="900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¿Cuántos días máximos debería tomar cada paso del proceso?</a:t>
              </a:r>
              <a:endParaRPr lang="en-US" sz="90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29" name="Grupo 228">
            <a:extLst>
              <a:ext uri="{FF2B5EF4-FFF2-40B4-BE49-F238E27FC236}">
                <a16:creationId xmlns:a16="http://schemas.microsoft.com/office/drawing/2014/main" id="{CE9BDBD9-E612-AB64-77E6-0A0BF0122719}"/>
              </a:ext>
            </a:extLst>
          </p:cNvPr>
          <p:cNvGrpSpPr/>
          <p:nvPr/>
        </p:nvGrpSpPr>
        <p:grpSpPr>
          <a:xfrm>
            <a:off x="6565764" y="4289350"/>
            <a:ext cx="4680000" cy="540000"/>
            <a:chOff x="791372" y="5512283"/>
            <a:chExt cx="3822192" cy="438912"/>
          </a:xfrm>
        </p:grpSpPr>
        <p:sp>
          <p:nvSpPr>
            <p:cNvPr id="230" name="Shape 44"/>
            <p:cNvSpPr/>
            <p:nvPr/>
          </p:nvSpPr>
          <p:spPr>
            <a:xfrm>
              <a:off x="791372" y="5512283"/>
              <a:ext cx="3822192" cy="438912"/>
            </a:xfrm>
            <a:prstGeom prst="roundRect">
              <a:avLst>
                <a:gd name="adj" fmla="val 10417"/>
              </a:avLst>
            </a:prstGeom>
            <a:solidFill>
              <a:schemeClr val="bg2"/>
            </a:solidFill>
            <a:ln w="3810">
              <a:solidFill>
                <a:schemeClr val="bg2">
                  <a:lumMod val="10000"/>
                </a:schemeClr>
              </a:solidFill>
              <a:prstDash val="solid"/>
            </a:ln>
          </p:spPr>
          <p:txBody>
            <a:bodyPr/>
            <a:lstStyle/>
            <a:p>
              <a:endParaRPr lang="es-ES" sz="900">
                <a:latin typeface="Century Gothic" panose="020B0502020202020204" pitchFamily="34" charset="0"/>
              </a:endParaRPr>
            </a:p>
          </p:txBody>
        </p:sp>
        <p:sp>
          <p:nvSpPr>
            <p:cNvPr id="231" name="Shape 45"/>
            <p:cNvSpPr/>
            <p:nvPr/>
          </p:nvSpPr>
          <p:spPr>
            <a:xfrm>
              <a:off x="864524" y="5603723"/>
              <a:ext cx="237744" cy="237744"/>
            </a:xfrm>
            <a:prstGeom prst="ellipse">
              <a:avLst/>
            </a:prstGeom>
            <a:solidFill>
              <a:srgbClr val="F2A9AF"/>
            </a:solidFill>
            <a:ln w="12700">
              <a:solidFill>
                <a:srgbClr val="E8767A"/>
              </a:solidFill>
              <a:prstDash val="solid"/>
            </a:ln>
          </p:spPr>
          <p:txBody>
            <a:bodyPr/>
            <a:lstStyle/>
            <a:p>
              <a:endParaRPr lang="es-ES" sz="900">
                <a:latin typeface="Century Gothic" panose="020B0502020202020204" pitchFamily="34" charset="0"/>
              </a:endParaRPr>
            </a:p>
          </p:txBody>
        </p:sp>
        <p:sp>
          <p:nvSpPr>
            <p:cNvPr id="232" name="Text 46"/>
            <p:cNvSpPr/>
            <p:nvPr/>
          </p:nvSpPr>
          <p:spPr>
            <a:xfrm>
              <a:off x="864524" y="5603723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900">
                <a:latin typeface="Century Gothic" panose="020B0502020202020204" pitchFamily="34" charset="0"/>
              </a:endParaRPr>
            </a:p>
          </p:txBody>
        </p:sp>
        <p:sp>
          <p:nvSpPr>
            <p:cNvPr id="233" name="Text 47"/>
            <p:cNvSpPr/>
            <p:nvPr/>
          </p:nvSpPr>
          <p:spPr>
            <a:xfrm>
              <a:off x="1157132" y="5530571"/>
              <a:ext cx="340156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>
                  <a:solidFill>
                    <a:srgbClr val="2D2D2D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¿Qué excepciones frecuentes no siguen el flujo estándar?</a:t>
              </a:r>
              <a:endParaRPr lang="en-US" sz="900">
                <a:latin typeface="Century Gothic" panose="020B0502020202020204" pitchFamily="34" charset="0"/>
              </a:endParaRPr>
            </a:p>
            <a:p>
              <a:pPr marL="0" indent="0">
                <a:buNone/>
              </a:pPr>
              <a:r>
                <a:rPr lang="en-US" sz="900">
                  <a:solidFill>
                    <a:srgbClr val="777777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Subsanaciones, urgencias, ELA, +16 — Volumen y forma de gestión</a:t>
              </a:r>
              <a:endParaRPr lang="en-US" sz="900">
                <a:latin typeface="Century Gothic" panose="020B0502020202020204" pitchFamily="34" charset="0"/>
              </a:endParaRPr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B6406884-10A4-C67F-5C60-415FA70AD6B8}"/>
              </a:ext>
            </a:extLst>
          </p:cNvPr>
          <p:cNvSpPr/>
          <p:nvPr/>
        </p:nvSpPr>
        <p:spPr>
          <a:xfrm>
            <a:off x="518160" y="5158731"/>
            <a:ext cx="5340046" cy="130880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8098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C809A-75B0-97BE-24FF-B2CAD3083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450C7F7-F6D2-EE3F-28BA-4CD19EE8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A65D7A-BCA5-4C28-B1AE-28746C7C8EFA}" type="slidenum">
              <a: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F54CB53-4D0F-6C0F-3BC0-425784FFD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160" y="360664"/>
            <a:ext cx="9253637" cy="381945"/>
          </a:xfrm>
        </p:spPr>
        <p:txBody>
          <a:bodyPr>
            <a:normAutofit/>
          </a:bodyPr>
          <a:lstStyle/>
          <a:p>
            <a:r>
              <a:rPr lang="es-ES"/>
              <a:t>1. Conclusiones PoC (CU1)</a:t>
            </a:r>
          </a:p>
        </p:txBody>
      </p:sp>
      <p:sp>
        <p:nvSpPr>
          <p:cNvPr id="12" name="Marcador de contenido 34">
            <a:extLst>
              <a:ext uri="{FF2B5EF4-FFF2-40B4-BE49-F238E27FC236}">
                <a16:creationId xmlns:a16="http://schemas.microsoft.com/office/drawing/2014/main" id="{0F99677A-B694-4DEA-0576-DBAF200E8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38" y="954520"/>
            <a:ext cx="11164324" cy="6542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ES"/>
              <a:t>Principales conclusiones obtenidas de la PoC y desarrolladas avanzadas por NTT</a:t>
            </a:r>
            <a:endParaRPr lang="es-ES" kern="0"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3A81528-4C7B-9E07-C1EA-E2CCD7E9F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136385"/>
              </p:ext>
            </p:extLst>
          </p:nvPr>
        </p:nvGraphicFramePr>
        <p:xfrm>
          <a:off x="697841" y="1547480"/>
          <a:ext cx="11077532" cy="4496008"/>
        </p:xfrm>
        <a:graphic>
          <a:graphicData uri="http://schemas.openxmlformats.org/drawingml/2006/table">
            <a:tbl>
              <a:tblPr/>
              <a:tblGrid>
                <a:gridCol w="1861532">
                  <a:extLst>
                    <a:ext uri="{9D8B030D-6E8A-4147-A177-3AD203B41FA5}">
                      <a16:colId xmlns:a16="http://schemas.microsoft.com/office/drawing/2014/main" val="895205207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1558770414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1418707278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55331479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42355977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 b="1">
                          <a:effectLst/>
                          <a:latin typeface="Century Gothic" panose="020B0502020202020204" pitchFamily="34" charset="0"/>
                        </a:rPr>
                        <a:t>Oportunidad</a:t>
                      </a:r>
                      <a:endParaRPr lang="es-ES" sz="110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 b="1">
                          <a:effectLst/>
                          <a:latin typeface="Century Gothic" panose="020B0502020202020204" pitchFamily="34" charset="0"/>
                        </a:rPr>
                        <a:t>Situación actual</a:t>
                      </a:r>
                      <a:endParaRPr lang="es-ES" sz="110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 b="1">
                          <a:effectLst/>
                          <a:latin typeface="Century Gothic" panose="020B0502020202020204" pitchFamily="34" charset="0"/>
                        </a:rPr>
                        <a:t>Causa raíz</a:t>
                      </a:r>
                      <a:endParaRPr lang="es-ES" sz="110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 b="1">
                          <a:effectLst/>
                          <a:latin typeface="Century Gothic" panose="020B0502020202020204" pitchFamily="34" charset="0"/>
                        </a:rPr>
                        <a:t>Impacto en el proceso</a:t>
                      </a:r>
                      <a:endParaRPr lang="es-ES" sz="110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100" b="1">
                          <a:effectLst/>
                          <a:latin typeface="Century Gothic" panose="020B0502020202020204" pitchFamily="34" charset="0"/>
                        </a:rPr>
                        <a:t>Beneficio esperado</a:t>
                      </a:r>
                      <a:endParaRPr lang="es-ES" sz="110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611498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s-ES" sz="1050" b="1">
                          <a:effectLst/>
                          <a:latin typeface="Century Gothic" panose="020B0502020202020204" pitchFamily="34" charset="0"/>
                        </a:rPr>
                        <a:t>Alertas inteligentes en revisión y subsanación documental.</a:t>
                      </a:r>
                      <a:endParaRPr lang="es-ES" sz="105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  <a:latin typeface="Century Gothic" panose="020B0502020202020204" pitchFamily="34" charset="0"/>
                        </a:rPr>
                        <a:t>Un </a:t>
                      </a:r>
                      <a:r>
                        <a:rPr lang="es-ES" sz="1000" b="1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alto volumen de expedientes entra en subsanación y permanece largos periodos bloqueado (54 días de media) </a:t>
                      </a:r>
                      <a:r>
                        <a:rPr lang="es-ES" sz="900">
                          <a:effectLst/>
                          <a:latin typeface="Century Gothic" panose="020B0502020202020204" pitchFamily="34" charset="0"/>
                        </a:rPr>
                        <a:t>por documentación incompleta o incorrecta.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b="0">
                          <a:effectLst/>
                          <a:latin typeface="Century Gothic" panose="020B0502020202020204" pitchFamily="34" charset="0"/>
                        </a:rPr>
                        <a:t>Falta de validaciones previas, comunicación poco clara y ausencia de seguimiento proactivo.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b="0">
                          <a:effectLst/>
                          <a:latin typeface="Century Gothic" panose="020B0502020202020204" pitchFamily="34" charset="0"/>
                        </a:rPr>
                        <a:t>Bloqueo prolongado de expedientes, incremento del backlog y retraso en el flujo.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80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362976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s-ES" sz="1050" b="1">
                          <a:effectLst/>
                          <a:latin typeface="Century Gothic" panose="020B0502020202020204" pitchFamily="34" charset="0"/>
                        </a:rPr>
                        <a:t>Optimización de citación y realización de valoración.</a:t>
                      </a:r>
                      <a:endParaRPr lang="es-ES" sz="105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>
                          <a:effectLst/>
                          <a:latin typeface="Century Gothic" panose="020B0502020202020204" pitchFamily="34" charset="0"/>
                        </a:rPr>
                        <a:t>La </a:t>
                      </a:r>
                      <a:r>
                        <a:rPr lang="es-ES" sz="1000" b="1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citación se gestiona de forma manual, sin integración de agendas ni recordatorios</a:t>
                      </a:r>
                      <a:r>
                        <a:rPr lang="es-ES" sz="900">
                          <a:effectLst/>
                          <a:latin typeface="Century Gothic" panose="020B0502020202020204" pitchFamily="34" charset="0"/>
                        </a:rPr>
                        <a:t>, lo que provoca ineficiencias e incomparecencias. Un </a:t>
                      </a:r>
                      <a:r>
                        <a:rPr lang="es-ES" sz="1000" b="1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13% de expedientes requiere una segunda cita.</a:t>
                      </a:r>
                      <a:endParaRPr lang="es-ES" sz="900" b="1">
                        <a:solidFill>
                          <a:srgbClr val="C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b="0">
                          <a:effectLst/>
                          <a:latin typeface="Century Gothic" panose="020B0502020202020204" pitchFamily="34" charset="0"/>
                        </a:rPr>
                        <a:t>Procesos manuales, falta de automatización y ausencia de priorización homogénea.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b="0">
                          <a:effectLst/>
                          <a:latin typeface="Century Gothic" panose="020B0502020202020204" pitchFamily="34" charset="0"/>
                        </a:rPr>
                        <a:t>Retrasos en la planificación, aumento de carga operativa y recitaciones que alargan el ciclo.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80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890156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s-ES" sz="1050" b="1">
                          <a:effectLst/>
                          <a:latin typeface="Century Gothic" panose="020B0502020202020204" pitchFamily="34" charset="0"/>
                        </a:rPr>
                        <a:t>Digitalización e IA en la valoración.</a:t>
                      </a:r>
                      <a:endParaRPr lang="es-ES" sz="105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50" b="1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El 91% de las valoraciones se realiza en papel o sistemas no integrados</a:t>
                      </a:r>
                      <a:r>
                        <a:rPr lang="es-ES" sz="1050">
                          <a:effectLst/>
                          <a:latin typeface="Century Gothic" panose="020B0502020202020204" pitchFamily="34" charset="0"/>
                        </a:rPr>
                        <a:t>, obligando a transcripción posterior y generando retrasos.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b="0">
                          <a:effectLst/>
                          <a:latin typeface="Century Gothic" panose="020B0502020202020204" pitchFamily="34" charset="0"/>
                        </a:rPr>
                        <a:t>Recogida manual de información, falta de herramientas digitales en campo y sistemas no integrados.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b="0">
                          <a:effectLst/>
                          <a:latin typeface="Century Gothic" panose="020B0502020202020204" pitchFamily="34" charset="0"/>
                        </a:rPr>
                        <a:t>Demoras adicionales, riesgo de errores y falta de estandarización en los criterios.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80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106932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s-ES" sz="1050" b="1">
                          <a:effectLst/>
                          <a:latin typeface="Century Gothic" panose="020B0502020202020204" pitchFamily="34" charset="0"/>
                        </a:rPr>
                        <a:t>Optimización de la asignación mediante balanceo de cargas en valoración</a:t>
                      </a:r>
                      <a:endParaRPr lang="es-ES" sz="105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>
                          <a:effectLst/>
                          <a:latin typeface="Century Gothic" panose="020B0502020202020204" pitchFamily="34" charset="0"/>
                        </a:rPr>
                        <a:t>Existe una </a:t>
                      </a:r>
                      <a:r>
                        <a:rPr lang="es-ES" sz="1000" b="1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distribución desigual de expedientes y tramitaciones sin responsable claro</a:t>
                      </a:r>
                      <a:r>
                        <a:rPr lang="es-ES" sz="900">
                          <a:effectLst/>
                          <a:latin typeface="Century Gothic" panose="020B0502020202020204" pitchFamily="34" charset="0"/>
                        </a:rPr>
                        <a:t>, reflejando falta de control en la asignación.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b="0">
                          <a:effectLst/>
                          <a:latin typeface="Century Gothic" panose="020B0502020202020204" pitchFamily="34" charset="0"/>
                        </a:rPr>
                        <a:t>Ausencia de reglas automáticas, falta de visibilidad en tiempo real y problemas de trazabilidad.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b="0">
                          <a:effectLst/>
                          <a:latin typeface="Century Gothic" panose="020B0502020202020204" pitchFamily="34" charset="0"/>
                        </a:rPr>
                        <a:t>Sobrecarga en algunos equipos, infrautilización en otros y retrasos innecesarios.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80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477476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s-ES" sz="1050" b="1">
                          <a:effectLst/>
                          <a:latin typeface="Century Gothic" panose="020B0502020202020204" pitchFamily="34" charset="0"/>
                        </a:rPr>
                        <a:t>Envío de alertas en la </a:t>
                      </a:r>
                      <a:r>
                        <a:rPr lang="es-ES" sz="1050" b="1" err="1">
                          <a:effectLst/>
                          <a:latin typeface="Century Gothic" panose="020B0502020202020204" pitchFamily="34" charset="0"/>
                        </a:rPr>
                        <a:t>la</a:t>
                      </a:r>
                      <a:r>
                        <a:rPr lang="es-ES" sz="1050" b="1">
                          <a:effectLst/>
                          <a:latin typeface="Century Gothic" panose="020B0502020202020204" pitchFamily="34" charset="0"/>
                        </a:rPr>
                        <a:t> resolución de Grado y PIA.</a:t>
                      </a:r>
                      <a:endParaRPr lang="es-ES" sz="105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>
                          <a:effectLst/>
                          <a:latin typeface="Century Gothic" panose="020B0502020202020204" pitchFamily="34" charset="0"/>
                        </a:rPr>
                        <a:t>La </a:t>
                      </a:r>
                      <a:r>
                        <a:rPr lang="es-ES" sz="1000" b="1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fase posterior a la valoración es manual y secuencial </a:t>
                      </a:r>
                      <a:r>
                        <a:rPr lang="es-ES" sz="1000">
                          <a:effectLst/>
                          <a:latin typeface="Century Gothic" panose="020B0502020202020204" pitchFamily="34" charset="0"/>
                        </a:rPr>
                        <a:t>(dictamen, comisión, resolución), con una media de 62 días.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b="0">
                          <a:effectLst/>
                          <a:latin typeface="Century Gothic" panose="020B0502020202020204" pitchFamily="34" charset="0"/>
                        </a:rPr>
                        <a:t>Falta de automatización, dependencia de procesos administrativos.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b="0">
                          <a:effectLst/>
                          <a:latin typeface="Century Gothic" panose="020B0502020202020204" pitchFamily="34" charset="0"/>
                        </a:rPr>
                        <a:t>Cuellos de botella en la fase final, colas de expedientes y retrasos en resolución.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80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150646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s-ES" sz="1050" b="1">
                          <a:effectLst/>
                          <a:latin typeface="Century Gothic" panose="020B0502020202020204" pitchFamily="34" charset="0"/>
                        </a:rPr>
                        <a:t>Control documental previo de informes médicos (AVC).</a:t>
                      </a:r>
                      <a:endParaRPr lang="es-ES" sz="105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Parte de los expedientes se desvía del flujo estándar por falta de documentación inicial</a:t>
                      </a:r>
                      <a:r>
                        <a:rPr lang="es-ES" sz="900">
                          <a:effectLst/>
                          <a:latin typeface="Century Gothic" panose="020B0502020202020204" pitchFamily="34" charset="0"/>
                        </a:rPr>
                        <a:t>, generando retrabajo y hasta +65 días adicionales.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b="0">
                          <a:effectLst/>
                          <a:latin typeface="Century Gothic" panose="020B0502020202020204" pitchFamily="34" charset="0"/>
                        </a:rPr>
                        <a:t>Ausencia de validaciones en el alta y falta de control documental previo.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b="0">
                          <a:effectLst/>
                          <a:latin typeface="Century Gothic" panose="020B0502020202020204" pitchFamily="34" charset="0"/>
                        </a:rPr>
                        <a:t>Desvíos, dobles citaciones, retrabajo y alta variabilidad en los tiempos de tramitación.</a:t>
                      </a: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800"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23908" marR="23908" marT="11954" marB="11954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89579"/>
                  </a:ext>
                </a:extLst>
              </a:tr>
            </a:tbl>
          </a:graphicData>
        </a:graphic>
      </p:graphicFrame>
      <p:grpSp>
        <p:nvGrpSpPr>
          <p:cNvPr id="5" name="Grupo 4">
            <a:extLst>
              <a:ext uri="{FF2B5EF4-FFF2-40B4-BE49-F238E27FC236}">
                <a16:creationId xmlns:a16="http://schemas.microsoft.com/office/drawing/2014/main" id="{C0FB30EA-FFF1-F5CD-6FA1-D771E98B0938}"/>
              </a:ext>
            </a:extLst>
          </p:cNvPr>
          <p:cNvGrpSpPr/>
          <p:nvPr/>
        </p:nvGrpSpPr>
        <p:grpSpPr>
          <a:xfrm>
            <a:off x="10299105" y="1957205"/>
            <a:ext cx="1312554" cy="382488"/>
            <a:chOff x="8878486" y="2617859"/>
            <a:chExt cx="1887056" cy="382488"/>
          </a:xfrm>
        </p:grpSpPr>
        <p:sp>
          <p:nvSpPr>
            <p:cNvPr id="6" name="TextBox 29">
              <a:extLst>
                <a:ext uri="{FF2B5EF4-FFF2-40B4-BE49-F238E27FC236}">
                  <a16:creationId xmlns:a16="http://schemas.microsoft.com/office/drawing/2014/main" id="{885ADFD4-2DD1-F248-480B-41BB4C0263E0}"/>
                </a:ext>
              </a:extLst>
            </p:cNvPr>
            <p:cNvSpPr txBox="1"/>
            <p:nvPr/>
          </p:nvSpPr>
          <p:spPr>
            <a:xfrm>
              <a:off x="8878486" y="2617859"/>
              <a:ext cx="1887056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50" b="1" i="0">
                  <a:solidFill>
                    <a:srgbClr val="961628"/>
                  </a:solidFill>
                  <a:latin typeface="Century Gothic"/>
                </a:defRPr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961628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−30%</a:t>
              </a:r>
            </a:p>
          </p:txBody>
        </p:sp>
        <p:sp>
          <p:nvSpPr>
            <p:cNvPr id="7" name="TextBox 30">
              <a:extLst>
                <a:ext uri="{FF2B5EF4-FFF2-40B4-BE49-F238E27FC236}">
                  <a16:creationId xmlns:a16="http://schemas.microsoft.com/office/drawing/2014/main" id="{6D8B79EC-F400-0C45-2413-3372ACDB3043}"/>
                </a:ext>
              </a:extLst>
            </p:cNvPr>
            <p:cNvSpPr txBox="1"/>
            <p:nvPr/>
          </p:nvSpPr>
          <p:spPr>
            <a:xfrm>
              <a:off x="8878486" y="2846459"/>
              <a:ext cx="1887056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780" b="0" i="0">
                  <a:solidFill>
                    <a:srgbClr val="767C86"/>
                  </a:solidFill>
                  <a:latin typeface="Century Gothic"/>
                </a:defRPr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767C86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3,7 días/exp.</a:t>
              </a: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C10996E6-3E4E-631A-F54B-A72AD635594D}"/>
              </a:ext>
            </a:extLst>
          </p:cNvPr>
          <p:cNvGrpSpPr/>
          <p:nvPr/>
        </p:nvGrpSpPr>
        <p:grpSpPr>
          <a:xfrm>
            <a:off x="10299105" y="2645613"/>
            <a:ext cx="1312554" cy="382488"/>
            <a:chOff x="8878486" y="3116207"/>
            <a:chExt cx="1887056" cy="382488"/>
          </a:xfrm>
        </p:grpSpPr>
        <p:sp>
          <p:nvSpPr>
            <p:cNvPr id="9" name="TextBox 36">
              <a:extLst>
                <a:ext uri="{FF2B5EF4-FFF2-40B4-BE49-F238E27FC236}">
                  <a16:creationId xmlns:a16="http://schemas.microsoft.com/office/drawing/2014/main" id="{5E15BF3B-EF5F-0190-6E75-B117F0EB6CF0}"/>
                </a:ext>
              </a:extLst>
            </p:cNvPr>
            <p:cNvSpPr txBox="1"/>
            <p:nvPr/>
          </p:nvSpPr>
          <p:spPr>
            <a:xfrm>
              <a:off x="8878486" y="3116207"/>
              <a:ext cx="1887056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50" b="1" i="0">
                  <a:solidFill>
                    <a:srgbClr val="961628"/>
                  </a:solidFill>
                  <a:latin typeface="Century Gothic"/>
                </a:defRPr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961628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−40%</a:t>
              </a:r>
            </a:p>
          </p:txBody>
        </p:sp>
        <p:sp>
          <p:nvSpPr>
            <p:cNvPr id="10" name="TextBox 37">
              <a:extLst>
                <a:ext uri="{FF2B5EF4-FFF2-40B4-BE49-F238E27FC236}">
                  <a16:creationId xmlns:a16="http://schemas.microsoft.com/office/drawing/2014/main" id="{9FD28FAC-6AB3-7A2B-3D6E-51C734C920BF}"/>
                </a:ext>
              </a:extLst>
            </p:cNvPr>
            <p:cNvSpPr txBox="1"/>
            <p:nvPr/>
          </p:nvSpPr>
          <p:spPr>
            <a:xfrm>
              <a:off x="8878486" y="3344807"/>
              <a:ext cx="1887056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780" b="0" i="0">
                  <a:solidFill>
                    <a:srgbClr val="767C86"/>
                  </a:solidFill>
                  <a:latin typeface="Century Gothic"/>
                </a:defRPr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767C86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11,4 días/exp.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1239EA7C-94CE-6EBE-80E6-259710E9466D}"/>
              </a:ext>
            </a:extLst>
          </p:cNvPr>
          <p:cNvGrpSpPr/>
          <p:nvPr/>
        </p:nvGrpSpPr>
        <p:grpSpPr>
          <a:xfrm>
            <a:off x="10299105" y="3334021"/>
            <a:ext cx="1312554" cy="382488"/>
            <a:chOff x="8878486" y="3614555"/>
            <a:chExt cx="1887056" cy="382488"/>
          </a:xfrm>
        </p:grpSpPr>
        <p:sp>
          <p:nvSpPr>
            <p:cNvPr id="22" name="TextBox 43">
              <a:extLst>
                <a:ext uri="{FF2B5EF4-FFF2-40B4-BE49-F238E27FC236}">
                  <a16:creationId xmlns:a16="http://schemas.microsoft.com/office/drawing/2014/main" id="{8CB8CD24-8307-4E17-64F4-8DFF0AEF1E5E}"/>
                </a:ext>
              </a:extLst>
            </p:cNvPr>
            <p:cNvSpPr txBox="1"/>
            <p:nvPr/>
          </p:nvSpPr>
          <p:spPr>
            <a:xfrm>
              <a:off x="8878486" y="3614555"/>
              <a:ext cx="1887056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50" b="1" i="0">
                  <a:solidFill>
                    <a:srgbClr val="961628"/>
                  </a:solidFill>
                  <a:latin typeface="Century Gothic"/>
                </a:defRPr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961628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−25%</a:t>
              </a:r>
            </a:p>
          </p:txBody>
        </p:sp>
        <p:sp>
          <p:nvSpPr>
            <p:cNvPr id="24" name="TextBox 44">
              <a:extLst>
                <a:ext uri="{FF2B5EF4-FFF2-40B4-BE49-F238E27FC236}">
                  <a16:creationId xmlns:a16="http://schemas.microsoft.com/office/drawing/2014/main" id="{51A97ECF-D81B-0DCB-3F32-3ED83A10BD4A}"/>
                </a:ext>
              </a:extLst>
            </p:cNvPr>
            <p:cNvSpPr txBox="1"/>
            <p:nvPr/>
          </p:nvSpPr>
          <p:spPr>
            <a:xfrm>
              <a:off x="8878486" y="3843155"/>
              <a:ext cx="1887056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780" b="0" i="0">
                  <a:solidFill>
                    <a:srgbClr val="767C86"/>
                  </a:solidFill>
                  <a:latin typeface="Century Gothic"/>
                </a:defRPr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767C86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2,5 días/exp.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FD6F91F-D5BD-2E5D-45AC-3103C5DD3895}"/>
              </a:ext>
            </a:extLst>
          </p:cNvPr>
          <p:cNvGrpSpPr/>
          <p:nvPr/>
        </p:nvGrpSpPr>
        <p:grpSpPr>
          <a:xfrm>
            <a:off x="10299105" y="4022429"/>
            <a:ext cx="1312554" cy="382488"/>
            <a:chOff x="8878486" y="4112903"/>
            <a:chExt cx="1887056" cy="382488"/>
          </a:xfrm>
        </p:grpSpPr>
        <p:sp>
          <p:nvSpPr>
            <p:cNvPr id="29" name="TextBox 50">
              <a:extLst>
                <a:ext uri="{FF2B5EF4-FFF2-40B4-BE49-F238E27FC236}">
                  <a16:creationId xmlns:a16="http://schemas.microsoft.com/office/drawing/2014/main" id="{182AE283-F8F0-2259-8D89-27F0486BF1BE}"/>
                </a:ext>
              </a:extLst>
            </p:cNvPr>
            <p:cNvSpPr txBox="1"/>
            <p:nvPr/>
          </p:nvSpPr>
          <p:spPr>
            <a:xfrm>
              <a:off x="8878486" y="4112903"/>
              <a:ext cx="1887056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50" b="1" i="0">
                  <a:solidFill>
                    <a:srgbClr val="961628"/>
                  </a:solidFill>
                  <a:latin typeface="Century Gothic"/>
                </a:defRPr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961628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+30-40%</a:t>
              </a:r>
            </a:p>
          </p:txBody>
        </p:sp>
        <p:sp>
          <p:nvSpPr>
            <p:cNvPr id="30" name="TextBox 51">
              <a:extLst>
                <a:ext uri="{FF2B5EF4-FFF2-40B4-BE49-F238E27FC236}">
                  <a16:creationId xmlns:a16="http://schemas.microsoft.com/office/drawing/2014/main" id="{1D4C0C71-A9E2-48C4-22E0-39632B8A8CB2}"/>
                </a:ext>
              </a:extLst>
            </p:cNvPr>
            <p:cNvSpPr txBox="1"/>
            <p:nvPr/>
          </p:nvSpPr>
          <p:spPr>
            <a:xfrm>
              <a:off x="8878486" y="4341503"/>
              <a:ext cx="1887056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780" b="0" i="0">
                  <a:solidFill>
                    <a:srgbClr val="767C86"/>
                  </a:solidFill>
                  <a:latin typeface="Century Gothic"/>
                </a:defRPr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767C86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eficiencia</a:t>
              </a:r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BCF19FA8-FF1C-0CB1-935A-095B97DF937A}"/>
              </a:ext>
            </a:extLst>
          </p:cNvPr>
          <p:cNvGrpSpPr/>
          <p:nvPr/>
        </p:nvGrpSpPr>
        <p:grpSpPr>
          <a:xfrm>
            <a:off x="10299105" y="4710837"/>
            <a:ext cx="1312554" cy="382488"/>
            <a:chOff x="8878486" y="4611251"/>
            <a:chExt cx="1887056" cy="382488"/>
          </a:xfrm>
        </p:grpSpPr>
        <p:sp>
          <p:nvSpPr>
            <p:cNvPr id="32" name="TextBox 57">
              <a:extLst>
                <a:ext uri="{FF2B5EF4-FFF2-40B4-BE49-F238E27FC236}">
                  <a16:creationId xmlns:a16="http://schemas.microsoft.com/office/drawing/2014/main" id="{25DE661F-8E2B-76EC-B53C-4A9C394652DB}"/>
                </a:ext>
              </a:extLst>
            </p:cNvPr>
            <p:cNvSpPr txBox="1"/>
            <p:nvPr/>
          </p:nvSpPr>
          <p:spPr>
            <a:xfrm>
              <a:off x="8878486" y="4611251"/>
              <a:ext cx="1887056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50" b="1" i="0">
                  <a:solidFill>
                    <a:srgbClr val="961628"/>
                  </a:solidFill>
                  <a:latin typeface="Century Gothic"/>
                </a:defRPr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961628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−60%</a:t>
              </a:r>
            </a:p>
          </p:txBody>
        </p:sp>
        <p:sp>
          <p:nvSpPr>
            <p:cNvPr id="33" name="TextBox 58">
              <a:extLst>
                <a:ext uri="{FF2B5EF4-FFF2-40B4-BE49-F238E27FC236}">
                  <a16:creationId xmlns:a16="http://schemas.microsoft.com/office/drawing/2014/main" id="{CC0BBE15-C6EE-D2B2-C557-04DA8FABBEAE}"/>
                </a:ext>
              </a:extLst>
            </p:cNvPr>
            <p:cNvSpPr txBox="1"/>
            <p:nvPr/>
          </p:nvSpPr>
          <p:spPr>
            <a:xfrm>
              <a:off x="8878486" y="4839851"/>
              <a:ext cx="1887056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780" b="0" i="0">
                  <a:solidFill>
                    <a:srgbClr val="767C86"/>
                  </a:solidFill>
                  <a:latin typeface="Century Gothic"/>
                </a:defRPr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767C86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37 días/exp.</a:t>
              </a: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C402431-E350-8A94-881E-686F4FBA47CC}"/>
              </a:ext>
            </a:extLst>
          </p:cNvPr>
          <p:cNvGrpSpPr/>
          <p:nvPr/>
        </p:nvGrpSpPr>
        <p:grpSpPr>
          <a:xfrm>
            <a:off x="10299105" y="5399247"/>
            <a:ext cx="1312554" cy="382488"/>
            <a:chOff x="8878486" y="5109599"/>
            <a:chExt cx="1887056" cy="382488"/>
          </a:xfrm>
        </p:grpSpPr>
        <p:sp>
          <p:nvSpPr>
            <p:cNvPr id="35" name="TextBox 64">
              <a:extLst>
                <a:ext uri="{FF2B5EF4-FFF2-40B4-BE49-F238E27FC236}">
                  <a16:creationId xmlns:a16="http://schemas.microsoft.com/office/drawing/2014/main" id="{50F71978-0C7A-30B4-81EC-9B26E6020082}"/>
                </a:ext>
              </a:extLst>
            </p:cNvPr>
            <p:cNvSpPr txBox="1"/>
            <p:nvPr/>
          </p:nvSpPr>
          <p:spPr>
            <a:xfrm>
              <a:off x="8878486" y="5109599"/>
              <a:ext cx="1887056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50" b="1" i="0">
                  <a:solidFill>
                    <a:srgbClr val="961628"/>
                  </a:solidFill>
                  <a:latin typeface="Century Gothic"/>
                </a:defRPr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961628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−45%</a:t>
              </a:r>
            </a:p>
          </p:txBody>
        </p:sp>
        <p:sp>
          <p:nvSpPr>
            <p:cNvPr id="36" name="TextBox 65">
              <a:extLst>
                <a:ext uri="{FF2B5EF4-FFF2-40B4-BE49-F238E27FC236}">
                  <a16:creationId xmlns:a16="http://schemas.microsoft.com/office/drawing/2014/main" id="{433092D8-5DA4-7980-9F03-2D8CE78382D0}"/>
                </a:ext>
              </a:extLst>
            </p:cNvPr>
            <p:cNvSpPr txBox="1"/>
            <p:nvPr/>
          </p:nvSpPr>
          <p:spPr>
            <a:xfrm>
              <a:off x="8878486" y="5338199"/>
              <a:ext cx="1887056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780" b="0" i="0">
                  <a:solidFill>
                    <a:srgbClr val="767C86"/>
                  </a:solidFill>
                  <a:latin typeface="Century Gothic"/>
                </a:defRPr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767C86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37,5 días/exp.</a:t>
              </a:r>
            </a:p>
          </p:txBody>
        </p:sp>
      </p:grpSp>
      <p:sp>
        <p:nvSpPr>
          <p:cNvPr id="37" name="Elipse 36">
            <a:extLst>
              <a:ext uri="{FF2B5EF4-FFF2-40B4-BE49-F238E27FC236}">
                <a16:creationId xmlns:a16="http://schemas.microsoft.com/office/drawing/2014/main" id="{1F4C06FE-AA25-1A33-4884-258189C7226E}"/>
              </a:ext>
            </a:extLst>
          </p:cNvPr>
          <p:cNvSpPr/>
          <p:nvPr/>
        </p:nvSpPr>
        <p:spPr>
          <a:xfrm>
            <a:off x="852310" y="1974265"/>
            <a:ext cx="216000" cy="216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5C07DB50-822F-AB4A-0D05-11E504F28CB1}"/>
              </a:ext>
            </a:extLst>
          </p:cNvPr>
          <p:cNvSpPr/>
          <p:nvPr/>
        </p:nvSpPr>
        <p:spPr>
          <a:xfrm>
            <a:off x="852310" y="2639341"/>
            <a:ext cx="216000" cy="2160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79B9692D-E872-F9BC-9BD2-7356559B73F6}"/>
              </a:ext>
            </a:extLst>
          </p:cNvPr>
          <p:cNvSpPr/>
          <p:nvPr/>
        </p:nvSpPr>
        <p:spPr>
          <a:xfrm>
            <a:off x="852310" y="3370731"/>
            <a:ext cx="216000" cy="2160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4493AE48-58FF-3F0E-388B-E126A2FA8631}"/>
              </a:ext>
            </a:extLst>
          </p:cNvPr>
          <p:cNvSpPr/>
          <p:nvPr/>
        </p:nvSpPr>
        <p:spPr>
          <a:xfrm>
            <a:off x="852310" y="4055803"/>
            <a:ext cx="216000" cy="216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F899289D-5FC5-76BF-2ACF-E23FEB51683C}"/>
              </a:ext>
            </a:extLst>
          </p:cNvPr>
          <p:cNvSpPr/>
          <p:nvPr/>
        </p:nvSpPr>
        <p:spPr>
          <a:xfrm>
            <a:off x="852310" y="4771764"/>
            <a:ext cx="216000" cy="216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A1E126A5-273E-A270-CE3A-20581398A451}"/>
              </a:ext>
            </a:extLst>
          </p:cNvPr>
          <p:cNvSpPr/>
          <p:nvPr/>
        </p:nvSpPr>
        <p:spPr>
          <a:xfrm>
            <a:off x="852310" y="5440647"/>
            <a:ext cx="216000" cy="216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63F0A0C-3432-7FDB-BF38-714094A2F337}"/>
              </a:ext>
            </a:extLst>
          </p:cNvPr>
          <p:cNvSpPr/>
          <p:nvPr/>
        </p:nvSpPr>
        <p:spPr>
          <a:xfrm>
            <a:off x="416626" y="2500776"/>
            <a:ext cx="11440093" cy="130880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570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1" imgH="420" progId="TCLayout.ActiveDocument.1">
                  <p:embed/>
                </p:oleObj>
              </mc:Choice>
              <mc:Fallback>
                <p:oleObj name="Diapositiva de think-cell" r:id="rId3" imgW="421" imgH="420" progId="TCLayout.ActiveDocument.1">
                  <p:embed/>
                  <p:pic>
                    <p:nvPicPr>
                      <p:cNvPr id="6" name="Objeto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27109" y="3440028"/>
            <a:ext cx="5284933" cy="580065"/>
          </a:xfrm>
        </p:spPr>
        <p:txBody>
          <a:bodyPr>
            <a:noAutofit/>
          </a:bodyPr>
          <a:lstStyle/>
          <a:p>
            <a:pPr marL="352425" indent="-352425"/>
            <a:r>
              <a:rPr lang="en-US" sz="8800" b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681503552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8160" y="360664"/>
            <a:ext cx="9253637" cy="381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Century Gothic"/>
              </a:rPr>
              <a:t>2. Pain points · Dependencia — CU1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3838" y="954520"/>
            <a:ext cx="11164324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67C86"/>
                </a:solidFill>
                <a:latin typeface="Century Gothic"/>
              </a:rPr>
              <a:t>Caso 1: Solicitud y reconocimiento de la dependencia, grado y PIA · oportunidades priorizadas a partir de la PoC y del cuadro de mando de gestión de equipo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97841" y="1547480"/>
          <a:ext cx="11077532" cy="435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1532"/>
                <a:gridCol w="3780000"/>
                <a:gridCol w="1908000"/>
                <a:gridCol w="1908000"/>
                <a:gridCol w="1620000"/>
              </a:tblGrid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entury Gothic"/>
                        </a:rPr>
                        <a:t>Oportunidad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entury Gothic"/>
                        </a:rPr>
                        <a:t>Situación actual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entury Gothic"/>
                        </a:rPr>
                        <a:t>Causa raíz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entury Gothic"/>
                        </a:rPr>
                        <a:t>Impacto en el proceso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entury Gothic"/>
                        </a:rPr>
                        <a:t>Beneficio esperado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entury Gothic"/>
                        </a:rPr>
                        <a:t>Alertas inteligentes en revisión y subsanación documental.</a:t>
                      </a:r>
                    </a:p>
                  </a:txBody>
                  <a:tcPr marT="54000" marB="54000" marL="43000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Un </a:t>
                      </a:r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alto volumen de expedientes entra en subsanación y permanece bloqueado 54 días de media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 por documentación incompleta o incorrecta.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Falta de validaciones previas, comunicación poco clara y ausencia de seguimiento proactivo.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Bloqueo prolongado de expedientes, incremento del backlog y retraso en el flujo.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entury Gothic"/>
                        </a:rPr>
                        <a:t>Optimización de citación y realización de valoración.</a:t>
                      </a:r>
                    </a:p>
                  </a:txBody>
                  <a:tcPr marT="54000" marB="54000" marL="43000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La </a:t>
                      </a:r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citación se gestiona de forma manual, sin integración de agendas ni recordatorios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, lo que provoca incomparecencias: un </a:t>
                      </a:r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13% requiere una segunda cita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Procesos manuales, falta de automatización y ausencia de priorización homogénea.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Retrasos de planificación, más carga operativa y recitaciones que alargan el ciclo.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entury Gothic"/>
                        </a:rPr>
                        <a:t>Digitalización e IA en la valoración.</a:t>
                      </a:r>
                    </a:p>
                  </a:txBody>
                  <a:tcPr marT="54000" marB="54000" marL="43000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El </a:t>
                      </a:r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91% de las valoraciones se realiza en papel o en sistemas no integrados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, obligando a transcripción posterior.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Recogida manual, sin herramientas digitales en campo y con sistemas no integrados.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Demoras adicionales, riesgo de errores y falta de estandarización en los criterios.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entury Gothic"/>
                        </a:rPr>
                        <a:t>Balanceo de cargas en valoración y en gestión del PIA.</a:t>
                      </a:r>
                    </a:p>
                  </a:txBody>
                  <a:tcPr marT="54000" marB="54000" marL="43000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Existe una </a:t>
                      </a:r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distribución desigual de expedientes y tramitaciones sin responsable claro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, visible al medir por trabajador y por hito.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Sin reglas automáticas de asignación, sin visibilidad en tiempo real ni trazabilidad.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Sobrecarga en unos equipos, infrautilización en otros y retrasos innecesarios.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entury Gothic"/>
                        </a:rPr>
                        <a:t>Alertas en la resolución de Grado y PIA.</a:t>
                      </a:r>
                    </a:p>
                  </a:txBody>
                  <a:tcPr marT="54000" marB="54000" marL="43000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La </a:t>
                      </a:r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fase posterior a la valoración es manual y secuencial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 —dictamen, comisión y resolución—, con una </a:t>
                      </a:r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media de 62 días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Falta de automatización y dependencia de trámites administrativos encadenados.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Cuello de botella en la fase final, colas de expedientes y retrasos en la resolución.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entury Gothic"/>
                        </a:rPr>
                        <a:t>Control documental previo de informes médicos (AVC).</a:t>
                      </a:r>
                    </a:p>
                  </a:txBody>
                  <a:tcPr marT="54000" marB="54000" marL="43000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Parte de los expedientes </a:t>
                      </a:r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se desvía del flujo estándar por falta de documentación inicial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, generando retrabajo y hasta </a:t>
                      </a:r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+65 días adicionales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Ausencia de validaciones en el alta y falta de control documental previo.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Desvíos, dobles citaciones, retrabajo y alta variabilidad en los tiempos de tramitación.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852310" y="2016480"/>
            <a:ext cx="250000" cy="2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00000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5373" y="1949480"/>
            <a:ext cx="1400000" cy="215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61628"/>
                </a:solidFill>
                <a:latin typeface="Century Gothic"/>
              </a:rPr>
              <a:t>−30%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5373" y="219448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767C86"/>
                </a:solidFill>
                <a:latin typeface="Century Gothic"/>
              </a:rPr>
              <a:t>3,7 días/exp.</a:t>
            </a:r>
          </a:p>
        </p:txBody>
      </p:sp>
      <p:sp>
        <p:nvSpPr>
          <p:cNvPr id="8" name="Oval 7"/>
          <p:cNvSpPr/>
          <p:nvPr/>
        </p:nvSpPr>
        <p:spPr>
          <a:xfrm>
            <a:off x="852310" y="2700480"/>
            <a:ext cx="250000" cy="2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00000"/>
                </a:solidFill>
                <a:latin typeface="Century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65373" y="2633480"/>
            <a:ext cx="1400000" cy="215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61628"/>
                </a:solidFill>
                <a:latin typeface="Century Gothic"/>
              </a:rPr>
              <a:t>−40%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5373" y="287848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767C86"/>
                </a:solidFill>
                <a:latin typeface="Century Gothic"/>
              </a:rPr>
              <a:t>11,4 días/exp.</a:t>
            </a:r>
          </a:p>
        </p:txBody>
      </p:sp>
      <p:sp>
        <p:nvSpPr>
          <p:cNvPr id="11" name="Oval 10"/>
          <p:cNvSpPr/>
          <p:nvPr/>
        </p:nvSpPr>
        <p:spPr>
          <a:xfrm>
            <a:off x="852310" y="3384480"/>
            <a:ext cx="250000" cy="2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00000"/>
                </a:solidFill>
                <a:latin typeface="Century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65373" y="3317480"/>
            <a:ext cx="1400000" cy="215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61628"/>
                </a:solidFill>
                <a:latin typeface="Century Gothic"/>
              </a:rPr>
              <a:t>−25%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65373" y="356248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767C86"/>
                </a:solidFill>
                <a:latin typeface="Century Gothic"/>
              </a:rPr>
              <a:t>2,5 días/exp.</a:t>
            </a:r>
          </a:p>
        </p:txBody>
      </p:sp>
      <p:sp>
        <p:nvSpPr>
          <p:cNvPr id="14" name="Oval 13"/>
          <p:cNvSpPr/>
          <p:nvPr/>
        </p:nvSpPr>
        <p:spPr>
          <a:xfrm>
            <a:off x="852310" y="4068480"/>
            <a:ext cx="250000" cy="2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00000"/>
                </a:solidFill>
                <a:latin typeface="Century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5373" y="4001480"/>
            <a:ext cx="1400000" cy="215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61628"/>
                </a:solidFill>
                <a:latin typeface="Century Gothic"/>
              </a:rPr>
              <a:t>+30-40%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65373" y="424648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767C86"/>
                </a:solidFill>
                <a:latin typeface="Century Gothic"/>
              </a:rPr>
              <a:t>eficiencia</a:t>
            </a:r>
          </a:p>
        </p:txBody>
      </p:sp>
      <p:sp>
        <p:nvSpPr>
          <p:cNvPr id="17" name="Oval 16"/>
          <p:cNvSpPr/>
          <p:nvPr/>
        </p:nvSpPr>
        <p:spPr>
          <a:xfrm>
            <a:off x="852310" y="4752480"/>
            <a:ext cx="250000" cy="2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00000"/>
                </a:solidFill>
                <a:latin typeface="Century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65373" y="4685480"/>
            <a:ext cx="1400000" cy="215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61628"/>
                </a:solidFill>
                <a:latin typeface="Century Gothic"/>
              </a:rPr>
              <a:t>−60%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5373" y="493048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767C86"/>
                </a:solidFill>
                <a:latin typeface="Century Gothic"/>
              </a:rPr>
              <a:t>37 días/exp.</a:t>
            </a:r>
          </a:p>
        </p:txBody>
      </p:sp>
      <p:sp>
        <p:nvSpPr>
          <p:cNvPr id="20" name="Oval 19"/>
          <p:cNvSpPr/>
          <p:nvPr/>
        </p:nvSpPr>
        <p:spPr>
          <a:xfrm>
            <a:off x="852310" y="5436480"/>
            <a:ext cx="250000" cy="2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00000"/>
                </a:solidFill>
                <a:latin typeface="Century Gothi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65373" y="5369480"/>
            <a:ext cx="1400000" cy="215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61628"/>
                </a:solidFill>
                <a:latin typeface="Century Gothic"/>
              </a:rPr>
              <a:t>−45%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65373" y="561448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767C86"/>
                </a:solidFill>
                <a:latin typeface="Century Gothic"/>
              </a:rPr>
              <a:t>37,5 días/exp.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8160" y="360664"/>
            <a:ext cx="9253637" cy="3819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Century Gothic"/>
              </a:rPr>
              <a:t>2. Pain points · Dependencia — CU2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3838" y="954520"/>
            <a:ext cx="11164324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67C86"/>
                </a:solidFill>
                <a:latin typeface="Century Gothic"/>
              </a:rPr>
              <a:t>Caso 2: Adjudicación de servicios comunitarios (EELL) · oportunidades priorizadas a partir del cuadro de mando de gestión de lista de espera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97841" y="1547480"/>
          <a:ext cx="11077532" cy="435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1532"/>
                <a:gridCol w="3780000"/>
                <a:gridCol w="1908000"/>
                <a:gridCol w="1908000"/>
                <a:gridCol w="1620000"/>
              </a:tblGrid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entury Gothic"/>
                        </a:rPr>
                        <a:t>Oportunidad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entury Gothic"/>
                        </a:rPr>
                        <a:t>Situación actual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entury Gothic"/>
                        </a:rPr>
                        <a:t>Causa raíz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entury Gothic"/>
                        </a:rPr>
                        <a:t>Impacto en el proceso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entury Gothic"/>
                        </a:rPr>
                        <a:t>Beneficio esperado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entury Gothic"/>
                        </a:rPr>
                        <a:t>Espera entre la resolución del PIA y el alta efectiva del servicio.</a:t>
                      </a:r>
                    </a:p>
                  </a:txBody>
                  <a:tcPr marT="54000" marB="54000" marL="43000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El plazo medio de notificación a prestación es de </a:t>
                      </a:r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67 días frente a un objetivo interno de 45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 (+49%), con 312 solicitudes en lista de espera.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Capacidad limitada de los lotes territoriales y gestión de contacto no priorizada.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Derecho reconocido sin prestación efectiva y lista de espera creciente mes a mes.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entury Gothic"/>
                        </a:rPr>
                        <a:t>Garantía de prelación por grado de dependencia.</a:t>
                      </a:r>
                    </a:p>
                  </a:txBody>
                  <a:tcPr marT="54000" marB="54000" marL="43000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89 personas de Grado III superan el umbral de espera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 y el Grado III tarda </a:t>
                      </a:r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91 días de media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, más que los grados I y II.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La asignación se resuelve por disponibilidad del lote, no por orden de prelación.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La gran dependencia espera tanto o más que la moderada, incumpliendo la prelación.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entury Gothic"/>
                        </a:rPr>
                        <a:t>Contacto trazable con la persona en lista de espera.</a:t>
                      </a:r>
                    </a:p>
                  </a:txBody>
                  <a:tcPr marT="54000" marB="54000" marL="43000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148 exclusiones (15,3%)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, de las que un </a:t>
                      </a:r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34% son «no localizado tras 6 intentos»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 y un 24% renuncia verbal sin registro.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Contacto solo telefónico, datos desactualizados en SIDEMA y sin registro del intento.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Personas excluidas sin verificación real y pérdida de derecho por un fallo de contacto.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entury Gothic"/>
                        </a:rPr>
                        <a:t>Reingreso sin pérdida de antigüedad en la lista.</a:t>
                      </a:r>
                    </a:p>
                  </a:txBody>
                  <a:tcPr marT="54000" marB="54000" marL="43000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34 excluidos por «no localizado» han pedido reincorporación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 —el 23% de ese motivo— y al reingresar </a:t>
                      </a:r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ocupan nueva posición, no la previa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La exclusión no distingue entre causa real y fallo en la gestión del contacto.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Penaliza a quien no fue localizado por un error propio y alarga su espera de nuevo.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entury Gothic"/>
                        </a:rPr>
                        <a:t>Equilibrio territorial entre lotes y municipios.</a:t>
                      </a:r>
                    </a:p>
                  </a:txBody>
                  <a:tcPr marT="54000" marB="54000" marL="43000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La espera va de 34 días en Las Rozas a 112 en Bustarviejo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; el lote 5 concentra la espera más larga y la mayor tasa de exclusión (21,4%).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Capacidad desigual de los lotes y zonas de especial dificultad sin refuerzo.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El plazo hasta recibir el servicio depende del municipio de residencia.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</a:tr>
              <a:tr h="684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entury Gothic"/>
                        </a:rPr>
                        <a:t>Previsión de capacidad frente a la demanda entrante.</a:t>
                      </a:r>
                    </a:p>
                  </a:txBody>
                  <a:tcPr marT="54000" marB="54000" marL="43000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Las entradas superan a las activaciones desde marzo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 y hay </a:t>
                      </a:r>
                      <a:r>
                        <a:rPr sz="1000" b="1">
                          <a:solidFill>
                            <a:srgbClr val="C00000"/>
                          </a:solidFill>
                          <a:latin typeface="Century Gothic"/>
                        </a:rPr>
                        <a:t>312 solicitudes atascadas por encima de 90 días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 (25,1%).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Capacidad de activación plana frente a demanda creciente, sin previsión de carga.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>El backlog crece de forma sostenida y la espera media empeora cada mes.</a:t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marT="54000" marB="54000" marL="91440" marR="91440" anchor="ctr">
                    <a:solidFill>
                      <a:srgbClr val="FFFFFF"/>
                    </a:solidFill>
                    <a:lnL w="12700" cap="flat" cmpd="sng" algn="ctr">
                      <a:solidFill>
                        <a:srgbClr val="E6E6E6"/>
                      </a:solidFill>
                    </a:lnL>
                    <a:lnR w="12700" cap="flat" cmpd="sng" algn="ctr">
                      <a:solidFill>
                        <a:srgbClr val="E6E6E6"/>
                      </a:solidFill>
                    </a:lnR>
                    <a:lnT w="12700" cap="flat" cmpd="sng" algn="ctr">
                      <a:solidFill>
                        <a:srgbClr val="E6E6E6"/>
                      </a:solidFill>
                    </a:lnT>
                    <a:lnB w="12700" cap="flat" cmpd="sng" algn="ctr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852310" y="2016480"/>
            <a:ext cx="250000" cy="2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00000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5373" y="1989480"/>
            <a:ext cx="1400000" cy="215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67C86"/>
                </a:solidFill>
                <a:latin typeface="Century Gothic"/>
              </a:rPr>
              <a:t>Por cuantificar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5373" y="219448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767C86"/>
                </a:solidFill>
                <a:latin typeface="Century Gothic"/>
              </a:rPr>
              <a:t>67 d · objetivo 45 d</a:t>
            </a:r>
          </a:p>
        </p:txBody>
      </p:sp>
      <p:sp>
        <p:nvSpPr>
          <p:cNvPr id="8" name="Oval 7"/>
          <p:cNvSpPr/>
          <p:nvPr/>
        </p:nvSpPr>
        <p:spPr>
          <a:xfrm>
            <a:off x="852310" y="2700480"/>
            <a:ext cx="250000" cy="2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00000"/>
                </a:solidFill>
                <a:latin typeface="Century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65373" y="2673480"/>
            <a:ext cx="1400000" cy="215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67C86"/>
                </a:solidFill>
                <a:latin typeface="Century Gothic"/>
              </a:rPr>
              <a:t>Por cuantificar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5373" y="287848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767C86"/>
                </a:solidFill>
                <a:latin typeface="Century Gothic"/>
              </a:rPr>
              <a:t>89 exp. Grado III</a:t>
            </a:r>
          </a:p>
        </p:txBody>
      </p:sp>
      <p:sp>
        <p:nvSpPr>
          <p:cNvPr id="11" name="Oval 10"/>
          <p:cNvSpPr/>
          <p:nvPr/>
        </p:nvSpPr>
        <p:spPr>
          <a:xfrm>
            <a:off x="852310" y="3384480"/>
            <a:ext cx="250000" cy="2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00000"/>
                </a:solidFill>
                <a:latin typeface="Century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65373" y="3357480"/>
            <a:ext cx="1400000" cy="215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67C86"/>
                </a:solidFill>
                <a:latin typeface="Century Gothic"/>
              </a:rPr>
              <a:t>Por cuantificar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65373" y="356248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767C86"/>
                </a:solidFill>
                <a:latin typeface="Century Gothic"/>
              </a:rPr>
              <a:t>148 exclusiones</a:t>
            </a:r>
          </a:p>
        </p:txBody>
      </p:sp>
      <p:sp>
        <p:nvSpPr>
          <p:cNvPr id="14" name="Oval 13"/>
          <p:cNvSpPr/>
          <p:nvPr/>
        </p:nvSpPr>
        <p:spPr>
          <a:xfrm>
            <a:off x="852310" y="4068480"/>
            <a:ext cx="250000" cy="2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00000"/>
                </a:solidFill>
                <a:latin typeface="Century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5373" y="4041480"/>
            <a:ext cx="1400000" cy="215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67C86"/>
                </a:solidFill>
                <a:latin typeface="Century Gothic"/>
              </a:rPr>
              <a:t>Por cuantificar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65373" y="424648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767C86"/>
                </a:solidFill>
                <a:latin typeface="Century Gothic"/>
              </a:rPr>
              <a:t>34 reingresos</a:t>
            </a:r>
          </a:p>
        </p:txBody>
      </p:sp>
      <p:sp>
        <p:nvSpPr>
          <p:cNvPr id="17" name="Oval 16"/>
          <p:cNvSpPr/>
          <p:nvPr/>
        </p:nvSpPr>
        <p:spPr>
          <a:xfrm>
            <a:off x="852310" y="4752480"/>
            <a:ext cx="250000" cy="2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00000"/>
                </a:solidFill>
                <a:latin typeface="Century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65373" y="4725480"/>
            <a:ext cx="1400000" cy="215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67C86"/>
                </a:solidFill>
                <a:latin typeface="Century Gothic"/>
              </a:rPr>
              <a:t>Por cuantificar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5373" y="493048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767C86"/>
                </a:solidFill>
                <a:latin typeface="Century Gothic"/>
              </a:rPr>
              <a:t>34 d – 112 d</a:t>
            </a:r>
          </a:p>
        </p:txBody>
      </p:sp>
      <p:sp>
        <p:nvSpPr>
          <p:cNvPr id="20" name="Oval 19"/>
          <p:cNvSpPr/>
          <p:nvPr/>
        </p:nvSpPr>
        <p:spPr>
          <a:xfrm>
            <a:off x="852310" y="5436480"/>
            <a:ext cx="250000" cy="25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C00000"/>
                </a:solidFill>
                <a:latin typeface="Century Gothi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65373" y="5409480"/>
            <a:ext cx="1400000" cy="2154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767C86"/>
                </a:solidFill>
                <a:latin typeface="Century Gothic"/>
              </a:rPr>
              <a:t>Por cuantificar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65373" y="561448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767C86"/>
                </a:solidFill>
                <a:latin typeface="Century Gothic"/>
              </a:rPr>
              <a:t>312 exp. &gt; 90 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841" y="5993480"/>
            <a:ext cx="11077532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67C86"/>
                </a:solidFill>
                <a:latin typeface="Century Gothic"/>
              </a:rPr>
              <a:t>Los beneficios de CU2 están pendientes de cuantificar: a diferencia de CU1, este caso de uso no cuenta todavía con una PoC de ahorro. Las cifras mostradas son la magnitud observada sobre datos de SIDEMA y SAP (ene–jun 2025).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addc6c-b1e4-4411-90d0-91e612ae66f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DD3AE529E32054A8978655A6B00BD28" ma:contentTypeVersion="10" ma:contentTypeDescription="Crear nuevo documento." ma:contentTypeScope="" ma:versionID="471274ee153b20e762301b505fa42d27">
  <xsd:schema xmlns:xsd="http://www.w3.org/2001/XMLSchema" xmlns:xs="http://www.w3.org/2001/XMLSchema" xmlns:p="http://schemas.microsoft.com/office/2006/metadata/properties" xmlns:ns2="97addc6c-b1e4-4411-90d0-91e612ae66f9" targetNamespace="http://schemas.microsoft.com/office/2006/metadata/properties" ma:root="true" ma:fieldsID="ee55ca544dd342a43670f42c632b29a8" ns2:_="">
    <xsd:import namespace="97addc6c-b1e4-4411-90d0-91e612ae66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addc6c-b1e4-4411-90d0-91e612ae6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95B490-509A-491C-B17B-2413D450327A}">
  <ds:schemaRefs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97addc6c-b1e4-4411-90d0-91e612ae66f9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A44879B-24FB-4786-ABEE-FF7F2641DB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addc6c-b1e4-4411-90d0-91e612ae66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B157B8-4E50-4BC8-AEE8-EE4834471FD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81412e0-2f0e-4e2b-8790-1e1d44ea0a80}" enabled="0" method="" siteId="{281412e0-2f0e-4e2b-8790-1e1d44ea0a80}" removed="1"/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742</Words>
  <Application>Microsoft Office PowerPoint</Application>
  <PresentationFormat>Panorámica</PresentationFormat>
  <Paragraphs>100</Paragraphs>
  <Slides>5</Slides>
  <Notes>3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Noto Sans</vt:lpstr>
      <vt:lpstr>Poppins Light</vt:lpstr>
      <vt:lpstr>Verdana</vt:lpstr>
      <vt:lpstr>Tema de Office</vt:lpstr>
      <vt:lpstr>Diapositiva de think-cell</vt:lpstr>
      <vt:lpstr>Servicio de minería de procesos para la consejería de "Familia, Juventud y Asuntos sociales​ Dependencia y discapacidad</vt:lpstr>
      <vt:lpstr>Presentación de PowerPoint</vt:lpstr>
      <vt:lpstr>1. Validación del proceso: Visión inicial y dudas abiertas</vt:lpstr>
      <vt:lpstr>1. Conclusiones PoC (CU1)</vt:lpstr>
      <vt:lpstr>GRACIAS</vt:lpstr>
    </vt:vector>
  </TitlesOfParts>
  <Company>Comunidad de Madrid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Madrid Digital</dc:creator>
  <cp:lastModifiedBy>Anthony Sebastian Xerri Hawley</cp:lastModifiedBy>
  <cp:revision>3</cp:revision>
  <dcterms:created xsi:type="dcterms:W3CDTF">2024-02-05T12:05:57Z</dcterms:created>
  <dcterms:modified xsi:type="dcterms:W3CDTF">2026-09-29T12:35:44Z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0x0101000DD3AE529E32054A8978655A6B00BD28</vt:lpwstr>
  </property>
</Properties>
</file>
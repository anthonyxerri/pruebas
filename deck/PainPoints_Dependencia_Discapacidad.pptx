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qué dolores ataca la solución de Celonis ya construida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Sin una foto única de la demanda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Las entradas de los diez centros base se consultaban por separado.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47841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7841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841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Panel de Entradas con el total por tipo de solicitud y centro en una sola pantalla.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No se sabía dónde se iba el plazo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Se conocía el tiempo total, pero no qué fase lo consumía.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3280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33280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280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Tiempos de proceso desglosados por tramos para localizar la fase más lenta.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Retrabajo de las reclamaciones previas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Expedientes que vuelven a entrar sin verse como carga de trabajo.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18719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8719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8719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Reclamaciones previas separadas del resto de entradas, por tipo y por centro.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Carga añadida por el nuevo baremo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841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Las revisiones del RD 888/2022 se mezclaban con la demanda ordinaria.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841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47841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841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Fila propia para las revisiones del RD 888/2022, aparte del resto.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Planificación de la valoración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3280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Sin conocer la mezcla de despistaje y edad no se puede ajustar la agenda.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3280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633280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3280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Desglose por tipo de despistaje y tramo de edad en cada centro base.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Centros con perfiles distintos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719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Comparar centros con perfiles diferentes lleva a conclusiones erróneas.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8719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318719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8719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Subtotales con y sin el centro de menores y selector por centro en la vista directiva.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Fuente: paneles de Celonis · Discapacidad (PROD) · Panel de Entradas, vistas ejecutiva y directiva.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